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2.xml" ContentType="application/vnd.openxmlformats-officedocument.theme+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hart10.xml" ContentType="application/vnd.openxmlformats-officedocument.drawingml.char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712" r:id="rId1"/>
    <p:sldMasterId id="2147483755" r:id="rId2"/>
  </p:sldMasterIdLst>
  <p:notesMasterIdLst>
    <p:notesMasterId r:id="rId11"/>
  </p:notesMasterIdLst>
  <p:handoutMasterIdLst>
    <p:handoutMasterId r:id="rId12"/>
  </p:handoutMasterIdLst>
  <p:sldIdLst>
    <p:sldId id="490" r:id="rId3"/>
    <p:sldId id="1359" r:id="rId4"/>
    <p:sldId id="1838" r:id="rId5"/>
    <p:sldId id="1834" r:id="rId6"/>
    <p:sldId id="2076139236" r:id="rId7"/>
    <p:sldId id="2076139225" r:id="rId8"/>
    <p:sldId id="2076139229" r:id="rId9"/>
    <p:sldId id="2076139226" r:id="rId10"/>
  </p:sldIdLst>
  <p:sldSz cx="10691813" cy="7559675"/>
  <p:notesSz cx="6807200" cy="99393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orient="horz" pos="4195" userDrawn="1">
          <p15:clr>
            <a:srgbClr val="A4A3A4"/>
          </p15:clr>
        </p15:guide>
        <p15:guide id="13" orient="horz" pos="680" userDrawn="1">
          <p15:clr>
            <a:srgbClr val="A4A3A4"/>
          </p15:clr>
        </p15:guide>
        <p15:guide id="14" orient="horz" pos="1134" userDrawn="1">
          <p15:clr>
            <a:srgbClr val="A4A3A4"/>
          </p15:clr>
        </p15:guide>
        <p15:guide id="16" orient="horz" pos="3628" userDrawn="1">
          <p15:clr>
            <a:srgbClr val="A4A3A4"/>
          </p15:clr>
        </p15:guide>
        <p15:guide id="23" orient="horz" pos="4037" userDrawn="1">
          <p15:clr>
            <a:srgbClr val="A4A3A4"/>
          </p15:clr>
        </p15:guide>
        <p15:guide id="24" pos="601" userDrawn="1">
          <p15:clr>
            <a:srgbClr val="A4A3A4"/>
          </p15:clr>
        </p15:guide>
        <p15:guide id="25" pos="6452" userDrawn="1">
          <p15:clr>
            <a:srgbClr val="A4A3A4"/>
          </p15:clr>
        </p15:guide>
        <p15:guide id="26" pos="3299" userDrawn="1">
          <p15:clr>
            <a:srgbClr val="A4A3A4"/>
          </p15:clr>
        </p15:guide>
        <p15:guide id="27" pos="328" userDrawn="1">
          <p15:clr>
            <a:srgbClr val="A4A3A4"/>
          </p15:clr>
        </p15:guide>
        <p15:guide id="28" pos="1145" userDrawn="1">
          <p15:clr>
            <a:srgbClr val="A4A3A4"/>
          </p15:clr>
        </p15:guide>
        <p15:guide id="29" pos="4842" userDrawn="1">
          <p15:clr>
            <a:srgbClr val="A4A3A4"/>
          </p15:clr>
        </p15:guide>
        <p15:guide id="30" orient="horz" pos="2971" userDrawn="1">
          <p15:clr>
            <a:srgbClr val="A4A3A4"/>
          </p15:clr>
        </p15:guide>
        <p15:guide id="31" pos="4910" userDrawn="1">
          <p15:clr>
            <a:srgbClr val="A4A3A4"/>
          </p15:clr>
        </p15:guide>
        <p15:guide id="32" orient="horz" pos="907" userDrawn="1">
          <p15:clr>
            <a:srgbClr val="A4A3A4"/>
          </p15:clr>
        </p15:guide>
        <p15:guide id="33" pos="283"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101"/>
    <a:srgbClr val="4472C4"/>
    <a:srgbClr val="884559"/>
    <a:srgbClr val="FFDDAD"/>
    <a:srgbClr val="F4B183"/>
    <a:srgbClr val="6F93D2"/>
    <a:srgbClr val="C5E0B4"/>
    <a:srgbClr val="DEEBF7"/>
    <a:srgbClr val="DAE3F3"/>
    <a:srgbClr val="B797C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보통 스타일 2 - 강조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778" autoAdjust="0"/>
    <p:restoredTop sz="96242" autoAdjust="0"/>
  </p:normalViewPr>
  <p:slideViewPr>
    <p:cSldViewPr showGuides="1">
      <p:cViewPr varScale="1">
        <p:scale>
          <a:sx n="93" d="100"/>
          <a:sy n="93" d="100"/>
        </p:scale>
        <p:origin x="1986" y="96"/>
      </p:cViewPr>
      <p:guideLst>
        <p:guide orient="horz" pos="4195"/>
        <p:guide orient="horz" pos="680"/>
        <p:guide orient="horz" pos="1134"/>
        <p:guide orient="horz" pos="3628"/>
        <p:guide orient="horz" pos="4037"/>
        <p:guide pos="601"/>
        <p:guide pos="6452"/>
        <p:guide pos="3299"/>
        <p:guide pos="328"/>
        <p:guide pos="1145"/>
        <p:guide pos="4842"/>
        <p:guide orient="horz" pos="2971"/>
        <p:guide pos="4910"/>
        <p:guide orient="horz" pos="907"/>
        <p:guide pos="283"/>
      </p:guideLst>
    </p:cSldViewPr>
  </p:slideViewPr>
  <p:outlineViewPr>
    <p:cViewPr>
      <p:scale>
        <a:sx n="33" d="100"/>
        <a:sy n="33" d="100"/>
      </p:scale>
      <p:origin x="0" y="0"/>
    </p:cViewPr>
  </p:outlineViewPr>
  <p:notesTextViewPr>
    <p:cViewPr>
      <p:scale>
        <a:sx n="200" d="100"/>
        <a:sy n="200" d="100"/>
      </p:scale>
      <p:origin x="0" y="0"/>
    </p:cViewPr>
  </p:notesTextViewPr>
  <p:notesViewPr>
    <p:cSldViewPr>
      <p:cViewPr varScale="1">
        <p:scale>
          <a:sx n="78" d="100"/>
          <a:sy n="78" d="100"/>
        </p:scale>
        <p:origin x="2910" y="108"/>
      </p:cViewPr>
      <p:guideLst/>
    </p:cSldViewPr>
  </p:notesViewPr>
  <p:gridSpacing cx="36004" cy="36004"/>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theme" Target="theme/theme1.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oleObject" Target="&#53685;&#54633;%20&#47928;&#49436;1"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4.xml"/><Relationship Id="rId1" Type="http://schemas.microsoft.com/office/2011/relationships/chartStyle" Target="style4.xml"/></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2"/>
          <c:order val="2"/>
          <c:tx>
            <c:strRef>
              <c:f>Sheet3!$B$30</c:f>
              <c:strCache>
                <c:ptCount val="1"/>
                <c:pt idx="0">
                  <c:v>순이익</c:v>
                </c:pt>
              </c:strCache>
            </c:strRef>
          </c:tx>
          <c:spPr>
            <a:solidFill>
              <a:schemeClr val="accent3"/>
            </a:solidFill>
            <a:ln>
              <a:noFill/>
            </a:ln>
            <a:effectLst/>
          </c:spPr>
          <c:invertIfNegative val="0"/>
          <c:dPt>
            <c:idx val="7"/>
            <c:invertIfNegative val="0"/>
            <c:bubble3D val="0"/>
            <c:spPr>
              <a:pattFill prst="wdUpDiag">
                <a:fgClr>
                  <a:schemeClr val="accent1"/>
                </a:fgClr>
                <a:bgClr>
                  <a:schemeClr val="bg1"/>
                </a:bgClr>
              </a:pattFill>
              <a:ln>
                <a:noFill/>
              </a:ln>
              <a:effectLst/>
            </c:spPr>
            <c:extLst>
              <c:ext xmlns:c16="http://schemas.microsoft.com/office/drawing/2014/chart" uri="{C3380CC4-5D6E-409C-BE32-E72D297353CC}">
                <c16:uniqueId val="{00000003-FE61-4151-B025-6EB98596435A}"/>
              </c:ext>
            </c:extLst>
          </c:dPt>
          <c:dPt>
            <c:idx val="8"/>
            <c:invertIfNegative val="0"/>
            <c:bubble3D val="0"/>
            <c:spPr>
              <a:pattFill prst="wdUpDiag">
                <a:fgClr>
                  <a:schemeClr val="accent1"/>
                </a:fgClr>
                <a:bgClr>
                  <a:schemeClr val="bg1"/>
                </a:bgClr>
              </a:pattFill>
              <a:ln>
                <a:noFill/>
              </a:ln>
              <a:effectLst/>
            </c:spPr>
            <c:extLst>
              <c:ext xmlns:c16="http://schemas.microsoft.com/office/drawing/2014/chart" uri="{C3380CC4-5D6E-409C-BE32-E72D297353CC}">
                <c16:uniqueId val="{00000004-FE61-4151-B025-6EB98596435A}"/>
              </c:ext>
            </c:extLst>
          </c:dPt>
          <c:dPt>
            <c:idx val="9"/>
            <c:invertIfNegative val="0"/>
            <c:bubble3D val="0"/>
            <c:spPr>
              <a:pattFill prst="wdUpDiag">
                <a:fgClr>
                  <a:schemeClr val="accent1"/>
                </a:fgClr>
                <a:bgClr>
                  <a:schemeClr val="bg1"/>
                </a:bgClr>
              </a:pattFill>
              <a:ln>
                <a:noFill/>
              </a:ln>
              <a:effectLst/>
            </c:spPr>
            <c:extLst>
              <c:ext xmlns:c16="http://schemas.microsoft.com/office/drawing/2014/chart" uri="{C3380CC4-5D6E-409C-BE32-E72D297353CC}">
                <c16:uniqueId val="{00000005-FE61-4151-B025-6EB98596435A}"/>
              </c:ext>
            </c:extLst>
          </c:dPt>
          <c:cat>
            <c:numRef>
              <c:f>Sheet3!$C$27:$L$27</c:f>
              <c:numCache>
                <c:formatCode>General</c:formatCode>
                <c:ptCount val="10"/>
                <c:pt idx="0">
                  <c:v>2020</c:v>
                </c:pt>
                <c:pt idx="1">
                  <c:v>2021</c:v>
                </c:pt>
                <c:pt idx="2">
                  <c:v>2022</c:v>
                </c:pt>
                <c:pt idx="3">
                  <c:v>2023</c:v>
                </c:pt>
                <c:pt idx="4">
                  <c:v>2024</c:v>
                </c:pt>
                <c:pt idx="5">
                  <c:v>2025</c:v>
                </c:pt>
                <c:pt idx="6">
                  <c:v>2026</c:v>
                </c:pt>
                <c:pt idx="7">
                  <c:v>2027</c:v>
                </c:pt>
                <c:pt idx="8">
                  <c:v>2028</c:v>
                </c:pt>
                <c:pt idx="9">
                  <c:v>2029</c:v>
                </c:pt>
              </c:numCache>
            </c:numRef>
          </c:cat>
          <c:val>
            <c:numRef>
              <c:f>Sheet3!$C$30:$L$30</c:f>
              <c:numCache>
                <c:formatCode>_(* #,##0_);_(* \(#,##0\);_(* "-"_);_(@_)</c:formatCode>
                <c:ptCount val="10"/>
                <c:pt idx="0">
                  <c:v>21260</c:v>
                </c:pt>
                <c:pt idx="1">
                  <c:v>17673.333999999999</c:v>
                </c:pt>
                <c:pt idx="2">
                  <c:v>27686.530000000002</c:v>
                </c:pt>
                <c:pt idx="3">
                  <c:v>29812.12</c:v>
                </c:pt>
                <c:pt idx="4">
                  <c:v>31907.3</c:v>
                </c:pt>
                <c:pt idx="5">
                  <c:v>34208.350999999995</c:v>
                </c:pt>
                <c:pt idx="6">
                  <c:v>34053.042000000001</c:v>
                </c:pt>
                <c:pt idx="7">
                  <c:v>34227.381210209533</c:v>
                </c:pt>
                <c:pt idx="8">
                  <c:v>43758.221220419087</c:v>
                </c:pt>
                <c:pt idx="9">
                  <c:v>52098.742030628629</c:v>
                </c:pt>
              </c:numCache>
            </c:numRef>
          </c:val>
          <c:extLst>
            <c:ext xmlns:c16="http://schemas.microsoft.com/office/drawing/2014/chart" uri="{C3380CC4-5D6E-409C-BE32-E72D297353CC}">
              <c16:uniqueId val="{00000000-FE61-4151-B025-6EB98596435A}"/>
            </c:ext>
          </c:extLst>
        </c:ser>
        <c:dLbls>
          <c:showLegendKey val="0"/>
          <c:showVal val="0"/>
          <c:showCatName val="0"/>
          <c:showSerName val="0"/>
          <c:showPercent val="0"/>
          <c:showBubbleSize val="0"/>
        </c:dLbls>
        <c:gapWidth val="219"/>
        <c:axId val="1534384112"/>
        <c:axId val="1534383632"/>
      </c:barChart>
      <c:lineChart>
        <c:grouping val="standard"/>
        <c:varyColors val="0"/>
        <c:ser>
          <c:idx val="0"/>
          <c:order val="0"/>
          <c:tx>
            <c:strRef>
              <c:f>Sheet3!$B$28</c:f>
              <c:strCache>
                <c:ptCount val="1"/>
                <c:pt idx="0">
                  <c:v>Cap.Rate</c:v>
                </c:pt>
              </c:strCache>
            </c:strRef>
          </c:tx>
          <c:spPr>
            <a:ln w="28575" cap="rnd">
              <a:solidFill>
                <a:schemeClr val="accent1"/>
              </a:solidFill>
              <a:round/>
            </a:ln>
            <a:effectLst/>
          </c:spPr>
          <c:marker>
            <c:symbol val="circle"/>
            <c:size val="9"/>
            <c:spPr>
              <a:solidFill>
                <a:schemeClr val="bg1"/>
              </a:solidFill>
              <a:ln w="9525">
                <a:solidFill>
                  <a:schemeClr val="accent1"/>
                </a:solidFill>
              </a:ln>
              <a:effectLst/>
            </c:spPr>
          </c:marker>
          <c:dPt>
            <c:idx val="7"/>
            <c:marker>
              <c:symbol val="circle"/>
              <c:size val="9"/>
              <c:spPr>
                <a:solidFill>
                  <a:schemeClr val="bg1"/>
                </a:solidFill>
                <a:ln w="9525">
                  <a:solidFill>
                    <a:schemeClr val="accent1"/>
                  </a:solidFill>
                </a:ln>
                <a:effectLst/>
              </c:spPr>
            </c:marker>
            <c:bubble3D val="0"/>
            <c:spPr>
              <a:ln w="28575" cap="rnd">
                <a:solidFill>
                  <a:schemeClr val="accent1"/>
                </a:solidFill>
                <a:prstDash val="sysDash"/>
                <a:round/>
              </a:ln>
              <a:effectLst/>
            </c:spPr>
            <c:extLst>
              <c:ext xmlns:c16="http://schemas.microsoft.com/office/drawing/2014/chart" uri="{C3380CC4-5D6E-409C-BE32-E72D297353CC}">
                <c16:uniqueId val="{00000009-FE61-4151-B025-6EB98596435A}"/>
              </c:ext>
            </c:extLst>
          </c:dPt>
          <c:dPt>
            <c:idx val="8"/>
            <c:marker>
              <c:symbol val="circle"/>
              <c:size val="9"/>
              <c:spPr>
                <a:solidFill>
                  <a:schemeClr val="bg1"/>
                </a:solidFill>
                <a:ln w="9525">
                  <a:solidFill>
                    <a:schemeClr val="accent1"/>
                  </a:solidFill>
                </a:ln>
                <a:effectLst/>
              </c:spPr>
            </c:marker>
            <c:bubble3D val="0"/>
            <c:spPr>
              <a:ln w="28575" cap="rnd">
                <a:solidFill>
                  <a:schemeClr val="accent1"/>
                </a:solidFill>
                <a:prstDash val="sysDash"/>
                <a:round/>
              </a:ln>
              <a:effectLst/>
            </c:spPr>
            <c:extLst>
              <c:ext xmlns:c16="http://schemas.microsoft.com/office/drawing/2014/chart" uri="{C3380CC4-5D6E-409C-BE32-E72D297353CC}">
                <c16:uniqueId val="{0000000A-FE61-4151-B025-6EB98596435A}"/>
              </c:ext>
            </c:extLst>
          </c:dPt>
          <c:dPt>
            <c:idx val="9"/>
            <c:marker>
              <c:symbol val="circle"/>
              <c:size val="9"/>
              <c:spPr>
                <a:solidFill>
                  <a:schemeClr val="bg1"/>
                </a:solidFill>
                <a:ln w="9525">
                  <a:solidFill>
                    <a:schemeClr val="accent1"/>
                  </a:solidFill>
                </a:ln>
                <a:effectLst/>
              </c:spPr>
            </c:marker>
            <c:bubble3D val="0"/>
            <c:spPr>
              <a:ln w="28575" cap="rnd">
                <a:solidFill>
                  <a:schemeClr val="accent1"/>
                </a:solidFill>
                <a:prstDash val="sysDash"/>
                <a:round/>
              </a:ln>
              <a:effectLst/>
            </c:spPr>
            <c:extLst>
              <c:ext xmlns:c16="http://schemas.microsoft.com/office/drawing/2014/chart" uri="{C3380CC4-5D6E-409C-BE32-E72D297353CC}">
                <c16:uniqueId val="{0000000B-FE61-4151-B025-6EB98596435A}"/>
              </c:ext>
            </c:extLst>
          </c:dPt>
          <c:cat>
            <c:numRef>
              <c:f>Sheet3!$C$27:$L$27</c:f>
              <c:numCache>
                <c:formatCode>General</c:formatCode>
                <c:ptCount val="10"/>
                <c:pt idx="0">
                  <c:v>2020</c:v>
                </c:pt>
                <c:pt idx="1">
                  <c:v>2021</c:v>
                </c:pt>
                <c:pt idx="2">
                  <c:v>2022</c:v>
                </c:pt>
                <c:pt idx="3">
                  <c:v>2023</c:v>
                </c:pt>
                <c:pt idx="4">
                  <c:v>2024</c:v>
                </c:pt>
                <c:pt idx="5">
                  <c:v>2025</c:v>
                </c:pt>
                <c:pt idx="6">
                  <c:v>2026</c:v>
                </c:pt>
                <c:pt idx="7">
                  <c:v>2027</c:v>
                </c:pt>
                <c:pt idx="8">
                  <c:v>2028</c:v>
                </c:pt>
                <c:pt idx="9">
                  <c:v>2029</c:v>
                </c:pt>
              </c:numCache>
            </c:numRef>
          </c:cat>
          <c:val>
            <c:numRef>
              <c:f>Sheet3!$C$28:$L$28</c:f>
              <c:numCache>
                <c:formatCode>0.00%</c:formatCode>
                <c:ptCount val="10"/>
                <c:pt idx="0">
                  <c:v>3.9962213739260156E-2</c:v>
                </c:pt>
                <c:pt idx="1">
                  <c:v>3.662869897295784E-2</c:v>
                </c:pt>
                <c:pt idx="2">
                  <c:v>4.0570504084373404E-2</c:v>
                </c:pt>
                <c:pt idx="3">
                  <c:v>4.2735581998897959E-2</c:v>
                </c:pt>
                <c:pt idx="4">
                  <c:v>4.3435769356064718E-2</c:v>
                </c:pt>
                <c:pt idx="5">
                  <c:v>5.0710857556823329E-2</c:v>
                </c:pt>
                <c:pt idx="6">
                  <c:v>5.2893356102095369E-2</c:v>
                </c:pt>
                <c:pt idx="7">
                  <c:v>5.4893356102095371E-2</c:v>
                </c:pt>
                <c:pt idx="8">
                  <c:v>5.6893356102095373E-2</c:v>
                </c:pt>
                <c:pt idx="9">
                  <c:v>5.8893356102095375E-2</c:v>
                </c:pt>
              </c:numCache>
            </c:numRef>
          </c:val>
          <c:smooth val="0"/>
          <c:extLst>
            <c:ext xmlns:c16="http://schemas.microsoft.com/office/drawing/2014/chart" uri="{C3380CC4-5D6E-409C-BE32-E72D297353CC}">
              <c16:uniqueId val="{00000001-FE61-4151-B025-6EB98596435A}"/>
            </c:ext>
          </c:extLst>
        </c:ser>
        <c:ser>
          <c:idx val="1"/>
          <c:order val="1"/>
          <c:tx>
            <c:strRef>
              <c:f>Sheet3!$B$29</c:f>
              <c:strCache>
                <c:ptCount val="1"/>
                <c:pt idx="0">
                  <c:v>이자율</c:v>
                </c:pt>
              </c:strCache>
            </c:strRef>
          </c:tx>
          <c:spPr>
            <a:ln w="28575" cap="rnd">
              <a:solidFill>
                <a:schemeClr val="accent2"/>
              </a:solidFill>
              <a:round/>
            </a:ln>
            <a:effectLst/>
          </c:spPr>
          <c:marker>
            <c:symbol val="square"/>
            <c:size val="9"/>
            <c:spPr>
              <a:solidFill>
                <a:schemeClr val="bg1"/>
              </a:solidFill>
              <a:ln w="9525">
                <a:solidFill>
                  <a:schemeClr val="accent2"/>
                </a:solidFill>
              </a:ln>
              <a:effectLst/>
            </c:spPr>
          </c:marker>
          <c:dPt>
            <c:idx val="7"/>
            <c:marker>
              <c:symbol val="square"/>
              <c:size val="9"/>
              <c:spPr>
                <a:solidFill>
                  <a:schemeClr val="bg1"/>
                </a:solidFill>
                <a:ln w="9525">
                  <a:solidFill>
                    <a:schemeClr val="accent2"/>
                  </a:solidFill>
                </a:ln>
                <a:effectLst/>
              </c:spPr>
            </c:marker>
            <c:bubble3D val="0"/>
            <c:spPr>
              <a:ln w="28575" cap="rnd">
                <a:solidFill>
                  <a:schemeClr val="accent2"/>
                </a:solidFill>
                <a:prstDash val="sysDash"/>
                <a:round/>
              </a:ln>
              <a:effectLst/>
            </c:spPr>
            <c:extLst>
              <c:ext xmlns:c16="http://schemas.microsoft.com/office/drawing/2014/chart" uri="{C3380CC4-5D6E-409C-BE32-E72D297353CC}">
                <c16:uniqueId val="{00000008-FE61-4151-B025-6EB98596435A}"/>
              </c:ext>
            </c:extLst>
          </c:dPt>
          <c:dPt>
            <c:idx val="8"/>
            <c:marker>
              <c:symbol val="square"/>
              <c:size val="9"/>
              <c:spPr>
                <a:solidFill>
                  <a:schemeClr val="bg1"/>
                </a:solidFill>
                <a:ln w="9525">
                  <a:solidFill>
                    <a:schemeClr val="accent2"/>
                  </a:solidFill>
                </a:ln>
                <a:effectLst/>
              </c:spPr>
            </c:marker>
            <c:bubble3D val="0"/>
            <c:spPr>
              <a:ln w="28575" cap="rnd">
                <a:solidFill>
                  <a:schemeClr val="accent2"/>
                </a:solidFill>
                <a:prstDash val="sysDash"/>
                <a:round/>
              </a:ln>
              <a:effectLst/>
            </c:spPr>
            <c:extLst>
              <c:ext xmlns:c16="http://schemas.microsoft.com/office/drawing/2014/chart" uri="{C3380CC4-5D6E-409C-BE32-E72D297353CC}">
                <c16:uniqueId val="{00000006-FE61-4151-B025-6EB98596435A}"/>
              </c:ext>
            </c:extLst>
          </c:dPt>
          <c:dPt>
            <c:idx val="9"/>
            <c:marker>
              <c:symbol val="square"/>
              <c:size val="9"/>
              <c:spPr>
                <a:solidFill>
                  <a:schemeClr val="bg1"/>
                </a:solidFill>
                <a:ln w="9525">
                  <a:solidFill>
                    <a:schemeClr val="accent2"/>
                  </a:solidFill>
                </a:ln>
                <a:effectLst/>
              </c:spPr>
            </c:marker>
            <c:bubble3D val="0"/>
            <c:spPr>
              <a:ln w="28575" cap="rnd">
                <a:solidFill>
                  <a:schemeClr val="accent2"/>
                </a:solidFill>
                <a:prstDash val="sysDash"/>
                <a:round/>
              </a:ln>
              <a:effectLst/>
            </c:spPr>
            <c:extLst>
              <c:ext xmlns:c16="http://schemas.microsoft.com/office/drawing/2014/chart" uri="{C3380CC4-5D6E-409C-BE32-E72D297353CC}">
                <c16:uniqueId val="{00000007-FE61-4151-B025-6EB98596435A}"/>
              </c:ext>
            </c:extLst>
          </c:dPt>
          <c:cat>
            <c:numRef>
              <c:f>Sheet3!$C$27:$L$27</c:f>
              <c:numCache>
                <c:formatCode>General</c:formatCode>
                <c:ptCount val="10"/>
                <c:pt idx="0">
                  <c:v>2020</c:v>
                </c:pt>
                <c:pt idx="1">
                  <c:v>2021</c:v>
                </c:pt>
                <c:pt idx="2">
                  <c:v>2022</c:v>
                </c:pt>
                <c:pt idx="3">
                  <c:v>2023</c:v>
                </c:pt>
                <c:pt idx="4">
                  <c:v>2024</c:v>
                </c:pt>
                <c:pt idx="5">
                  <c:v>2025</c:v>
                </c:pt>
                <c:pt idx="6">
                  <c:v>2026</c:v>
                </c:pt>
                <c:pt idx="7">
                  <c:v>2027</c:v>
                </c:pt>
                <c:pt idx="8">
                  <c:v>2028</c:v>
                </c:pt>
                <c:pt idx="9">
                  <c:v>2029</c:v>
                </c:pt>
              </c:numCache>
            </c:numRef>
          </c:cat>
          <c:val>
            <c:numRef>
              <c:f>Sheet3!$C$29:$L$29</c:f>
              <c:numCache>
                <c:formatCode>0.00%</c:formatCode>
                <c:ptCount val="10"/>
                <c:pt idx="0">
                  <c:v>2.8000000000000001E-2</c:v>
                </c:pt>
                <c:pt idx="1">
                  <c:v>2.9000000000000001E-2</c:v>
                </c:pt>
                <c:pt idx="2">
                  <c:v>0.03</c:v>
                </c:pt>
                <c:pt idx="3">
                  <c:v>0.03</c:v>
                </c:pt>
                <c:pt idx="4">
                  <c:v>0.03</c:v>
                </c:pt>
                <c:pt idx="5">
                  <c:v>4.1000000000000002E-2</c:v>
                </c:pt>
                <c:pt idx="6">
                  <c:v>4.2999999999999997E-2</c:v>
                </c:pt>
                <c:pt idx="7">
                  <c:v>4.9000000000000002E-2</c:v>
                </c:pt>
                <c:pt idx="8">
                  <c:v>4.4999999999999998E-2</c:v>
                </c:pt>
                <c:pt idx="9">
                  <c:v>4.2999999999999997E-2</c:v>
                </c:pt>
              </c:numCache>
            </c:numRef>
          </c:val>
          <c:smooth val="0"/>
          <c:extLst>
            <c:ext xmlns:c16="http://schemas.microsoft.com/office/drawing/2014/chart" uri="{C3380CC4-5D6E-409C-BE32-E72D297353CC}">
              <c16:uniqueId val="{00000002-FE61-4151-B025-6EB98596435A}"/>
            </c:ext>
          </c:extLst>
        </c:ser>
        <c:dLbls>
          <c:showLegendKey val="0"/>
          <c:showVal val="0"/>
          <c:showCatName val="0"/>
          <c:showSerName val="0"/>
          <c:showPercent val="0"/>
          <c:showBubbleSize val="0"/>
        </c:dLbls>
        <c:marker val="1"/>
        <c:smooth val="0"/>
        <c:axId val="1534378832"/>
        <c:axId val="1534382192"/>
      </c:lineChart>
      <c:catAx>
        <c:axId val="15343788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crossAx val="1534382192"/>
        <c:crosses val="autoZero"/>
        <c:auto val="1"/>
        <c:lblAlgn val="ctr"/>
        <c:lblOffset val="100"/>
        <c:noMultiLvlLbl val="0"/>
      </c:catAx>
      <c:valAx>
        <c:axId val="1534382192"/>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crossAx val="1534378832"/>
        <c:crosses val="autoZero"/>
        <c:crossBetween val="between"/>
      </c:valAx>
      <c:valAx>
        <c:axId val="1534383632"/>
        <c:scaling>
          <c:orientation val="minMax"/>
          <c:max val="100000"/>
        </c:scaling>
        <c:delete val="0"/>
        <c:axPos val="r"/>
        <c:numFmt formatCode="_(* #,##0_);_(* \(#,##0\);_(* &quot;-&quot;_);_(@_)"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crossAx val="1534384112"/>
        <c:crosses val="max"/>
        <c:crossBetween val="between"/>
      </c:valAx>
      <c:catAx>
        <c:axId val="1534384112"/>
        <c:scaling>
          <c:orientation val="minMax"/>
        </c:scaling>
        <c:delete val="1"/>
        <c:axPos val="b"/>
        <c:numFmt formatCode="General" sourceLinked="1"/>
        <c:majorTickMark val="out"/>
        <c:minorTickMark val="none"/>
        <c:tickLblPos val="nextTo"/>
        <c:crossAx val="1534383632"/>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6"/>
    </mc:Choice>
    <mc:Fallback>
      <c:style val="6"/>
    </mc:Fallback>
  </mc:AlternateContent>
  <c:chart>
    <c:autoTitleDeleted val="1"/>
    <c:plotArea>
      <c:layout>
        <c:manualLayout>
          <c:layoutTarget val="inner"/>
          <c:xMode val="edge"/>
          <c:yMode val="edge"/>
          <c:x val="3.5069455470766016E-2"/>
          <c:y val="8.4463289803316688E-2"/>
          <c:w val="0.93570599830359558"/>
          <c:h val="0.82591432737004467"/>
        </c:manualLayout>
      </c:layout>
      <c:doughnutChart>
        <c:varyColors val="1"/>
        <c:ser>
          <c:idx val="0"/>
          <c:order val="0"/>
          <c:tx>
            <c:strRef>
              <c:f>Sheet1!$B$1</c:f>
              <c:strCache>
                <c:ptCount val="1"/>
                <c:pt idx="0">
                  <c:v>판매</c:v>
                </c:pt>
              </c:strCache>
            </c:strRef>
          </c:tx>
          <c:spPr>
            <a:ln w="15875" cmpd="sng">
              <a:solidFill>
                <a:schemeClr val="bg1"/>
              </a:solidFill>
            </a:ln>
            <a:effectLst>
              <a:outerShdw blurRad="63500" sx="102000" sy="102000" algn="ctr" rotWithShape="0">
                <a:prstClr val="black">
                  <a:alpha val="40000"/>
                </a:prstClr>
              </a:outerShdw>
            </a:effectLst>
          </c:spPr>
          <c:dPt>
            <c:idx val="0"/>
            <c:bubble3D val="0"/>
            <c:spPr>
              <a:solidFill>
                <a:schemeClr val="accent1">
                  <a:lumMod val="20000"/>
                  <a:lumOff val="80000"/>
                </a:schemeClr>
              </a:solidFill>
              <a:ln w="15875" cmpd="sng">
                <a:solidFill>
                  <a:schemeClr val="bg1"/>
                </a:solidFill>
              </a:ln>
              <a:effectLst>
                <a:outerShdw blurRad="63500" sx="102000" sy="102000" algn="ctr" rotWithShape="0">
                  <a:prstClr val="black">
                    <a:alpha val="40000"/>
                  </a:prstClr>
                </a:outerShdw>
              </a:effectLst>
            </c:spPr>
            <c:extLst>
              <c:ext xmlns:c16="http://schemas.microsoft.com/office/drawing/2014/chart" uri="{C3380CC4-5D6E-409C-BE32-E72D297353CC}">
                <c16:uniqueId val="{00000001-EFFE-4233-9C0E-E5B5FFA489E4}"/>
              </c:ext>
            </c:extLst>
          </c:dPt>
          <c:dPt>
            <c:idx val="1"/>
            <c:bubble3D val="0"/>
            <c:spPr>
              <a:solidFill>
                <a:schemeClr val="accent2">
                  <a:lumMod val="60000"/>
                  <a:lumOff val="40000"/>
                </a:schemeClr>
              </a:solidFill>
              <a:ln w="15875" cmpd="sng">
                <a:solidFill>
                  <a:schemeClr val="bg1"/>
                </a:solidFill>
                <a:prstDash val="solid"/>
              </a:ln>
              <a:effectLst>
                <a:outerShdw blurRad="63500" sx="102000" sy="102000" algn="ctr" rotWithShape="0">
                  <a:prstClr val="black">
                    <a:alpha val="40000"/>
                  </a:prstClr>
                </a:outerShdw>
              </a:effectLst>
            </c:spPr>
            <c:extLst>
              <c:ext xmlns:c16="http://schemas.microsoft.com/office/drawing/2014/chart" uri="{C3380CC4-5D6E-409C-BE32-E72D297353CC}">
                <c16:uniqueId val="{00000003-EFFE-4233-9C0E-E5B5FFA489E4}"/>
              </c:ext>
            </c:extLst>
          </c:dPt>
          <c:dPt>
            <c:idx val="2"/>
            <c:bubble3D val="0"/>
            <c:spPr>
              <a:solidFill>
                <a:srgbClr val="C5E0B4"/>
              </a:solidFill>
              <a:ln w="15875" cmpd="sng">
                <a:solidFill>
                  <a:schemeClr val="bg1"/>
                </a:solidFill>
                <a:prstDash val="solid"/>
              </a:ln>
              <a:effectLst>
                <a:outerShdw blurRad="63500" sx="102000" sy="102000" algn="ctr" rotWithShape="0">
                  <a:prstClr val="black">
                    <a:alpha val="40000"/>
                  </a:prstClr>
                </a:outerShdw>
              </a:effectLst>
            </c:spPr>
            <c:extLst>
              <c:ext xmlns:c16="http://schemas.microsoft.com/office/drawing/2014/chart" uri="{C3380CC4-5D6E-409C-BE32-E72D297353CC}">
                <c16:uniqueId val="{00000005-EFFE-4233-9C0E-E5B5FFA489E4}"/>
              </c:ext>
            </c:extLst>
          </c:dPt>
          <c:dPt>
            <c:idx val="3"/>
            <c:bubble3D val="0"/>
            <c:spPr>
              <a:solidFill>
                <a:srgbClr val="FFDDAD"/>
              </a:solidFill>
              <a:ln w="15875" cmpd="sng">
                <a:solidFill>
                  <a:schemeClr val="bg1"/>
                </a:solidFill>
              </a:ln>
              <a:effectLst>
                <a:outerShdw blurRad="63500" sx="102000" sy="102000" algn="ctr" rotWithShape="0">
                  <a:prstClr val="black">
                    <a:alpha val="40000"/>
                  </a:prstClr>
                </a:outerShdw>
              </a:effectLst>
            </c:spPr>
            <c:extLst>
              <c:ext xmlns:c16="http://schemas.microsoft.com/office/drawing/2014/chart" uri="{C3380CC4-5D6E-409C-BE32-E72D297353CC}">
                <c16:uniqueId val="{00000007-EFFE-4233-9C0E-E5B5FFA489E4}"/>
              </c:ext>
            </c:extLst>
          </c:dPt>
          <c:dPt>
            <c:idx val="4"/>
            <c:bubble3D val="0"/>
            <c:spPr>
              <a:solidFill>
                <a:srgbClr val="B797CF"/>
              </a:solidFill>
              <a:ln w="15875" cmpd="sng">
                <a:solidFill>
                  <a:schemeClr val="bg1"/>
                </a:solidFill>
              </a:ln>
              <a:effectLst>
                <a:outerShdw blurRad="63500" sx="102000" sy="102000" algn="ctr" rotWithShape="0">
                  <a:prstClr val="black">
                    <a:alpha val="40000"/>
                  </a:prstClr>
                </a:outerShdw>
              </a:effectLst>
            </c:spPr>
            <c:extLst>
              <c:ext xmlns:c16="http://schemas.microsoft.com/office/drawing/2014/chart" uri="{C3380CC4-5D6E-409C-BE32-E72D297353CC}">
                <c16:uniqueId val="{00000009-EFFE-4233-9C0E-E5B5FFA489E4}"/>
              </c:ext>
            </c:extLst>
          </c:dPt>
          <c:dPt>
            <c:idx val="5"/>
            <c:bubble3D val="0"/>
            <c:spPr>
              <a:solidFill>
                <a:srgbClr val="6F93D2"/>
              </a:solidFill>
              <a:ln w="15875" cmpd="sng">
                <a:solidFill>
                  <a:schemeClr val="bg1"/>
                </a:solidFill>
              </a:ln>
              <a:effectLst>
                <a:outerShdw blurRad="63500" sx="102000" sy="102000" algn="ctr" rotWithShape="0">
                  <a:prstClr val="black">
                    <a:alpha val="40000"/>
                  </a:prstClr>
                </a:outerShdw>
              </a:effectLst>
            </c:spPr>
            <c:extLst>
              <c:ext xmlns:c16="http://schemas.microsoft.com/office/drawing/2014/chart" uri="{C3380CC4-5D6E-409C-BE32-E72D297353CC}">
                <c16:uniqueId val="{0000000B-EFFE-4233-9C0E-E5B5FFA489E4}"/>
              </c:ext>
            </c:extLst>
          </c:dPt>
          <c:cat>
            <c:strRef>
              <c:f>Sheet1!$A$2:$A$7</c:f>
              <c:strCache>
                <c:ptCount val="6"/>
                <c:pt idx="0">
                  <c:v>Energy</c:v>
                </c:pt>
                <c:pt idx="1">
                  <c:v>Logistics</c:v>
                </c:pt>
                <c:pt idx="2">
                  <c:v>Retail</c:v>
                </c:pt>
                <c:pt idx="3">
                  <c:v>Office</c:v>
                </c:pt>
                <c:pt idx="4">
                  <c:v>Hotel</c:v>
                </c:pt>
                <c:pt idx="5">
                  <c:v>Mobility</c:v>
                </c:pt>
              </c:strCache>
            </c:strRef>
          </c:cat>
          <c:val>
            <c:numRef>
              <c:f>Sheet1!$B$2:$B$7</c:f>
              <c:numCache>
                <c:formatCode>General</c:formatCode>
                <c:ptCount val="6"/>
                <c:pt idx="0" formatCode="0.0%">
                  <c:v>0.90400000000000003</c:v>
                </c:pt>
                <c:pt idx="2" formatCode="0.0%">
                  <c:v>9.6000000000000002E-2</c:v>
                </c:pt>
              </c:numCache>
            </c:numRef>
          </c:val>
          <c:extLst>
            <c:ext xmlns:c16="http://schemas.microsoft.com/office/drawing/2014/chart" uri="{C3380CC4-5D6E-409C-BE32-E72D297353CC}">
              <c16:uniqueId val="{0000000C-EFFE-4233-9C0E-E5B5FFA489E4}"/>
            </c:ext>
          </c:extLst>
        </c:ser>
        <c:dLbls>
          <c:showLegendKey val="0"/>
          <c:showVal val="0"/>
          <c:showCatName val="0"/>
          <c:showSerName val="0"/>
          <c:showPercent val="0"/>
          <c:showBubbleSize val="0"/>
          <c:showLeaderLines val="1"/>
        </c:dLbls>
        <c:firstSliceAng val="0"/>
        <c:holeSize val="70"/>
      </c:doughnutChart>
      <c:spPr>
        <a:noFill/>
        <a:ln>
          <a:noFill/>
        </a:ln>
        <a:effectLst/>
      </c:spPr>
    </c:plotArea>
    <c:plotVisOnly val="1"/>
    <c:dispBlanksAs val="gap"/>
    <c:showDLblsOverMax val="0"/>
  </c:chart>
  <c:spPr>
    <a:noFill/>
    <a:ln>
      <a:noFill/>
    </a:ln>
    <a:effectLst/>
  </c:spPr>
  <c:txPr>
    <a:bodyPr/>
    <a:lstStyle/>
    <a:p>
      <a:pPr>
        <a:defRPr/>
      </a:pPr>
      <a:endParaRPr lang="ko-KR"/>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6"/>
    </mc:Choice>
    <mc:Fallback>
      <c:style val="6"/>
    </mc:Fallback>
  </mc:AlternateContent>
  <c:chart>
    <c:autoTitleDeleted val="1"/>
    <c:plotArea>
      <c:layout>
        <c:manualLayout>
          <c:layoutTarget val="inner"/>
          <c:xMode val="edge"/>
          <c:yMode val="edge"/>
          <c:x val="3.5069455470766016E-2"/>
          <c:y val="8.4463289803316688E-2"/>
          <c:w val="0.93570599830359558"/>
          <c:h val="0.82591432737004467"/>
        </c:manualLayout>
      </c:layout>
      <c:doughnutChart>
        <c:varyColors val="1"/>
        <c:ser>
          <c:idx val="0"/>
          <c:order val="0"/>
          <c:tx>
            <c:strRef>
              <c:f>Sheet1!$B$1</c:f>
              <c:strCache>
                <c:ptCount val="1"/>
                <c:pt idx="0">
                  <c:v>판매</c:v>
                </c:pt>
              </c:strCache>
            </c:strRef>
          </c:tx>
          <c:spPr>
            <a:ln w="15875" cmpd="sng">
              <a:solidFill>
                <a:schemeClr val="bg1"/>
              </a:solidFill>
            </a:ln>
            <a:effectLst>
              <a:outerShdw blurRad="63500" sx="102000" sy="102000" algn="ctr" rotWithShape="0">
                <a:prstClr val="black">
                  <a:alpha val="40000"/>
                </a:prstClr>
              </a:outerShdw>
            </a:effectLst>
          </c:spPr>
          <c:dPt>
            <c:idx val="0"/>
            <c:bubble3D val="0"/>
            <c:spPr>
              <a:solidFill>
                <a:schemeClr val="accent1">
                  <a:lumMod val="20000"/>
                  <a:lumOff val="80000"/>
                </a:schemeClr>
              </a:solidFill>
              <a:ln w="15875" cmpd="sng">
                <a:solidFill>
                  <a:schemeClr val="bg1"/>
                </a:solidFill>
              </a:ln>
              <a:effectLst>
                <a:outerShdw blurRad="63500" sx="102000" sy="102000" algn="ctr" rotWithShape="0">
                  <a:prstClr val="black">
                    <a:alpha val="40000"/>
                  </a:prstClr>
                </a:outerShdw>
              </a:effectLst>
            </c:spPr>
            <c:extLst>
              <c:ext xmlns:c16="http://schemas.microsoft.com/office/drawing/2014/chart" uri="{C3380CC4-5D6E-409C-BE32-E72D297353CC}">
                <c16:uniqueId val="{00000001-6C36-434B-98C8-DFED4EDA8BCA}"/>
              </c:ext>
            </c:extLst>
          </c:dPt>
          <c:dPt>
            <c:idx val="1"/>
            <c:bubble3D val="0"/>
            <c:spPr>
              <a:solidFill>
                <a:schemeClr val="accent2">
                  <a:lumMod val="60000"/>
                  <a:lumOff val="40000"/>
                </a:schemeClr>
              </a:solidFill>
              <a:ln w="15875" cmpd="sng">
                <a:solidFill>
                  <a:schemeClr val="bg1"/>
                </a:solidFill>
                <a:prstDash val="solid"/>
              </a:ln>
              <a:effectLst>
                <a:outerShdw blurRad="63500" sx="102000" sy="102000" algn="ctr" rotWithShape="0">
                  <a:prstClr val="black">
                    <a:alpha val="40000"/>
                  </a:prstClr>
                </a:outerShdw>
              </a:effectLst>
            </c:spPr>
            <c:extLst>
              <c:ext xmlns:c16="http://schemas.microsoft.com/office/drawing/2014/chart" uri="{C3380CC4-5D6E-409C-BE32-E72D297353CC}">
                <c16:uniqueId val="{00000003-6C36-434B-98C8-DFED4EDA8BCA}"/>
              </c:ext>
            </c:extLst>
          </c:dPt>
          <c:dPt>
            <c:idx val="2"/>
            <c:bubble3D val="0"/>
            <c:spPr>
              <a:solidFill>
                <a:srgbClr val="C5E0B4"/>
              </a:solidFill>
              <a:ln w="15875" cmpd="sng">
                <a:solidFill>
                  <a:schemeClr val="bg1"/>
                </a:solidFill>
                <a:prstDash val="solid"/>
              </a:ln>
              <a:effectLst>
                <a:outerShdw blurRad="63500" sx="102000" sy="102000" algn="ctr" rotWithShape="0">
                  <a:prstClr val="black">
                    <a:alpha val="40000"/>
                  </a:prstClr>
                </a:outerShdw>
              </a:effectLst>
            </c:spPr>
            <c:extLst>
              <c:ext xmlns:c16="http://schemas.microsoft.com/office/drawing/2014/chart" uri="{C3380CC4-5D6E-409C-BE32-E72D297353CC}">
                <c16:uniqueId val="{00000005-6C36-434B-98C8-DFED4EDA8BCA}"/>
              </c:ext>
            </c:extLst>
          </c:dPt>
          <c:dPt>
            <c:idx val="3"/>
            <c:bubble3D val="0"/>
            <c:spPr>
              <a:solidFill>
                <a:srgbClr val="FFDDAD"/>
              </a:solidFill>
              <a:ln w="15875" cmpd="sng">
                <a:solidFill>
                  <a:schemeClr val="bg1"/>
                </a:solidFill>
              </a:ln>
              <a:effectLst>
                <a:outerShdw blurRad="63500" sx="102000" sy="102000" algn="ctr" rotWithShape="0">
                  <a:prstClr val="black">
                    <a:alpha val="40000"/>
                  </a:prstClr>
                </a:outerShdw>
              </a:effectLst>
            </c:spPr>
            <c:extLst>
              <c:ext xmlns:c16="http://schemas.microsoft.com/office/drawing/2014/chart" uri="{C3380CC4-5D6E-409C-BE32-E72D297353CC}">
                <c16:uniqueId val="{00000007-6C36-434B-98C8-DFED4EDA8BCA}"/>
              </c:ext>
            </c:extLst>
          </c:dPt>
          <c:dPt>
            <c:idx val="4"/>
            <c:bubble3D val="0"/>
            <c:spPr>
              <a:solidFill>
                <a:srgbClr val="B797CF"/>
              </a:solidFill>
              <a:ln w="15875" cmpd="sng">
                <a:solidFill>
                  <a:schemeClr val="bg1"/>
                </a:solidFill>
              </a:ln>
              <a:effectLst>
                <a:outerShdw blurRad="63500" sx="102000" sy="102000" algn="ctr" rotWithShape="0">
                  <a:prstClr val="black">
                    <a:alpha val="40000"/>
                  </a:prstClr>
                </a:outerShdw>
              </a:effectLst>
            </c:spPr>
            <c:extLst>
              <c:ext xmlns:c16="http://schemas.microsoft.com/office/drawing/2014/chart" uri="{C3380CC4-5D6E-409C-BE32-E72D297353CC}">
                <c16:uniqueId val="{00000009-6C36-434B-98C8-DFED4EDA8BCA}"/>
              </c:ext>
            </c:extLst>
          </c:dPt>
          <c:dPt>
            <c:idx val="5"/>
            <c:bubble3D val="0"/>
            <c:spPr>
              <a:solidFill>
                <a:srgbClr val="6F93D2"/>
              </a:solidFill>
              <a:ln w="15875" cmpd="sng">
                <a:solidFill>
                  <a:schemeClr val="bg1"/>
                </a:solidFill>
              </a:ln>
              <a:effectLst>
                <a:outerShdw blurRad="63500" sx="102000" sy="102000" algn="ctr" rotWithShape="0">
                  <a:prstClr val="black">
                    <a:alpha val="40000"/>
                  </a:prstClr>
                </a:outerShdw>
              </a:effectLst>
            </c:spPr>
            <c:extLst>
              <c:ext xmlns:c16="http://schemas.microsoft.com/office/drawing/2014/chart" uri="{C3380CC4-5D6E-409C-BE32-E72D297353CC}">
                <c16:uniqueId val="{0000000B-6C36-434B-98C8-DFED4EDA8BCA}"/>
              </c:ext>
            </c:extLst>
          </c:dPt>
          <c:cat>
            <c:strRef>
              <c:f>Sheet1!$A$2:$A$7</c:f>
              <c:strCache>
                <c:ptCount val="6"/>
                <c:pt idx="0">
                  <c:v>Energy</c:v>
                </c:pt>
                <c:pt idx="1">
                  <c:v>Logistics</c:v>
                </c:pt>
                <c:pt idx="2">
                  <c:v>Retail</c:v>
                </c:pt>
                <c:pt idx="3">
                  <c:v>Office</c:v>
                </c:pt>
                <c:pt idx="4">
                  <c:v>Hotel</c:v>
                </c:pt>
                <c:pt idx="5">
                  <c:v>Mobility</c:v>
                </c:pt>
              </c:strCache>
            </c:strRef>
          </c:cat>
          <c:val>
            <c:numRef>
              <c:f>Sheet1!$B$2:$B$7</c:f>
              <c:numCache>
                <c:formatCode>0.0%</c:formatCode>
                <c:ptCount val="6"/>
                <c:pt idx="0">
                  <c:v>0.4</c:v>
                </c:pt>
                <c:pt idx="1">
                  <c:v>0.19</c:v>
                </c:pt>
                <c:pt idx="2">
                  <c:v>0.03</c:v>
                </c:pt>
                <c:pt idx="3">
                  <c:v>0.04</c:v>
                </c:pt>
                <c:pt idx="4">
                  <c:v>0.02</c:v>
                </c:pt>
                <c:pt idx="5">
                  <c:v>0.32</c:v>
                </c:pt>
              </c:numCache>
            </c:numRef>
          </c:val>
          <c:extLst>
            <c:ext xmlns:c16="http://schemas.microsoft.com/office/drawing/2014/chart" uri="{C3380CC4-5D6E-409C-BE32-E72D297353CC}">
              <c16:uniqueId val="{0000000C-6C36-434B-98C8-DFED4EDA8BCA}"/>
            </c:ext>
          </c:extLst>
        </c:ser>
        <c:dLbls>
          <c:showLegendKey val="0"/>
          <c:showVal val="0"/>
          <c:showCatName val="0"/>
          <c:showSerName val="0"/>
          <c:showPercent val="0"/>
          <c:showBubbleSize val="0"/>
          <c:showLeaderLines val="1"/>
        </c:dLbls>
        <c:firstSliceAng val="0"/>
        <c:holeSize val="70"/>
      </c:doughnutChart>
      <c:spPr>
        <a:noFill/>
        <a:ln>
          <a:noFill/>
        </a:ln>
        <a:effectLst/>
      </c:spPr>
    </c:plotArea>
    <c:plotVisOnly val="1"/>
    <c:dispBlanksAs val="gap"/>
    <c:showDLblsOverMax val="0"/>
  </c:chart>
  <c:spPr>
    <a:noFill/>
    <a:ln>
      <a:noFill/>
    </a:ln>
    <a:effectLst/>
  </c:spPr>
  <c:txPr>
    <a:bodyPr/>
    <a:lstStyle/>
    <a:p>
      <a:pPr>
        <a:defRPr/>
      </a:pPr>
      <a:endParaRPr lang="ko-KR"/>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Cap.Rate</c:v>
                </c:pt>
              </c:strCache>
            </c:strRef>
          </c:tx>
          <c:spPr>
            <a:ln w="22225" cap="rnd">
              <a:solidFill>
                <a:schemeClr val="tx2">
                  <a:lumMod val="75000"/>
                </a:schemeClr>
              </a:solidFill>
              <a:round/>
            </a:ln>
            <a:effectLst/>
          </c:spPr>
          <c:marker>
            <c:symbol val="circle"/>
            <c:size val="9"/>
            <c:spPr>
              <a:solidFill>
                <a:schemeClr val="bg1"/>
              </a:solidFill>
              <a:ln w="9525">
                <a:solidFill>
                  <a:schemeClr val="accent1"/>
                </a:solidFill>
              </a:ln>
              <a:effectLst/>
            </c:spPr>
          </c:marker>
          <c:dLbls>
            <c:spPr>
              <a:solidFill>
                <a:schemeClr val="bg1"/>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2020</c:v>
                </c:pt>
                <c:pt idx="1">
                  <c:v>2021</c:v>
                </c:pt>
                <c:pt idx="2">
                  <c:v>2022</c:v>
                </c:pt>
                <c:pt idx="3">
                  <c:v>2023</c:v>
                </c:pt>
                <c:pt idx="4">
                  <c:v>2024</c:v>
                </c:pt>
                <c:pt idx="5">
                  <c:v>2025</c:v>
                </c:pt>
                <c:pt idx="6">
                  <c:v>2026</c:v>
                </c:pt>
              </c:strCache>
            </c:strRef>
          </c:cat>
          <c:val>
            <c:numRef>
              <c:f>Sheet1!$B$2:$B$8</c:f>
              <c:numCache>
                <c:formatCode>0.00%</c:formatCode>
                <c:ptCount val="7"/>
                <c:pt idx="0">
                  <c:v>3.9962213739260156E-2</c:v>
                </c:pt>
                <c:pt idx="1">
                  <c:v>3.6407377529012477E-2</c:v>
                </c:pt>
                <c:pt idx="2">
                  <c:v>4.0570504084373404E-2</c:v>
                </c:pt>
                <c:pt idx="3">
                  <c:v>4.2735581998897959E-2</c:v>
                </c:pt>
                <c:pt idx="4">
                  <c:v>4.3435769356064718E-2</c:v>
                </c:pt>
                <c:pt idx="5">
                  <c:v>5.0710857556823329E-2</c:v>
                </c:pt>
                <c:pt idx="6">
                  <c:v>5.2893356102095369E-2</c:v>
                </c:pt>
              </c:numCache>
            </c:numRef>
          </c:val>
          <c:smooth val="0"/>
          <c:extLst>
            <c:ext xmlns:c16="http://schemas.microsoft.com/office/drawing/2014/chart" uri="{C3380CC4-5D6E-409C-BE32-E72D297353CC}">
              <c16:uniqueId val="{00000000-0883-4628-BFD0-13A551B692DC}"/>
            </c:ext>
          </c:extLst>
        </c:ser>
        <c:dLbls>
          <c:showLegendKey val="0"/>
          <c:showVal val="0"/>
          <c:showCatName val="0"/>
          <c:showSerName val="0"/>
          <c:showPercent val="0"/>
          <c:showBubbleSize val="0"/>
        </c:dLbls>
        <c:marker val="1"/>
        <c:smooth val="0"/>
        <c:axId val="1713239359"/>
        <c:axId val="1713240799"/>
      </c:lineChart>
      <c:catAx>
        <c:axId val="171323935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crossAx val="1713240799"/>
        <c:crosses val="autoZero"/>
        <c:auto val="1"/>
        <c:lblAlgn val="ctr"/>
        <c:lblOffset val="100"/>
        <c:noMultiLvlLbl val="0"/>
      </c:catAx>
      <c:valAx>
        <c:axId val="1713240799"/>
        <c:scaling>
          <c:orientation val="minMax"/>
          <c:min val="3.0000000000000006E-2"/>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crossAx val="1713239359"/>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900">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1"/>
        <c:ser>
          <c:idx val="0"/>
          <c:order val="0"/>
          <c:tx>
            <c:strRef>
              <c:f>Sheet1!$B$1</c:f>
              <c:strCache>
                <c:ptCount val="1"/>
                <c:pt idx="0">
                  <c:v>CBD</c:v>
                </c:pt>
              </c:strCache>
            </c:strRef>
          </c:tx>
          <c:spPr>
            <a:solidFill>
              <a:srgbClr val="1B2A57"/>
            </a:solidFill>
            <a:ln>
              <a:noFill/>
            </a:ln>
          </c:spPr>
          <c:invertIfNegative val="1"/>
          <c:cat>
            <c:strRef>
              <c:f>Sheet1!$A$2:$A$10</c:f>
              <c:strCache>
                <c:ptCount val="9"/>
                <c:pt idx="0">
                  <c:v>2021</c:v>
                </c:pt>
                <c:pt idx="1">
                  <c:v>2022</c:v>
                </c:pt>
                <c:pt idx="2">
                  <c:v>2023</c:v>
                </c:pt>
                <c:pt idx="3">
                  <c:v>2024</c:v>
                </c:pt>
                <c:pt idx="4">
                  <c:v>2025</c:v>
                </c:pt>
                <c:pt idx="5">
                  <c:v>2026F</c:v>
                </c:pt>
                <c:pt idx="6">
                  <c:v>2027F</c:v>
                </c:pt>
                <c:pt idx="7">
                  <c:v>2028F</c:v>
                </c:pt>
                <c:pt idx="8">
                  <c:v>2029F</c:v>
                </c:pt>
              </c:strCache>
            </c:strRef>
          </c:cat>
          <c:val>
            <c:numRef>
              <c:f>Sheet1!$B$2:$B$10</c:f>
              <c:numCache>
                <c:formatCode>#,##0</c:formatCode>
                <c:ptCount val="9"/>
                <c:pt idx="0">
                  <c:v>50000</c:v>
                </c:pt>
                <c:pt idx="1">
                  <c:v>5000</c:v>
                </c:pt>
                <c:pt idx="2">
                  <c:v>15000</c:v>
                </c:pt>
                <c:pt idx="3">
                  <c:v>25000</c:v>
                </c:pt>
                <c:pt idx="4">
                  <c:v>90000</c:v>
                </c:pt>
                <c:pt idx="5">
                  <c:v>250000</c:v>
                </c:pt>
                <c:pt idx="6">
                  <c:v>80000</c:v>
                </c:pt>
                <c:pt idx="7">
                  <c:v>190000</c:v>
                </c:pt>
                <c:pt idx="8">
                  <c:v>940000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9B27-4604-B778-150FB96DCCCA}"/>
            </c:ext>
          </c:extLst>
        </c:ser>
        <c:ser>
          <c:idx val="1"/>
          <c:order val="1"/>
          <c:tx>
            <c:strRef>
              <c:f>Sheet1!$C$1</c:f>
              <c:strCache>
                <c:ptCount val="1"/>
                <c:pt idx="0">
                  <c:v>GBD</c:v>
                </c:pt>
              </c:strCache>
            </c:strRef>
          </c:tx>
          <c:spPr>
            <a:solidFill>
              <a:srgbClr val="1CA9C9"/>
            </a:solidFill>
            <a:ln>
              <a:noFill/>
            </a:ln>
          </c:spPr>
          <c:invertIfNegative val="1"/>
          <c:cat>
            <c:strRef>
              <c:f>Sheet1!$A$2:$A$10</c:f>
              <c:strCache>
                <c:ptCount val="9"/>
                <c:pt idx="0">
                  <c:v>2021</c:v>
                </c:pt>
                <c:pt idx="1">
                  <c:v>2022</c:v>
                </c:pt>
                <c:pt idx="2">
                  <c:v>2023</c:v>
                </c:pt>
                <c:pt idx="3">
                  <c:v>2024</c:v>
                </c:pt>
                <c:pt idx="4">
                  <c:v>2025</c:v>
                </c:pt>
                <c:pt idx="5">
                  <c:v>2026F</c:v>
                </c:pt>
                <c:pt idx="6">
                  <c:v>2027F</c:v>
                </c:pt>
                <c:pt idx="7">
                  <c:v>2028F</c:v>
                </c:pt>
                <c:pt idx="8">
                  <c:v>2029F</c:v>
                </c:pt>
              </c:strCache>
            </c:strRef>
          </c:cat>
          <c:val>
            <c:numRef>
              <c:f>Sheet1!$B$2:$B$10</c:f>
              <c:numCache>
                <c:formatCode>#,##0</c:formatCode>
                <c:ptCount val="9"/>
                <c:pt idx="0">
                  <c:v>160000</c:v>
                </c:pt>
                <c:pt idx="1">
                  <c:v>15000</c:v>
                </c:pt>
                <c:pt idx="2">
                  <c:v>25000</c:v>
                </c:pt>
                <c:pt idx="3">
                  <c:v>15000</c:v>
                </c:pt>
                <c:pt idx="4">
                  <c:v>40000</c:v>
                </c:pt>
                <c:pt idx="5">
                  <c:v>0</c:v>
                </c:pt>
                <c:pt idx="6">
                  <c:v>0</c:v>
                </c:pt>
                <c:pt idx="7">
                  <c:v>90000</c:v>
                </c:pt>
                <c:pt idx="8">
                  <c:v>10000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9B27-4604-B778-150FB96DCCCA}"/>
            </c:ext>
          </c:extLst>
        </c:ser>
        <c:ser>
          <c:idx val="2"/>
          <c:order val="2"/>
          <c:tx>
            <c:strRef>
              <c:f>Sheet1!$D$1</c:f>
              <c:strCache>
                <c:ptCount val="1"/>
                <c:pt idx="0">
                  <c:v>YBD</c:v>
                </c:pt>
              </c:strCache>
            </c:strRef>
          </c:tx>
          <c:spPr>
            <a:solidFill>
              <a:srgbClr val="F5C41A"/>
            </a:solidFill>
            <a:ln>
              <a:noFill/>
            </a:ln>
          </c:spPr>
          <c:invertIfNegative val="1"/>
          <c:cat>
            <c:strRef>
              <c:f>Sheet1!$A$2:$A$10</c:f>
              <c:strCache>
                <c:ptCount val="9"/>
                <c:pt idx="0">
                  <c:v>2021</c:v>
                </c:pt>
                <c:pt idx="1">
                  <c:v>2022</c:v>
                </c:pt>
                <c:pt idx="2">
                  <c:v>2023</c:v>
                </c:pt>
                <c:pt idx="3">
                  <c:v>2024</c:v>
                </c:pt>
                <c:pt idx="4">
                  <c:v>2025</c:v>
                </c:pt>
                <c:pt idx="5">
                  <c:v>2026F</c:v>
                </c:pt>
                <c:pt idx="6">
                  <c:v>2027F</c:v>
                </c:pt>
                <c:pt idx="7">
                  <c:v>2028F</c:v>
                </c:pt>
                <c:pt idx="8">
                  <c:v>2029F</c:v>
                </c:pt>
              </c:strCache>
            </c:strRef>
          </c:cat>
          <c:val>
            <c:numRef>
              <c:f>Sheet1!$B$2:$B$10</c:f>
              <c:numCache>
                <c:formatCode>#,##0</c:formatCode>
                <c:ptCount val="9"/>
                <c:pt idx="0">
                  <c:v>0</c:v>
                </c:pt>
                <c:pt idx="1">
                  <c:v>0</c:v>
                </c:pt>
                <c:pt idx="2">
                  <c:v>0</c:v>
                </c:pt>
                <c:pt idx="3">
                  <c:v>140000</c:v>
                </c:pt>
                <c:pt idx="4">
                  <c:v>0</c:v>
                </c:pt>
                <c:pt idx="5">
                  <c:v>0</c:v>
                </c:pt>
                <c:pt idx="6">
                  <c:v>0</c:v>
                </c:pt>
                <c:pt idx="7">
                  <c:v>120000</c:v>
                </c:pt>
                <c:pt idx="8">
                  <c:v>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9B27-4604-B778-150FB96DCCCA}"/>
            </c:ext>
          </c:extLst>
        </c:ser>
        <c:ser>
          <c:idx val="3"/>
          <c:order val="3"/>
          <c:tx>
            <c:strRef>
              <c:f>Sheet1!$E$1</c:f>
              <c:strCache>
                <c:ptCount val="1"/>
                <c:pt idx="0">
                  <c:v>PBD</c:v>
                </c:pt>
              </c:strCache>
            </c:strRef>
          </c:tx>
          <c:spPr>
            <a:solidFill>
              <a:srgbClr val="2E9E52"/>
            </a:solidFill>
            <a:ln>
              <a:noFill/>
            </a:ln>
          </c:spPr>
          <c:invertIfNegative val="1"/>
          <c:cat>
            <c:strRef>
              <c:f>Sheet1!$A$2:$A$10</c:f>
              <c:strCache>
                <c:ptCount val="9"/>
                <c:pt idx="0">
                  <c:v>2021</c:v>
                </c:pt>
                <c:pt idx="1">
                  <c:v>2022</c:v>
                </c:pt>
                <c:pt idx="2">
                  <c:v>2023</c:v>
                </c:pt>
                <c:pt idx="3">
                  <c:v>2024</c:v>
                </c:pt>
                <c:pt idx="4">
                  <c:v>2025</c:v>
                </c:pt>
                <c:pt idx="5">
                  <c:v>2026F</c:v>
                </c:pt>
                <c:pt idx="6">
                  <c:v>2027F</c:v>
                </c:pt>
                <c:pt idx="7">
                  <c:v>2028F</c:v>
                </c:pt>
                <c:pt idx="8">
                  <c:v>2029F</c:v>
                </c:pt>
              </c:strCache>
            </c:strRef>
          </c:cat>
          <c:val>
            <c:numRef>
              <c:f>Sheet1!$B$2:$B$10</c:f>
              <c:numCache>
                <c:formatCode>#,##0</c:formatCode>
                <c:ptCount val="9"/>
                <c:pt idx="0">
                  <c:v>200000</c:v>
                </c:pt>
                <c:pt idx="1">
                  <c:v>0</c:v>
                </c:pt>
                <c:pt idx="2">
                  <c:v>60000</c:v>
                </c:pt>
                <c:pt idx="3">
                  <c:v>0</c:v>
                </c:pt>
                <c:pt idx="4">
                  <c:v>0</c:v>
                </c:pt>
                <c:pt idx="5">
                  <c:v>0</c:v>
                </c:pt>
                <c:pt idx="6">
                  <c:v>360000</c:v>
                </c:pt>
                <c:pt idx="7">
                  <c:v>0</c:v>
                </c:pt>
                <c:pt idx="8">
                  <c:v>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3-9B27-4604-B778-150FB96DCCCA}"/>
            </c:ext>
          </c:extLst>
        </c:ser>
        <c:dLbls>
          <c:showLegendKey val="0"/>
          <c:showVal val="0"/>
          <c:showCatName val="0"/>
          <c:showSerName val="0"/>
          <c:showPercent val="0"/>
          <c:showBubbleSize val="0"/>
        </c:dLbls>
        <c:gapWidth val="150"/>
        <c:overlap val="100"/>
        <c:axId val="111"/>
        <c:axId val="222"/>
      </c:barChart>
      <c:catAx>
        <c:axId val="111"/>
        <c:scaling>
          <c:orientation val="minMax"/>
        </c:scaling>
        <c:delete val="0"/>
        <c:axPos val="b"/>
        <c:numFmt formatCode="General" sourceLinked="0"/>
        <c:majorTickMark val="none"/>
        <c:minorTickMark val="none"/>
        <c:tickLblPos val="nextTo"/>
        <c:spPr>
          <a:ln>
            <a:solidFill>
              <a:srgbClr val="808080"/>
            </a:solidFill>
          </a:ln>
        </c:spPr>
        <c:txPr>
          <a:bodyPr/>
          <a:lstStyle/>
          <a:p>
            <a:pPr>
              <a:defRPr sz="900">
                <a:solidFill>
                  <a:srgbClr val="404040"/>
                </a:solidFill>
              </a:defRPr>
            </a:pPr>
            <a:endParaRPr lang="en-US"/>
          </a:p>
        </c:txPr>
        <c:crossAx val="222"/>
        <c:crosses val="autoZero"/>
        <c:auto val="1"/>
        <c:lblAlgn val="ctr"/>
        <c:lblOffset val="100"/>
        <c:noMultiLvlLbl val="1"/>
      </c:catAx>
      <c:valAx>
        <c:axId val="222"/>
        <c:scaling>
          <c:orientation val="minMax"/>
          <c:max val="1000000"/>
          <c:min val="0"/>
        </c:scaling>
        <c:delete val="0"/>
        <c:axPos val="l"/>
        <c:numFmt formatCode="#,##0" sourceLinked="0"/>
        <c:majorTickMark val="none"/>
        <c:minorTickMark val="none"/>
        <c:tickLblPos val="nextTo"/>
        <c:txPr>
          <a:bodyPr/>
          <a:lstStyle/>
          <a:p>
            <a:pPr>
              <a:defRPr sz="900">
                <a:solidFill>
                  <a:srgbClr val="404040"/>
                </a:solidFill>
              </a:defRPr>
            </a:pPr>
            <a:endParaRPr lang="en-US"/>
          </a:p>
        </c:txPr>
        <c:crossAx val="111"/>
        <c:crosses val="autoZero"/>
        <c:crossBetween val="between"/>
        <c:majorUnit val="200000"/>
      </c:valAx>
    </c:plotArea>
    <c:legend>
      <c:legendPos val="b"/>
      <c:overlay val="0"/>
      <c:txPr>
        <a:bodyPr/>
        <a:lstStyle/>
        <a:p>
          <a:pPr>
            <a:defRPr sz="900"/>
          </a:pPr>
          <a:endParaRPr lang="en-US"/>
        </a:p>
      </c:txPr>
    </c:legend>
    <c:plotVisOnly val="1"/>
    <c:dispBlanksAs val="gap"/>
    <c:showDLblsOverMax val="1"/>
  </c:char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ko-KR"/>
  <c:roundedCorners val="0"/>
  <c:style val="2"/>
  <c:chart>
    <c:autoTitleDeleted val="1"/>
    <c:plotArea>
      <c:layout/>
      <c:barChart>
        <c:barDir val="col"/>
        <c:grouping val="clustered"/>
        <c:varyColors val="0"/>
        <c:ser>
          <c:idx val="0"/>
          <c:order val="0"/>
          <c:tx>
            <c:v>'25.1Q</c:v>
          </c:tx>
          <c:spPr>
            <a:solidFill>
              <a:srgbClr val="D0D2D8"/>
            </a:solidFill>
            <a:ln>
              <a:noFill/>
            </a:ln>
          </c:spPr>
          <c:invertIfNegative val="1"/>
          <c:dLbls>
            <c:numFmt formatCode="0&quot;%&quot;" sourceLinked="0"/>
            <c:spPr>
              <a:noFill/>
              <a:ln>
                <a:noFill/>
              </a:ln>
            </c:spPr>
            <c:txPr>
              <a:bodyPr/>
              <a:lstStyle/>
              <a:p>
                <a:pPr>
                  <a:defRPr sz="800" b="1">
                    <a:solidFill>
                      <a:srgbClr val="808080"/>
                    </a:solidFill>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6"/>
              <c:pt idx="0">
                <c:v>동남권</c:v>
              </c:pt>
              <c:pt idx="1">
                <c:v>남부권</c:v>
              </c:pt>
              <c:pt idx="2">
                <c:v>중앙권</c:v>
              </c:pt>
              <c:pt idx="3">
                <c:v>서부권</c:v>
              </c:pt>
              <c:pt idx="4">
                <c:v>서북권</c:v>
              </c:pt>
              <c:pt idx="5">
                <c:v>기타권</c:v>
              </c:pt>
            </c:strLit>
          </c:cat>
          <c:val>
            <c:numLit>
              <c:formatCode>General</c:formatCode>
              <c:ptCount val="6"/>
              <c:pt idx="0">
                <c:v>19</c:v>
              </c:pt>
              <c:pt idx="1">
                <c:v>20</c:v>
              </c:pt>
              <c:pt idx="2">
                <c:v>12</c:v>
              </c:pt>
              <c:pt idx="3">
                <c:v>32</c:v>
              </c:pt>
              <c:pt idx="4">
                <c:v>41</c:v>
              </c:pt>
              <c:pt idx="5">
                <c:v>44</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A10E-437C-B089-176868ECD093}"/>
            </c:ext>
          </c:extLst>
        </c:ser>
        <c:ser>
          <c:idx val="1"/>
          <c:order val="1"/>
          <c:tx>
            <c:v>'26.1Q</c:v>
          </c:tx>
          <c:spPr>
            <a:solidFill>
              <a:srgbClr val="1B2A57"/>
            </a:solidFill>
            <a:ln>
              <a:noFill/>
            </a:ln>
          </c:spPr>
          <c:invertIfNegative val="1"/>
          <c:dLbls>
            <c:numFmt formatCode="0&quot;%&quot;" sourceLinked="0"/>
            <c:spPr>
              <a:noFill/>
              <a:ln>
                <a:noFill/>
              </a:ln>
            </c:spPr>
            <c:txPr>
              <a:bodyPr/>
              <a:lstStyle/>
              <a:p>
                <a:pPr>
                  <a:defRPr sz="800" b="1">
                    <a:solidFill>
                      <a:srgbClr val="1B2A57"/>
                    </a:solidFill>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6"/>
              <c:pt idx="0">
                <c:v>동남권</c:v>
              </c:pt>
              <c:pt idx="1">
                <c:v>남부권</c:v>
              </c:pt>
              <c:pt idx="2">
                <c:v>중앙권</c:v>
              </c:pt>
              <c:pt idx="3">
                <c:v>서부권</c:v>
              </c:pt>
              <c:pt idx="4">
                <c:v>서북권</c:v>
              </c:pt>
              <c:pt idx="5">
                <c:v>기타권</c:v>
              </c:pt>
            </c:strLit>
          </c:cat>
          <c:val>
            <c:numLit>
              <c:formatCode>General</c:formatCode>
              <c:ptCount val="6"/>
              <c:pt idx="0">
                <c:v>11</c:v>
              </c:pt>
              <c:pt idx="1">
                <c:v>18</c:v>
              </c:pt>
              <c:pt idx="2">
                <c:v>8</c:v>
              </c:pt>
              <c:pt idx="3">
                <c:v>29</c:v>
              </c:pt>
              <c:pt idx="4">
                <c:v>41</c:v>
              </c:pt>
              <c:pt idx="5">
                <c:v>53</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A10E-437C-B089-176868ECD093}"/>
            </c:ext>
          </c:extLst>
        </c:ser>
        <c:dLbls>
          <c:showLegendKey val="0"/>
          <c:showVal val="0"/>
          <c:showCatName val="0"/>
          <c:showSerName val="0"/>
          <c:showPercent val="0"/>
          <c:showBubbleSize val="0"/>
        </c:dLbls>
        <c:gapWidth val="45"/>
        <c:axId val="111111111"/>
        <c:axId val="222222222"/>
      </c:barChart>
      <c:catAx>
        <c:axId val="111111111"/>
        <c:scaling>
          <c:orientation val="minMax"/>
        </c:scaling>
        <c:delete val="0"/>
        <c:axPos val="b"/>
        <c:numFmt formatCode="General" sourceLinked="0"/>
        <c:majorTickMark val="none"/>
        <c:minorTickMark val="none"/>
        <c:tickLblPos val="nextTo"/>
        <c:spPr>
          <a:ln w="9525">
            <a:solidFill>
              <a:srgbClr val="BFBFBF"/>
            </a:solidFill>
          </a:ln>
        </c:spPr>
        <c:txPr>
          <a:bodyPr/>
          <a:lstStyle/>
          <a:p>
            <a:pPr>
              <a:defRPr sz="900" b="0">
                <a:solidFill>
                  <a:srgbClr val="595959"/>
                </a:solidFill>
              </a:defRPr>
            </a:pPr>
            <a:endParaRPr lang="ko-KR"/>
          </a:p>
        </c:txPr>
        <c:crossAx val="222222222"/>
        <c:crosses val="autoZero"/>
        <c:auto val="1"/>
        <c:lblAlgn val="ctr"/>
        <c:lblOffset val="100"/>
        <c:noMultiLvlLbl val="0"/>
      </c:catAx>
      <c:valAx>
        <c:axId val="222222222"/>
        <c:scaling>
          <c:orientation val="minMax"/>
          <c:max val="60"/>
          <c:min val="0"/>
        </c:scaling>
        <c:delete val="0"/>
        <c:axPos val="l"/>
        <c:majorGridlines>
          <c:spPr>
            <a:ln w="6350">
              <a:solidFill>
                <a:srgbClr val="E6E6E6"/>
              </a:solidFill>
            </a:ln>
          </c:spPr>
        </c:majorGridlines>
        <c:numFmt formatCode="0" sourceLinked="0"/>
        <c:majorTickMark val="none"/>
        <c:minorTickMark val="none"/>
        <c:tickLblPos val="nextTo"/>
        <c:txPr>
          <a:bodyPr/>
          <a:lstStyle/>
          <a:p>
            <a:pPr>
              <a:defRPr sz="900" b="0">
                <a:solidFill>
                  <a:srgbClr val="808080"/>
                </a:solidFill>
              </a:defRPr>
            </a:pPr>
            <a:endParaRPr lang="ko-KR"/>
          </a:p>
        </c:txPr>
        <c:crossAx val="111111111"/>
        <c:crosses val="autoZero"/>
        <c:crossBetween val="between"/>
        <c:majorUnit val="15"/>
      </c:valAx>
    </c:plotArea>
    <c:legend>
      <c:legendPos val="t"/>
      <c:layout>
        <c:manualLayout>
          <c:xMode val="edge"/>
          <c:yMode val="edge"/>
          <c:x val="0.28809281904278095"/>
          <c:y val="0.10980053109368246"/>
          <c:w val="0.40538118219093583"/>
          <c:h val="0.13999814734761934"/>
        </c:manualLayout>
      </c:layout>
      <c:overlay val="0"/>
      <c:txPr>
        <a:bodyPr/>
        <a:lstStyle/>
        <a:p>
          <a:pPr>
            <a:defRPr sz="900" b="0">
              <a:solidFill>
                <a:srgbClr val="595959"/>
              </a:solidFill>
            </a:defRPr>
          </a:pPr>
          <a:endParaRPr lang="ko-KR"/>
        </a:p>
      </c:txPr>
    </c:legend>
    <c:plotVisOnly val="1"/>
    <c:dispBlanksAs val="gap"/>
    <c:showDLblsOverMax val="1"/>
  </c:char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ko-KR"/>
  <c:roundedCorners val="0"/>
  <c:style val="2"/>
  <c:chart>
    <c:autoTitleDeleted val="1"/>
    <c:plotArea>
      <c:layout>
        <c:manualLayout>
          <c:layoutTarget val="inner"/>
          <c:xMode val="edge"/>
          <c:yMode val="edge"/>
          <c:x val="0.03"/>
          <c:y val="0.24"/>
          <c:w val="0.86196165448227813"/>
          <c:h val="0.55000000000000004"/>
        </c:manualLayout>
      </c:layout>
      <c:barChart>
        <c:barDir val="col"/>
        <c:grouping val="clustered"/>
        <c:varyColors val="0"/>
        <c:ser>
          <c:idx val="0"/>
          <c:order val="0"/>
          <c:tx>
            <c:v>ADR</c:v>
          </c:tx>
          <c:spPr>
            <a:solidFill>
              <a:srgbClr val="BFC9DE"/>
            </a:solidFill>
            <a:ln>
              <a:noFill/>
            </a:ln>
          </c:spPr>
          <c:invertIfNegative val="1"/>
          <c:cat>
            <mc:AlternateContent xmlns:mc="http://schemas.openxmlformats.org/markup-compatibility/2006">
              <mc:Choice xmlns:c16ac="http://schemas.microsoft.com/office/drawing/2014/chart/ac" Requires="c16ac">
                <c16ac:multiLvlStrLit>
                  <c:ptCount val="12"/>
                  <c:lvl>
                    <c:pt idx="0">
                      <c:v>'21</c:v>
                    </c:pt>
                    <c:pt idx="1">
                      <c:v>'22</c:v>
                    </c:pt>
                    <c:pt idx="2">
                      <c:v>'23</c:v>
                    </c:pt>
                    <c:pt idx="3">
                      <c:v>'24</c:v>
                    </c:pt>
                    <c:pt idx="4">
                      <c:v>'25</c:v>
                    </c:pt>
                    <c:pt idx="5">
                      <c:v>'26</c:v>
                    </c:pt>
                    <c:pt idx="6">
                      <c:v>'21</c:v>
                    </c:pt>
                    <c:pt idx="7">
                      <c:v>'22</c:v>
                    </c:pt>
                    <c:pt idx="8">
                      <c:v>'23</c:v>
                    </c:pt>
                    <c:pt idx="9">
                      <c:v>'24</c:v>
                    </c:pt>
                    <c:pt idx="10">
                      <c:v>'25</c:v>
                    </c:pt>
                    <c:pt idx="11">
                      <c:v>'26</c:v>
                    </c:pt>
                  </c:lvl>
                  <c:lvl>
                    <c:pt idx="0">
                      <c:v>5성</c:v>
                    </c:pt>
                    <c:pt idx="6">
                      <c:v>4성</c:v>
                    </c:pt>
                  </c:lvl>
                </c16ac:multiLvlStrLit>
              </mc:Choice>
              <mc:Fallback>
                <c:strLit>
                  <c:ptCount val="12"/>
                  <c:pt idx="0">
                    <c:v>'21
5성</c:v>
                  </c:pt>
                  <c:pt idx="1">
                    <c:v>'22</c:v>
                  </c:pt>
                  <c:pt idx="2">
                    <c:v>'23</c:v>
                  </c:pt>
                  <c:pt idx="3">
                    <c:v>'24</c:v>
                  </c:pt>
                  <c:pt idx="4">
                    <c:v>'25</c:v>
                  </c:pt>
                  <c:pt idx="5">
                    <c:v>'26</c:v>
                  </c:pt>
                  <c:pt idx="6">
                    <c:v>'21
4성</c:v>
                  </c:pt>
                  <c:pt idx="7">
                    <c:v>'22</c:v>
                  </c:pt>
                  <c:pt idx="8">
                    <c:v>'23</c:v>
                  </c:pt>
                  <c:pt idx="9">
                    <c:v>'24</c:v>
                  </c:pt>
                  <c:pt idx="10">
                    <c:v>'25</c:v>
                  </c:pt>
                  <c:pt idx="11">
                    <c:v>'26</c:v>
                  </c:pt>
                </c:strLit>
              </mc:Fallback>
            </mc:AlternateContent>
          </c:cat>
          <c:val>
            <c:numLit>
              <c:formatCode>General</c:formatCode>
              <c:ptCount val="12"/>
              <c:pt idx="0">
                <c:v>24</c:v>
              </c:pt>
              <c:pt idx="1">
                <c:v>24</c:v>
              </c:pt>
              <c:pt idx="2">
                <c:v>31</c:v>
              </c:pt>
              <c:pt idx="3">
                <c:v>33</c:v>
              </c:pt>
              <c:pt idx="4">
                <c:v>27</c:v>
              </c:pt>
              <c:pt idx="5">
                <c:v>30</c:v>
              </c:pt>
              <c:pt idx="6">
                <c:v>7</c:v>
              </c:pt>
              <c:pt idx="7">
                <c:v>8</c:v>
              </c:pt>
              <c:pt idx="8">
                <c:v>14</c:v>
              </c:pt>
              <c:pt idx="9">
                <c:v>15</c:v>
              </c:pt>
              <c:pt idx="10">
                <c:v>18</c:v>
              </c:pt>
              <c:pt idx="11">
                <c:v>20</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33B7-48C0-924A-1D4B06DF801C}"/>
            </c:ext>
          </c:extLst>
        </c:ser>
        <c:dLbls>
          <c:showLegendKey val="0"/>
          <c:showVal val="0"/>
          <c:showCatName val="0"/>
          <c:showSerName val="0"/>
          <c:showPercent val="0"/>
          <c:showBubbleSize val="0"/>
        </c:dLbls>
        <c:gapWidth val="55"/>
        <c:axId val="411"/>
        <c:axId val="422"/>
      </c:barChart>
      <c:lineChart>
        <c:grouping val="standard"/>
        <c:varyColors val="0"/>
        <c:ser>
          <c:idx val="3"/>
          <c:order val="3"/>
          <c:tx>
            <c:v>RevPAR</c:v>
          </c:tx>
          <c:spPr>
            <a:ln>
              <a:noFill/>
            </a:ln>
          </c:spPr>
          <c:marker>
            <c:symbol val="diamond"/>
            <c:size val="5"/>
            <c:spPr>
              <a:solidFill>
                <a:srgbClr val="1B2A57"/>
              </a:solidFill>
              <a:ln>
                <a:solidFill>
                  <a:srgbClr val="1B2A57"/>
                </a:solidFill>
              </a:ln>
            </c:spPr>
          </c:marker>
          <c:dLbls>
            <c:dLbl>
              <c:idx val="5"/>
              <c:numFmt formatCode="0.0" sourceLinked="0"/>
              <c:spPr>
                <a:noFill/>
                <a:ln>
                  <a:noFill/>
                </a:ln>
              </c:spPr>
              <c:txPr>
                <a:bodyPr/>
                <a:lstStyle/>
                <a:p>
                  <a:pPr>
                    <a:defRPr sz="800" b="1">
                      <a:solidFill>
                        <a:srgbClr val="1B2A57"/>
                      </a:solidFill>
                    </a:defRPr>
                  </a:pPr>
                  <a:endParaRPr lang="ko-KR"/>
                </a:p>
              </c:txPr>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33B7-48C0-924A-1D4B06DF801C}"/>
                </c:ext>
              </c:extLst>
            </c:dLbl>
            <c:dLbl>
              <c:idx val="11"/>
              <c:numFmt formatCode="0.0" sourceLinked="0"/>
              <c:spPr>
                <a:noFill/>
                <a:ln>
                  <a:noFill/>
                </a:ln>
              </c:spPr>
              <c:txPr>
                <a:bodyPr/>
                <a:lstStyle/>
                <a:p>
                  <a:pPr>
                    <a:defRPr sz="800" b="1">
                      <a:solidFill>
                        <a:srgbClr val="1B2A57"/>
                      </a:solidFill>
                    </a:defRPr>
                  </a:pPr>
                  <a:endParaRPr lang="ko-KR"/>
                </a:p>
              </c:txPr>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33B7-48C0-924A-1D4B06DF801C}"/>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mc:AlternateContent xmlns:mc="http://schemas.openxmlformats.org/markup-compatibility/2006">
              <mc:Choice xmlns:c16ac="http://schemas.microsoft.com/office/drawing/2014/chart/ac" Requires="c16ac">
                <c16ac:multiLvlStrLit>
                  <c:ptCount val="12"/>
                  <c:lvl>
                    <c:pt idx="0">
                      <c:v>'21</c:v>
                    </c:pt>
                    <c:pt idx="1">
                      <c:v>'22</c:v>
                    </c:pt>
                    <c:pt idx="2">
                      <c:v>'23</c:v>
                    </c:pt>
                    <c:pt idx="3">
                      <c:v>'24</c:v>
                    </c:pt>
                    <c:pt idx="4">
                      <c:v>'25</c:v>
                    </c:pt>
                    <c:pt idx="5">
                      <c:v>'26</c:v>
                    </c:pt>
                    <c:pt idx="6">
                      <c:v>'21</c:v>
                    </c:pt>
                    <c:pt idx="7">
                      <c:v>'22</c:v>
                    </c:pt>
                    <c:pt idx="8">
                      <c:v>'23</c:v>
                    </c:pt>
                    <c:pt idx="9">
                      <c:v>'24</c:v>
                    </c:pt>
                    <c:pt idx="10">
                      <c:v>'25</c:v>
                    </c:pt>
                    <c:pt idx="11">
                      <c:v>'26</c:v>
                    </c:pt>
                  </c:lvl>
                  <c:lvl>
                    <c:pt idx="0">
                      <c:v>5성</c:v>
                    </c:pt>
                    <c:pt idx="6">
                      <c:v>4성</c:v>
                    </c:pt>
                  </c:lvl>
                </c16ac:multiLvlStrLit>
              </mc:Choice>
              <mc:Fallback>
                <c:strLit>
                  <c:ptCount val="12"/>
                  <c:pt idx="0">
                    <c:v>'21
5성</c:v>
                  </c:pt>
                  <c:pt idx="1">
                    <c:v>'22</c:v>
                  </c:pt>
                  <c:pt idx="2">
                    <c:v>'23</c:v>
                  </c:pt>
                  <c:pt idx="3">
                    <c:v>'24</c:v>
                  </c:pt>
                  <c:pt idx="4">
                    <c:v>'25</c:v>
                  </c:pt>
                  <c:pt idx="5">
                    <c:v>'26</c:v>
                  </c:pt>
                  <c:pt idx="6">
                    <c:v>'21
4성</c:v>
                  </c:pt>
                  <c:pt idx="7">
                    <c:v>'22</c:v>
                  </c:pt>
                  <c:pt idx="8">
                    <c:v>'23</c:v>
                  </c:pt>
                  <c:pt idx="9">
                    <c:v>'24</c:v>
                  </c:pt>
                  <c:pt idx="10">
                    <c:v>'25</c:v>
                  </c:pt>
                  <c:pt idx="11">
                    <c:v>'26</c:v>
                  </c:pt>
                </c:strLit>
              </mc:Fallback>
            </mc:AlternateContent>
          </c:cat>
          <c:val>
            <c:numLit>
              <c:formatCode>General</c:formatCode>
              <c:ptCount val="12"/>
              <c:pt idx="0">
                <c:v>8</c:v>
              </c:pt>
              <c:pt idx="1">
                <c:v>8</c:v>
              </c:pt>
              <c:pt idx="2">
                <c:v>20</c:v>
              </c:pt>
              <c:pt idx="3">
                <c:v>24</c:v>
              </c:pt>
              <c:pt idx="4">
                <c:v>18</c:v>
              </c:pt>
              <c:pt idx="5">
                <c:v>20.399999999999999</c:v>
              </c:pt>
              <c:pt idx="6">
                <c:v>3</c:v>
              </c:pt>
              <c:pt idx="7">
                <c:v>5</c:v>
              </c:pt>
              <c:pt idx="8">
                <c:v>11</c:v>
              </c:pt>
              <c:pt idx="9">
                <c:v>14</c:v>
              </c:pt>
              <c:pt idx="10">
                <c:v>13</c:v>
              </c:pt>
              <c:pt idx="11">
                <c:v>14.7</c:v>
              </c:pt>
            </c:numLit>
          </c:val>
          <c:smooth val="0"/>
          <c:extLst>
            <c:ext xmlns:c16="http://schemas.microsoft.com/office/drawing/2014/chart" uri="{C3380CC4-5D6E-409C-BE32-E72D297353CC}">
              <c16:uniqueId val="{00000003-33B7-48C0-924A-1D4B06DF801C}"/>
            </c:ext>
          </c:extLst>
        </c:ser>
        <c:dLbls>
          <c:showLegendKey val="0"/>
          <c:showVal val="0"/>
          <c:showCatName val="0"/>
          <c:showSerName val="0"/>
          <c:showPercent val="0"/>
          <c:showBubbleSize val="0"/>
        </c:dLbls>
        <c:marker val="1"/>
        <c:smooth val="0"/>
        <c:axId val="411"/>
        <c:axId val="422"/>
      </c:lineChart>
      <c:lineChart>
        <c:grouping val="standard"/>
        <c:varyColors val="0"/>
        <c:ser>
          <c:idx val="1"/>
          <c:order val="1"/>
          <c:tx>
            <c:v>OCC</c:v>
          </c:tx>
          <c:spPr>
            <a:ln w="17462" cap="rnd">
              <a:solidFill>
                <a:srgbClr val="C00000"/>
              </a:solidFill>
              <a:round/>
            </a:ln>
          </c:spPr>
          <c:marker>
            <c:symbol val="circle"/>
            <c:size val="4"/>
            <c:spPr>
              <a:solidFill>
                <a:srgbClr val="FFFFFF"/>
              </a:solidFill>
              <a:ln w="12700">
                <a:solidFill>
                  <a:srgbClr val="C00000"/>
                </a:solidFill>
              </a:ln>
            </c:spPr>
          </c:marker>
          <c:dLbls>
            <c:dLbl>
              <c:idx val="5"/>
              <c:numFmt formatCode="0&quot;%&quot;" sourceLinked="0"/>
              <c:spPr>
                <a:noFill/>
                <a:ln>
                  <a:noFill/>
                </a:ln>
              </c:spPr>
              <c:txPr>
                <a:bodyPr/>
                <a:lstStyle/>
                <a:p>
                  <a:pPr>
                    <a:defRPr sz="800" b="1">
                      <a:solidFill>
                        <a:srgbClr val="C15A11"/>
                      </a:solidFill>
                    </a:defRPr>
                  </a:pPr>
                  <a:endParaRPr lang="ko-KR"/>
                </a:p>
              </c:txPr>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33B7-48C0-924A-1D4B06DF801C}"/>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mc:AlternateContent xmlns:mc="http://schemas.openxmlformats.org/markup-compatibility/2006">
              <mc:Choice xmlns:c16ac="http://schemas.microsoft.com/office/drawing/2014/chart/ac" Requires="c16ac">
                <c16ac:multiLvlStrLit>
                  <c:ptCount val="12"/>
                  <c:lvl>
                    <c:pt idx="0">
                      <c:v>'21</c:v>
                    </c:pt>
                    <c:pt idx="1">
                      <c:v>'22</c:v>
                    </c:pt>
                    <c:pt idx="2">
                      <c:v>'23</c:v>
                    </c:pt>
                    <c:pt idx="3">
                      <c:v>'24</c:v>
                    </c:pt>
                    <c:pt idx="4">
                      <c:v>'25</c:v>
                    </c:pt>
                    <c:pt idx="5">
                      <c:v>'26</c:v>
                    </c:pt>
                    <c:pt idx="6">
                      <c:v>'21</c:v>
                    </c:pt>
                    <c:pt idx="7">
                      <c:v>'22</c:v>
                    </c:pt>
                    <c:pt idx="8">
                      <c:v>'23</c:v>
                    </c:pt>
                    <c:pt idx="9">
                      <c:v>'24</c:v>
                    </c:pt>
                    <c:pt idx="10">
                      <c:v>'25</c:v>
                    </c:pt>
                    <c:pt idx="11">
                      <c:v>'26</c:v>
                    </c:pt>
                  </c:lvl>
                  <c:lvl>
                    <c:pt idx="0">
                      <c:v>5성</c:v>
                    </c:pt>
                    <c:pt idx="6">
                      <c:v>4성</c:v>
                    </c:pt>
                  </c:lvl>
                </c16ac:multiLvlStrLit>
              </mc:Choice>
              <mc:Fallback>
                <c:strLit>
                  <c:ptCount val="12"/>
                  <c:pt idx="0">
                    <c:v>'21
5성</c:v>
                  </c:pt>
                  <c:pt idx="1">
                    <c:v>'22</c:v>
                  </c:pt>
                  <c:pt idx="2">
                    <c:v>'23</c:v>
                  </c:pt>
                  <c:pt idx="3">
                    <c:v>'24</c:v>
                  </c:pt>
                  <c:pt idx="4">
                    <c:v>'25</c:v>
                  </c:pt>
                  <c:pt idx="5">
                    <c:v>'26</c:v>
                  </c:pt>
                  <c:pt idx="6">
                    <c:v>'21
4성</c:v>
                  </c:pt>
                  <c:pt idx="7">
                    <c:v>'22</c:v>
                  </c:pt>
                  <c:pt idx="8">
                    <c:v>'23</c:v>
                  </c:pt>
                  <c:pt idx="9">
                    <c:v>'24</c:v>
                  </c:pt>
                  <c:pt idx="10">
                    <c:v>'25</c:v>
                  </c:pt>
                  <c:pt idx="11">
                    <c:v>'26</c:v>
                  </c:pt>
                </c:strLit>
              </mc:Fallback>
            </mc:AlternateContent>
          </c:cat>
          <c:val>
            <c:numLit>
              <c:formatCode>General</c:formatCode>
              <c:ptCount val="12"/>
              <c:pt idx="0">
                <c:v>38</c:v>
              </c:pt>
              <c:pt idx="1">
                <c:v>38</c:v>
              </c:pt>
              <c:pt idx="2">
                <c:v>62</c:v>
              </c:pt>
              <c:pt idx="3">
                <c:v>68</c:v>
              </c:pt>
              <c:pt idx="4">
                <c:v>63</c:v>
              </c:pt>
              <c:pt idx="5">
                <c:v>67</c:v>
              </c:pt>
            </c:numLit>
          </c:val>
          <c:smooth val="0"/>
          <c:extLst>
            <c:ext xmlns:c16="http://schemas.microsoft.com/office/drawing/2014/chart" uri="{C3380CC4-5D6E-409C-BE32-E72D297353CC}">
              <c16:uniqueId val="{00000005-33B7-48C0-924A-1D4B06DF801C}"/>
            </c:ext>
          </c:extLst>
        </c:ser>
        <c:ser>
          <c:idx val="2"/>
          <c:order val="2"/>
          <c:tx>
            <c:v>OCC</c:v>
          </c:tx>
          <c:spPr>
            <a:ln w="17462" cap="rnd">
              <a:solidFill>
                <a:srgbClr val="C00000"/>
              </a:solidFill>
              <a:round/>
            </a:ln>
          </c:spPr>
          <c:marker>
            <c:symbol val="circle"/>
            <c:size val="4"/>
            <c:spPr>
              <a:solidFill>
                <a:srgbClr val="FFFFFF"/>
              </a:solidFill>
              <a:ln w="12700">
                <a:solidFill>
                  <a:srgbClr val="C00000"/>
                </a:solidFill>
              </a:ln>
            </c:spPr>
          </c:marker>
          <c:dLbls>
            <c:dLbl>
              <c:idx val="11"/>
              <c:numFmt formatCode="0&quot;%&quot;" sourceLinked="0"/>
              <c:spPr>
                <a:noFill/>
                <a:ln>
                  <a:noFill/>
                </a:ln>
              </c:spPr>
              <c:txPr>
                <a:bodyPr/>
                <a:lstStyle/>
                <a:p>
                  <a:pPr>
                    <a:defRPr sz="800" b="1">
                      <a:solidFill>
                        <a:srgbClr val="C15A11"/>
                      </a:solidFill>
                    </a:defRPr>
                  </a:pPr>
                  <a:endParaRPr lang="ko-KR"/>
                </a:p>
              </c:txPr>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33B7-48C0-924A-1D4B06DF801C}"/>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mc:AlternateContent xmlns:mc="http://schemas.openxmlformats.org/markup-compatibility/2006">
              <mc:Choice xmlns:c16ac="http://schemas.microsoft.com/office/drawing/2014/chart/ac" Requires="c16ac">
                <c16ac:multiLvlStrLit>
                  <c:ptCount val="12"/>
                  <c:lvl>
                    <c:pt idx="0">
                      <c:v>'21</c:v>
                    </c:pt>
                    <c:pt idx="1">
                      <c:v>'22</c:v>
                    </c:pt>
                    <c:pt idx="2">
                      <c:v>'23</c:v>
                    </c:pt>
                    <c:pt idx="3">
                      <c:v>'24</c:v>
                    </c:pt>
                    <c:pt idx="4">
                      <c:v>'25</c:v>
                    </c:pt>
                    <c:pt idx="5">
                      <c:v>'26</c:v>
                    </c:pt>
                    <c:pt idx="6">
                      <c:v>'21</c:v>
                    </c:pt>
                    <c:pt idx="7">
                      <c:v>'22</c:v>
                    </c:pt>
                    <c:pt idx="8">
                      <c:v>'23</c:v>
                    </c:pt>
                    <c:pt idx="9">
                      <c:v>'24</c:v>
                    </c:pt>
                    <c:pt idx="10">
                      <c:v>'25</c:v>
                    </c:pt>
                    <c:pt idx="11">
                      <c:v>'26</c:v>
                    </c:pt>
                  </c:lvl>
                  <c:lvl>
                    <c:pt idx="0">
                      <c:v>5성</c:v>
                    </c:pt>
                    <c:pt idx="6">
                      <c:v>4성</c:v>
                    </c:pt>
                  </c:lvl>
                </c16ac:multiLvlStrLit>
              </mc:Choice>
              <mc:Fallback>
                <c:strLit>
                  <c:ptCount val="12"/>
                  <c:pt idx="0">
                    <c:v>'21
5성</c:v>
                  </c:pt>
                  <c:pt idx="1">
                    <c:v>'22</c:v>
                  </c:pt>
                  <c:pt idx="2">
                    <c:v>'23</c:v>
                  </c:pt>
                  <c:pt idx="3">
                    <c:v>'24</c:v>
                  </c:pt>
                  <c:pt idx="4">
                    <c:v>'25</c:v>
                  </c:pt>
                  <c:pt idx="5">
                    <c:v>'26</c:v>
                  </c:pt>
                  <c:pt idx="6">
                    <c:v>'21
4성</c:v>
                  </c:pt>
                  <c:pt idx="7">
                    <c:v>'22</c:v>
                  </c:pt>
                  <c:pt idx="8">
                    <c:v>'23</c:v>
                  </c:pt>
                  <c:pt idx="9">
                    <c:v>'24</c:v>
                  </c:pt>
                  <c:pt idx="10">
                    <c:v>'25</c:v>
                  </c:pt>
                  <c:pt idx="11">
                    <c:v>'26</c:v>
                  </c:pt>
                </c:strLit>
              </mc:Fallback>
            </mc:AlternateContent>
          </c:cat>
          <c:val>
            <c:numLit>
              <c:formatCode>General</c:formatCode>
              <c:ptCount val="12"/>
              <c:pt idx="6">
                <c:v>40</c:v>
              </c:pt>
              <c:pt idx="7">
                <c:v>55</c:v>
              </c:pt>
              <c:pt idx="8">
                <c:v>76</c:v>
              </c:pt>
              <c:pt idx="9">
                <c:v>80</c:v>
              </c:pt>
              <c:pt idx="10">
                <c:v>74</c:v>
              </c:pt>
              <c:pt idx="11">
                <c:v>79</c:v>
              </c:pt>
            </c:numLit>
          </c:val>
          <c:smooth val="0"/>
          <c:extLst>
            <c:ext xmlns:c16="http://schemas.microsoft.com/office/drawing/2014/chart" uri="{C3380CC4-5D6E-409C-BE32-E72D297353CC}">
              <c16:uniqueId val="{00000007-33B7-48C0-924A-1D4B06DF801C}"/>
            </c:ext>
          </c:extLst>
        </c:ser>
        <c:dLbls>
          <c:showLegendKey val="0"/>
          <c:showVal val="0"/>
          <c:showCatName val="0"/>
          <c:showSerName val="0"/>
          <c:showPercent val="0"/>
          <c:showBubbleSize val="0"/>
        </c:dLbls>
        <c:marker val="1"/>
        <c:smooth val="0"/>
        <c:axId val="444"/>
        <c:axId val="433"/>
      </c:lineChart>
      <c:catAx>
        <c:axId val="411"/>
        <c:scaling>
          <c:orientation val="minMax"/>
        </c:scaling>
        <c:delete val="0"/>
        <c:axPos val="b"/>
        <c:numFmt formatCode="General" sourceLinked="0"/>
        <c:majorTickMark val="none"/>
        <c:minorTickMark val="none"/>
        <c:tickLblPos val="nextTo"/>
        <c:spPr>
          <a:ln w="9525">
            <a:solidFill>
              <a:srgbClr val="BFBFBF"/>
            </a:solidFill>
          </a:ln>
        </c:spPr>
        <c:txPr>
          <a:bodyPr/>
          <a:lstStyle/>
          <a:p>
            <a:pPr>
              <a:defRPr sz="700" b="0">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crossAx val="422"/>
        <c:crosses val="autoZero"/>
        <c:auto val="1"/>
        <c:lblAlgn val="ctr"/>
        <c:lblOffset val="100"/>
        <c:noMultiLvlLbl val="0"/>
      </c:catAx>
      <c:valAx>
        <c:axId val="422"/>
        <c:scaling>
          <c:orientation val="minMax"/>
          <c:max val="40"/>
          <c:min val="0"/>
        </c:scaling>
        <c:delete val="0"/>
        <c:axPos val="l"/>
        <c:numFmt formatCode="0" sourceLinked="0"/>
        <c:majorTickMark val="none"/>
        <c:minorTickMark val="none"/>
        <c:tickLblPos val="nextTo"/>
        <c:txPr>
          <a:bodyPr/>
          <a:lstStyle/>
          <a:p>
            <a:pPr>
              <a:defRPr sz="700" b="0">
                <a:solidFill>
                  <a:srgbClr val="808080"/>
                </a:solidFill>
              </a:defRPr>
            </a:pPr>
            <a:endParaRPr lang="ko-KR"/>
          </a:p>
        </c:txPr>
        <c:crossAx val="411"/>
        <c:crosses val="autoZero"/>
        <c:crossBetween val="between"/>
        <c:majorUnit val="20"/>
      </c:valAx>
      <c:valAx>
        <c:axId val="433"/>
        <c:scaling>
          <c:orientation val="minMax"/>
          <c:min val="0"/>
        </c:scaling>
        <c:delete val="0"/>
        <c:axPos val="r"/>
        <c:numFmt formatCode="0" sourceLinked="0"/>
        <c:majorTickMark val="out"/>
        <c:minorTickMark val="none"/>
        <c:tickLblPos val="nextTo"/>
        <c:txPr>
          <a:bodyPr/>
          <a:lstStyle/>
          <a:p>
            <a:pPr>
              <a:defRPr>
                <a:solidFill>
                  <a:schemeClr val="bg1"/>
                </a:solidFill>
              </a:defRPr>
            </a:pPr>
            <a:endParaRPr lang="ko-KR"/>
          </a:p>
        </c:txPr>
        <c:crossAx val="444"/>
        <c:crosses val="max"/>
        <c:crossBetween val="between"/>
      </c:valAx>
      <c:catAx>
        <c:axId val="444"/>
        <c:scaling>
          <c:orientation val="minMax"/>
        </c:scaling>
        <c:delete val="1"/>
        <c:axPos val="b"/>
        <c:numFmt formatCode="General" sourceLinked="1"/>
        <c:majorTickMark val="none"/>
        <c:minorTickMark val="none"/>
        <c:tickLblPos val="none"/>
        <c:crossAx val="433"/>
        <c:crosses val="autoZero"/>
        <c:auto val="1"/>
        <c:lblAlgn val="ctr"/>
        <c:lblOffset val="100"/>
        <c:noMultiLvlLbl val="0"/>
      </c:catAx>
    </c:plotArea>
    <c:legend>
      <c:legendPos val="t"/>
      <c:legendEntry>
        <c:idx val="2"/>
        <c:delete val="1"/>
      </c:legendEntry>
      <c:layout>
        <c:manualLayout>
          <c:xMode val="edge"/>
          <c:yMode val="edge"/>
          <c:x val="0.27014327688203188"/>
          <c:y val="5.1987711251245967E-2"/>
          <c:w val="0.61501357808845336"/>
          <c:h val="0.14325752815489337"/>
        </c:manualLayout>
      </c:layout>
      <c:overlay val="0"/>
      <c:txPr>
        <a:bodyPr/>
        <a:lstStyle/>
        <a:p>
          <a:pPr>
            <a:defRPr sz="800" b="0">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legend>
    <c:plotVisOnly val="1"/>
    <c:dispBlanksAs val="gap"/>
    <c:showDLblsOverMax val="1"/>
  </c:chart>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c:style val="2"/>
  <c:chart>
    <c:autoTitleDeleted val="1"/>
    <c:plotArea>
      <c:layout/>
      <c:barChart>
        <c:barDir val="bar"/>
        <c:grouping val="stacked"/>
        <c:varyColors val="0"/>
        <c:ser>
          <c:idx val="0"/>
          <c:order val="0"/>
          <c:tx>
            <c:strRef>
              <c:f>Sheet1!$B$1</c:f>
              <c:strCache>
                <c:ptCount val="1"/>
                <c:pt idx="0">
                  <c:v>저가매수</c:v>
                </c:pt>
              </c:strCache>
            </c:strRef>
          </c:tx>
          <c:spPr>
            <a:solidFill>
              <a:srgbClr val="1B2A57"/>
            </a:solidFill>
            <a:ln>
              <a:solidFill>
                <a:srgbClr val="FFFFFF"/>
              </a:solidFill>
            </a:ln>
          </c:spPr>
          <c:invertIfNegative val="1"/>
          <c:dLbls>
            <c:dLbl>
              <c:idx val="0"/>
              <c:numFmt formatCode="0&quot;%&quot;" sourceLinked="0"/>
              <c:spPr>
                <a:noFill/>
                <a:ln>
                  <a:noFill/>
                </a:ln>
              </c:spPr>
              <c:txPr>
                <a:bodyPr/>
                <a:lstStyle/>
                <a:p>
                  <a:pPr>
                    <a:defRPr sz="900" b="1">
                      <a:solidFill>
                        <a:srgbClr val="FFFFFF"/>
                      </a:solidFill>
                    </a:defRPr>
                  </a:pPr>
                  <a:endParaRPr lang="ko-KR"/>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5D39-4EC0-95F1-95CF77E26049}"/>
                </c:ext>
              </c:extLst>
            </c:dLbl>
            <c:dLbl>
              <c:idx val="2"/>
              <c:numFmt formatCode="0&quot;%&quot;" sourceLinked="0"/>
              <c:spPr>
                <a:noFill/>
                <a:ln>
                  <a:noFill/>
                </a:ln>
              </c:spPr>
              <c:txPr>
                <a:bodyPr/>
                <a:lstStyle/>
                <a:p>
                  <a:pPr>
                    <a:defRPr sz="900" b="1">
                      <a:solidFill>
                        <a:srgbClr val="FFFFFF"/>
                      </a:solidFill>
                    </a:defRPr>
                  </a:pPr>
                  <a:endParaRPr lang="ko-KR"/>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5D39-4EC0-95F1-95CF77E26049}"/>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extLst>
                <c:ext xmlns:c15="http://schemas.microsoft.com/office/drawing/2012/chart" uri="{02D57815-91ED-43cb-92C2-25804820EDAC}">
                  <c15:fullRef>
                    <c15:sqref>Sheet1!$A$2:$A$6</c15:sqref>
                  </c15:fullRef>
                </c:ext>
              </c:extLst>
              <c:f>(Sheet1!$A$2,Sheet1!$A$4,Sheet1!$A$6)</c:f>
              <c:strCache>
                <c:ptCount val="3"/>
                <c:pt idx="0">
                  <c:v>코어 오피스</c:v>
                </c:pt>
                <c:pt idx="1">
                  <c:v>프라임 물류</c:v>
                </c:pt>
                <c:pt idx="2">
                  <c:v>호텔</c:v>
                </c:pt>
              </c:strCache>
            </c:strRef>
          </c:cat>
          <c:val>
            <c:numRef>
              <c:extLst>
                <c:ext xmlns:c15="http://schemas.microsoft.com/office/drawing/2012/chart" uri="{02D57815-91ED-43cb-92C2-25804820EDAC}">
                  <c15:fullRef>
                    <c15:sqref>Sheet1!$B$2:$B$6</c15:sqref>
                  </c15:fullRef>
                </c:ext>
              </c:extLst>
              <c:f>(Sheet1!$B$2,Sheet1!$B$4,Sheet1!$B$6)</c:f>
              <c:numCache>
                <c:formatCode>General</c:formatCode>
                <c:ptCount val="3"/>
                <c:pt idx="0">
                  <c:v>25</c:v>
                </c:pt>
                <c:pt idx="1">
                  <c:v>24</c:v>
                </c:pt>
                <c:pt idx="2">
                  <c:v>19</c:v>
                </c:pt>
              </c:numCache>
            </c:numRef>
          </c:val>
          <c:extLst>
            <c:ext xmlns:c14="http://schemas.microsoft.com/office/drawing/2007/8/2/chart" uri="{6F2FDCE9-48DA-4B69-8628-5D25D57E5C99}">
              <c14:invertSolidFillFmt>
                <c14:spPr xmlns:c14="http://schemas.microsoft.com/office/drawing/2007/8/2/chart">
                  <a:solidFill>
                    <a:srgbClr val="FFFFFF"/>
                  </a:solidFill>
                  <a:ln>
                    <a:solidFill>
                      <a:srgbClr val="FFFFFF"/>
                    </a:solidFill>
                  </a:ln>
                </c14:spPr>
              </c14:invertSolidFillFmt>
            </c:ext>
            <c:ext xmlns:c16="http://schemas.microsoft.com/office/drawing/2014/chart" uri="{C3380CC4-5D6E-409C-BE32-E72D297353CC}">
              <c16:uniqueId val="{00000002-5D39-4EC0-95F1-95CF77E26049}"/>
            </c:ext>
          </c:extLst>
        </c:ser>
        <c:ser>
          <c:idx val="1"/>
          <c:order val="1"/>
          <c:tx>
            <c:strRef>
              <c:f>Sheet1!$C$1</c:f>
              <c:strCache>
                <c:ptCount val="1"/>
                <c:pt idx="0">
                  <c:v>저가매수 대기</c:v>
                </c:pt>
              </c:strCache>
            </c:strRef>
          </c:tx>
          <c:spPr>
            <a:solidFill>
              <a:srgbClr val="5B9BD5"/>
            </a:solidFill>
            <a:ln>
              <a:solidFill>
                <a:srgbClr val="FFFFFF"/>
              </a:solidFill>
            </a:ln>
          </c:spPr>
          <c:invertIfNegative val="1"/>
          <c:dLbls>
            <c:dLbl>
              <c:idx val="0"/>
              <c:numFmt formatCode="0&quot;%&quot;" sourceLinked="0"/>
              <c:spPr>
                <a:noFill/>
                <a:ln>
                  <a:noFill/>
                </a:ln>
              </c:spPr>
              <c:txPr>
                <a:bodyPr/>
                <a:lstStyle/>
                <a:p>
                  <a:pPr>
                    <a:defRPr sz="900" b="1">
                      <a:solidFill>
                        <a:srgbClr val="FFFFFF"/>
                      </a:solidFill>
                    </a:defRPr>
                  </a:pPr>
                  <a:endParaRPr lang="ko-KR"/>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5D39-4EC0-95F1-95CF77E26049}"/>
                </c:ext>
              </c:extLst>
            </c:dLbl>
            <c:dLbl>
              <c:idx val="2"/>
              <c:numFmt formatCode="0&quot;%&quot;" sourceLinked="0"/>
              <c:spPr>
                <a:noFill/>
                <a:ln>
                  <a:noFill/>
                </a:ln>
              </c:spPr>
              <c:txPr>
                <a:bodyPr/>
                <a:lstStyle/>
                <a:p>
                  <a:pPr>
                    <a:defRPr sz="900" b="1">
                      <a:solidFill>
                        <a:srgbClr val="FFFFFF"/>
                      </a:solidFill>
                    </a:defRPr>
                  </a:pPr>
                  <a:endParaRPr lang="ko-KR"/>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5D39-4EC0-95F1-95CF77E26049}"/>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extLst>
                <c:ext xmlns:c15="http://schemas.microsoft.com/office/drawing/2012/chart" uri="{02D57815-91ED-43cb-92C2-25804820EDAC}">
                  <c15:fullRef>
                    <c15:sqref>Sheet1!$A$2:$A$6</c15:sqref>
                  </c15:fullRef>
                </c:ext>
              </c:extLst>
              <c:f>(Sheet1!$A$2,Sheet1!$A$4,Sheet1!$A$6)</c:f>
              <c:strCache>
                <c:ptCount val="3"/>
                <c:pt idx="0">
                  <c:v>코어 오피스</c:v>
                </c:pt>
                <c:pt idx="1">
                  <c:v>프라임 물류</c:v>
                </c:pt>
                <c:pt idx="2">
                  <c:v>호텔</c:v>
                </c:pt>
              </c:strCache>
            </c:strRef>
          </c:cat>
          <c:val>
            <c:numRef>
              <c:extLst>
                <c:ext xmlns:c15="http://schemas.microsoft.com/office/drawing/2012/chart" uri="{02D57815-91ED-43cb-92C2-25804820EDAC}">
                  <c15:fullRef>
                    <c15:sqref>Sheet1!$C$2:$C$6</c15:sqref>
                  </c15:fullRef>
                </c:ext>
              </c:extLst>
              <c:f>(Sheet1!$C$2,Sheet1!$C$4,Sheet1!$C$6)</c:f>
              <c:numCache>
                <c:formatCode>General</c:formatCode>
                <c:ptCount val="3"/>
                <c:pt idx="0">
                  <c:v>26</c:v>
                </c:pt>
                <c:pt idx="1">
                  <c:v>31</c:v>
                </c:pt>
                <c:pt idx="2">
                  <c:v>21</c:v>
                </c:pt>
              </c:numCache>
            </c:numRef>
          </c:val>
          <c:extLst>
            <c:ext xmlns:c14="http://schemas.microsoft.com/office/drawing/2007/8/2/chart" uri="{6F2FDCE9-48DA-4B69-8628-5D25D57E5C99}">
              <c14:invertSolidFillFmt>
                <c14:spPr xmlns:c14="http://schemas.microsoft.com/office/drawing/2007/8/2/chart">
                  <a:solidFill>
                    <a:srgbClr val="FFFFFF"/>
                  </a:solidFill>
                  <a:ln>
                    <a:solidFill>
                      <a:srgbClr val="FFFFFF"/>
                    </a:solidFill>
                  </a:ln>
                </c14:spPr>
              </c14:invertSolidFillFmt>
            </c:ext>
            <c:ext xmlns:c16="http://schemas.microsoft.com/office/drawing/2014/chart" uri="{C3380CC4-5D6E-409C-BE32-E72D297353CC}">
              <c16:uniqueId val="{00000005-5D39-4EC0-95F1-95CF77E26049}"/>
            </c:ext>
          </c:extLst>
        </c:ser>
        <c:ser>
          <c:idx val="2"/>
          <c:order val="2"/>
          <c:tx>
            <c:strRef>
              <c:f>Sheet1!$D$1</c:f>
              <c:strCache>
                <c:ptCount val="1"/>
                <c:pt idx="0">
                  <c:v>고가 매수의향</c:v>
                </c:pt>
              </c:strCache>
            </c:strRef>
          </c:tx>
          <c:spPr>
            <a:solidFill>
              <a:srgbClr val="C00000"/>
            </a:solidFill>
            <a:ln>
              <a:noFill/>
            </a:ln>
          </c:spPr>
          <c:invertIfNegative val="1"/>
          <c:dLbls>
            <c:dLbl>
              <c:idx val="0"/>
              <c:numFmt formatCode="0&quot;%&quot;" sourceLinked="0"/>
              <c:spPr>
                <a:noFill/>
                <a:ln>
                  <a:noFill/>
                </a:ln>
              </c:spPr>
              <c:txPr>
                <a:bodyPr/>
                <a:lstStyle/>
                <a:p>
                  <a:pPr>
                    <a:defRPr sz="900" b="1">
                      <a:solidFill>
                        <a:schemeClr val="bg1"/>
                      </a:solidFill>
                    </a:defRPr>
                  </a:pPr>
                  <a:endParaRPr lang="ko-KR"/>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5D39-4EC0-95F1-95CF77E26049}"/>
                </c:ext>
              </c:extLst>
            </c:dLbl>
            <c:dLbl>
              <c:idx val="2"/>
              <c:numFmt formatCode="0&quot;%&quot;" sourceLinked="0"/>
              <c:spPr>
                <a:noFill/>
                <a:ln>
                  <a:noFill/>
                </a:ln>
              </c:spPr>
              <c:txPr>
                <a:bodyPr/>
                <a:lstStyle/>
                <a:p>
                  <a:pPr>
                    <a:defRPr sz="900" b="1">
                      <a:solidFill>
                        <a:schemeClr val="bg1"/>
                      </a:solidFill>
                    </a:defRPr>
                  </a:pPr>
                  <a:endParaRPr lang="ko-KR"/>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5D39-4EC0-95F1-95CF77E26049}"/>
                </c:ext>
              </c:extLst>
            </c:dLbl>
            <c:spPr>
              <a:noFill/>
              <a:ln>
                <a:noFill/>
              </a:ln>
              <a:effectLst/>
            </c:spPr>
            <c:txPr>
              <a:bodyPr wrap="square" lIns="38100" tIns="19050" rIns="38100" bIns="19050" anchor="ctr">
                <a:spAutoFit/>
              </a:bodyPr>
              <a:lstStyle/>
              <a:p>
                <a:pPr>
                  <a:defRPr>
                    <a:solidFill>
                      <a:schemeClr val="bg1"/>
                    </a:solidFill>
                  </a:defRPr>
                </a:pPr>
                <a:endParaRPr lang="ko-KR"/>
              </a:p>
            </c:txPr>
            <c:showLegendKey val="0"/>
            <c:showVal val="0"/>
            <c:showCatName val="0"/>
            <c:showSerName val="0"/>
            <c:showPercent val="0"/>
            <c:showBubbleSize val="0"/>
            <c:extLst>
              <c:ext xmlns:c15="http://schemas.microsoft.com/office/drawing/2012/chart" uri="{CE6537A1-D6FC-4f65-9D91-7224C49458BB}">
                <c15:showLeaderLines val="0"/>
              </c:ext>
            </c:extLst>
          </c:dLbls>
          <c:cat>
            <c:strRef>
              <c:extLst>
                <c:ext xmlns:c15="http://schemas.microsoft.com/office/drawing/2012/chart" uri="{02D57815-91ED-43cb-92C2-25804820EDAC}">
                  <c15:fullRef>
                    <c15:sqref>Sheet1!$A$2:$A$6</c15:sqref>
                  </c15:fullRef>
                </c:ext>
              </c:extLst>
              <c:f>(Sheet1!$A$2,Sheet1!$A$4,Sheet1!$A$6)</c:f>
              <c:strCache>
                <c:ptCount val="3"/>
                <c:pt idx="0">
                  <c:v>코어 오피스</c:v>
                </c:pt>
                <c:pt idx="1">
                  <c:v>프라임 물류</c:v>
                </c:pt>
                <c:pt idx="2">
                  <c:v>호텔</c:v>
                </c:pt>
              </c:strCache>
            </c:strRef>
          </c:cat>
          <c:val>
            <c:numRef>
              <c:extLst>
                <c:ext xmlns:c15="http://schemas.microsoft.com/office/drawing/2012/chart" uri="{02D57815-91ED-43cb-92C2-25804820EDAC}">
                  <c15:fullRef>
                    <c15:sqref>Sheet1!$D$2:$D$6</c15:sqref>
                  </c15:fullRef>
                </c:ext>
              </c:extLst>
              <c:f>(Sheet1!$D$2,Sheet1!$D$4,Sheet1!$D$6)</c:f>
              <c:numCache>
                <c:formatCode>General</c:formatCode>
                <c:ptCount val="3"/>
                <c:pt idx="0">
                  <c:v>44</c:v>
                </c:pt>
                <c:pt idx="1">
                  <c:v>37</c:v>
                </c:pt>
                <c:pt idx="2">
                  <c:v>49</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5="http://schemas.microsoft.com/office/drawing/2012/chart" uri="{02D57815-91ED-43cb-92C2-25804820EDAC}">
              <c15:categoryFilterExceptions>
                <c15:categoryFilterException>
                  <c15:sqref>Sheet1!$D$3</c15:sqref>
                  <c15:dLbl>
                    <c:idx val="0"/>
                    <c:dLblPos val="ctr"/>
                    <c:showLegendKey val="0"/>
                    <c:showVal val="1"/>
                    <c:showCatName val="0"/>
                    <c:showSerName val="0"/>
                    <c:showPercent val="0"/>
                    <c:showBubbleSize val="0"/>
                    <c:extLst>
                      <c:ext uri="{CE6537A1-D6FC-4f65-9D91-7224C49458BB}"/>
                      <c:ext xmlns:c16="http://schemas.microsoft.com/office/drawing/2014/chart" uri="{C3380CC4-5D6E-409C-BE32-E72D297353CC}">
                        <c16:uniqueId val="{00000000-E8BA-4476-8520-B36B548A31A0}"/>
                      </c:ext>
                    </c:extLst>
                  </c15:dLbl>
                </c15:categoryFilterException>
              </c15:categoryFilterExceptions>
            </c:ext>
            <c:ext xmlns:c16="http://schemas.microsoft.com/office/drawing/2014/chart" uri="{C3380CC4-5D6E-409C-BE32-E72D297353CC}">
              <c16:uniqueId val="{00000008-5D39-4EC0-95F1-95CF77E26049}"/>
            </c:ext>
          </c:extLst>
        </c:ser>
        <c:ser>
          <c:idx val="3"/>
          <c:order val="3"/>
          <c:tx>
            <c:strRef>
              <c:f>Sheet1!$E$1</c:f>
              <c:strCache>
                <c:ptCount val="1"/>
                <c:pt idx="0">
                  <c:v>유보</c:v>
                </c:pt>
              </c:strCache>
            </c:strRef>
          </c:tx>
          <c:spPr>
            <a:solidFill>
              <a:srgbClr val="808080"/>
            </a:solidFill>
            <a:ln>
              <a:solidFill>
                <a:srgbClr val="FFFFFF"/>
              </a:solidFill>
            </a:ln>
          </c:spPr>
          <c:invertIfNegative val="1"/>
          <c:cat>
            <c:strRef>
              <c:extLst>
                <c:ext xmlns:c15="http://schemas.microsoft.com/office/drawing/2012/chart" uri="{02D57815-91ED-43cb-92C2-25804820EDAC}">
                  <c15:fullRef>
                    <c15:sqref>Sheet1!$A$2:$A$6</c15:sqref>
                  </c15:fullRef>
                </c:ext>
              </c:extLst>
              <c:f>(Sheet1!$A$2,Sheet1!$A$4,Sheet1!$A$6)</c:f>
              <c:strCache>
                <c:ptCount val="3"/>
                <c:pt idx="0">
                  <c:v>코어 오피스</c:v>
                </c:pt>
                <c:pt idx="1">
                  <c:v>프라임 물류</c:v>
                </c:pt>
                <c:pt idx="2">
                  <c:v>호텔</c:v>
                </c:pt>
              </c:strCache>
            </c:strRef>
          </c:cat>
          <c:val>
            <c:numRef>
              <c:extLst>
                <c:ext xmlns:c15="http://schemas.microsoft.com/office/drawing/2012/chart" uri="{02D57815-91ED-43cb-92C2-25804820EDAC}">
                  <c15:fullRef>
                    <c15:sqref>Sheet1!$E$2:$E$6</c15:sqref>
                  </c15:fullRef>
                </c:ext>
              </c:extLst>
              <c:f>(Sheet1!$E$2,Sheet1!$E$4,Sheet1!$E$6)</c:f>
              <c:numCache>
                <c:formatCode>General</c:formatCode>
                <c:ptCount val="3"/>
                <c:pt idx="0">
                  <c:v>5</c:v>
                </c:pt>
                <c:pt idx="1">
                  <c:v>8</c:v>
                </c:pt>
                <c:pt idx="2">
                  <c:v>11</c:v>
                </c:pt>
              </c:numCache>
            </c:numRef>
          </c:val>
          <c:extLst>
            <c:ext xmlns:c14="http://schemas.microsoft.com/office/drawing/2007/8/2/chart" uri="{6F2FDCE9-48DA-4B69-8628-5D25D57E5C99}">
              <c14:invertSolidFillFmt>
                <c14:spPr xmlns:c14="http://schemas.microsoft.com/office/drawing/2007/8/2/chart">
                  <a:solidFill>
                    <a:srgbClr val="FFFFFF"/>
                  </a:solidFill>
                  <a:ln>
                    <a:solidFill>
                      <a:srgbClr val="FFFFFF"/>
                    </a:solidFill>
                  </a:ln>
                </c14:spPr>
              </c14:invertSolidFillFmt>
            </c:ext>
            <c:ext xmlns:c16="http://schemas.microsoft.com/office/drawing/2014/chart" uri="{C3380CC4-5D6E-409C-BE32-E72D297353CC}">
              <c16:uniqueId val="{00000009-5D39-4EC0-95F1-95CF77E26049}"/>
            </c:ext>
          </c:extLst>
        </c:ser>
        <c:dLbls>
          <c:showLegendKey val="0"/>
          <c:showVal val="0"/>
          <c:showCatName val="0"/>
          <c:showSerName val="0"/>
          <c:showPercent val="0"/>
          <c:showBubbleSize val="0"/>
        </c:dLbls>
        <c:gapWidth val="55"/>
        <c:overlap val="100"/>
        <c:axId val="511"/>
        <c:axId val="522"/>
      </c:barChart>
      <c:catAx>
        <c:axId val="511"/>
        <c:scaling>
          <c:orientation val="minMax"/>
        </c:scaling>
        <c:delete val="0"/>
        <c:axPos val="l"/>
        <c:numFmt formatCode="General" sourceLinked="0"/>
        <c:majorTickMark val="none"/>
        <c:minorTickMark val="none"/>
        <c:tickLblPos val="nextTo"/>
        <c:spPr>
          <a:ln w="9525">
            <a:solidFill>
              <a:srgbClr val="595959"/>
            </a:solidFill>
          </a:ln>
        </c:spPr>
        <c:txPr>
          <a:bodyPr/>
          <a:lstStyle/>
          <a:p>
            <a:pPr>
              <a:defRPr sz="800" b="0">
                <a:solidFill>
                  <a:srgbClr val="26262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crossAx val="522"/>
        <c:crosses val="autoZero"/>
        <c:auto val="1"/>
        <c:lblAlgn val="ctr"/>
        <c:lblOffset val="100"/>
        <c:noMultiLvlLbl val="0"/>
      </c:catAx>
      <c:valAx>
        <c:axId val="522"/>
        <c:scaling>
          <c:orientation val="minMax"/>
          <c:max val="100"/>
          <c:min val="0"/>
        </c:scaling>
        <c:delete val="1"/>
        <c:axPos val="b"/>
        <c:numFmt formatCode="0" sourceLinked="0"/>
        <c:majorTickMark val="none"/>
        <c:minorTickMark val="none"/>
        <c:tickLblPos val="none"/>
        <c:crossAx val="511"/>
        <c:crosses val="autoZero"/>
        <c:crossBetween val="between"/>
      </c:valAx>
    </c:plotArea>
    <c:legend>
      <c:legendPos val="t"/>
      <c:layout>
        <c:manualLayout>
          <c:xMode val="edge"/>
          <c:yMode val="edge"/>
          <c:x val="9.6402854884735087E-2"/>
          <c:y val="0.11289048617350504"/>
          <c:w val="0.79179275709926389"/>
          <c:h val="0.33711809923130676"/>
        </c:manualLayout>
      </c:layout>
      <c:overlay val="0"/>
      <c:txPr>
        <a:bodyPr/>
        <a:lstStyle/>
        <a:p>
          <a:pPr>
            <a:defRPr sz="800" b="0">
              <a:solidFill>
                <a:srgbClr val="26262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legend>
    <c:plotVisOnly val="1"/>
    <c:dispBlanksAs val="gap"/>
    <c:showDLblsOverMax val="1"/>
  </c:chart>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Sheet1!$C$1</c:f>
              <c:strCache>
                <c:ptCount val="1"/>
                <c:pt idx="0">
                  <c:v>5년 채권금리</c:v>
                </c:pt>
              </c:strCache>
            </c:strRef>
          </c:tx>
          <c:spPr>
            <a:ln w="9525" cap="rnd">
              <a:solidFill>
                <a:srgbClr val="FF0000"/>
              </a:solidFill>
              <a:round/>
            </a:ln>
          </c:spPr>
          <c:marker>
            <c:symbol val="none"/>
          </c:marker>
          <c:cat>
            <c:multiLvlStrRef>
              <c:f>Sheet1!$A$2:$B$42</c:f>
              <c:multiLvlStrCache>
                <c:ptCount val="29"/>
                <c:lvl>
                  <c:pt idx="0">
                    <c:v>Q1</c:v>
                  </c:pt>
                  <c:pt idx="1">
                    <c:v>Q2</c:v>
                  </c:pt>
                  <c:pt idx="2">
                    <c:v>Q3</c:v>
                  </c:pt>
                  <c:pt idx="3">
                    <c:v>Q4</c:v>
                  </c:pt>
                  <c:pt idx="4">
                    <c:v>Q1</c:v>
                  </c:pt>
                  <c:pt idx="5">
                    <c:v>Q2</c:v>
                  </c:pt>
                  <c:pt idx="6">
                    <c:v>Q3</c:v>
                  </c:pt>
                  <c:pt idx="7">
                    <c:v>Q4</c:v>
                  </c:pt>
                  <c:pt idx="8">
                    <c:v>Q1</c:v>
                  </c:pt>
                  <c:pt idx="9">
                    <c:v>Q2</c:v>
                  </c:pt>
                  <c:pt idx="10">
                    <c:v>Q3</c:v>
                  </c:pt>
                  <c:pt idx="11">
                    <c:v>Q4</c:v>
                  </c:pt>
                  <c:pt idx="12">
                    <c:v>Q1</c:v>
                  </c:pt>
                  <c:pt idx="13">
                    <c:v>Q2</c:v>
                  </c:pt>
                  <c:pt idx="14">
                    <c:v>Q3</c:v>
                  </c:pt>
                  <c:pt idx="15">
                    <c:v>Q4</c:v>
                  </c:pt>
                  <c:pt idx="16">
                    <c:v>Q1</c:v>
                  </c:pt>
                  <c:pt idx="17">
                    <c:v>Q2</c:v>
                  </c:pt>
                  <c:pt idx="18">
                    <c:v>Q3</c:v>
                  </c:pt>
                  <c:pt idx="19">
                    <c:v>Q4</c:v>
                  </c:pt>
                  <c:pt idx="20">
                    <c:v>Q1</c:v>
                  </c:pt>
                  <c:pt idx="21">
                    <c:v>Q2</c:v>
                  </c:pt>
                  <c:pt idx="22">
                    <c:v>Q3</c:v>
                  </c:pt>
                  <c:pt idx="23">
                    <c:v>Q4</c:v>
                  </c:pt>
                  <c:pt idx="24">
                    <c:v>Q1</c:v>
                  </c:pt>
                  <c:pt idx="25">
                    <c:v>Q2</c:v>
                  </c:pt>
                  <c:pt idx="26">
                    <c:v>Q3</c:v>
                  </c:pt>
                  <c:pt idx="27">
                    <c:v>Q4</c:v>
                  </c:pt>
                  <c:pt idx="28">
                    <c:v>Q1</c:v>
                  </c:pt>
                </c:lvl>
                <c:lvl>
                  <c:pt idx="0">
                    <c:v>2019</c:v>
                  </c:pt>
                  <c:pt idx="4">
                    <c:v>2020</c:v>
                  </c:pt>
                  <c:pt idx="8">
                    <c:v>2021</c:v>
                  </c:pt>
                  <c:pt idx="12">
                    <c:v>2022</c:v>
                  </c:pt>
                  <c:pt idx="16">
                    <c:v>2023</c:v>
                  </c:pt>
                  <c:pt idx="20">
                    <c:v>2024</c:v>
                  </c:pt>
                  <c:pt idx="24">
                    <c:v>2025</c:v>
                  </c:pt>
                  <c:pt idx="28">
                    <c:v>2026</c:v>
                  </c:pt>
                </c:lvl>
              </c:multiLvlStrCache>
              <c:extLst/>
            </c:multiLvlStrRef>
          </c:cat>
          <c:val>
            <c:numRef>
              <c:f>Sheet1!$C$2:$C$42</c:f>
              <c:numCache>
                <c:formatCode>General</c:formatCode>
                <c:ptCount val="29"/>
                <c:pt idx="0">
                  <c:v>1.9</c:v>
                </c:pt>
                <c:pt idx="1">
                  <c:v>1.7</c:v>
                </c:pt>
                <c:pt idx="2">
                  <c:v>1.4</c:v>
                </c:pt>
                <c:pt idx="3">
                  <c:v>1.5</c:v>
                </c:pt>
                <c:pt idx="4">
                  <c:v>1.4</c:v>
                </c:pt>
                <c:pt idx="5">
                  <c:v>1.2</c:v>
                </c:pt>
                <c:pt idx="6">
                  <c:v>1.3</c:v>
                </c:pt>
                <c:pt idx="7">
                  <c:v>1.3</c:v>
                </c:pt>
                <c:pt idx="8">
                  <c:v>1.4</c:v>
                </c:pt>
                <c:pt idx="9">
                  <c:v>1.6</c:v>
                </c:pt>
                <c:pt idx="10">
                  <c:v>1.8</c:v>
                </c:pt>
                <c:pt idx="11">
                  <c:v>2.1</c:v>
                </c:pt>
                <c:pt idx="12">
                  <c:v>2.6</c:v>
                </c:pt>
                <c:pt idx="13">
                  <c:v>3.2</c:v>
                </c:pt>
                <c:pt idx="14">
                  <c:v>3.8</c:v>
                </c:pt>
                <c:pt idx="15">
                  <c:v>4.0999999999999996</c:v>
                </c:pt>
                <c:pt idx="16">
                  <c:v>3.8</c:v>
                </c:pt>
                <c:pt idx="17">
                  <c:v>3.6</c:v>
                </c:pt>
                <c:pt idx="18">
                  <c:v>3.8</c:v>
                </c:pt>
                <c:pt idx="19">
                  <c:v>3.7</c:v>
                </c:pt>
                <c:pt idx="20">
                  <c:v>3.4</c:v>
                </c:pt>
                <c:pt idx="21">
                  <c:v>3.3</c:v>
                </c:pt>
                <c:pt idx="22">
                  <c:v>3.1</c:v>
                </c:pt>
                <c:pt idx="23">
                  <c:v>2.9</c:v>
                </c:pt>
                <c:pt idx="24">
                  <c:v>2.7</c:v>
                </c:pt>
                <c:pt idx="25">
                  <c:v>2.8</c:v>
                </c:pt>
                <c:pt idx="26">
                  <c:v>2.9</c:v>
                </c:pt>
                <c:pt idx="27">
                  <c:v>3.1</c:v>
                </c:pt>
                <c:pt idx="28">
                  <c:v>3.4</c:v>
                </c:pt>
              </c:numCache>
              <c:extLst/>
            </c:numRef>
          </c:val>
          <c:smooth val="0"/>
          <c:extLst>
            <c:ext xmlns:c16="http://schemas.microsoft.com/office/drawing/2014/chart" uri="{C3380CC4-5D6E-409C-BE32-E72D297353CC}">
              <c16:uniqueId val="{00000000-F846-4560-B116-0FF7799757F1}"/>
            </c:ext>
          </c:extLst>
        </c:ser>
        <c:ser>
          <c:idx val="1"/>
          <c:order val="1"/>
          <c:tx>
            <c:strRef>
              <c:f>Sheet1!$D$1</c:f>
              <c:strCache>
                <c:ptCount val="1"/>
                <c:pt idx="0">
                  <c:v>한국 오피스 Cap.Rate</c:v>
                </c:pt>
              </c:strCache>
            </c:strRef>
          </c:tx>
          <c:spPr>
            <a:ln w="9525" cap="rnd">
              <a:solidFill>
                <a:srgbClr val="0070C0"/>
              </a:solidFill>
              <a:round/>
            </a:ln>
          </c:spPr>
          <c:marker>
            <c:symbol val="none"/>
          </c:marker>
          <c:cat>
            <c:multiLvlStrRef>
              <c:f>Sheet1!$A$2:$B$42</c:f>
              <c:multiLvlStrCache>
                <c:ptCount val="29"/>
                <c:lvl>
                  <c:pt idx="0">
                    <c:v>Q1</c:v>
                  </c:pt>
                  <c:pt idx="1">
                    <c:v>Q2</c:v>
                  </c:pt>
                  <c:pt idx="2">
                    <c:v>Q3</c:v>
                  </c:pt>
                  <c:pt idx="3">
                    <c:v>Q4</c:v>
                  </c:pt>
                  <c:pt idx="4">
                    <c:v>Q1</c:v>
                  </c:pt>
                  <c:pt idx="5">
                    <c:v>Q2</c:v>
                  </c:pt>
                  <c:pt idx="6">
                    <c:v>Q3</c:v>
                  </c:pt>
                  <c:pt idx="7">
                    <c:v>Q4</c:v>
                  </c:pt>
                  <c:pt idx="8">
                    <c:v>Q1</c:v>
                  </c:pt>
                  <c:pt idx="9">
                    <c:v>Q2</c:v>
                  </c:pt>
                  <c:pt idx="10">
                    <c:v>Q3</c:v>
                  </c:pt>
                  <c:pt idx="11">
                    <c:v>Q4</c:v>
                  </c:pt>
                  <c:pt idx="12">
                    <c:v>Q1</c:v>
                  </c:pt>
                  <c:pt idx="13">
                    <c:v>Q2</c:v>
                  </c:pt>
                  <c:pt idx="14">
                    <c:v>Q3</c:v>
                  </c:pt>
                  <c:pt idx="15">
                    <c:v>Q4</c:v>
                  </c:pt>
                  <c:pt idx="16">
                    <c:v>Q1</c:v>
                  </c:pt>
                  <c:pt idx="17">
                    <c:v>Q2</c:v>
                  </c:pt>
                  <c:pt idx="18">
                    <c:v>Q3</c:v>
                  </c:pt>
                  <c:pt idx="19">
                    <c:v>Q4</c:v>
                  </c:pt>
                  <c:pt idx="20">
                    <c:v>Q1</c:v>
                  </c:pt>
                  <c:pt idx="21">
                    <c:v>Q2</c:v>
                  </c:pt>
                  <c:pt idx="22">
                    <c:v>Q3</c:v>
                  </c:pt>
                  <c:pt idx="23">
                    <c:v>Q4</c:v>
                  </c:pt>
                  <c:pt idx="24">
                    <c:v>Q1</c:v>
                  </c:pt>
                  <c:pt idx="25">
                    <c:v>Q2</c:v>
                  </c:pt>
                  <c:pt idx="26">
                    <c:v>Q3</c:v>
                  </c:pt>
                  <c:pt idx="27">
                    <c:v>Q4</c:v>
                  </c:pt>
                  <c:pt idx="28">
                    <c:v>Q1</c:v>
                  </c:pt>
                </c:lvl>
                <c:lvl>
                  <c:pt idx="0">
                    <c:v>2019</c:v>
                  </c:pt>
                  <c:pt idx="4">
                    <c:v>2020</c:v>
                  </c:pt>
                  <c:pt idx="8">
                    <c:v>2021</c:v>
                  </c:pt>
                  <c:pt idx="12">
                    <c:v>2022</c:v>
                  </c:pt>
                  <c:pt idx="16">
                    <c:v>2023</c:v>
                  </c:pt>
                  <c:pt idx="20">
                    <c:v>2024</c:v>
                  </c:pt>
                  <c:pt idx="24">
                    <c:v>2025</c:v>
                  </c:pt>
                  <c:pt idx="28">
                    <c:v>2026</c:v>
                  </c:pt>
                </c:lvl>
              </c:multiLvlStrCache>
              <c:extLst/>
            </c:multiLvlStrRef>
          </c:cat>
          <c:val>
            <c:numRef>
              <c:f>Sheet1!$D$2:$D$42</c:f>
              <c:numCache>
                <c:formatCode>General</c:formatCode>
                <c:ptCount val="29"/>
                <c:pt idx="0">
                  <c:v>4.5</c:v>
                </c:pt>
                <c:pt idx="1">
                  <c:v>4.5</c:v>
                </c:pt>
                <c:pt idx="2">
                  <c:v>4.5</c:v>
                </c:pt>
                <c:pt idx="3">
                  <c:v>4.5</c:v>
                </c:pt>
                <c:pt idx="4">
                  <c:v>4.4000000000000004</c:v>
                </c:pt>
                <c:pt idx="5">
                  <c:v>4.4000000000000004</c:v>
                </c:pt>
                <c:pt idx="6">
                  <c:v>4.4000000000000004</c:v>
                </c:pt>
                <c:pt idx="7">
                  <c:v>4.3</c:v>
                </c:pt>
                <c:pt idx="8">
                  <c:v>4.2</c:v>
                </c:pt>
                <c:pt idx="9">
                  <c:v>4.0999999999999996</c:v>
                </c:pt>
                <c:pt idx="10">
                  <c:v>4</c:v>
                </c:pt>
                <c:pt idx="11">
                  <c:v>4</c:v>
                </c:pt>
                <c:pt idx="12">
                  <c:v>3.9</c:v>
                </c:pt>
                <c:pt idx="13">
                  <c:v>3.9</c:v>
                </c:pt>
                <c:pt idx="14">
                  <c:v>4</c:v>
                </c:pt>
                <c:pt idx="15">
                  <c:v>4.4000000000000004</c:v>
                </c:pt>
                <c:pt idx="16">
                  <c:v>4.5999999999999996</c:v>
                </c:pt>
                <c:pt idx="17">
                  <c:v>4.7</c:v>
                </c:pt>
                <c:pt idx="18">
                  <c:v>4.7</c:v>
                </c:pt>
                <c:pt idx="19">
                  <c:v>4.7</c:v>
                </c:pt>
                <c:pt idx="20">
                  <c:v>4.7</c:v>
                </c:pt>
                <c:pt idx="21">
                  <c:v>4.7</c:v>
                </c:pt>
                <c:pt idx="22">
                  <c:v>4.5999999999999996</c:v>
                </c:pt>
                <c:pt idx="23">
                  <c:v>4.5999999999999996</c:v>
                </c:pt>
                <c:pt idx="24">
                  <c:v>4.5999999999999996</c:v>
                </c:pt>
                <c:pt idx="25">
                  <c:v>4.5</c:v>
                </c:pt>
                <c:pt idx="26">
                  <c:v>4.5</c:v>
                </c:pt>
                <c:pt idx="27">
                  <c:v>4.5</c:v>
                </c:pt>
                <c:pt idx="28">
                  <c:v>4.5</c:v>
                </c:pt>
              </c:numCache>
              <c:extLst/>
            </c:numRef>
          </c:val>
          <c:smooth val="0"/>
          <c:extLst>
            <c:ext xmlns:c16="http://schemas.microsoft.com/office/drawing/2014/chart" uri="{C3380CC4-5D6E-409C-BE32-E72D297353CC}">
              <c16:uniqueId val="{00000001-F846-4560-B116-0FF7799757F1}"/>
            </c:ext>
          </c:extLst>
        </c:ser>
        <c:ser>
          <c:idx val="2"/>
          <c:order val="2"/>
          <c:tx>
            <c:strRef>
              <c:f>Sheet1!$E$1</c:f>
              <c:strCache>
                <c:ptCount val="1"/>
                <c:pt idx="0">
                  <c:v>물류 Cap.Rate</c:v>
                </c:pt>
              </c:strCache>
            </c:strRef>
          </c:tx>
          <c:spPr>
            <a:ln>
              <a:noFill/>
            </a:ln>
          </c:spPr>
          <c:marker>
            <c:symbol val="circle"/>
            <c:size val="2"/>
            <c:spPr>
              <a:solidFill>
                <a:srgbClr val="7A2E45"/>
              </a:solidFill>
              <a:ln w="3175">
                <a:solidFill>
                  <a:srgbClr val="7A2E45"/>
                </a:solidFill>
              </a:ln>
            </c:spPr>
          </c:marker>
          <c:cat>
            <c:multiLvlStrRef>
              <c:f>Sheet1!$A$2:$B$42</c:f>
              <c:multiLvlStrCache>
                <c:ptCount val="29"/>
                <c:lvl>
                  <c:pt idx="0">
                    <c:v>Q1</c:v>
                  </c:pt>
                  <c:pt idx="1">
                    <c:v>Q2</c:v>
                  </c:pt>
                  <c:pt idx="2">
                    <c:v>Q3</c:v>
                  </c:pt>
                  <c:pt idx="3">
                    <c:v>Q4</c:v>
                  </c:pt>
                  <c:pt idx="4">
                    <c:v>Q1</c:v>
                  </c:pt>
                  <c:pt idx="5">
                    <c:v>Q2</c:v>
                  </c:pt>
                  <c:pt idx="6">
                    <c:v>Q3</c:v>
                  </c:pt>
                  <c:pt idx="7">
                    <c:v>Q4</c:v>
                  </c:pt>
                  <c:pt idx="8">
                    <c:v>Q1</c:v>
                  </c:pt>
                  <c:pt idx="9">
                    <c:v>Q2</c:v>
                  </c:pt>
                  <c:pt idx="10">
                    <c:v>Q3</c:v>
                  </c:pt>
                  <c:pt idx="11">
                    <c:v>Q4</c:v>
                  </c:pt>
                  <c:pt idx="12">
                    <c:v>Q1</c:v>
                  </c:pt>
                  <c:pt idx="13">
                    <c:v>Q2</c:v>
                  </c:pt>
                  <c:pt idx="14">
                    <c:v>Q3</c:v>
                  </c:pt>
                  <c:pt idx="15">
                    <c:v>Q4</c:v>
                  </c:pt>
                  <c:pt idx="16">
                    <c:v>Q1</c:v>
                  </c:pt>
                  <c:pt idx="17">
                    <c:v>Q2</c:v>
                  </c:pt>
                  <c:pt idx="18">
                    <c:v>Q3</c:v>
                  </c:pt>
                  <c:pt idx="19">
                    <c:v>Q4</c:v>
                  </c:pt>
                  <c:pt idx="20">
                    <c:v>Q1</c:v>
                  </c:pt>
                  <c:pt idx="21">
                    <c:v>Q2</c:v>
                  </c:pt>
                  <c:pt idx="22">
                    <c:v>Q3</c:v>
                  </c:pt>
                  <c:pt idx="23">
                    <c:v>Q4</c:v>
                  </c:pt>
                  <c:pt idx="24">
                    <c:v>Q1</c:v>
                  </c:pt>
                  <c:pt idx="25">
                    <c:v>Q2</c:v>
                  </c:pt>
                  <c:pt idx="26">
                    <c:v>Q3</c:v>
                  </c:pt>
                  <c:pt idx="27">
                    <c:v>Q4</c:v>
                  </c:pt>
                  <c:pt idx="28">
                    <c:v>Q1</c:v>
                  </c:pt>
                </c:lvl>
                <c:lvl>
                  <c:pt idx="0">
                    <c:v>2019</c:v>
                  </c:pt>
                  <c:pt idx="4">
                    <c:v>2020</c:v>
                  </c:pt>
                  <c:pt idx="8">
                    <c:v>2021</c:v>
                  </c:pt>
                  <c:pt idx="12">
                    <c:v>2022</c:v>
                  </c:pt>
                  <c:pt idx="16">
                    <c:v>2023</c:v>
                  </c:pt>
                  <c:pt idx="20">
                    <c:v>2024</c:v>
                  </c:pt>
                  <c:pt idx="24">
                    <c:v>2025</c:v>
                  </c:pt>
                  <c:pt idx="28">
                    <c:v>2026</c:v>
                  </c:pt>
                </c:lvl>
              </c:multiLvlStrCache>
              <c:extLst/>
            </c:multiLvlStrRef>
          </c:cat>
          <c:val>
            <c:numRef>
              <c:f>Sheet1!$E$2:$E$42</c:f>
              <c:numCache>
                <c:formatCode>General</c:formatCode>
                <c:ptCount val="29"/>
                <c:pt idx="0">
                  <c:v>6</c:v>
                </c:pt>
                <c:pt idx="1">
                  <c:v>5.8</c:v>
                </c:pt>
                <c:pt idx="2">
                  <c:v>5.6</c:v>
                </c:pt>
                <c:pt idx="3">
                  <c:v>5.5</c:v>
                </c:pt>
                <c:pt idx="4">
                  <c:v>5.4</c:v>
                </c:pt>
                <c:pt idx="5">
                  <c:v>5.2</c:v>
                </c:pt>
                <c:pt idx="6">
                  <c:v>5</c:v>
                </c:pt>
                <c:pt idx="7">
                  <c:v>4.8</c:v>
                </c:pt>
                <c:pt idx="8">
                  <c:v>4.7</c:v>
                </c:pt>
                <c:pt idx="9">
                  <c:v>4.5999999999999996</c:v>
                </c:pt>
                <c:pt idx="10">
                  <c:v>4.5</c:v>
                </c:pt>
                <c:pt idx="11">
                  <c:v>4.5</c:v>
                </c:pt>
                <c:pt idx="12">
                  <c:v>4.5</c:v>
                </c:pt>
                <c:pt idx="13">
                  <c:v>4.5999999999999996</c:v>
                </c:pt>
                <c:pt idx="14">
                  <c:v>4.8</c:v>
                </c:pt>
                <c:pt idx="15">
                  <c:v>5</c:v>
                </c:pt>
                <c:pt idx="16">
                  <c:v>5.2</c:v>
                </c:pt>
                <c:pt idx="17">
                  <c:v>5.3</c:v>
                </c:pt>
                <c:pt idx="18">
                  <c:v>5.4</c:v>
                </c:pt>
                <c:pt idx="19">
                  <c:v>5.5</c:v>
                </c:pt>
                <c:pt idx="20">
                  <c:v>5.5</c:v>
                </c:pt>
                <c:pt idx="21">
                  <c:v>5.6</c:v>
                </c:pt>
                <c:pt idx="22">
                  <c:v>5.6</c:v>
                </c:pt>
                <c:pt idx="23">
                  <c:v>5.6</c:v>
                </c:pt>
                <c:pt idx="24">
                  <c:v>5.5</c:v>
                </c:pt>
                <c:pt idx="25">
                  <c:v>5.5</c:v>
                </c:pt>
                <c:pt idx="26">
                  <c:v>5.6</c:v>
                </c:pt>
                <c:pt idx="27">
                  <c:v>5.6</c:v>
                </c:pt>
                <c:pt idx="28">
                  <c:v>5.7</c:v>
                </c:pt>
              </c:numCache>
              <c:extLst/>
            </c:numRef>
          </c:val>
          <c:smooth val="0"/>
          <c:extLst>
            <c:ext xmlns:c16="http://schemas.microsoft.com/office/drawing/2014/chart" uri="{C3380CC4-5D6E-409C-BE32-E72D297353CC}">
              <c16:uniqueId val="{00000003-F846-4560-B116-0FF7799757F1}"/>
            </c:ext>
          </c:extLst>
        </c:ser>
        <c:dLbls>
          <c:showLegendKey val="0"/>
          <c:showVal val="0"/>
          <c:showCatName val="0"/>
          <c:showSerName val="0"/>
          <c:showPercent val="0"/>
          <c:showBubbleSize val="0"/>
        </c:dLbls>
        <c:smooth val="0"/>
        <c:axId val="1"/>
        <c:axId val="2"/>
      </c:lineChart>
      <c:catAx>
        <c:axId val="1"/>
        <c:scaling>
          <c:orientation val="minMax"/>
        </c:scaling>
        <c:delete val="0"/>
        <c:axPos val="b"/>
        <c:numFmt formatCode="General" sourceLinked="0"/>
        <c:majorTickMark val="out"/>
        <c:minorTickMark val="none"/>
        <c:tickLblPos val="low"/>
        <c:txPr>
          <a:bodyPr/>
          <a:lstStyle/>
          <a:p>
            <a:pPr>
              <a:defRPr sz="800"/>
            </a:pPr>
            <a:endParaRPr lang="ko-KR"/>
          </a:p>
        </c:txPr>
        <c:crossAx val="2"/>
        <c:crosses val="autoZero"/>
        <c:auto val="1"/>
        <c:lblAlgn val="ctr"/>
        <c:lblOffset val="100"/>
        <c:noMultiLvlLbl val="0"/>
      </c:catAx>
      <c:valAx>
        <c:axId val="2"/>
        <c:scaling>
          <c:orientation val="minMax"/>
          <c:max val="7"/>
          <c:min val="0"/>
        </c:scaling>
        <c:delete val="0"/>
        <c:axPos val="l"/>
        <c:majorGridlines>
          <c:spPr>
            <a:ln w="9525">
              <a:solidFill>
                <a:srgbClr val="ECECEC"/>
              </a:solidFill>
            </a:ln>
          </c:spPr>
        </c:majorGridlines>
        <c:numFmt formatCode="0&quot;%&quot;" sourceLinked="0"/>
        <c:majorTickMark val="out"/>
        <c:minorTickMark val="none"/>
        <c:tickLblPos val="nextTo"/>
        <c:txPr>
          <a:bodyPr/>
          <a:lstStyle/>
          <a:p>
            <a:pPr>
              <a:defRPr sz="1000"/>
            </a:pPr>
            <a:endParaRPr lang="ko-KR"/>
          </a:p>
        </c:txPr>
        <c:crossAx val="1"/>
        <c:crosses val="autoZero"/>
        <c:crossBetween val="between"/>
        <c:majorUnit val="1"/>
      </c:valAx>
      <c:spPr>
        <a:noFill/>
        <a:ln>
          <a:noFill/>
        </a:ln>
      </c:spPr>
    </c:plotArea>
    <c:legend>
      <c:legendPos val="t"/>
      <c:layout>
        <c:manualLayout>
          <c:xMode val="edge"/>
          <c:yMode val="edge"/>
          <c:x val="3.5543409566514465E-2"/>
          <c:y val="3.2256384922806913E-2"/>
          <c:w val="0.89999995446771852"/>
          <c:h val="0.11421977434923167"/>
        </c:manualLayout>
      </c:layout>
      <c:overlay val="0"/>
      <c:txPr>
        <a:bodyPr/>
        <a:lstStyle/>
        <a:p>
          <a:pPr>
            <a:defRPr sz="1000">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legend>
    <c:plotVisOnly val="1"/>
    <c:dispBlanksAs val="gap"/>
    <c:showDLblsOverMax val="1"/>
  </c:chart>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v>기공급</c:v>
          </c:tx>
          <c:spPr>
            <a:solidFill>
              <a:srgbClr val="A6A6A6"/>
            </a:solidFill>
            <a:ln>
              <a:noFill/>
            </a:ln>
          </c:spPr>
          <c:invertIfNegative val="1"/>
          <c:dLbls>
            <c:dLbl>
              <c:idx val="7"/>
              <c:delete val="1"/>
              <c:extLst>
                <c:ext xmlns:c15="http://schemas.microsoft.com/office/drawing/2012/chart" uri="{CE6537A1-D6FC-4f65-9D91-7224C49458BB}"/>
                <c:ext xmlns:c16="http://schemas.microsoft.com/office/drawing/2014/chart" uri="{C3380CC4-5D6E-409C-BE32-E72D297353CC}">
                  <c16:uniqueId val="{0000000A-727F-40F5-84D7-4A8EA4199658}"/>
                </c:ext>
              </c:extLst>
            </c:dLbl>
            <c:dLbl>
              <c:idx val="8"/>
              <c:delete val="1"/>
              <c:extLst>
                <c:ext xmlns:c15="http://schemas.microsoft.com/office/drawing/2012/chart" uri="{CE6537A1-D6FC-4f65-9D91-7224C49458BB}"/>
                <c:ext xmlns:c16="http://schemas.microsoft.com/office/drawing/2014/chart" uri="{C3380CC4-5D6E-409C-BE32-E72D297353CC}">
                  <c16:uniqueId val="{0000000B-727F-40F5-84D7-4A8EA4199658}"/>
                </c:ext>
              </c:extLst>
            </c:dLbl>
            <c:dLbl>
              <c:idx val="9"/>
              <c:delete val="1"/>
              <c:extLst>
                <c:ext xmlns:c15="http://schemas.microsoft.com/office/drawing/2012/chart" uri="{CE6537A1-D6FC-4f65-9D91-7224C49458BB}"/>
                <c:ext xmlns:c16="http://schemas.microsoft.com/office/drawing/2014/chart" uri="{C3380CC4-5D6E-409C-BE32-E72D297353CC}">
                  <c16:uniqueId val="{0000000D-727F-40F5-84D7-4A8EA4199658}"/>
                </c:ext>
              </c:extLst>
            </c:dLbl>
            <c:spPr>
              <a:noFill/>
              <a:ln>
                <a:noFill/>
              </a:ln>
              <a:effectLst/>
            </c:sp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Lit>
              <c:ptCount val="10"/>
              <c:pt idx="0">
                <c:v>2019</c:v>
              </c:pt>
              <c:pt idx="1">
                <c:v>2020</c:v>
              </c:pt>
              <c:pt idx="2">
                <c:v>2021</c:v>
              </c:pt>
              <c:pt idx="3">
                <c:v>2022</c:v>
              </c:pt>
              <c:pt idx="4">
                <c:v>2023</c:v>
              </c:pt>
              <c:pt idx="5">
                <c:v>2024</c:v>
              </c:pt>
              <c:pt idx="6">
                <c:v>2025</c:v>
              </c:pt>
              <c:pt idx="7">
                <c:v>2026(F)</c:v>
              </c:pt>
              <c:pt idx="8">
                <c:v>2027(F)</c:v>
              </c:pt>
              <c:pt idx="9">
                <c:v>2028(F)</c:v>
              </c:pt>
            </c:strLit>
          </c:cat>
          <c:val>
            <c:numRef>
              <c:f>Sheet1!$A$1</c:f>
              <c:numCache>
                <c:formatCode>#,##0</c:formatCode>
                <c:ptCount val="10"/>
                <c:pt idx="0">
                  <c:v>2080</c:v>
                </c:pt>
                <c:pt idx="1">
                  <c:v>1650</c:v>
                </c:pt>
                <c:pt idx="2">
                  <c:v>2270</c:v>
                </c:pt>
                <c:pt idx="3">
                  <c:v>3830</c:v>
                </c:pt>
                <c:pt idx="4">
                  <c:v>5950</c:v>
                </c:pt>
                <c:pt idx="5">
                  <c:v>3780</c:v>
                </c:pt>
                <c:pt idx="6">
                  <c:v>1080</c:v>
                </c:pt>
                <c:pt idx="7">
                  <c:v>0</c:v>
                </c:pt>
                <c:pt idx="8">
                  <c:v>0</c:v>
                </c:pt>
                <c:pt idx="9">
                  <c:v>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2FD7-4264-B3EF-0204A71047CD}"/>
            </c:ext>
          </c:extLst>
        </c:ser>
        <c:ser>
          <c:idx val="1"/>
          <c:order val="1"/>
          <c:tx>
            <c:v>상온</c:v>
          </c:tx>
          <c:spPr>
            <a:solidFill>
              <a:srgbClr val="1A2740"/>
            </a:solidFill>
            <a:ln>
              <a:noFill/>
            </a:ln>
          </c:spPr>
          <c:invertIfNegative val="1"/>
          <c:dLbls>
            <c:dLbl>
              <c:idx val="0"/>
              <c:delete val="1"/>
              <c:extLst>
                <c:ext xmlns:c15="http://schemas.microsoft.com/office/drawing/2012/chart" uri="{CE6537A1-D6FC-4f65-9D91-7224C49458BB}"/>
                <c:ext xmlns:c16="http://schemas.microsoft.com/office/drawing/2014/chart" uri="{C3380CC4-5D6E-409C-BE32-E72D297353CC}">
                  <c16:uniqueId val="{00000009-727F-40F5-84D7-4A8EA4199658}"/>
                </c:ext>
              </c:extLst>
            </c:dLbl>
            <c:dLbl>
              <c:idx val="1"/>
              <c:delete val="1"/>
              <c:extLst>
                <c:ext xmlns:c15="http://schemas.microsoft.com/office/drawing/2012/chart" uri="{CE6537A1-D6FC-4f65-9D91-7224C49458BB}"/>
                <c:ext xmlns:c16="http://schemas.microsoft.com/office/drawing/2014/chart" uri="{C3380CC4-5D6E-409C-BE32-E72D297353CC}">
                  <c16:uniqueId val="{00000008-727F-40F5-84D7-4A8EA4199658}"/>
                </c:ext>
              </c:extLst>
            </c:dLbl>
            <c:dLbl>
              <c:idx val="2"/>
              <c:delete val="1"/>
              <c:extLst>
                <c:ext xmlns:c15="http://schemas.microsoft.com/office/drawing/2012/chart" uri="{CE6537A1-D6FC-4f65-9D91-7224C49458BB}"/>
                <c:ext xmlns:c16="http://schemas.microsoft.com/office/drawing/2014/chart" uri="{C3380CC4-5D6E-409C-BE32-E72D297353CC}">
                  <c16:uniqueId val="{00000007-727F-40F5-84D7-4A8EA4199658}"/>
                </c:ext>
              </c:extLst>
            </c:dLbl>
            <c:dLbl>
              <c:idx val="3"/>
              <c:delete val="1"/>
              <c:extLst>
                <c:ext xmlns:c15="http://schemas.microsoft.com/office/drawing/2012/chart" uri="{CE6537A1-D6FC-4f65-9D91-7224C49458BB}"/>
                <c:ext xmlns:c16="http://schemas.microsoft.com/office/drawing/2014/chart" uri="{C3380CC4-5D6E-409C-BE32-E72D297353CC}">
                  <c16:uniqueId val="{00000006-727F-40F5-84D7-4A8EA4199658}"/>
                </c:ext>
              </c:extLst>
            </c:dLbl>
            <c:dLbl>
              <c:idx val="4"/>
              <c:delete val="1"/>
              <c:extLst>
                <c:ext xmlns:c15="http://schemas.microsoft.com/office/drawing/2012/chart" uri="{CE6537A1-D6FC-4f65-9D91-7224C49458BB}"/>
                <c:ext xmlns:c16="http://schemas.microsoft.com/office/drawing/2014/chart" uri="{C3380CC4-5D6E-409C-BE32-E72D297353CC}">
                  <c16:uniqueId val="{00000005-727F-40F5-84D7-4A8EA4199658}"/>
                </c:ext>
              </c:extLst>
            </c:dLbl>
            <c:dLbl>
              <c:idx val="5"/>
              <c:delete val="1"/>
              <c:extLst>
                <c:ext xmlns:c15="http://schemas.microsoft.com/office/drawing/2012/chart" uri="{CE6537A1-D6FC-4f65-9D91-7224C49458BB}"/>
                <c:ext xmlns:c16="http://schemas.microsoft.com/office/drawing/2014/chart" uri="{C3380CC4-5D6E-409C-BE32-E72D297353CC}">
                  <c16:uniqueId val="{00000004-727F-40F5-84D7-4A8EA4199658}"/>
                </c:ext>
              </c:extLst>
            </c:dLbl>
            <c:dLbl>
              <c:idx val="6"/>
              <c:delete val="1"/>
              <c:extLst>
                <c:ext xmlns:c15="http://schemas.microsoft.com/office/drawing/2012/chart" uri="{CE6537A1-D6FC-4f65-9D91-7224C49458BB}"/>
                <c:ext xmlns:c16="http://schemas.microsoft.com/office/drawing/2014/chart" uri="{C3380CC4-5D6E-409C-BE32-E72D297353CC}">
                  <c16:uniqueId val="{00000003-727F-40F5-84D7-4A8EA4199658}"/>
                </c:ext>
              </c:extLst>
            </c:dLbl>
            <c:dLbl>
              <c:idx val="7"/>
              <c:spPr>
                <a:noFill/>
                <a:ln>
                  <a:noFill/>
                </a:ln>
                <a:effectLst/>
              </c:spPr>
              <c:txPr>
                <a:bodyPr wrap="square" lIns="38100" tIns="19050" rIns="38100" bIns="19050" anchor="ctr">
                  <a:spAutoFit/>
                </a:bodyPr>
                <a:lstStyle/>
                <a:p>
                  <a:pPr>
                    <a:defRPr>
                      <a:solidFill>
                        <a:schemeClr val="bg1"/>
                      </a:solidFill>
                    </a:defRPr>
                  </a:pPr>
                  <a:endParaRPr lang="ko-KR"/>
                </a:p>
              </c:txPr>
              <c:dLblPos val="ctr"/>
              <c:showLegendKey val="0"/>
              <c:showVal val="1"/>
              <c:showCatName val="0"/>
              <c:showSerName val="0"/>
              <c:showPercent val="0"/>
              <c:showBubbleSize val="0"/>
              <c:extLst>
                <c:ext xmlns:c16="http://schemas.microsoft.com/office/drawing/2014/chart" uri="{C3380CC4-5D6E-409C-BE32-E72D297353CC}">
                  <c16:uniqueId val="{0000000F-727F-40F5-84D7-4A8EA4199658}"/>
                </c:ext>
              </c:extLst>
            </c:dLbl>
            <c:dLbl>
              <c:idx val="8"/>
              <c:spPr>
                <a:noFill/>
                <a:ln>
                  <a:noFill/>
                </a:ln>
                <a:effectLst/>
              </c:spPr>
              <c:txPr>
                <a:bodyPr wrap="square" lIns="38100" tIns="19050" rIns="38100" bIns="19050" anchor="ctr">
                  <a:spAutoFit/>
                </a:bodyPr>
                <a:lstStyle/>
                <a:p>
                  <a:pPr>
                    <a:defRPr>
                      <a:solidFill>
                        <a:schemeClr val="bg1"/>
                      </a:solidFill>
                    </a:defRPr>
                  </a:pPr>
                  <a:endParaRPr lang="ko-KR"/>
                </a:p>
              </c:txPr>
              <c:dLblPos val="ctr"/>
              <c:showLegendKey val="0"/>
              <c:showVal val="1"/>
              <c:showCatName val="0"/>
              <c:showSerName val="0"/>
              <c:showPercent val="0"/>
              <c:showBubbleSize val="0"/>
              <c:extLst>
                <c:ext xmlns:c16="http://schemas.microsoft.com/office/drawing/2014/chart" uri="{C3380CC4-5D6E-409C-BE32-E72D297353CC}">
                  <c16:uniqueId val="{0000000E-727F-40F5-84D7-4A8EA4199658}"/>
                </c:ext>
              </c:extLst>
            </c:dLbl>
            <c:dLbl>
              <c:idx val="9"/>
              <c:layout>
                <c:manualLayout>
                  <c:x val="1.9580943147733745E-3"/>
                  <c:y val="-1.2678389684782288E-2"/>
                </c:manualLayout>
              </c:layout>
              <c:spPr>
                <a:noFill/>
                <a:ln>
                  <a:noFill/>
                </a:ln>
                <a:effectLst/>
              </c:spPr>
              <c:txPr>
                <a:bodyPr wrap="square" lIns="38100" tIns="19050" rIns="38100" bIns="19050" anchor="ctr">
                  <a:spAutoFit/>
                </a:bodyPr>
                <a:lstStyle/>
                <a:p>
                  <a:pPr>
                    <a:defRPr>
                      <a:solidFill>
                        <a:schemeClr val="bg1"/>
                      </a:solidFill>
                    </a:defRPr>
                  </a:pPr>
                  <a:endParaRPr lang="ko-KR"/>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727F-40F5-84D7-4A8EA4199658}"/>
                </c:ext>
              </c:extLst>
            </c:dLbl>
            <c:spPr>
              <a:noFill/>
              <a:ln>
                <a:noFill/>
              </a:ln>
              <a:effectLst/>
            </c:sp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Lit>
              <c:ptCount val="10"/>
              <c:pt idx="0">
                <c:v>2019</c:v>
              </c:pt>
              <c:pt idx="1">
                <c:v>2020</c:v>
              </c:pt>
              <c:pt idx="2">
                <c:v>2021</c:v>
              </c:pt>
              <c:pt idx="3">
                <c:v>2022</c:v>
              </c:pt>
              <c:pt idx="4">
                <c:v>2023</c:v>
              </c:pt>
              <c:pt idx="5">
                <c:v>2024</c:v>
              </c:pt>
              <c:pt idx="6">
                <c:v>2025</c:v>
              </c:pt>
              <c:pt idx="7">
                <c:v>2026(F)</c:v>
              </c:pt>
              <c:pt idx="8">
                <c:v>2027(F)</c:v>
              </c:pt>
              <c:pt idx="9">
                <c:v>2028(F)</c:v>
              </c:pt>
            </c:strLit>
          </c:cat>
          <c:val>
            <c:numRef>
              <c:f>Sheet1!$A$1</c:f>
              <c:numCache>
                <c:formatCode>#,##0</c:formatCode>
                <c:ptCount val="10"/>
                <c:pt idx="0">
                  <c:v>0</c:v>
                </c:pt>
                <c:pt idx="1">
                  <c:v>0</c:v>
                </c:pt>
                <c:pt idx="2">
                  <c:v>0</c:v>
                </c:pt>
                <c:pt idx="3">
                  <c:v>0</c:v>
                </c:pt>
                <c:pt idx="4">
                  <c:v>0</c:v>
                </c:pt>
                <c:pt idx="5">
                  <c:v>0</c:v>
                </c:pt>
                <c:pt idx="6">
                  <c:v>0</c:v>
                </c:pt>
                <c:pt idx="7">
                  <c:v>1380</c:v>
                </c:pt>
                <c:pt idx="8">
                  <c:v>1560</c:v>
                </c:pt>
                <c:pt idx="9">
                  <c:v>480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2FD7-4264-B3EF-0204A71047CD}"/>
            </c:ext>
          </c:extLst>
        </c:ser>
        <c:ser>
          <c:idx val="2"/>
          <c:order val="2"/>
          <c:tx>
            <c:v>저온</c:v>
          </c:tx>
          <c:spPr>
            <a:solidFill>
              <a:srgbClr val="5B9BD5"/>
            </a:solidFill>
            <a:ln>
              <a:noFill/>
            </a:ln>
          </c:spPr>
          <c:invertIfNegative val="1"/>
          <c:cat>
            <c:strLit>
              <c:ptCount val="10"/>
              <c:pt idx="0">
                <c:v>2019</c:v>
              </c:pt>
              <c:pt idx="1">
                <c:v>2020</c:v>
              </c:pt>
              <c:pt idx="2">
                <c:v>2021</c:v>
              </c:pt>
              <c:pt idx="3">
                <c:v>2022</c:v>
              </c:pt>
              <c:pt idx="4">
                <c:v>2023</c:v>
              </c:pt>
              <c:pt idx="5">
                <c:v>2024</c:v>
              </c:pt>
              <c:pt idx="6">
                <c:v>2025</c:v>
              </c:pt>
              <c:pt idx="7">
                <c:v>2026(F)</c:v>
              </c:pt>
              <c:pt idx="8">
                <c:v>2027(F)</c:v>
              </c:pt>
              <c:pt idx="9">
                <c:v>2028(F)</c:v>
              </c:pt>
            </c:strLit>
          </c:cat>
          <c:val>
            <c:numRef>
              <c:f>Sheet1!$A$1</c:f>
              <c:numCache>
                <c:formatCode>#,##0</c:formatCode>
                <c:ptCount val="10"/>
                <c:pt idx="0">
                  <c:v>0</c:v>
                </c:pt>
                <c:pt idx="1">
                  <c:v>0</c:v>
                </c:pt>
                <c:pt idx="2">
                  <c:v>0</c:v>
                </c:pt>
                <c:pt idx="3">
                  <c:v>0</c:v>
                </c:pt>
                <c:pt idx="4">
                  <c:v>0</c:v>
                </c:pt>
                <c:pt idx="5">
                  <c:v>0</c:v>
                </c:pt>
                <c:pt idx="6">
                  <c:v>0</c:v>
                </c:pt>
                <c:pt idx="7">
                  <c:v>220</c:v>
                </c:pt>
                <c:pt idx="8">
                  <c:v>230</c:v>
                </c:pt>
                <c:pt idx="9">
                  <c:v>90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2FD7-4264-B3EF-0204A71047CD}"/>
            </c:ext>
          </c:extLst>
        </c:ser>
        <c:dLbls>
          <c:showLegendKey val="0"/>
          <c:showVal val="0"/>
          <c:showCatName val="0"/>
          <c:showSerName val="0"/>
          <c:showPercent val="0"/>
          <c:showBubbleSize val="0"/>
        </c:dLbls>
        <c:gapWidth val="70"/>
        <c:overlap val="100"/>
        <c:axId val="1"/>
        <c:axId val="2"/>
      </c:barChart>
      <c:lineChart>
        <c:grouping val="standard"/>
        <c:varyColors val="0"/>
        <c:ser>
          <c:idx val="3"/>
          <c:order val="3"/>
          <c:tx>
            <c:v>누적공급량</c:v>
          </c:tx>
          <c:spPr>
            <a:ln w="19050" cap="rnd">
              <a:solidFill>
                <a:srgbClr val="4472C4"/>
              </a:solidFill>
              <a:round/>
            </a:ln>
          </c:spPr>
          <c:marker>
            <c:symbol val="circle"/>
            <c:size val="6"/>
            <c:spPr>
              <a:solidFill>
                <a:srgbClr val="FFFFFF"/>
              </a:solidFill>
              <a:ln w="12700">
                <a:solidFill>
                  <a:srgbClr val="4472C4"/>
                </a:solidFill>
              </a:ln>
            </c:spPr>
          </c:marker>
          <c:dLbls>
            <c:dLbl>
              <c:idx val="7"/>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727F-40F5-84D7-4A8EA4199658}"/>
                </c:ext>
              </c:extLst>
            </c:dLbl>
            <c:dLbl>
              <c:idx val="8"/>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727F-40F5-84D7-4A8EA4199658}"/>
                </c:ext>
              </c:extLst>
            </c:dLbl>
            <c:dLbl>
              <c:idx val="9"/>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727F-40F5-84D7-4A8EA4199658}"/>
                </c:ext>
              </c:extLst>
            </c:dLbl>
            <c:spPr>
              <a:noFill/>
              <a:ln>
                <a:noFill/>
              </a:ln>
              <a:effectLst/>
            </c:spPr>
            <c:dLblPos val="t"/>
            <c:showLegendKey val="0"/>
            <c:showVal val="0"/>
            <c:showCatName val="0"/>
            <c:showSerName val="0"/>
            <c:showPercent val="0"/>
            <c:showBubbleSize val="0"/>
            <c:extLst>
              <c:ext xmlns:c15="http://schemas.microsoft.com/office/drawing/2012/chart" uri="{CE6537A1-D6FC-4f65-9D91-7224C49458BB}">
                <c15:showLeaderLines val="1"/>
              </c:ext>
            </c:extLst>
          </c:dLbls>
          <c:cat>
            <c:strLit>
              <c:ptCount val="10"/>
              <c:pt idx="0">
                <c:v>2019</c:v>
              </c:pt>
              <c:pt idx="1">
                <c:v>2020</c:v>
              </c:pt>
              <c:pt idx="2">
                <c:v>2021</c:v>
              </c:pt>
              <c:pt idx="3">
                <c:v>2022</c:v>
              </c:pt>
              <c:pt idx="4">
                <c:v>2023</c:v>
              </c:pt>
              <c:pt idx="5">
                <c:v>2024</c:v>
              </c:pt>
              <c:pt idx="6">
                <c:v>2025</c:v>
              </c:pt>
              <c:pt idx="7">
                <c:v>2026(F)</c:v>
              </c:pt>
              <c:pt idx="8">
                <c:v>2027(F)</c:v>
              </c:pt>
              <c:pt idx="9">
                <c:v>2028(F)</c:v>
              </c:pt>
            </c:strLit>
          </c:cat>
          <c:val>
            <c:numRef>
              <c:f>Sheet1!$B$1</c:f>
              <c:numCache>
                <c:formatCode>#,##0</c:formatCode>
                <c:ptCount val="10"/>
                <c:pt idx="0">
                  <c:v>12000</c:v>
                </c:pt>
                <c:pt idx="1">
                  <c:v>13500</c:v>
                </c:pt>
                <c:pt idx="2">
                  <c:v>15000</c:v>
                </c:pt>
                <c:pt idx="3">
                  <c:v>17500</c:v>
                </c:pt>
                <c:pt idx="4">
                  <c:v>21000</c:v>
                </c:pt>
                <c:pt idx="5">
                  <c:v>27000</c:v>
                </c:pt>
                <c:pt idx="6">
                  <c:v>31000</c:v>
                </c:pt>
                <c:pt idx="7">
                  <c:v>32000</c:v>
                </c:pt>
                <c:pt idx="8">
                  <c:v>33500</c:v>
                </c:pt>
                <c:pt idx="9">
                  <c:v>35500</c:v>
                </c:pt>
              </c:numCache>
            </c:numRef>
          </c:val>
          <c:smooth val="0"/>
          <c:extLst>
            <c:ext xmlns:c16="http://schemas.microsoft.com/office/drawing/2014/chart" uri="{C3380CC4-5D6E-409C-BE32-E72D297353CC}">
              <c16:uniqueId val="{00000003-2FD7-4264-B3EF-0204A71047CD}"/>
            </c:ext>
          </c:extLst>
        </c:ser>
        <c:dLbls>
          <c:showLegendKey val="0"/>
          <c:showVal val="0"/>
          <c:showCatName val="0"/>
          <c:showSerName val="0"/>
          <c:showPercent val="0"/>
          <c:showBubbleSize val="0"/>
        </c:dLbls>
        <c:marker val="1"/>
        <c:smooth val="0"/>
        <c:axId val="3"/>
        <c:axId val="4"/>
      </c:lineChart>
      <c:catAx>
        <c:axId val="1"/>
        <c:scaling>
          <c:orientation val="minMax"/>
        </c:scaling>
        <c:delete val="0"/>
        <c:axPos val="b"/>
        <c:numFmt formatCode="General" sourceLinked="0"/>
        <c:majorTickMark val="none"/>
        <c:minorTickMark val="none"/>
        <c:tickLblPos val="low"/>
        <c:txPr>
          <a:bodyPr/>
          <a:lstStyle/>
          <a:p>
            <a:pPr>
              <a:defRPr sz="1000">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crossAx val="2"/>
        <c:crosses val="autoZero"/>
        <c:auto val="1"/>
        <c:lblAlgn val="ctr"/>
        <c:lblOffset val="100"/>
        <c:noMultiLvlLbl val="1"/>
      </c:catAx>
      <c:valAx>
        <c:axId val="2"/>
        <c:scaling>
          <c:orientation val="minMax"/>
          <c:max val="7000"/>
          <c:min val="0"/>
        </c:scaling>
        <c:delete val="0"/>
        <c:axPos val="l"/>
        <c:majorGridlines>
          <c:spPr>
            <a:ln w="9525">
              <a:solidFill>
                <a:srgbClr val="E6E6E6"/>
              </a:solidFill>
            </a:ln>
          </c:spPr>
        </c:majorGridlines>
        <c:numFmt formatCode="#,##0" sourceLinked="0"/>
        <c:majorTickMark val="out"/>
        <c:minorTickMark val="none"/>
        <c:tickLblPos val="nextTo"/>
        <c:txPr>
          <a:bodyPr/>
          <a:lstStyle/>
          <a:p>
            <a:pPr>
              <a:defRPr sz="100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crossAx val="1"/>
        <c:crosses val="autoZero"/>
        <c:crossBetween val="between"/>
        <c:majorUnit val="1000"/>
      </c:valAx>
      <c:valAx>
        <c:axId val="4"/>
        <c:scaling>
          <c:orientation val="minMax"/>
          <c:max val="40000"/>
          <c:min val="0"/>
        </c:scaling>
        <c:delete val="0"/>
        <c:axPos val="r"/>
        <c:numFmt formatCode="#,##0" sourceLinked="0"/>
        <c:majorTickMark val="out"/>
        <c:minorTickMark val="none"/>
        <c:tickLblPos val="nextTo"/>
        <c:txPr>
          <a:bodyPr/>
          <a:lstStyle/>
          <a:p>
            <a:pPr>
              <a:defRPr sz="100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crossAx val="3"/>
        <c:crosses val="max"/>
        <c:crossBetween val="between"/>
        <c:majorUnit val="5000"/>
      </c:valAx>
      <c:catAx>
        <c:axId val="3"/>
        <c:scaling>
          <c:orientation val="minMax"/>
        </c:scaling>
        <c:delete val="1"/>
        <c:axPos val="b"/>
        <c:numFmt formatCode="General" sourceLinked="1"/>
        <c:majorTickMark val="none"/>
        <c:minorTickMark val="none"/>
        <c:tickLblPos val="none"/>
        <c:crossAx val="4"/>
        <c:crosses val="autoZero"/>
        <c:auto val="1"/>
        <c:lblAlgn val="ctr"/>
        <c:lblOffset val="100"/>
        <c:noMultiLvlLbl val="1"/>
      </c:catAx>
    </c:plotArea>
    <c:legend>
      <c:legendPos val="b"/>
      <c:layout>
        <c:manualLayout>
          <c:xMode val="edge"/>
          <c:yMode val="edge"/>
          <c:x val="0.10175491504800105"/>
          <c:y val="5.3900626382331271E-2"/>
          <c:w val="0.47144635947096303"/>
          <c:h val="0.13468243379160222"/>
        </c:manualLayout>
      </c:layout>
      <c:overlay val="0"/>
      <c:txPr>
        <a:bodyPr/>
        <a:lstStyle/>
        <a:p>
          <a:pPr>
            <a:defRPr sz="1000">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legend>
    <c:plotVisOnly val="1"/>
    <c:dispBlanksAs val="gap"/>
    <c:showDLblsOverMax val="1"/>
  </c:char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withinLinearReversed" id="24">
  <a:schemeClr val="accent4"/>
</cs:colorStyle>
</file>

<file path=ppt/charts/colors3.xml><?xml version="1.0" encoding="utf-8"?>
<cs:colorStyle xmlns:cs="http://schemas.microsoft.com/office/drawing/2012/chartStyle" xmlns:a="http://schemas.openxmlformats.org/drawingml/2006/main" meth="withinLinearReversed" id="24">
  <a:schemeClr val="accent4"/>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3"/>
            <a:ext cx="2950529" cy="499033"/>
          </a:xfrm>
          <a:prstGeom prst="rect">
            <a:avLst/>
          </a:prstGeom>
        </p:spPr>
        <p:txBody>
          <a:bodyPr vert="horz" lIns="91536" tIns="45767" rIns="91536" bIns="45767" rtlCol="0"/>
          <a:lstStyle>
            <a:lvl1pPr algn="l">
              <a:defRPr sz="1200"/>
            </a:lvl1pPr>
          </a:lstStyle>
          <a:p>
            <a:endParaRPr lang="ko-KR" altLang="en-US">
              <a:latin typeface="KoPubWorld돋움체 Bold" panose="00000800000000000000" pitchFamily="2" charset="-127"/>
              <a:ea typeface="KoPubWorld돋움체 Bold" panose="00000800000000000000" pitchFamily="2" charset="-127"/>
            </a:endParaRPr>
          </a:p>
        </p:txBody>
      </p:sp>
      <p:sp>
        <p:nvSpPr>
          <p:cNvPr id="3" name="날짜 개체 틀 2"/>
          <p:cNvSpPr>
            <a:spLocks noGrp="1"/>
          </p:cNvSpPr>
          <p:nvPr>
            <p:ph type="dt" sz="quarter" idx="1"/>
          </p:nvPr>
        </p:nvSpPr>
        <p:spPr>
          <a:xfrm>
            <a:off x="3855082" y="3"/>
            <a:ext cx="2950529" cy="499033"/>
          </a:xfrm>
          <a:prstGeom prst="rect">
            <a:avLst/>
          </a:prstGeom>
        </p:spPr>
        <p:txBody>
          <a:bodyPr vert="horz" lIns="91536" tIns="45767" rIns="91536" bIns="45767" rtlCol="0"/>
          <a:lstStyle>
            <a:lvl1pPr algn="r">
              <a:defRPr sz="1200"/>
            </a:lvl1pPr>
          </a:lstStyle>
          <a:p>
            <a:fld id="{B3B3F390-6613-4BAA-9D69-173A9EE88975}" type="datetimeFigureOut">
              <a:rPr lang="ko-KR" altLang="en-US" smtClean="0">
                <a:latin typeface="KoPubWorld돋움체 Bold" panose="00000800000000000000" pitchFamily="2" charset="-127"/>
                <a:ea typeface="KoPubWorld돋움체 Bold" panose="00000800000000000000" pitchFamily="2" charset="-127"/>
              </a:rPr>
              <a:t>2026-08-12</a:t>
            </a:fld>
            <a:endParaRPr lang="ko-KR" altLang="en-US">
              <a:latin typeface="KoPubWorld돋움체 Bold" panose="00000800000000000000" pitchFamily="2" charset="-127"/>
              <a:ea typeface="KoPubWorld돋움체 Bold" panose="00000800000000000000" pitchFamily="2" charset="-127"/>
            </a:endParaRPr>
          </a:p>
        </p:txBody>
      </p:sp>
      <p:sp>
        <p:nvSpPr>
          <p:cNvPr id="4" name="바닥글 개체 틀 3"/>
          <p:cNvSpPr>
            <a:spLocks noGrp="1"/>
          </p:cNvSpPr>
          <p:nvPr>
            <p:ph type="ftr" sz="quarter" idx="2"/>
          </p:nvPr>
        </p:nvSpPr>
        <p:spPr>
          <a:xfrm>
            <a:off x="0" y="9440309"/>
            <a:ext cx="2950529" cy="499033"/>
          </a:xfrm>
          <a:prstGeom prst="rect">
            <a:avLst/>
          </a:prstGeom>
        </p:spPr>
        <p:txBody>
          <a:bodyPr vert="horz" lIns="91536" tIns="45767" rIns="91536" bIns="45767" rtlCol="0" anchor="b"/>
          <a:lstStyle>
            <a:lvl1pPr algn="l">
              <a:defRPr sz="1200"/>
            </a:lvl1pPr>
          </a:lstStyle>
          <a:p>
            <a:endParaRPr lang="ko-KR" altLang="en-US">
              <a:latin typeface="KoPubWorld돋움체 Bold" panose="00000800000000000000" pitchFamily="2" charset="-127"/>
              <a:ea typeface="KoPubWorld돋움체 Bold" panose="00000800000000000000" pitchFamily="2" charset="-127"/>
            </a:endParaRPr>
          </a:p>
        </p:txBody>
      </p:sp>
      <p:sp>
        <p:nvSpPr>
          <p:cNvPr id="5" name="슬라이드 번호 개체 틀 4"/>
          <p:cNvSpPr>
            <a:spLocks noGrp="1"/>
          </p:cNvSpPr>
          <p:nvPr>
            <p:ph type="sldNum" sz="quarter" idx="3"/>
          </p:nvPr>
        </p:nvSpPr>
        <p:spPr>
          <a:xfrm>
            <a:off x="3855082" y="9440309"/>
            <a:ext cx="2950529" cy="499033"/>
          </a:xfrm>
          <a:prstGeom prst="rect">
            <a:avLst/>
          </a:prstGeom>
        </p:spPr>
        <p:txBody>
          <a:bodyPr vert="horz" lIns="91536" tIns="45767" rIns="91536" bIns="45767" rtlCol="0" anchor="b"/>
          <a:lstStyle>
            <a:lvl1pPr algn="r">
              <a:defRPr sz="1200"/>
            </a:lvl1pPr>
          </a:lstStyle>
          <a:p>
            <a:fld id="{8EAD6D3B-F975-4577-9BE7-7EA334E8F2CF}" type="slidenum">
              <a:rPr lang="ko-KR" altLang="en-US" smtClean="0">
                <a:latin typeface="KoPubWorld돋움체 Bold" panose="00000800000000000000" pitchFamily="2" charset="-127"/>
                <a:ea typeface="KoPubWorld돋움체 Bold" panose="00000800000000000000" pitchFamily="2" charset="-127"/>
              </a:rPr>
              <a:t>‹#›</a:t>
            </a:fld>
            <a:endParaRPr lang="ko-KR" altLang="en-US">
              <a:latin typeface="KoPubWorld돋움체 Bold" panose="00000800000000000000" pitchFamily="2" charset="-127"/>
              <a:ea typeface="KoPubWorld돋움체 Bold" panose="00000800000000000000" pitchFamily="2" charset="-127"/>
            </a:endParaRPr>
          </a:p>
        </p:txBody>
      </p:sp>
    </p:spTree>
    <p:extLst>
      <p:ext uri="{BB962C8B-B14F-4D97-AF65-F5344CB8AC3E}">
        <p14:creationId xmlns:p14="http://schemas.microsoft.com/office/powerpoint/2010/main" val="38187102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8" y="4"/>
            <a:ext cx="2949786" cy="496966"/>
          </a:xfrm>
          <a:prstGeom prst="rect">
            <a:avLst/>
          </a:prstGeom>
        </p:spPr>
        <p:txBody>
          <a:bodyPr vert="horz" lIns="91518" tIns="45759" rIns="91518" bIns="45759" rtlCol="0"/>
          <a:lstStyle>
            <a:lvl1pPr algn="l">
              <a:defRPr sz="1200">
                <a:latin typeface="KoPubWorld돋움체 Bold" panose="00000800000000000000" pitchFamily="2" charset="-127"/>
                <a:ea typeface="KoPubWorld돋움체 Bold" panose="00000800000000000000" pitchFamily="2" charset="-127"/>
              </a:defRPr>
            </a:lvl1pPr>
          </a:lstStyle>
          <a:p>
            <a:endParaRPr lang="ko-KR" altLang="en-US"/>
          </a:p>
        </p:txBody>
      </p:sp>
      <p:sp>
        <p:nvSpPr>
          <p:cNvPr id="3" name="날짜 개체 틀 2"/>
          <p:cNvSpPr>
            <a:spLocks noGrp="1"/>
          </p:cNvSpPr>
          <p:nvPr>
            <p:ph type="dt" idx="1"/>
          </p:nvPr>
        </p:nvSpPr>
        <p:spPr>
          <a:xfrm>
            <a:off x="3855847" y="4"/>
            <a:ext cx="2949786" cy="496966"/>
          </a:xfrm>
          <a:prstGeom prst="rect">
            <a:avLst/>
          </a:prstGeom>
        </p:spPr>
        <p:txBody>
          <a:bodyPr vert="horz" lIns="91518" tIns="45759" rIns="91518" bIns="45759" rtlCol="0"/>
          <a:lstStyle>
            <a:lvl1pPr algn="r">
              <a:defRPr sz="1200">
                <a:latin typeface="KoPubWorld돋움체 Bold" panose="00000800000000000000" pitchFamily="2" charset="-127"/>
                <a:ea typeface="KoPubWorld돋움체 Bold" panose="00000800000000000000" pitchFamily="2" charset="-127"/>
              </a:defRPr>
            </a:lvl1pPr>
          </a:lstStyle>
          <a:p>
            <a:fld id="{5C657A66-7FD2-4757-A30E-DD765D01DE0F}" type="datetimeFigureOut">
              <a:rPr lang="ko-KR" altLang="en-US" smtClean="0"/>
              <a:pPr/>
              <a:t>2026-08-12</a:t>
            </a:fld>
            <a:endParaRPr lang="ko-KR" altLang="en-US"/>
          </a:p>
        </p:txBody>
      </p:sp>
      <p:sp>
        <p:nvSpPr>
          <p:cNvPr id="4" name="슬라이드 이미지 개체 틀 3"/>
          <p:cNvSpPr>
            <a:spLocks noGrp="1" noRot="1" noChangeAspect="1"/>
          </p:cNvSpPr>
          <p:nvPr>
            <p:ph type="sldImg" idx="2"/>
          </p:nvPr>
        </p:nvSpPr>
        <p:spPr>
          <a:xfrm>
            <a:off x="768350" y="744538"/>
            <a:ext cx="5270500" cy="3727450"/>
          </a:xfrm>
          <a:prstGeom prst="rect">
            <a:avLst/>
          </a:prstGeom>
          <a:noFill/>
          <a:ln w="12700">
            <a:solidFill>
              <a:prstClr val="black"/>
            </a:solidFill>
          </a:ln>
        </p:spPr>
        <p:txBody>
          <a:bodyPr vert="horz" lIns="91518" tIns="45759" rIns="91518" bIns="45759" rtlCol="0" anchor="ctr"/>
          <a:lstStyle/>
          <a:p>
            <a:endParaRPr lang="ko-KR" altLang="en-US" dirty="0"/>
          </a:p>
        </p:txBody>
      </p:sp>
      <p:sp>
        <p:nvSpPr>
          <p:cNvPr id="5" name="슬라이드 노트 개체 틀 4"/>
          <p:cNvSpPr>
            <a:spLocks noGrp="1"/>
          </p:cNvSpPr>
          <p:nvPr>
            <p:ph type="body" sz="quarter" idx="3"/>
          </p:nvPr>
        </p:nvSpPr>
        <p:spPr>
          <a:xfrm>
            <a:off x="680720" y="4721191"/>
            <a:ext cx="5445760" cy="4472702"/>
          </a:xfrm>
          <a:prstGeom prst="rect">
            <a:avLst/>
          </a:prstGeom>
        </p:spPr>
        <p:txBody>
          <a:bodyPr vert="horz" lIns="91518" tIns="45759" rIns="91518" bIns="45759" rtlCol="0"/>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6" name="바닥글 개체 틀 5"/>
          <p:cNvSpPr>
            <a:spLocks noGrp="1"/>
          </p:cNvSpPr>
          <p:nvPr>
            <p:ph type="ftr" sz="quarter" idx="4"/>
          </p:nvPr>
        </p:nvSpPr>
        <p:spPr>
          <a:xfrm>
            <a:off x="8" y="9440650"/>
            <a:ext cx="2949786" cy="496966"/>
          </a:xfrm>
          <a:prstGeom prst="rect">
            <a:avLst/>
          </a:prstGeom>
        </p:spPr>
        <p:txBody>
          <a:bodyPr vert="horz" lIns="91518" tIns="45759" rIns="91518" bIns="45759" rtlCol="0" anchor="b"/>
          <a:lstStyle>
            <a:lvl1pPr algn="l">
              <a:defRPr sz="1200">
                <a:latin typeface="KoPubWorld돋움체 Bold" panose="00000800000000000000" pitchFamily="2" charset="-127"/>
                <a:ea typeface="KoPubWorld돋움체 Bold" panose="00000800000000000000" pitchFamily="2" charset="-127"/>
              </a:defRPr>
            </a:lvl1pPr>
          </a:lstStyle>
          <a:p>
            <a:endParaRPr lang="ko-KR" altLang="en-US"/>
          </a:p>
        </p:txBody>
      </p:sp>
      <p:sp>
        <p:nvSpPr>
          <p:cNvPr id="7" name="슬라이드 번호 개체 틀 6"/>
          <p:cNvSpPr>
            <a:spLocks noGrp="1"/>
          </p:cNvSpPr>
          <p:nvPr>
            <p:ph type="sldNum" sz="quarter" idx="5"/>
          </p:nvPr>
        </p:nvSpPr>
        <p:spPr>
          <a:xfrm>
            <a:off x="3855847" y="9440650"/>
            <a:ext cx="2949786" cy="496966"/>
          </a:xfrm>
          <a:prstGeom prst="rect">
            <a:avLst/>
          </a:prstGeom>
        </p:spPr>
        <p:txBody>
          <a:bodyPr vert="horz" lIns="91518" tIns="45759" rIns="91518" bIns="45759" rtlCol="0" anchor="b"/>
          <a:lstStyle>
            <a:lvl1pPr algn="r">
              <a:defRPr sz="1200">
                <a:latin typeface="KoPubWorld돋움체 Bold" panose="00000800000000000000" pitchFamily="2" charset="-127"/>
                <a:ea typeface="KoPubWorld돋움체 Bold" panose="00000800000000000000" pitchFamily="2" charset="-127"/>
              </a:defRPr>
            </a:lvl1pPr>
          </a:lstStyle>
          <a:p>
            <a:fld id="{2B8DFE68-44DA-46E6-B8A3-9F09BDCA52AB}" type="slidenum">
              <a:rPr lang="ko-KR" altLang="en-US" smtClean="0"/>
              <a:pPr/>
              <a:t>‹#›</a:t>
            </a:fld>
            <a:endParaRPr lang="ko-KR" altLang="en-US"/>
          </a:p>
        </p:txBody>
      </p:sp>
    </p:spTree>
    <p:extLst>
      <p:ext uri="{BB962C8B-B14F-4D97-AF65-F5344CB8AC3E}">
        <p14:creationId xmlns:p14="http://schemas.microsoft.com/office/powerpoint/2010/main" val="3526351421"/>
      </p:ext>
    </p:extLst>
  </p:cSld>
  <p:clrMap bg1="lt1" tx1="dk1" bg2="lt2" tx2="dk2" accent1="accent1" accent2="accent2" accent3="accent3" accent4="accent4" accent5="accent5" accent6="accent6" hlink="hlink" folHlink="folHlink"/>
  <p:notesStyle>
    <a:lvl1pPr marL="0" algn="l" defTabSz="994986" rtl="0" eaLnBrk="1" latinLnBrk="1" hangingPunct="1">
      <a:defRPr sz="1305" kern="1200">
        <a:solidFill>
          <a:schemeClr val="tx1"/>
        </a:solidFill>
        <a:latin typeface="KoPubWorld돋움체 Bold" panose="00000800000000000000" pitchFamily="2" charset="-127"/>
        <a:ea typeface="KoPubWorld돋움체 Bold" panose="00000800000000000000" pitchFamily="2" charset="-127"/>
        <a:cs typeface="+mn-cs"/>
      </a:defRPr>
    </a:lvl1pPr>
    <a:lvl2pPr marL="497495" algn="l" defTabSz="994986" rtl="0" eaLnBrk="1" latinLnBrk="1" hangingPunct="1">
      <a:defRPr sz="1305" kern="1200">
        <a:solidFill>
          <a:schemeClr val="tx1"/>
        </a:solidFill>
        <a:latin typeface="KoPubWorld돋움체 Bold" panose="00000800000000000000" pitchFamily="2" charset="-127"/>
        <a:ea typeface="KoPubWorld돋움체 Bold" panose="00000800000000000000" pitchFamily="2" charset="-127"/>
        <a:cs typeface="+mn-cs"/>
      </a:defRPr>
    </a:lvl2pPr>
    <a:lvl3pPr marL="994986" algn="l" defTabSz="994986" rtl="0" eaLnBrk="1" latinLnBrk="1" hangingPunct="1">
      <a:defRPr sz="1305" kern="1200">
        <a:solidFill>
          <a:schemeClr val="tx1"/>
        </a:solidFill>
        <a:latin typeface="KoPubWorld돋움체 Bold" panose="00000800000000000000" pitchFamily="2" charset="-127"/>
        <a:ea typeface="KoPubWorld돋움체 Bold" panose="00000800000000000000" pitchFamily="2" charset="-127"/>
        <a:cs typeface="+mn-cs"/>
      </a:defRPr>
    </a:lvl3pPr>
    <a:lvl4pPr marL="1492478" algn="l" defTabSz="994986" rtl="0" eaLnBrk="1" latinLnBrk="1" hangingPunct="1">
      <a:defRPr sz="1305" kern="1200">
        <a:solidFill>
          <a:schemeClr val="tx1"/>
        </a:solidFill>
        <a:latin typeface="KoPubWorld돋움체 Bold" panose="00000800000000000000" pitchFamily="2" charset="-127"/>
        <a:ea typeface="KoPubWorld돋움체 Bold" panose="00000800000000000000" pitchFamily="2" charset="-127"/>
        <a:cs typeface="+mn-cs"/>
      </a:defRPr>
    </a:lvl4pPr>
    <a:lvl5pPr marL="1989973" algn="l" defTabSz="994986" rtl="0" eaLnBrk="1" latinLnBrk="1" hangingPunct="1">
      <a:defRPr sz="1305" kern="1200">
        <a:solidFill>
          <a:schemeClr val="tx1"/>
        </a:solidFill>
        <a:latin typeface="KoPubWorld돋움체 Bold" panose="00000800000000000000" pitchFamily="2" charset="-127"/>
        <a:ea typeface="KoPubWorld돋움체 Bold" panose="00000800000000000000" pitchFamily="2" charset="-127"/>
        <a:cs typeface="+mn-cs"/>
      </a:defRPr>
    </a:lvl5pPr>
    <a:lvl6pPr marL="2487464" algn="l" defTabSz="994986" rtl="0" eaLnBrk="1" latinLnBrk="1" hangingPunct="1">
      <a:defRPr sz="1305" kern="1200">
        <a:solidFill>
          <a:schemeClr val="tx1"/>
        </a:solidFill>
        <a:latin typeface="+mn-lt"/>
        <a:ea typeface="+mn-ea"/>
        <a:cs typeface="+mn-cs"/>
      </a:defRPr>
    </a:lvl6pPr>
    <a:lvl7pPr marL="2984958" algn="l" defTabSz="994986" rtl="0" eaLnBrk="1" latinLnBrk="1" hangingPunct="1">
      <a:defRPr sz="1305" kern="1200">
        <a:solidFill>
          <a:schemeClr val="tx1"/>
        </a:solidFill>
        <a:latin typeface="+mn-lt"/>
        <a:ea typeface="+mn-ea"/>
        <a:cs typeface="+mn-cs"/>
      </a:defRPr>
    </a:lvl7pPr>
    <a:lvl8pPr marL="3482451" algn="l" defTabSz="994986" rtl="0" eaLnBrk="1" latinLnBrk="1" hangingPunct="1">
      <a:defRPr sz="1305" kern="1200">
        <a:solidFill>
          <a:schemeClr val="tx1"/>
        </a:solidFill>
        <a:latin typeface="+mn-lt"/>
        <a:ea typeface="+mn-ea"/>
        <a:cs typeface="+mn-cs"/>
      </a:defRPr>
    </a:lvl8pPr>
    <a:lvl9pPr marL="3979944" algn="l" defTabSz="994986" rtl="0" eaLnBrk="1" latinLnBrk="1" hangingPunct="1">
      <a:defRPr sz="1305"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1.xml"/><Relationship Id="rId5" Type="http://schemas.microsoft.com/office/2007/relationships/hdphoto" Target="../media/hdphoto1.wdp"/><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2.xml"/><Relationship Id="rId5" Type="http://schemas.microsoft.com/office/2007/relationships/hdphoto" Target="../media/hdphoto1.wdp"/><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3.xml"/><Relationship Id="rId5" Type="http://schemas.microsoft.com/office/2007/relationships/hdphoto" Target="../media/hdphoto1.wdp"/><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4.xml"/><Relationship Id="rId5" Type="http://schemas.microsoft.com/office/2007/relationships/hdphoto" Target="../media/hdphoto1.wdp"/><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5.xml"/><Relationship Id="rId5" Type="http://schemas.microsoft.com/office/2007/relationships/hdphoto" Target="../media/hdphoto1.wdp"/><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6.xml"/><Relationship Id="rId5" Type="http://schemas.microsoft.com/office/2007/relationships/hdphoto" Target="../media/hdphoto1.wdp"/><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7.xml"/><Relationship Id="rId5" Type="http://schemas.microsoft.com/office/2007/relationships/hdphoto" Target="../media/hdphoto1.wdp"/><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8.xml"/><Relationship Id="rId5" Type="http://schemas.microsoft.com/office/2007/relationships/hdphoto" Target="../media/hdphoto1.wdp"/><Relationship Id="rId4"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9.xml"/><Relationship Id="rId5" Type="http://schemas.microsoft.com/office/2007/relationships/hdphoto" Target="../media/hdphoto1.wdp"/><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10.xml"/><Relationship Id="rId5" Type="http://schemas.microsoft.com/office/2007/relationships/hdphoto" Target="../media/hdphoto1.wdp"/><Relationship Id="rId4"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11.xml"/><Relationship Id="rId5" Type="http://schemas.microsoft.com/office/2007/relationships/hdphoto" Target="../media/hdphoto1.wdp"/><Relationship Id="rId4"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12.xml"/><Relationship Id="rId5" Type="http://schemas.microsoft.com/office/2007/relationships/hdphoto" Target="../media/hdphoto1.wdp"/><Relationship Id="rId4"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Master" Target="../slideMasters/slideMaster2.xml"/><Relationship Id="rId1" Type="http://schemas.openxmlformats.org/officeDocument/2006/relationships/tags" Target="../tags/tag13.xml"/><Relationship Id="rId4" Type="http://schemas.openxmlformats.org/officeDocument/2006/relationships/image" Target="../media/image2.png"/></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Master" Target="../slideMasters/slideMaster2.xml"/><Relationship Id="rId1" Type="http://schemas.openxmlformats.org/officeDocument/2006/relationships/tags" Target="../tags/tag14.xml"/><Relationship Id="rId4" Type="http://schemas.openxmlformats.org/officeDocument/2006/relationships/image" Target="../media/image2.pn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Master" Target="../slideMasters/slideMaster2.xml"/><Relationship Id="rId1" Type="http://schemas.openxmlformats.org/officeDocument/2006/relationships/tags" Target="../tags/tag15.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2.xml"/><Relationship Id="rId1" Type="http://schemas.openxmlformats.org/officeDocument/2006/relationships/tags" Target="../tags/tag16.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2.xml"/><Relationship Id="rId1" Type="http://schemas.openxmlformats.org/officeDocument/2006/relationships/tags" Target="../tags/tag17.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2.xml"/><Relationship Id="rId1" Type="http://schemas.openxmlformats.org/officeDocument/2006/relationships/tags" Target="../tags/tag18.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Master" Target="../slideMasters/slideMaster2.xml"/><Relationship Id="rId1" Type="http://schemas.openxmlformats.org/officeDocument/2006/relationships/tags" Target="../tags/tag19.xml"/><Relationship Id="rId4" Type="http://schemas.openxmlformats.org/officeDocument/2006/relationships/image" Target="../media/image2.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Master" Target="../slideMasters/slideMaster2.xml"/><Relationship Id="rId1" Type="http://schemas.openxmlformats.org/officeDocument/2006/relationships/tags" Target="../tags/tag20.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smtClean="0"/>
              <a:t>8/12/2026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3488284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smtClean="0"/>
              <a:t>8/12/2026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9670376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4_사용자 지정 레이아웃">
    <p:spTree>
      <p:nvGrpSpPr>
        <p:cNvPr id="1" name=""/>
        <p:cNvGrpSpPr/>
        <p:nvPr/>
      </p:nvGrpSpPr>
      <p:grpSpPr>
        <a:xfrm>
          <a:off x="0" y="0"/>
          <a:ext cx="0" cy="0"/>
          <a:chOff x="0" y="0"/>
          <a:chExt cx="0" cy="0"/>
        </a:xfrm>
      </p:grpSpPr>
      <p:pic>
        <p:nvPicPr>
          <p:cNvPr id="3" name="그림 2"/>
          <p:cNvPicPr>
            <a:picLocks noChangeAspect="1"/>
          </p:cNvPicPr>
          <p:nvPr userDrawn="1"/>
        </p:nvPicPr>
        <p:blipFill rotWithShape="1">
          <a:blip r:embed="rId2"/>
          <a:srcRect l="18544" b="4354"/>
          <a:stretch/>
        </p:blipFill>
        <p:spPr>
          <a:xfrm>
            <a:off x="7788" y="4094632"/>
            <a:ext cx="4372862" cy="3465043"/>
          </a:xfrm>
          <a:prstGeom prst="rect">
            <a:avLst/>
          </a:prstGeom>
        </p:spPr>
      </p:pic>
      <p:cxnSp>
        <p:nvCxnSpPr>
          <p:cNvPr id="7" name="직선 연결선 6"/>
          <p:cNvCxnSpPr/>
          <p:nvPr userDrawn="1"/>
        </p:nvCxnSpPr>
        <p:spPr>
          <a:xfrm>
            <a:off x="660073" y="7173747"/>
            <a:ext cx="82532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9" name="그룹 8"/>
          <p:cNvGrpSpPr/>
          <p:nvPr userDrawn="1"/>
        </p:nvGrpSpPr>
        <p:grpSpPr>
          <a:xfrm>
            <a:off x="9276077" y="6972575"/>
            <a:ext cx="1110305" cy="316737"/>
            <a:chOff x="10506075" y="5289550"/>
            <a:chExt cx="1028701" cy="287338"/>
          </a:xfrm>
          <a:solidFill>
            <a:schemeClr val="bg1">
              <a:lumMod val="75000"/>
            </a:schemeClr>
          </a:solidFill>
        </p:grpSpPr>
        <p:sp>
          <p:nvSpPr>
            <p:cNvPr id="10" name="Freeform 5"/>
            <p:cNvSpPr>
              <a:spLocks noEditPoints="1"/>
            </p:cNvSpPr>
            <p:nvPr/>
          </p:nvSpPr>
          <p:spPr bwMode="auto">
            <a:xfrm>
              <a:off x="10585450"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5" y="0"/>
                    <a:pt x="0" y="6"/>
                    <a:pt x="0" y="13"/>
                  </a:cubicBezTo>
                  <a:cubicBezTo>
                    <a:pt x="0" y="20"/>
                    <a:pt x="5"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1" name="Freeform 6"/>
            <p:cNvSpPr>
              <a:spLocks noEditPoints="1"/>
            </p:cNvSpPr>
            <p:nvPr/>
          </p:nvSpPr>
          <p:spPr bwMode="auto">
            <a:xfrm>
              <a:off x="11071225"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6" y="0"/>
                    <a:pt x="0" y="6"/>
                    <a:pt x="0" y="13"/>
                  </a:cubicBezTo>
                  <a:cubicBezTo>
                    <a:pt x="0" y="20"/>
                    <a:pt x="6"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2" name="Freeform 7"/>
            <p:cNvSpPr>
              <a:spLocks/>
            </p:cNvSpPr>
            <p:nvPr/>
          </p:nvSpPr>
          <p:spPr bwMode="auto">
            <a:xfrm>
              <a:off x="10710863" y="5399088"/>
              <a:ext cx="65088" cy="63500"/>
            </a:xfrm>
            <a:custGeom>
              <a:avLst/>
              <a:gdLst>
                <a:gd name="T0" fmla="*/ 7 w 17"/>
                <a:gd name="T1" fmla="*/ 16 h 16"/>
                <a:gd name="T2" fmla="*/ 9 w 17"/>
                <a:gd name="T3" fmla="*/ 16 h 16"/>
                <a:gd name="T4" fmla="*/ 17 w 17"/>
                <a:gd name="T5" fmla="*/ 8 h 16"/>
                <a:gd name="T6" fmla="*/ 9 w 17"/>
                <a:gd name="T7" fmla="*/ 0 h 16"/>
                <a:gd name="T8" fmla="*/ 0 w 17"/>
                <a:gd name="T9" fmla="*/ 0 h 16"/>
                <a:gd name="T10" fmla="*/ 1 w 17"/>
                <a:gd name="T11" fmla="*/ 5 h 16"/>
                <a:gd name="T12" fmla="*/ 8 w 17"/>
                <a:gd name="T13" fmla="*/ 5 h 16"/>
                <a:gd name="T14" fmla="*/ 11 w 17"/>
                <a:gd name="T15" fmla="*/ 8 h 16"/>
                <a:gd name="T16" fmla="*/ 8 w 17"/>
                <a:gd name="T17" fmla="*/ 12 h 16"/>
                <a:gd name="T18" fmla="*/ 4 w 17"/>
                <a:gd name="T19" fmla="*/ 1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7" y="16"/>
                  </a:moveTo>
                  <a:cubicBezTo>
                    <a:pt x="9" y="16"/>
                    <a:pt x="9" y="16"/>
                    <a:pt x="9" y="16"/>
                  </a:cubicBezTo>
                  <a:cubicBezTo>
                    <a:pt x="14" y="16"/>
                    <a:pt x="17" y="13"/>
                    <a:pt x="17" y="8"/>
                  </a:cubicBezTo>
                  <a:cubicBezTo>
                    <a:pt x="17" y="4"/>
                    <a:pt x="14" y="0"/>
                    <a:pt x="9" y="0"/>
                  </a:cubicBezTo>
                  <a:cubicBezTo>
                    <a:pt x="0" y="0"/>
                    <a:pt x="0" y="0"/>
                    <a:pt x="0" y="0"/>
                  </a:cubicBezTo>
                  <a:cubicBezTo>
                    <a:pt x="1" y="5"/>
                    <a:pt x="1" y="5"/>
                    <a:pt x="1" y="5"/>
                  </a:cubicBezTo>
                  <a:cubicBezTo>
                    <a:pt x="8" y="5"/>
                    <a:pt x="8" y="5"/>
                    <a:pt x="8" y="5"/>
                  </a:cubicBezTo>
                  <a:cubicBezTo>
                    <a:pt x="10" y="5"/>
                    <a:pt x="11" y="7"/>
                    <a:pt x="11" y="8"/>
                  </a:cubicBezTo>
                  <a:cubicBezTo>
                    <a:pt x="11" y="10"/>
                    <a:pt x="10" y="12"/>
                    <a:pt x="8" y="12"/>
                  </a:cubicBezTo>
                  <a:cubicBezTo>
                    <a:pt x="4" y="12"/>
                    <a:pt x="4" y="12"/>
                    <a:pt x="4" y="1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3" name="Rectangle 8"/>
            <p:cNvSpPr>
              <a:spLocks noChangeArrowheads="1"/>
            </p:cNvSpPr>
            <p:nvPr/>
          </p:nvSpPr>
          <p:spPr bwMode="auto">
            <a:xfrm>
              <a:off x="10506075" y="5399088"/>
              <a:ext cx="23813"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4" name="Rectangle 9"/>
            <p:cNvSpPr>
              <a:spLocks noChangeArrowheads="1"/>
            </p:cNvSpPr>
            <p:nvPr/>
          </p:nvSpPr>
          <p:spPr bwMode="auto">
            <a:xfrm>
              <a:off x="10696575" y="5399088"/>
              <a:ext cx="22225"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5" name="Freeform 10"/>
            <p:cNvSpPr>
              <a:spLocks/>
            </p:cNvSpPr>
            <p:nvPr/>
          </p:nvSpPr>
          <p:spPr bwMode="auto">
            <a:xfrm>
              <a:off x="10877550" y="5399088"/>
              <a:ext cx="31750" cy="98425"/>
            </a:xfrm>
            <a:custGeom>
              <a:avLst/>
              <a:gdLst>
                <a:gd name="T0" fmla="*/ 15 w 20"/>
                <a:gd name="T1" fmla="*/ 62 h 62"/>
                <a:gd name="T2" fmla="*/ 0 w 20"/>
                <a:gd name="T3" fmla="*/ 62 h 62"/>
                <a:gd name="T4" fmla="*/ 5 w 20"/>
                <a:gd name="T5" fmla="*/ 0 h 62"/>
                <a:gd name="T6" fmla="*/ 20 w 20"/>
                <a:gd name="T7" fmla="*/ 0 h 62"/>
                <a:gd name="T8" fmla="*/ 15 w 20"/>
                <a:gd name="T9" fmla="*/ 62 h 62"/>
              </a:gdLst>
              <a:ahLst/>
              <a:cxnLst>
                <a:cxn ang="0">
                  <a:pos x="T0" y="T1"/>
                </a:cxn>
                <a:cxn ang="0">
                  <a:pos x="T2" y="T3"/>
                </a:cxn>
                <a:cxn ang="0">
                  <a:pos x="T4" y="T5"/>
                </a:cxn>
                <a:cxn ang="0">
                  <a:pos x="T6" y="T7"/>
                </a:cxn>
                <a:cxn ang="0">
                  <a:pos x="T8" y="T9"/>
                </a:cxn>
              </a:cxnLst>
              <a:rect l="0" t="0" r="r" b="b"/>
              <a:pathLst>
                <a:path w="20" h="62">
                  <a:moveTo>
                    <a:pt x="15" y="62"/>
                  </a:moveTo>
                  <a:lnTo>
                    <a:pt x="0" y="62"/>
                  </a:lnTo>
                  <a:lnTo>
                    <a:pt x="5" y="0"/>
                  </a:lnTo>
                  <a:lnTo>
                    <a:pt x="20" y="0"/>
                  </a:lnTo>
                  <a:lnTo>
                    <a:pt x="1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6" name="Rectangle 11"/>
            <p:cNvSpPr>
              <a:spLocks noChangeArrowheads="1"/>
            </p:cNvSpPr>
            <p:nvPr/>
          </p:nvSpPr>
          <p:spPr bwMode="auto">
            <a:xfrm>
              <a:off x="10806113" y="5457825"/>
              <a:ext cx="46038" cy="206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7" name="Freeform 12"/>
            <p:cNvSpPr>
              <a:spLocks/>
            </p:cNvSpPr>
            <p:nvPr/>
          </p:nvSpPr>
          <p:spPr bwMode="auto">
            <a:xfrm>
              <a:off x="10779125" y="5399088"/>
              <a:ext cx="61913" cy="98425"/>
            </a:xfrm>
            <a:custGeom>
              <a:avLst/>
              <a:gdLst>
                <a:gd name="T0" fmla="*/ 17 w 39"/>
                <a:gd name="T1" fmla="*/ 62 h 62"/>
                <a:gd name="T2" fmla="*/ 0 w 39"/>
                <a:gd name="T3" fmla="*/ 62 h 62"/>
                <a:gd name="T4" fmla="*/ 24 w 39"/>
                <a:gd name="T5" fmla="*/ 0 h 62"/>
                <a:gd name="T6" fmla="*/ 39 w 39"/>
                <a:gd name="T7" fmla="*/ 0 h 62"/>
                <a:gd name="T8" fmla="*/ 17 w 39"/>
                <a:gd name="T9" fmla="*/ 62 h 62"/>
              </a:gdLst>
              <a:ahLst/>
              <a:cxnLst>
                <a:cxn ang="0">
                  <a:pos x="T0" y="T1"/>
                </a:cxn>
                <a:cxn ang="0">
                  <a:pos x="T2" y="T3"/>
                </a:cxn>
                <a:cxn ang="0">
                  <a:pos x="T4" y="T5"/>
                </a:cxn>
                <a:cxn ang="0">
                  <a:pos x="T6" y="T7"/>
                </a:cxn>
                <a:cxn ang="0">
                  <a:pos x="T8" y="T9"/>
                </a:cxn>
              </a:cxnLst>
              <a:rect l="0" t="0" r="r" b="b"/>
              <a:pathLst>
                <a:path w="39" h="62">
                  <a:moveTo>
                    <a:pt x="17" y="62"/>
                  </a:moveTo>
                  <a:lnTo>
                    <a:pt x="0" y="62"/>
                  </a:lnTo>
                  <a:lnTo>
                    <a:pt x="24" y="0"/>
                  </a:lnTo>
                  <a:lnTo>
                    <a:pt x="39" y="0"/>
                  </a:lnTo>
                  <a:lnTo>
                    <a:pt x="17"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8" name="Freeform 13"/>
            <p:cNvSpPr>
              <a:spLocks/>
            </p:cNvSpPr>
            <p:nvPr/>
          </p:nvSpPr>
          <p:spPr bwMode="auto">
            <a:xfrm>
              <a:off x="10817225" y="5399088"/>
              <a:ext cx="57150" cy="98425"/>
            </a:xfrm>
            <a:custGeom>
              <a:avLst/>
              <a:gdLst>
                <a:gd name="T0" fmla="*/ 22 w 36"/>
                <a:gd name="T1" fmla="*/ 62 h 62"/>
                <a:gd name="T2" fmla="*/ 36 w 36"/>
                <a:gd name="T3" fmla="*/ 62 h 62"/>
                <a:gd name="T4" fmla="*/ 15 w 36"/>
                <a:gd name="T5" fmla="*/ 0 h 62"/>
                <a:gd name="T6" fmla="*/ 0 w 36"/>
                <a:gd name="T7" fmla="*/ 0 h 62"/>
                <a:gd name="T8" fmla="*/ 22 w 36"/>
                <a:gd name="T9" fmla="*/ 62 h 62"/>
              </a:gdLst>
              <a:ahLst/>
              <a:cxnLst>
                <a:cxn ang="0">
                  <a:pos x="T0" y="T1"/>
                </a:cxn>
                <a:cxn ang="0">
                  <a:pos x="T2" y="T3"/>
                </a:cxn>
                <a:cxn ang="0">
                  <a:pos x="T4" y="T5"/>
                </a:cxn>
                <a:cxn ang="0">
                  <a:pos x="T6" y="T7"/>
                </a:cxn>
                <a:cxn ang="0">
                  <a:pos x="T8" y="T9"/>
                </a:cxn>
              </a:cxnLst>
              <a:rect l="0" t="0" r="r" b="b"/>
              <a:pathLst>
                <a:path w="36" h="62">
                  <a:moveTo>
                    <a:pt x="22" y="62"/>
                  </a:moveTo>
                  <a:lnTo>
                    <a:pt x="36" y="62"/>
                  </a:lnTo>
                  <a:lnTo>
                    <a:pt x="15" y="0"/>
                  </a:lnTo>
                  <a:lnTo>
                    <a:pt x="0" y="0"/>
                  </a:lnTo>
                  <a:lnTo>
                    <a:pt x="22"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9" name="Freeform 14"/>
            <p:cNvSpPr>
              <a:spLocks/>
            </p:cNvSpPr>
            <p:nvPr/>
          </p:nvSpPr>
          <p:spPr bwMode="auto">
            <a:xfrm>
              <a:off x="10885488" y="5399088"/>
              <a:ext cx="49213" cy="98425"/>
            </a:xfrm>
            <a:custGeom>
              <a:avLst/>
              <a:gdLst>
                <a:gd name="T0" fmla="*/ 24 w 31"/>
                <a:gd name="T1" fmla="*/ 62 h 62"/>
                <a:gd name="T2" fmla="*/ 29 w 31"/>
                <a:gd name="T3" fmla="*/ 62 h 62"/>
                <a:gd name="T4" fmla="*/ 31 w 31"/>
                <a:gd name="T5" fmla="*/ 40 h 62"/>
                <a:gd name="T6" fmla="*/ 15 w 31"/>
                <a:gd name="T7" fmla="*/ 0 h 62"/>
                <a:gd name="T8" fmla="*/ 0 w 31"/>
                <a:gd name="T9" fmla="*/ 0 h 62"/>
                <a:gd name="T10" fmla="*/ 24 w 31"/>
                <a:gd name="T11" fmla="*/ 62 h 62"/>
              </a:gdLst>
              <a:ahLst/>
              <a:cxnLst>
                <a:cxn ang="0">
                  <a:pos x="T0" y="T1"/>
                </a:cxn>
                <a:cxn ang="0">
                  <a:pos x="T2" y="T3"/>
                </a:cxn>
                <a:cxn ang="0">
                  <a:pos x="T4" y="T5"/>
                </a:cxn>
                <a:cxn ang="0">
                  <a:pos x="T6" y="T7"/>
                </a:cxn>
                <a:cxn ang="0">
                  <a:pos x="T8" y="T9"/>
                </a:cxn>
                <a:cxn ang="0">
                  <a:pos x="T10" y="T11"/>
                </a:cxn>
              </a:cxnLst>
              <a:rect l="0" t="0" r="r" b="b"/>
              <a:pathLst>
                <a:path w="31" h="62">
                  <a:moveTo>
                    <a:pt x="24" y="62"/>
                  </a:moveTo>
                  <a:lnTo>
                    <a:pt x="29" y="62"/>
                  </a:lnTo>
                  <a:lnTo>
                    <a:pt x="31" y="40"/>
                  </a:lnTo>
                  <a:lnTo>
                    <a:pt x="15" y="0"/>
                  </a:lnTo>
                  <a:lnTo>
                    <a:pt x="0" y="0"/>
                  </a:lnTo>
                  <a:lnTo>
                    <a:pt x="24"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0" name="Freeform 15"/>
            <p:cNvSpPr>
              <a:spLocks/>
            </p:cNvSpPr>
            <p:nvPr/>
          </p:nvSpPr>
          <p:spPr bwMode="auto">
            <a:xfrm>
              <a:off x="10953750" y="5399088"/>
              <a:ext cx="30163" cy="98425"/>
            </a:xfrm>
            <a:custGeom>
              <a:avLst/>
              <a:gdLst>
                <a:gd name="T0" fmla="*/ 5 w 19"/>
                <a:gd name="T1" fmla="*/ 62 h 62"/>
                <a:gd name="T2" fmla="*/ 19 w 19"/>
                <a:gd name="T3" fmla="*/ 62 h 62"/>
                <a:gd name="T4" fmla="*/ 15 w 19"/>
                <a:gd name="T5" fmla="*/ 0 h 62"/>
                <a:gd name="T6" fmla="*/ 0 w 19"/>
                <a:gd name="T7" fmla="*/ 0 h 62"/>
                <a:gd name="T8" fmla="*/ 5 w 19"/>
                <a:gd name="T9" fmla="*/ 62 h 62"/>
              </a:gdLst>
              <a:ahLst/>
              <a:cxnLst>
                <a:cxn ang="0">
                  <a:pos x="T0" y="T1"/>
                </a:cxn>
                <a:cxn ang="0">
                  <a:pos x="T2" y="T3"/>
                </a:cxn>
                <a:cxn ang="0">
                  <a:pos x="T4" y="T5"/>
                </a:cxn>
                <a:cxn ang="0">
                  <a:pos x="T6" y="T7"/>
                </a:cxn>
                <a:cxn ang="0">
                  <a:pos x="T8" y="T9"/>
                </a:cxn>
              </a:cxnLst>
              <a:rect l="0" t="0" r="r" b="b"/>
              <a:pathLst>
                <a:path w="19" h="62">
                  <a:moveTo>
                    <a:pt x="5" y="62"/>
                  </a:moveTo>
                  <a:lnTo>
                    <a:pt x="19" y="62"/>
                  </a:lnTo>
                  <a:lnTo>
                    <a:pt x="15" y="0"/>
                  </a:lnTo>
                  <a:lnTo>
                    <a:pt x="0" y="0"/>
                  </a:lnTo>
                  <a:lnTo>
                    <a:pt x="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1" name="Freeform 16"/>
            <p:cNvSpPr>
              <a:spLocks/>
            </p:cNvSpPr>
            <p:nvPr/>
          </p:nvSpPr>
          <p:spPr bwMode="auto">
            <a:xfrm>
              <a:off x="10926763" y="5399088"/>
              <a:ext cx="50800" cy="98425"/>
            </a:xfrm>
            <a:custGeom>
              <a:avLst/>
              <a:gdLst>
                <a:gd name="T0" fmla="*/ 8 w 32"/>
                <a:gd name="T1" fmla="*/ 62 h 62"/>
                <a:gd name="T2" fmla="*/ 3 w 32"/>
                <a:gd name="T3" fmla="*/ 62 h 62"/>
                <a:gd name="T4" fmla="*/ 0 w 32"/>
                <a:gd name="T5" fmla="*/ 40 h 62"/>
                <a:gd name="T6" fmla="*/ 17 w 32"/>
                <a:gd name="T7" fmla="*/ 0 h 62"/>
                <a:gd name="T8" fmla="*/ 32 w 32"/>
                <a:gd name="T9" fmla="*/ 0 h 62"/>
                <a:gd name="T10" fmla="*/ 8 w 32"/>
                <a:gd name="T11" fmla="*/ 62 h 62"/>
              </a:gdLst>
              <a:ahLst/>
              <a:cxnLst>
                <a:cxn ang="0">
                  <a:pos x="T0" y="T1"/>
                </a:cxn>
                <a:cxn ang="0">
                  <a:pos x="T2" y="T3"/>
                </a:cxn>
                <a:cxn ang="0">
                  <a:pos x="T4" y="T5"/>
                </a:cxn>
                <a:cxn ang="0">
                  <a:pos x="T6" y="T7"/>
                </a:cxn>
                <a:cxn ang="0">
                  <a:pos x="T8" y="T9"/>
                </a:cxn>
                <a:cxn ang="0">
                  <a:pos x="T10" y="T11"/>
                </a:cxn>
              </a:cxnLst>
              <a:rect l="0" t="0" r="r" b="b"/>
              <a:pathLst>
                <a:path w="32" h="62">
                  <a:moveTo>
                    <a:pt x="8" y="62"/>
                  </a:moveTo>
                  <a:lnTo>
                    <a:pt x="3" y="62"/>
                  </a:lnTo>
                  <a:lnTo>
                    <a:pt x="0" y="40"/>
                  </a:lnTo>
                  <a:lnTo>
                    <a:pt x="17" y="0"/>
                  </a:lnTo>
                  <a:lnTo>
                    <a:pt x="32" y="0"/>
                  </a:lnTo>
                  <a:lnTo>
                    <a:pt x="8"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2" name="Freeform 17"/>
            <p:cNvSpPr>
              <a:spLocks/>
            </p:cNvSpPr>
            <p:nvPr/>
          </p:nvSpPr>
          <p:spPr bwMode="auto">
            <a:xfrm>
              <a:off x="10521950" y="5399088"/>
              <a:ext cx="63500" cy="50800"/>
            </a:xfrm>
            <a:custGeom>
              <a:avLst/>
              <a:gdLst>
                <a:gd name="T0" fmla="*/ 17 w 40"/>
                <a:gd name="T1" fmla="*/ 32 h 32"/>
                <a:gd name="T2" fmla="*/ 0 w 40"/>
                <a:gd name="T3" fmla="*/ 32 h 32"/>
                <a:gd name="T4" fmla="*/ 24 w 40"/>
                <a:gd name="T5" fmla="*/ 0 h 32"/>
                <a:gd name="T6" fmla="*/ 40 w 40"/>
                <a:gd name="T7" fmla="*/ 0 h 32"/>
                <a:gd name="T8" fmla="*/ 17 w 40"/>
                <a:gd name="T9" fmla="*/ 32 h 32"/>
              </a:gdLst>
              <a:ahLst/>
              <a:cxnLst>
                <a:cxn ang="0">
                  <a:pos x="T0" y="T1"/>
                </a:cxn>
                <a:cxn ang="0">
                  <a:pos x="T2" y="T3"/>
                </a:cxn>
                <a:cxn ang="0">
                  <a:pos x="T4" y="T5"/>
                </a:cxn>
                <a:cxn ang="0">
                  <a:pos x="T6" y="T7"/>
                </a:cxn>
                <a:cxn ang="0">
                  <a:pos x="T8" y="T9"/>
                </a:cxn>
              </a:cxnLst>
              <a:rect l="0" t="0" r="r" b="b"/>
              <a:pathLst>
                <a:path w="40" h="32">
                  <a:moveTo>
                    <a:pt x="17" y="32"/>
                  </a:moveTo>
                  <a:lnTo>
                    <a:pt x="0" y="32"/>
                  </a:lnTo>
                  <a:lnTo>
                    <a:pt x="24" y="0"/>
                  </a:lnTo>
                  <a:lnTo>
                    <a:pt x="40" y="0"/>
                  </a:lnTo>
                  <a:lnTo>
                    <a:pt x="17"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3" name="Freeform 18"/>
            <p:cNvSpPr>
              <a:spLocks/>
            </p:cNvSpPr>
            <p:nvPr/>
          </p:nvSpPr>
          <p:spPr bwMode="auto">
            <a:xfrm>
              <a:off x="10525125" y="5443538"/>
              <a:ext cx="65088" cy="53975"/>
            </a:xfrm>
            <a:custGeom>
              <a:avLst/>
              <a:gdLst>
                <a:gd name="T0" fmla="*/ 17 w 41"/>
                <a:gd name="T1" fmla="*/ 0 h 34"/>
                <a:gd name="T2" fmla="*/ 0 w 41"/>
                <a:gd name="T3" fmla="*/ 0 h 34"/>
                <a:gd name="T4" fmla="*/ 24 w 41"/>
                <a:gd name="T5" fmla="*/ 34 h 34"/>
                <a:gd name="T6" fmla="*/ 41 w 41"/>
                <a:gd name="T7" fmla="*/ 34 h 34"/>
                <a:gd name="T8" fmla="*/ 17 w 41"/>
                <a:gd name="T9" fmla="*/ 0 h 34"/>
              </a:gdLst>
              <a:ahLst/>
              <a:cxnLst>
                <a:cxn ang="0">
                  <a:pos x="T0" y="T1"/>
                </a:cxn>
                <a:cxn ang="0">
                  <a:pos x="T2" y="T3"/>
                </a:cxn>
                <a:cxn ang="0">
                  <a:pos x="T4" y="T5"/>
                </a:cxn>
                <a:cxn ang="0">
                  <a:pos x="T6" y="T7"/>
                </a:cxn>
                <a:cxn ang="0">
                  <a:pos x="T8" y="T9"/>
                </a:cxn>
              </a:cxnLst>
              <a:rect l="0" t="0" r="r" b="b"/>
              <a:pathLst>
                <a:path w="41" h="34">
                  <a:moveTo>
                    <a:pt x="17" y="0"/>
                  </a:moveTo>
                  <a:lnTo>
                    <a:pt x="0" y="0"/>
                  </a:lnTo>
                  <a:lnTo>
                    <a:pt x="24" y="34"/>
                  </a:lnTo>
                  <a:lnTo>
                    <a:pt x="41" y="34"/>
                  </a:lnTo>
                  <a:lnTo>
                    <a:pt x="1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4" name="Freeform 19"/>
            <p:cNvSpPr>
              <a:spLocks/>
            </p:cNvSpPr>
            <p:nvPr/>
          </p:nvSpPr>
          <p:spPr bwMode="auto">
            <a:xfrm>
              <a:off x="10726738" y="5446713"/>
              <a:ext cx="49213" cy="50800"/>
            </a:xfrm>
            <a:custGeom>
              <a:avLst/>
              <a:gdLst>
                <a:gd name="T0" fmla="*/ 14 w 31"/>
                <a:gd name="T1" fmla="*/ 0 h 32"/>
                <a:gd name="T2" fmla="*/ 0 w 31"/>
                <a:gd name="T3" fmla="*/ 0 h 32"/>
                <a:gd name="T4" fmla="*/ 14 w 31"/>
                <a:gd name="T5" fmla="*/ 32 h 32"/>
                <a:gd name="T6" fmla="*/ 31 w 31"/>
                <a:gd name="T7" fmla="*/ 32 h 32"/>
                <a:gd name="T8" fmla="*/ 14 w 31"/>
                <a:gd name="T9" fmla="*/ 0 h 32"/>
              </a:gdLst>
              <a:ahLst/>
              <a:cxnLst>
                <a:cxn ang="0">
                  <a:pos x="T0" y="T1"/>
                </a:cxn>
                <a:cxn ang="0">
                  <a:pos x="T2" y="T3"/>
                </a:cxn>
                <a:cxn ang="0">
                  <a:pos x="T4" y="T5"/>
                </a:cxn>
                <a:cxn ang="0">
                  <a:pos x="T6" y="T7"/>
                </a:cxn>
                <a:cxn ang="0">
                  <a:pos x="T8" y="T9"/>
                </a:cxn>
              </a:cxnLst>
              <a:rect l="0" t="0" r="r" b="b"/>
              <a:pathLst>
                <a:path w="31" h="32">
                  <a:moveTo>
                    <a:pt x="14" y="0"/>
                  </a:moveTo>
                  <a:lnTo>
                    <a:pt x="0" y="0"/>
                  </a:lnTo>
                  <a:lnTo>
                    <a:pt x="14" y="32"/>
                  </a:lnTo>
                  <a:lnTo>
                    <a:pt x="31" y="32"/>
                  </a:lnTo>
                  <a:lnTo>
                    <a:pt x="1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5" name="Freeform 20"/>
            <p:cNvSpPr>
              <a:spLocks/>
            </p:cNvSpPr>
            <p:nvPr/>
          </p:nvSpPr>
          <p:spPr bwMode="auto">
            <a:xfrm>
              <a:off x="10991850" y="5395913"/>
              <a:ext cx="79375" cy="101600"/>
            </a:xfrm>
            <a:custGeom>
              <a:avLst/>
              <a:gdLst>
                <a:gd name="T0" fmla="*/ 18 w 21"/>
                <a:gd name="T1" fmla="*/ 18 h 26"/>
                <a:gd name="T2" fmla="*/ 13 w 21"/>
                <a:gd name="T3" fmla="*/ 20 h 26"/>
                <a:gd name="T4" fmla="*/ 6 w 21"/>
                <a:gd name="T5" fmla="*/ 13 h 26"/>
                <a:gd name="T6" fmla="*/ 13 w 21"/>
                <a:gd name="T7" fmla="*/ 7 h 26"/>
                <a:gd name="T8" fmla="*/ 18 w 21"/>
                <a:gd name="T9" fmla="*/ 9 h 26"/>
                <a:gd name="T10" fmla="*/ 21 w 21"/>
                <a:gd name="T11" fmla="*/ 3 h 26"/>
                <a:gd name="T12" fmla="*/ 13 w 21"/>
                <a:gd name="T13" fmla="*/ 0 h 26"/>
                <a:gd name="T14" fmla="*/ 0 w 21"/>
                <a:gd name="T15" fmla="*/ 13 h 26"/>
                <a:gd name="T16" fmla="*/ 13 w 21"/>
                <a:gd name="T17" fmla="*/ 26 h 26"/>
                <a:gd name="T18" fmla="*/ 21 w 21"/>
                <a:gd name="T19" fmla="*/ 23 h 26"/>
                <a:gd name="T20" fmla="*/ 18 w 21"/>
                <a:gd name="T21" fmla="*/ 18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26">
                  <a:moveTo>
                    <a:pt x="18" y="18"/>
                  </a:moveTo>
                  <a:cubicBezTo>
                    <a:pt x="17" y="19"/>
                    <a:pt x="15" y="20"/>
                    <a:pt x="13" y="20"/>
                  </a:cubicBezTo>
                  <a:cubicBezTo>
                    <a:pt x="9" y="20"/>
                    <a:pt x="6" y="17"/>
                    <a:pt x="6" y="13"/>
                  </a:cubicBezTo>
                  <a:cubicBezTo>
                    <a:pt x="6" y="10"/>
                    <a:pt x="9" y="7"/>
                    <a:pt x="13" y="7"/>
                  </a:cubicBezTo>
                  <a:cubicBezTo>
                    <a:pt x="15" y="7"/>
                    <a:pt x="17" y="7"/>
                    <a:pt x="18" y="9"/>
                  </a:cubicBezTo>
                  <a:cubicBezTo>
                    <a:pt x="18" y="7"/>
                    <a:pt x="19" y="5"/>
                    <a:pt x="21" y="3"/>
                  </a:cubicBezTo>
                  <a:cubicBezTo>
                    <a:pt x="19" y="1"/>
                    <a:pt x="16" y="0"/>
                    <a:pt x="13" y="0"/>
                  </a:cubicBezTo>
                  <a:cubicBezTo>
                    <a:pt x="6" y="0"/>
                    <a:pt x="0" y="6"/>
                    <a:pt x="0" y="13"/>
                  </a:cubicBezTo>
                  <a:cubicBezTo>
                    <a:pt x="0" y="20"/>
                    <a:pt x="6" y="26"/>
                    <a:pt x="13" y="26"/>
                  </a:cubicBezTo>
                  <a:cubicBezTo>
                    <a:pt x="16" y="26"/>
                    <a:pt x="19" y="25"/>
                    <a:pt x="21" y="23"/>
                  </a:cubicBezTo>
                  <a:cubicBezTo>
                    <a:pt x="19" y="22"/>
                    <a:pt x="18" y="20"/>
                    <a:pt x="18"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6" name="Freeform 21"/>
            <p:cNvSpPr>
              <a:spLocks noEditPoints="1"/>
            </p:cNvSpPr>
            <p:nvPr/>
          </p:nvSpPr>
          <p:spPr bwMode="auto">
            <a:xfrm>
              <a:off x="10882313"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7" name="Freeform 22"/>
            <p:cNvSpPr>
              <a:spLocks/>
            </p:cNvSpPr>
            <p:nvPr/>
          </p:nvSpPr>
          <p:spPr bwMode="auto">
            <a:xfrm>
              <a:off x="10942638" y="5518150"/>
              <a:ext cx="34925" cy="58738"/>
            </a:xfrm>
            <a:custGeom>
              <a:avLst/>
              <a:gdLst>
                <a:gd name="T0" fmla="*/ 0 w 22"/>
                <a:gd name="T1" fmla="*/ 37 h 37"/>
                <a:gd name="T2" fmla="*/ 0 w 22"/>
                <a:gd name="T3" fmla="*/ 0 h 37"/>
                <a:gd name="T4" fmla="*/ 22 w 22"/>
                <a:gd name="T5" fmla="*/ 0 h 37"/>
                <a:gd name="T6" fmla="*/ 22 w 22"/>
                <a:gd name="T7" fmla="*/ 4 h 37"/>
                <a:gd name="T8" fmla="*/ 5 w 22"/>
                <a:gd name="T9" fmla="*/ 4 h 37"/>
                <a:gd name="T10" fmla="*/ 5 w 22"/>
                <a:gd name="T11" fmla="*/ 14 h 37"/>
                <a:gd name="T12" fmla="*/ 19 w 22"/>
                <a:gd name="T13" fmla="*/ 14 h 37"/>
                <a:gd name="T14" fmla="*/ 19 w 22"/>
                <a:gd name="T15" fmla="*/ 19 h 37"/>
                <a:gd name="T16" fmla="*/ 5 w 22"/>
                <a:gd name="T17" fmla="*/ 19 h 37"/>
                <a:gd name="T18" fmla="*/ 5 w 22"/>
                <a:gd name="T19" fmla="*/ 32 h 37"/>
                <a:gd name="T20" fmla="*/ 22 w 22"/>
                <a:gd name="T21" fmla="*/ 32 h 37"/>
                <a:gd name="T22" fmla="*/ 22 w 22"/>
                <a:gd name="T23" fmla="*/ 37 h 37"/>
                <a:gd name="T24" fmla="*/ 0 w 22"/>
                <a:gd name="T25"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 h="37">
                  <a:moveTo>
                    <a:pt x="0" y="37"/>
                  </a:moveTo>
                  <a:lnTo>
                    <a:pt x="0" y="0"/>
                  </a:lnTo>
                  <a:lnTo>
                    <a:pt x="22" y="0"/>
                  </a:lnTo>
                  <a:lnTo>
                    <a:pt x="22" y="4"/>
                  </a:lnTo>
                  <a:lnTo>
                    <a:pt x="5" y="4"/>
                  </a:lnTo>
                  <a:lnTo>
                    <a:pt x="5" y="14"/>
                  </a:lnTo>
                  <a:lnTo>
                    <a:pt x="19" y="14"/>
                  </a:lnTo>
                  <a:lnTo>
                    <a:pt x="19" y="19"/>
                  </a:lnTo>
                  <a:lnTo>
                    <a:pt x="5" y="19"/>
                  </a:lnTo>
                  <a:lnTo>
                    <a:pt x="5" y="32"/>
                  </a:lnTo>
                  <a:lnTo>
                    <a:pt x="22" y="32"/>
                  </a:lnTo>
                  <a:lnTo>
                    <a:pt x="22" y="37"/>
                  </a:lnTo>
                  <a:lnTo>
                    <a:pt x="0"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8" name="Rectangle 23"/>
            <p:cNvSpPr>
              <a:spLocks noChangeArrowheads="1"/>
            </p:cNvSpPr>
            <p:nvPr/>
          </p:nvSpPr>
          <p:spPr bwMode="auto">
            <a:xfrm>
              <a:off x="11002963" y="5518150"/>
              <a:ext cx="7938" cy="587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9" name="Freeform 24"/>
            <p:cNvSpPr>
              <a:spLocks/>
            </p:cNvSpPr>
            <p:nvPr/>
          </p:nvSpPr>
          <p:spPr bwMode="auto">
            <a:xfrm>
              <a:off x="11037888" y="5518150"/>
              <a:ext cx="33338" cy="58738"/>
            </a:xfrm>
            <a:custGeom>
              <a:avLst/>
              <a:gdLst>
                <a:gd name="T0" fmla="*/ 14 w 21"/>
                <a:gd name="T1" fmla="*/ 4 h 37"/>
                <a:gd name="T2" fmla="*/ 14 w 21"/>
                <a:gd name="T3" fmla="*/ 37 h 37"/>
                <a:gd name="T4" fmla="*/ 9 w 21"/>
                <a:gd name="T5" fmla="*/ 37 h 37"/>
                <a:gd name="T6" fmla="*/ 9 w 21"/>
                <a:gd name="T7" fmla="*/ 4 h 37"/>
                <a:gd name="T8" fmla="*/ 0 w 21"/>
                <a:gd name="T9" fmla="*/ 4 h 37"/>
                <a:gd name="T10" fmla="*/ 0 w 21"/>
                <a:gd name="T11" fmla="*/ 0 h 37"/>
                <a:gd name="T12" fmla="*/ 21 w 21"/>
                <a:gd name="T13" fmla="*/ 0 h 37"/>
                <a:gd name="T14" fmla="*/ 21 w 21"/>
                <a:gd name="T15" fmla="*/ 4 h 37"/>
                <a:gd name="T16" fmla="*/ 14 w 21"/>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 h="37">
                  <a:moveTo>
                    <a:pt x="14" y="4"/>
                  </a:moveTo>
                  <a:lnTo>
                    <a:pt x="14" y="37"/>
                  </a:lnTo>
                  <a:lnTo>
                    <a:pt x="9" y="37"/>
                  </a:lnTo>
                  <a:lnTo>
                    <a:pt x="9" y="4"/>
                  </a:lnTo>
                  <a:lnTo>
                    <a:pt x="0" y="4"/>
                  </a:lnTo>
                  <a:lnTo>
                    <a:pt x="0" y="0"/>
                  </a:lnTo>
                  <a:lnTo>
                    <a:pt x="21" y="0"/>
                  </a:lnTo>
                  <a:lnTo>
                    <a:pt x="21" y="4"/>
                  </a:lnTo>
                  <a:lnTo>
                    <a:pt x="14"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0" name="Freeform 25"/>
            <p:cNvSpPr>
              <a:spLocks/>
            </p:cNvSpPr>
            <p:nvPr/>
          </p:nvSpPr>
          <p:spPr bwMode="auto">
            <a:xfrm>
              <a:off x="11095038" y="5518150"/>
              <a:ext cx="33338" cy="58738"/>
            </a:xfrm>
            <a:custGeom>
              <a:avLst/>
              <a:gdLst>
                <a:gd name="T0" fmla="*/ 5 w 9"/>
                <a:gd name="T1" fmla="*/ 15 h 15"/>
                <a:gd name="T2" fmla="*/ 0 w 9"/>
                <a:gd name="T3" fmla="*/ 13 h 15"/>
                <a:gd name="T4" fmla="*/ 1 w 9"/>
                <a:gd name="T5" fmla="*/ 11 h 15"/>
                <a:gd name="T6" fmla="*/ 5 w 9"/>
                <a:gd name="T7" fmla="*/ 13 h 15"/>
                <a:gd name="T8" fmla="*/ 7 w 9"/>
                <a:gd name="T9" fmla="*/ 11 h 15"/>
                <a:gd name="T10" fmla="*/ 7 w 9"/>
                <a:gd name="T11" fmla="*/ 9 h 15"/>
                <a:gd name="T12" fmla="*/ 5 w 9"/>
                <a:gd name="T13" fmla="*/ 8 h 15"/>
                <a:gd name="T14" fmla="*/ 4 w 9"/>
                <a:gd name="T15" fmla="*/ 8 h 15"/>
                <a:gd name="T16" fmla="*/ 1 w 9"/>
                <a:gd name="T17" fmla="*/ 7 h 15"/>
                <a:gd name="T18" fmla="*/ 0 w 9"/>
                <a:gd name="T19" fmla="*/ 4 h 15"/>
                <a:gd name="T20" fmla="*/ 5 w 9"/>
                <a:gd name="T21" fmla="*/ 0 h 15"/>
                <a:gd name="T22" fmla="*/ 9 w 9"/>
                <a:gd name="T23" fmla="*/ 2 h 15"/>
                <a:gd name="T24" fmla="*/ 8 w 9"/>
                <a:gd name="T25" fmla="*/ 3 h 15"/>
                <a:gd name="T26" fmla="*/ 5 w 9"/>
                <a:gd name="T27" fmla="*/ 2 h 15"/>
                <a:gd name="T28" fmla="*/ 2 w 9"/>
                <a:gd name="T29" fmla="*/ 4 h 15"/>
                <a:gd name="T30" fmla="*/ 3 w 9"/>
                <a:gd name="T31" fmla="*/ 5 h 15"/>
                <a:gd name="T32" fmla="*/ 4 w 9"/>
                <a:gd name="T33" fmla="*/ 6 h 15"/>
                <a:gd name="T34" fmla="*/ 6 w 9"/>
                <a:gd name="T35" fmla="*/ 6 h 15"/>
                <a:gd name="T36" fmla="*/ 8 w 9"/>
                <a:gd name="T37" fmla="*/ 8 h 15"/>
                <a:gd name="T38" fmla="*/ 9 w 9"/>
                <a:gd name="T39" fmla="*/ 11 h 15"/>
                <a:gd name="T40" fmla="*/ 5 w 9"/>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 h="15">
                  <a:moveTo>
                    <a:pt x="5" y="15"/>
                  </a:moveTo>
                  <a:cubicBezTo>
                    <a:pt x="3" y="15"/>
                    <a:pt x="1" y="14"/>
                    <a:pt x="0" y="13"/>
                  </a:cubicBezTo>
                  <a:cubicBezTo>
                    <a:pt x="1" y="11"/>
                    <a:pt x="1" y="11"/>
                    <a:pt x="1" y="11"/>
                  </a:cubicBezTo>
                  <a:cubicBezTo>
                    <a:pt x="2" y="13"/>
                    <a:pt x="3" y="13"/>
                    <a:pt x="5" y="13"/>
                  </a:cubicBezTo>
                  <a:cubicBezTo>
                    <a:pt x="6" y="13"/>
                    <a:pt x="7" y="12"/>
                    <a:pt x="7" y="11"/>
                  </a:cubicBezTo>
                  <a:cubicBezTo>
                    <a:pt x="7" y="10"/>
                    <a:pt x="7" y="9"/>
                    <a:pt x="7" y="9"/>
                  </a:cubicBezTo>
                  <a:cubicBezTo>
                    <a:pt x="7" y="9"/>
                    <a:pt x="6" y="9"/>
                    <a:pt x="5" y="8"/>
                  </a:cubicBezTo>
                  <a:cubicBezTo>
                    <a:pt x="4" y="8"/>
                    <a:pt x="4" y="8"/>
                    <a:pt x="4" y="8"/>
                  </a:cubicBezTo>
                  <a:cubicBezTo>
                    <a:pt x="3" y="8"/>
                    <a:pt x="2" y="8"/>
                    <a:pt x="1" y="7"/>
                  </a:cubicBezTo>
                  <a:cubicBezTo>
                    <a:pt x="1" y="6"/>
                    <a:pt x="0" y="5"/>
                    <a:pt x="0" y="4"/>
                  </a:cubicBezTo>
                  <a:cubicBezTo>
                    <a:pt x="0" y="2"/>
                    <a:pt x="2" y="0"/>
                    <a:pt x="5" y="0"/>
                  </a:cubicBezTo>
                  <a:cubicBezTo>
                    <a:pt x="7" y="0"/>
                    <a:pt x="8" y="0"/>
                    <a:pt x="9" y="2"/>
                  </a:cubicBezTo>
                  <a:cubicBezTo>
                    <a:pt x="8" y="3"/>
                    <a:pt x="8" y="3"/>
                    <a:pt x="8" y="3"/>
                  </a:cubicBezTo>
                  <a:cubicBezTo>
                    <a:pt x="7" y="2"/>
                    <a:pt x="6" y="2"/>
                    <a:pt x="5" y="2"/>
                  </a:cubicBezTo>
                  <a:cubicBezTo>
                    <a:pt x="3" y="2"/>
                    <a:pt x="2" y="3"/>
                    <a:pt x="2" y="4"/>
                  </a:cubicBezTo>
                  <a:cubicBezTo>
                    <a:pt x="2" y="5"/>
                    <a:pt x="2" y="5"/>
                    <a:pt x="3" y="5"/>
                  </a:cubicBezTo>
                  <a:cubicBezTo>
                    <a:pt x="3" y="6"/>
                    <a:pt x="4" y="6"/>
                    <a:pt x="4" y="6"/>
                  </a:cubicBezTo>
                  <a:cubicBezTo>
                    <a:pt x="6" y="6"/>
                    <a:pt x="6" y="6"/>
                    <a:pt x="6" y="6"/>
                  </a:cubicBezTo>
                  <a:cubicBezTo>
                    <a:pt x="7" y="7"/>
                    <a:pt x="8" y="7"/>
                    <a:pt x="8" y="8"/>
                  </a:cubicBezTo>
                  <a:cubicBezTo>
                    <a:pt x="9" y="8"/>
                    <a:pt x="9" y="9"/>
                    <a:pt x="9" y="11"/>
                  </a:cubicBezTo>
                  <a:cubicBezTo>
                    <a:pt x="9" y="13"/>
                    <a:pt x="7"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1" name="Freeform 26"/>
            <p:cNvSpPr>
              <a:spLocks noEditPoints="1"/>
            </p:cNvSpPr>
            <p:nvPr/>
          </p:nvSpPr>
          <p:spPr bwMode="auto">
            <a:xfrm>
              <a:off x="11174413" y="5518150"/>
              <a:ext cx="41275" cy="58738"/>
            </a:xfrm>
            <a:custGeom>
              <a:avLst/>
              <a:gdLst>
                <a:gd name="T0" fmla="*/ 9 w 11"/>
                <a:gd name="T1" fmla="*/ 15 h 15"/>
                <a:gd name="T2" fmla="*/ 8 w 11"/>
                <a:gd name="T3" fmla="*/ 13 h 15"/>
                <a:gd name="T4" fmla="*/ 4 w 11"/>
                <a:gd name="T5" fmla="*/ 15 h 15"/>
                <a:gd name="T6" fmla="*/ 0 w 11"/>
                <a:gd name="T7" fmla="*/ 10 h 15"/>
                <a:gd name="T8" fmla="*/ 2 w 11"/>
                <a:gd name="T9" fmla="*/ 6 h 15"/>
                <a:gd name="T10" fmla="*/ 1 w 11"/>
                <a:gd name="T11" fmla="*/ 3 h 15"/>
                <a:gd name="T12" fmla="*/ 4 w 11"/>
                <a:gd name="T13" fmla="*/ 0 h 15"/>
                <a:gd name="T14" fmla="*/ 7 w 11"/>
                <a:gd name="T15" fmla="*/ 3 h 15"/>
                <a:gd name="T16" fmla="*/ 6 w 11"/>
                <a:gd name="T17" fmla="*/ 6 h 15"/>
                <a:gd name="T18" fmla="*/ 5 w 11"/>
                <a:gd name="T19" fmla="*/ 7 h 15"/>
                <a:gd name="T20" fmla="*/ 8 w 11"/>
                <a:gd name="T21" fmla="*/ 10 h 15"/>
                <a:gd name="T22" fmla="*/ 8 w 11"/>
                <a:gd name="T23" fmla="*/ 7 h 15"/>
                <a:gd name="T24" fmla="*/ 10 w 11"/>
                <a:gd name="T25" fmla="*/ 7 h 15"/>
                <a:gd name="T26" fmla="*/ 9 w 11"/>
                <a:gd name="T27" fmla="*/ 12 h 15"/>
                <a:gd name="T28" fmla="*/ 11 w 11"/>
                <a:gd name="T29" fmla="*/ 15 h 15"/>
                <a:gd name="T30" fmla="*/ 9 w 11"/>
                <a:gd name="T31" fmla="*/ 15 h 15"/>
                <a:gd name="T32" fmla="*/ 3 w 11"/>
                <a:gd name="T33" fmla="*/ 8 h 15"/>
                <a:gd name="T34" fmla="*/ 2 w 11"/>
                <a:gd name="T35" fmla="*/ 10 h 15"/>
                <a:gd name="T36" fmla="*/ 4 w 11"/>
                <a:gd name="T37" fmla="*/ 13 h 15"/>
                <a:gd name="T38" fmla="*/ 6 w 11"/>
                <a:gd name="T39" fmla="*/ 12 h 15"/>
                <a:gd name="T40" fmla="*/ 3 w 11"/>
                <a:gd name="T41" fmla="*/ 8 h 15"/>
                <a:gd name="T42" fmla="*/ 4 w 11"/>
                <a:gd name="T43" fmla="*/ 2 h 15"/>
                <a:gd name="T44" fmla="*/ 3 w 11"/>
                <a:gd name="T45" fmla="*/ 3 h 15"/>
                <a:gd name="T46" fmla="*/ 4 w 11"/>
                <a:gd name="T47" fmla="*/ 5 h 15"/>
                <a:gd name="T48" fmla="*/ 5 w 11"/>
                <a:gd name="T49" fmla="*/ 5 h 15"/>
                <a:gd name="T50" fmla="*/ 5 w 11"/>
                <a:gd name="T51" fmla="*/ 3 h 15"/>
                <a:gd name="T52" fmla="*/ 4 w 11"/>
                <a:gd name="T5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1" h="15">
                  <a:moveTo>
                    <a:pt x="9" y="15"/>
                  </a:moveTo>
                  <a:cubicBezTo>
                    <a:pt x="8" y="13"/>
                    <a:pt x="8" y="13"/>
                    <a:pt x="8" y="13"/>
                  </a:cubicBezTo>
                  <a:cubicBezTo>
                    <a:pt x="7" y="14"/>
                    <a:pt x="6" y="15"/>
                    <a:pt x="4" y="15"/>
                  </a:cubicBezTo>
                  <a:cubicBezTo>
                    <a:pt x="1" y="15"/>
                    <a:pt x="0" y="13"/>
                    <a:pt x="0" y="10"/>
                  </a:cubicBezTo>
                  <a:cubicBezTo>
                    <a:pt x="0" y="8"/>
                    <a:pt x="1" y="7"/>
                    <a:pt x="2" y="6"/>
                  </a:cubicBezTo>
                  <a:cubicBezTo>
                    <a:pt x="2" y="6"/>
                    <a:pt x="1" y="5"/>
                    <a:pt x="1" y="3"/>
                  </a:cubicBezTo>
                  <a:cubicBezTo>
                    <a:pt x="1" y="1"/>
                    <a:pt x="2" y="0"/>
                    <a:pt x="4" y="0"/>
                  </a:cubicBezTo>
                  <a:cubicBezTo>
                    <a:pt x="6" y="0"/>
                    <a:pt x="7" y="1"/>
                    <a:pt x="7" y="3"/>
                  </a:cubicBezTo>
                  <a:cubicBezTo>
                    <a:pt x="7" y="4"/>
                    <a:pt x="7" y="5"/>
                    <a:pt x="6" y="6"/>
                  </a:cubicBezTo>
                  <a:cubicBezTo>
                    <a:pt x="6" y="6"/>
                    <a:pt x="5" y="6"/>
                    <a:pt x="5" y="7"/>
                  </a:cubicBezTo>
                  <a:cubicBezTo>
                    <a:pt x="8" y="10"/>
                    <a:pt x="8" y="10"/>
                    <a:pt x="8" y="10"/>
                  </a:cubicBezTo>
                  <a:cubicBezTo>
                    <a:pt x="8" y="9"/>
                    <a:pt x="8" y="9"/>
                    <a:pt x="8" y="7"/>
                  </a:cubicBezTo>
                  <a:cubicBezTo>
                    <a:pt x="10" y="7"/>
                    <a:pt x="10" y="7"/>
                    <a:pt x="10" y="7"/>
                  </a:cubicBezTo>
                  <a:cubicBezTo>
                    <a:pt x="10" y="9"/>
                    <a:pt x="10" y="11"/>
                    <a:pt x="9" y="12"/>
                  </a:cubicBezTo>
                  <a:cubicBezTo>
                    <a:pt x="11" y="15"/>
                    <a:pt x="11" y="15"/>
                    <a:pt x="11" y="15"/>
                  </a:cubicBezTo>
                  <a:lnTo>
                    <a:pt x="9" y="15"/>
                  </a:lnTo>
                  <a:close/>
                  <a:moveTo>
                    <a:pt x="3" y="8"/>
                  </a:moveTo>
                  <a:cubicBezTo>
                    <a:pt x="2" y="8"/>
                    <a:pt x="2" y="9"/>
                    <a:pt x="2" y="10"/>
                  </a:cubicBezTo>
                  <a:cubicBezTo>
                    <a:pt x="2" y="12"/>
                    <a:pt x="3" y="13"/>
                    <a:pt x="4" y="13"/>
                  </a:cubicBezTo>
                  <a:cubicBezTo>
                    <a:pt x="5" y="13"/>
                    <a:pt x="6" y="13"/>
                    <a:pt x="6" y="12"/>
                  </a:cubicBezTo>
                  <a:lnTo>
                    <a:pt x="3" y="8"/>
                  </a:lnTo>
                  <a:close/>
                  <a:moveTo>
                    <a:pt x="4" y="2"/>
                  </a:moveTo>
                  <a:cubicBezTo>
                    <a:pt x="3" y="2"/>
                    <a:pt x="3" y="2"/>
                    <a:pt x="3" y="3"/>
                  </a:cubicBezTo>
                  <a:cubicBezTo>
                    <a:pt x="3" y="4"/>
                    <a:pt x="3" y="4"/>
                    <a:pt x="4" y="5"/>
                  </a:cubicBezTo>
                  <a:cubicBezTo>
                    <a:pt x="4" y="5"/>
                    <a:pt x="5" y="5"/>
                    <a:pt x="5" y="5"/>
                  </a:cubicBezTo>
                  <a:cubicBezTo>
                    <a:pt x="5" y="4"/>
                    <a:pt x="5" y="4"/>
                    <a:pt x="5" y="3"/>
                  </a:cubicBezTo>
                  <a:cubicBezTo>
                    <a:pt x="5" y="2"/>
                    <a:pt x="5" y="2"/>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2" name="Freeform 27"/>
            <p:cNvSpPr>
              <a:spLocks/>
            </p:cNvSpPr>
            <p:nvPr/>
          </p:nvSpPr>
          <p:spPr bwMode="auto">
            <a:xfrm>
              <a:off x="11256963" y="5518150"/>
              <a:ext cx="34925" cy="58738"/>
            </a:xfrm>
            <a:custGeom>
              <a:avLst/>
              <a:gdLst>
                <a:gd name="T0" fmla="*/ 12 w 22"/>
                <a:gd name="T1" fmla="*/ 4 h 37"/>
                <a:gd name="T2" fmla="*/ 12 w 22"/>
                <a:gd name="T3" fmla="*/ 37 h 37"/>
                <a:gd name="T4" fmla="*/ 7 w 22"/>
                <a:gd name="T5" fmla="*/ 37 h 37"/>
                <a:gd name="T6" fmla="*/ 7 w 22"/>
                <a:gd name="T7" fmla="*/ 4 h 37"/>
                <a:gd name="T8" fmla="*/ 0 w 22"/>
                <a:gd name="T9" fmla="*/ 4 h 37"/>
                <a:gd name="T10" fmla="*/ 0 w 22"/>
                <a:gd name="T11" fmla="*/ 0 h 37"/>
                <a:gd name="T12" fmla="*/ 22 w 22"/>
                <a:gd name="T13" fmla="*/ 0 h 37"/>
                <a:gd name="T14" fmla="*/ 22 w 22"/>
                <a:gd name="T15" fmla="*/ 4 h 37"/>
                <a:gd name="T16" fmla="*/ 12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2" y="4"/>
                  </a:moveTo>
                  <a:lnTo>
                    <a:pt x="12" y="37"/>
                  </a:lnTo>
                  <a:lnTo>
                    <a:pt x="7" y="37"/>
                  </a:lnTo>
                  <a:lnTo>
                    <a:pt x="7" y="4"/>
                  </a:lnTo>
                  <a:lnTo>
                    <a:pt x="0" y="4"/>
                  </a:lnTo>
                  <a:lnTo>
                    <a:pt x="0" y="0"/>
                  </a:lnTo>
                  <a:lnTo>
                    <a:pt x="22" y="0"/>
                  </a:lnTo>
                  <a:lnTo>
                    <a:pt x="22" y="4"/>
                  </a:lnTo>
                  <a:lnTo>
                    <a:pt x="12"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3" name="Freeform 28"/>
            <p:cNvSpPr>
              <a:spLocks noEditPoints="1"/>
            </p:cNvSpPr>
            <p:nvPr/>
          </p:nvSpPr>
          <p:spPr bwMode="auto">
            <a:xfrm>
              <a:off x="11318875"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4" name="Freeform 29"/>
            <p:cNvSpPr>
              <a:spLocks/>
            </p:cNvSpPr>
            <p:nvPr/>
          </p:nvSpPr>
          <p:spPr bwMode="auto">
            <a:xfrm>
              <a:off x="11379200" y="5518150"/>
              <a:ext cx="38100" cy="58738"/>
            </a:xfrm>
            <a:custGeom>
              <a:avLst/>
              <a:gdLst>
                <a:gd name="T0" fmla="*/ 5 w 10"/>
                <a:gd name="T1" fmla="*/ 15 h 15"/>
                <a:gd name="T2" fmla="*/ 0 w 10"/>
                <a:gd name="T3" fmla="*/ 10 h 15"/>
                <a:gd name="T4" fmla="*/ 0 w 10"/>
                <a:gd name="T5" fmla="*/ 0 h 15"/>
                <a:gd name="T6" fmla="*/ 2 w 10"/>
                <a:gd name="T7" fmla="*/ 0 h 15"/>
                <a:gd name="T8" fmla="*/ 2 w 10"/>
                <a:gd name="T9" fmla="*/ 10 h 15"/>
                <a:gd name="T10" fmla="*/ 5 w 10"/>
                <a:gd name="T11" fmla="*/ 13 h 15"/>
                <a:gd name="T12" fmla="*/ 8 w 10"/>
                <a:gd name="T13" fmla="*/ 10 h 15"/>
                <a:gd name="T14" fmla="*/ 8 w 10"/>
                <a:gd name="T15" fmla="*/ 0 h 15"/>
                <a:gd name="T16" fmla="*/ 10 w 10"/>
                <a:gd name="T17" fmla="*/ 0 h 15"/>
                <a:gd name="T18" fmla="*/ 10 w 10"/>
                <a:gd name="T19" fmla="*/ 10 h 15"/>
                <a:gd name="T20" fmla="*/ 5 w 10"/>
                <a:gd name="T2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 h="15">
                  <a:moveTo>
                    <a:pt x="5" y="15"/>
                  </a:moveTo>
                  <a:cubicBezTo>
                    <a:pt x="2" y="15"/>
                    <a:pt x="0" y="13"/>
                    <a:pt x="0" y="10"/>
                  </a:cubicBezTo>
                  <a:cubicBezTo>
                    <a:pt x="0" y="0"/>
                    <a:pt x="0" y="0"/>
                    <a:pt x="0" y="0"/>
                  </a:cubicBezTo>
                  <a:cubicBezTo>
                    <a:pt x="2" y="0"/>
                    <a:pt x="2" y="0"/>
                    <a:pt x="2" y="0"/>
                  </a:cubicBezTo>
                  <a:cubicBezTo>
                    <a:pt x="2" y="10"/>
                    <a:pt x="2" y="10"/>
                    <a:pt x="2" y="10"/>
                  </a:cubicBezTo>
                  <a:cubicBezTo>
                    <a:pt x="2" y="12"/>
                    <a:pt x="3" y="13"/>
                    <a:pt x="5" y="13"/>
                  </a:cubicBezTo>
                  <a:cubicBezTo>
                    <a:pt x="7" y="13"/>
                    <a:pt x="8" y="12"/>
                    <a:pt x="8" y="10"/>
                  </a:cubicBezTo>
                  <a:cubicBezTo>
                    <a:pt x="8" y="0"/>
                    <a:pt x="8" y="0"/>
                    <a:pt x="8" y="0"/>
                  </a:cubicBezTo>
                  <a:cubicBezTo>
                    <a:pt x="10" y="0"/>
                    <a:pt x="10" y="0"/>
                    <a:pt x="10" y="0"/>
                  </a:cubicBezTo>
                  <a:cubicBezTo>
                    <a:pt x="10" y="10"/>
                    <a:pt x="10" y="10"/>
                    <a:pt x="10" y="10"/>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5" name="Freeform 30"/>
            <p:cNvSpPr>
              <a:spLocks/>
            </p:cNvSpPr>
            <p:nvPr/>
          </p:nvSpPr>
          <p:spPr bwMode="auto">
            <a:xfrm>
              <a:off x="11439525" y="5518150"/>
              <a:ext cx="38100" cy="58738"/>
            </a:xfrm>
            <a:custGeom>
              <a:avLst/>
              <a:gdLst>
                <a:gd name="T0" fmla="*/ 5 w 10"/>
                <a:gd name="T1" fmla="*/ 15 h 15"/>
                <a:gd name="T2" fmla="*/ 0 w 10"/>
                <a:gd name="T3" fmla="*/ 13 h 15"/>
                <a:gd name="T4" fmla="*/ 2 w 10"/>
                <a:gd name="T5" fmla="*/ 11 h 15"/>
                <a:gd name="T6" fmla="*/ 5 w 10"/>
                <a:gd name="T7" fmla="*/ 13 h 15"/>
                <a:gd name="T8" fmla="*/ 8 w 10"/>
                <a:gd name="T9" fmla="*/ 11 h 15"/>
                <a:gd name="T10" fmla="*/ 7 w 10"/>
                <a:gd name="T11" fmla="*/ 9 h 15"/>
                <a:gd name="T12" fmla="*/ 6 w 10"/>
                <a:gd name="T13" fmla="*/ 8 h 15"/>
                <a:gd name="T14" fmla="*/ 4 w 10"/>
                <a:gd name="T15" fmla="*/ 8 h 15"/>
                <a:gd name="T16" fmla="*/ 2 w 10"/>
                <a:gd name="T17" fmla="*/ 7 h 15"/>
                <a:gd name="T18" fmla="*/ 1 w 10"/>
                <a:gd name="T19" fmla="*/ 4 h 15"/>
                <a:gd name="T20" fmla="*/ 5 w 10"/>
                <a:gd name="T21" fmla="*/ 0 h 15"/>
                <a:gd name="T22" fmla="*/ 9 w 10"/>
                <a:gd name="T23" fmla="*/ 2 h 15"/>
                <a:gd name="T24" fmla="*/ 8 w 10"/>
                <a:gd name="T25" fmla="*/ 3 h 15"/>
                <a:gd name="T26" fmla="*/ 5 w 10"/>
                <a:gd name="T27" fmla="*/ 2 h 15"/>
                <a:gd name="T28" fmla="*/ 3 w 10"/>
                <a:gd name="T29" fmla="*/ 4 h 15"/>
                <a:gd name="T30" fmla="*/ 3 w 10"/>
                <a:gd name="T31" fmla="*/ 5 h 15"/>
                <a:gd name="T32" fmla="*/ 5 w 10"/>
                <a:gd name="T33" fmla="*/ 6 h 15"/>
                <a:gd name="T34" fmla="*/ 6 w 10"/>
                <a:gd name="T35" fmla="*/ 6 h 15"/>
                <a:gd name="T36" fmla="*/ 9 w 10"/>
                <a:gd name="T37" fmla="*/ 8 h 15"/>
                <a:gd name="T38" fmla="*/ 10 w 10"/>
                <a:gd name="T39" fmla="*/ 11 h 15"/>
                <a:gd name="T40" fmla="*/ 5 w 10"/>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 h="15">
                  <a:moveTo>
                    <a:pt x="5" y="15"/>
                  </a:moveTo>
                  <a:cubicBezTo>
                    <a:pt x="3" y="15"/>
                    <a:pt x="2" y="14"/>
                    <a:pt x="0" y="13"/>
                  </a:cubicBezTo>
                  <a:cubicBezTo>
                    <a:pt x="2" y="11"/>
                    <a:pt x="2" y="11"/>
                    <a:pt x="2" y="11"/>
                  </a:cubicBezTo>
                  <a:cubicBezTo>
                    <a:pt x="3" y="13"/>
                    <a:pt x="4" y="13"/>
                    <a:pt x="5" y="13"/>
                  </a:cubicBezTo>
                  <a:cubicBezTo>
                    <a:pt x="7" y="13"/>
                    <a:pt x="8" y="12"/>
                    <a:pt x="8" y="11"/>
                  </a:cubicBezTo>
                  <a:cubicBezTo>
                    <a:pt x="8" y="10"/>
                    <a:pt x="8" y="9"/>
                    <a:pt x="7" y="9"/>
                  </a:cubicBezTo>
                  <a:cubicBezTo>
                    <a:pt x="7" y="9"/>
                    <a:pt x="7" y="9"/>
                    <a:pt x="6" y="8"/>
                  </a:cubicBezTo>
                  <a:cubicBezTo>
                    <a:pt x="4" y="8"/>
                    <a:pt x="4" y="8"/>
                    <a:pt x="4" y="8"/>
                  </a:cubicBezTo>
                  <a:cubicBezTo>
                    <a:pt x="3" y="8"/>
                    <a:pt x="2" y="8"/>
                    <a:pt x="2" y="7"/>
                  </a:cubicBezTo>
                  <a:cubicBezTo>
                    <a:pt x="1" y="6"/>
                    <a:pt x="1" y="5"/>
                    <a:pt x="1" y="4"/>
                  </a:cubicBezTo>
                  <a:cubicBezTo>
                    <a:pt x="1" y="2"/>
                    <a:pt x="2" y="0"/>
                    <a:pt x="5" y="0"/>
                  </a:cubicBezTo>
                  <a:cubicBezTo>
                    <a:pt x="7" y="0"/>
                    <a:pt x="8" y="0"/>
                    <a:pt x="9" y="2"/>
                  </a:cubicBezTo>
                  <a:cubicBezTo>
                    <a:pt x="8" y="3"/>
                    <a:pt x="8" y="3"/>
                    <a:pt x="8" y="3"/>
                  </a:cubicBezTo>
                  <a:cubicBezTo>
                    <a:pt x="7" y="2"/>
                    <a:pt x="6" y="2"/>
                    <a:pt x="5" y="2"/>
                  </a:cubicBezTo>
                  <a:cubicBezTo>
                    <a:pt x="4" y="2"/>
                    <a:pt x="3" y="3"/>
                    <a:pt x="3" y="4"/>
                  </a:cubicBezTo>
                  <a:cubicBezTo>
                    <a:pt x="3" y="5"/>
                    <a:pt x="3" y="5"/>
                    <a:pt x="3" y="5"/>
                  </a:cubicBezTo>
                  <a:cubicBezTo>
                    <a:pt x="4" y="6"/>
                    <a:pt x="4" y="6"/>
                    <a:pt x="5" y="6"/>
                  </a:cubicBezTo>
                  <a:cubicBezTo>
                    <a:pt x="6" y="6"/>
                    <a:pt x="6" y="6"/>
                    <a:pt x="6" y="6"/>
                  </a:cubicBezTo>
                  <a:cubicBezTo>
                    <a:pt x="8" y="7"/>
                    <a:pt x="8" y="7"/>
                    <a:pt x="9" y="8"/>
                  </a:cubicBezTo>
                  <a:cubicBezTo>
                    <a:pt x="9" y="8"/>
                    <a:pt x="10" y="9"/>
                    <a:pt x="10" y="11"/>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6" name="Freeform 31"/>
            <p:cNvSpPr>
              <a:spLocks/>
            </p:cNvSpPr>
            <p:nvPr/>
          </p:nvSpPr>
          <p:spPr bwMode="auto">
            <a:xfrm>
              <a:off x="11499850" y="5518150"/>
              <a:ext cx="34925" cy="58738"/>
            </a:xfrm>
            <a:custGeom>
              <a:avLst/>
              <a:gdLst>
                <a:gd name="T0" fmla="*/ 15 w 22"/>
                <a:gd name="T1" fmla="*/ 4 h 37"/>
                <a:gd name="T2" fmla="*/ 15 w 22"/>
                <a:gd name="T3" fmla="*/ 37 h 37"/>
                <a:gd name="T4" fmla="*/ 10 w 22"/>
                <a:gd name="T5" fmla="*/ 37 h 37"/>
                <a:gd name="T6" fmla="*/ 10 w 22"/>
                <a:gd name="T7" fmla="*/ 4 h 37"/>
                <a:gd name="T8" fmla="*/ 0 w 22"/>
                <a:gd name="T9" fmla="*/ 4 h 37"/>
                <a:gd name="T10" fmla="*/ 0 w 22"/>
                <a:gd name="T11" fmla="*/ 0 h 37"/>
                <a:gd name="T12" fmla="*/ 22 w 22"/>
                <a:gd name="T13" fmla="*/ 0 h 37"/>
                <a:gd name="T14" fmla="*/ 22 w 22"/>
                <a:gd name="T15" fmla="*/ 4 h 37"/>
                <a:gd name="T16" fmla="*/ 15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5" y="4"/>
                  </a:moveTo>
                  <a:lnTo>
                    <a:pt x="15" y="37"/>
                  </a:lnTo>
                  <a:lnTo>
                    <a:pt x="10" y="37"/>
                  </a:lnTo>
                  <a:lnTo>
                    <a:pt x="10" y="4"/>
                  </a:lnTo>
                  <a:lnTo>
                    <a:pt x="0" y="4"/>
                  </a:lnTo>
                  <a:lnTo>
                    <a:pt x="0" y="0"/>
                  </a:lnTo>
                  <a:lnTo>
                    <a:pt x="22" y="0"/>
                  </a:lnTo>
                  <a:lnTo>
                    <a:pt x="22" y="4"/>
                  </a:lnTo>
                  <a:lnTo>
                    <a:pt x="15"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7" name="Freeform 32"/>
            <p:cNvSpPr>
              <a:spLocks/>
            </p:cNvSpPr>
            <p:nvPr/>
          </p:nvSpPr>
          <p:spPr bwMode="auto">
            <a:xfrm>
              <a:off x="11212513" y="5289550"/>
              <a:ext cx="322263" cy="173038"/>
            </a:xfrm>
            <a:custGeom>
              <a:avLst/>
              <a:gdLst>
                <a:gd name="T0" fmla="*/ 203 w 203"/>
                <a:gd name="T1" fmla="*/ 109 h 109"/>
                <a:gd name="T2" fmla="*/ 203 w 203"/>
                <a:gd name="T3" fmla="*/ 109 h 109"/>
                <a:gd name="T4" fmla="*/ 67 w 203"/>
                <a:gd name="T5" fmla="*/ 0 h 109"/>
                <a:gd name="T6" fmla="*/ 0 w 203"/>
                <a:gd name="T7" fmla="*/ 106 h 109"/>
                <a:gd name="T8" fmla="*/ 0 w 203"/>
                <a:gd name="T9" fmla="*/ 109 h 109"/>
                <a:gd name="T10" fmla="*/ 67 w 203"/>
                <a:gd name="T11" fmla="*/ 35 h 109"/>
                <a:gd name="T12" fmla="*/ 203 w 203"/>
                <a:gd name="T13" fmla="*/ 109 h 109"/>
              </a:gdLst>
              <a:ahLst/>
              <a:cxnLst>
                <a:cxn ang="0">
                  <a:pos x="T0" y="T1"/>
                </a:cxn>
                <a:cxn ang="0">
                  <a:pos x="T2" y="T3"/>
                </a:cxn>
                <a:cxn ang="0">
                  <a:pos x="T4" y="T5"/>
                </a:cxn>
                <a:cxn ang="0">
                  <a:pos x="T6" y="T7"/>
                </a:cxn>
                <a:cxn ang="0">
                  <a:pos x="T8" y="T9"/>
                </a:cxn>
                <a:cxn ang="0">
                  <a:pos x="T10" y="T11"/>
                </a:cxn>
                <a:cxn ang="0">
                  <a:pos x="T12" y="T13"/>
                </a:cxn>
              </a:cxnLst>
              <a:rect l="0" t="0" r="r" b="b"/>
              <a:pathLst>
                <a:path w="203" h="109">
                  <a:moveTo>
                    <a:pt x="203" y="109"/>
                  </a:moveTo>
                  <a:lnTo>
                    <a:pt x="203" y="109"/>
                  </a:lnTo>
                  <a:lnTo>
                    <a:pt x="67" y="0"/>
                  </a:lnTo>
                  <a:lnTo>
                    <a:pt x="0" y="106"/>
                  </a:lnTo>
                  <a:lnTo>
                    <a:pt x="0" y="109"/>
                  </a:lnTo>
                  <a:lnTo>
                    <a:pt x="67" y="35"/>
                  </a:lnTo>
                  <a:lnTo>
                    <a:pt x="203" y="10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8" name="Freeform 33"/>
            <p:cNvSpPr>
              <a:spLocks/>
            </p:cNvSpPr>
            <p:nvPr/>
          </p:nvSpPr>
          <p:spPr bwMode="auto">
            <a:xfrm>
              <a:off x="11212513" y="5364163"/>
              <a:ext cx="322263" cy="109538"/>
            </a:xfrm>
            <a:custGeom>
              <a:avLst/>
              <a:gdLst>
                <a:gd name="T0" fmla="*/ 0 w 203"/>
                <a:gd name="T1" fmla="*/ 67 h 69"/>
                <a:gd name="T2" fmla="*/ 0 w 203"/>
                <a:gd name="T3" fmla="*/ 69 h 69"/>
                <a:gd name="T4" fmla="*/ 67 w 203"/>
                <a:gd name="T5" fmla="*/ 25 h 69"/>
                <a:gd name="T6" fmla="*/ 203 w 203"/>
                <a:gd name="T7" fmla="*/ 69 h 69"/>
                <a:gd name="T8" fmla="*/ 203 w 203"/>
                <a:gd name="T9" fmla="*/ 67 h 69"/>
                <a:gd name="T10" fmla="*/ 67 w 203"/>
                <a:gd name="T11" fmla="*/ 0 h 69"/>
                <a:gd name="T12" fmla="*/ 0 w 203"/>
                <a:gd name="T13" fmla="*/ 67 h 69"/>
              </a:gdLst>
              <a:ahLst/>
              <a:cxnLst>
                <a:cxn ang="0">
                  <a:pos x="T0" y="T1"/>
                </a:cxn>
                <a:cxn ang="0">
                  <a:pos x="T2" y="T3"/>
                </a:cxn>
                <a:cxn ang="0">
                  <a:pos x="T4" y="T5"/>
                </a:cxn>
                <a:cxn ang="0">
                  <a:pos x="T6" y="T7"/>
                </a:cxn>
                <a:cxn ang="0">
                  <a:pos x="T8" y="T9"/>
                </a:cxn>
                <a:cxn ang="0">
                  <a:pos x="T10" y="T11"/>
                </a:cxn>
                <a:cxn ang="0">
                  <a:pos x="T12" y="T13"/>
                </a:cxn>
              </a:cxnLst>
              <a:rect l="0" t="0" r="r" b="b"/>
              <a:pathLst>
                <a:path w="203" h="69">
                  <a:moveTo>
                    <a:pt x="0" y="67"/>
                  </a:moveTo>
                  <a:lnTo>
                    <a:pt x="0" y="69"/>
                  </a:lnTo>
                  <a:lnTo>
                    <a:pt x="67" y="25"/>
                  </a:lnTo>
                  <a:lnTo>
                    <a:pt x="203" y="69"/>
                  </a:lnTo>
                  <a:lnTo>
                    <a:pt x="203" y="67"/>
                  </a:lnTo>
                  <a:lnTo>
                    <a:pt x="67" y="0"/>
                  </a:lnTo>
                  <a:lnTo>
                    <a:pt x="0"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9" name="Freeform 34"/>
            <p:cNvSpPr>
              <a:spLocks/>
            </p:cNvSpPr>
            <p:nvPr/>
          </p:nvSpPr>
          <p:spPr bwMode="auto">
            <a:xfrm>
              <a:off x="11212513" y="5414963"/>
              <a:ext cx="322263" cy="66675"/>
            </a:xfrm>
            <a:custGeom>
              <a:avLst/>
              <a:gdLst>
                <a:gd name="T0" fmla="*/ 0 w 203"/>
                <a:gd name="T1" fmla="*/ 42 h 42"/>
                <a:gd name="T2" fmla="*/ 0 w 203"/>
                <a:gd name="T3" fmla="*/ 42 h 42"/>
                <a:gd name="T4" fmla="*/ 67 w 203"/>
                <a:gd name="T5" fmla="*/ 25 h 42"/>
                <a:gd name="T6" fmla="*/ 203 w 203"/>
                <a:gd name="T7" fmla="*/ 42 h 42"/>
                <a:gd name="T8" fmla="*/ 203 w 203"/>
                <a:gd name="T9" fmla="*/ 42 h 42"/>
                <a:gd name="T10" fmla="*/ 67 w 203"/>
                <a:gd name="T11" fmla="*/ 0 h 42"/>
                <a:gd name="T12" fmla="*/ 0 w 203"/>
                <a:gd name="T13" fmla="*/ 42 h 42"/>
              </a:gdLst>
              <a:ahLst/>
              <a:cxnLst>
                <a:cxn ang="0">
                  <a:pos x="T0" y="T1"/>
                </a:cxn>
                <a:cxn ang="0">
                  <a:pos x="T2" y="T3"/>
                </a:cxn>
                <a:cxn ang="0">
                  <a:pos x="T4" y="T5"/>
                </a:cxn>
                <a:cxn ang="0">
                  <a:pos x="T6" y="T7"/>
                </a:cxn>
                <a:cxn ang="0">
                  <a:pos x="T8" y="T9"/>
                </a:cxn>
                <a:cxn ang="0">
                  <a:pos x="T10" y="T11"/>
                </a:cxn>
                <a:cxn ang="0">
                  <a:pos x="T12" y="T13"/>
                </a:cxn>
              </a:cxnLst>
              <a:rect l="0" t="0" r="r" b="b"/>
              <a:pathLst>
                <a:path w="203" h="42">
                  <a:moveTo>
                    <a:pt x="0" y="42"/>
                  </a:moveTo>
                  <a:lnTo>
                    <a:pt x="0" y="42"/>
                  </a:lnTo>
                  <a:lnTo>
                    <a:pt x="67" y="25"/>
                  </a:lnTo>
                  <a:lnTo>
                    <a:pt x="203" y="42"/>
                  </a:lnTo>
                  <a:lnTo>
                    <a:pt x="203" y="42"/>
                  </a:lnTo>
                  <a:lnTo>
                    <a:pt x="67" y="0"/>
                  </a:lnTo>
                  <a:lnTo>
                    <a:pt x="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0" name="Freeform 35"/>
            <p:cNvSpPr>
              <a:spLocks/>
            </p:cNvSpPr>
            <p:nvPr/>
          </p:nvSpPr>
          <p:spPr bwMode="auto">
            <a:xfrm>
              <a:off x="11212513" y="5470525"/>
              <a:ext cx="322263" cy="23813"/>
            </a:xfrm>
            <a:custGeom>
              <a:avLst/>
              <a:gdLst>
                <a:gd name="T0" fmla="*/ 0 w 203"/>
                <a:gd name="T1" fmla="*/ 12 h 15"/>
                <a:gd name="T2" fmla="*/ 0 w 203"/>
                <a:gd name="T3" fmla="*/ 15 h 15"/>
                <a:gd name="T4" fmla="*/ 203 w 203"/>
                <a:gd name="T5" fmla="*/ 15 h 15"/>
                <a:gd name="T6" fmla="*/ 203 w 203"/>
                <a:gd name="T7" fmla="*/ 12 h 15"/>
                <a:gd name="T8" fmla="*/ 67 w 203"/>
                <a:gd name="T9" fmla="*/ 0 h 15"/>
                <a:gd name="T10" fmla="*/ 0 w 203"/>
                <a:gd name="T11" fmla="*/ 12 h 15"/>
              </a:gdLst>
              <a:ahLst/>
              <a:cxnLst>
                <a:cxn ang="0">
                  <a:pos x="T0" y="T1"/>
                </a:cxn>
                <a:cxn ang="0">
                  <a:pos x="T2" y="T3"/>
                </a:cxn>
                <a:cxn ang="0">
                  <a:pos x="T4" y="T5"/>
                </a:cxn>
                <a:cxn ang="0">
                  <a:pos x="T6" y="T7"/>
                </a:cxn>
                <a:cxn ang="0">
                  <a:pos x="T8" y="T9"/>
                </a:cxn>
                <a:cxn ang="0">
                  <a:pos x="T10" y="T11"/>
                </a:cxn>
              </a:cxnLst>
              <a:rect l="0" t="0" r="r" b="b"/>
              <a:pathLst>
                <a:path w="203" h="15">
                  <a:moveTo>
                    <a:pt x="0" y="12"/>
                  </a:moveTo>
                  <a:lnTo>
                    <a:pt x="0" y="15"/>
                  </a:lnTo>
                  <a:lnTo>
                    <a:pt x="203" y="15"/>
                  </a:lnTo>
                  <a:lnTo>
                    <a:pt x="203" y="12"/>
                  </a:lnTo>
                  <a:lnTo>
                    <a:pt x="67" y="0"/>
                  </a:lnTo>
                  <a:lnTo>
                    <a:pt x="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grpSp>
      <p:grpSp>
        <p:nvGrpSpPr>
          <p:cNvPr id="43" name="그룹 42"/>
          <p:cNvGrpSpPr/>
          <p:nvPr userDrawn="1"/>
        </p:nvGrpSpPr>
        <p:grpSpPr>
          <a:xfrm>
            <a:off x="9276077" y="6972575"/>
            <a:ext cx="1110305" cy="316737"/>
            <a:chOff x="10506075" y="5289550"/>
            <a:chExt cx="1028701" cy="287338"/>
          </a:xfrm>
          <a:solidFill>
            <a:schemeClr val="bg1">
              <a:lumMod val="75000"/>
            </a:schemeClr>
          </a:solidFill>
        </p:grpSpPr>
        <p:sp>
          <p:nvSpPr>
            <p:cNvPr id="44" name="Freeform 5"/>
            <p:cNvSpPr>
              <a:spLocks noEditPoints="1"/>
            </p:cNvSpPr>
            <p:nvPr/>
          </p:nvSpPr>
          <p:spPr bwMode="auto">
            <a:xfrm>
              <a:off x="10585450"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5" y="0"/>
                    <a:pt x="0" y="6"/>
                    <a:pt x="0" y="13"/>
                  </a:cubicBezTo>
                  <a:cubicBezTo>
                    <a:pt x="0" y="20"/>
                    <a:pt x="5"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5" name="Freeform 6"/>
            <p:cNvSpPr>
              <a:spLocks noEditPoints="1"/>
            </p:cNvSpPr>
            <p:nvPr/>
          </p:nvSpPr>
          <p:spPr bwMode="auto">
            <a:xfrm>
              <a:off x="11071225"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6" y="0"/>
                    <a:pt x="0" y="6"/>
                    <a:pt x="0" y="13"/>
                  </a:cubicBezTo>
                  <a:cubicBezTo>
                    <a:pt x="0" y="20"/>
                    <a:pt x="6"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6" name="Freeform 7"/>
            <p:cNvSpPr>
              <a:spLocks/>
            </p:cNvSpPr>
            <p:nvPr/>
          </p:nvSpPr>
          <p:spPr bwMode="auto">
            <a:xfrm>
              <a:off x="10710863" y="5399088"/>
              <a:ext cx="65088" cy="63500"/>
            </a:xfrm>
            <a:custGeom>
              <a:avLst/>
              <a:gdLst>
                <a:gd name="T0" fmla="*/ 7 w 17"/>
                <a:gd name="T1" fmla="*/ 16 h 16"/>
                <a:gd name="T2" fmla="*/ 9 w 17"/>
                <a:gd name="T3" fmla="*/ 16 h 16"/>
                <a:gd name="T4" fmla="*/ 17 w 17"/>
                <a:gd name="T5" fmla="*/ 8 h 16"/>
                <a:gd name="T6" fmla="*/ 9 w 17"/>
                <a:gd name="T7" fmla="*/ 0 h 16"/>
                <a:gd name="T8" fmla="*/ 0 w 17"/>
                <a:gd name="T9" fmla="*/ 0 h 16"/>
                <a:gd name="T10" fmla="*/ 1 w 17"/>
                <a:gd name="T11" fmla="*/ 5 h 16"/>
                <a:gd name="T12" fmla="*/ 8 w 17"/>
                <a:gd name="T13" fmla="*/ 5 h 16"/>
                <a:gd name="T14" fmla="*/ 11 w 17"/>
                <a:gd name="T15" fmla="*/ 8 h 16"/>
                <a:gd name="T16" fmla="*/ 8 w 17"/>
                <a:gd name="T17" fmla="*/ 12 h 16"/>
                <a:gd name="T18" fmla="*/ 4 w 17"/>
                <a:gd name="T19" fmla="*/ 1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7" y="16"/>
                  </a:moveTo>
                  <a:cubicBezTo>
                    <a:pt x="9" y="16"/>
                    <a:pt x="9" y="16"/>
                    <a:pt x="9" y="16"/>
                  </a:cubicBezTo>
                  <a:cubicBezTo>
                    <a:pt x="14" y="16"/>
                    <a:pt x="17" y="13"/>
                    <a:pt x="17" y="8"/>
                  </a:cubicBezTo>
                  <a:cubicBezTo>
                    <a:pt x="17" y="4"/>
                    <a:pt x="14" y="0"/>
                    <a:pt x="9" y="0"/>
                  </a:cubicBezTo>
                  <a:cubicBezTo>
                    <a:pt x="0" y="0"/>
                    <a:pt x="0" y="0"/>
                    <a:pt x="0" y="0"/>
                  </a:cubicBezTo>
                  <a:cubicBezTo>
                    <a:pt x="1" y="5"/>
                    <a:pt x="1" y="5"/>
                    <a:pt x="1" y="5"/>
                  </a:cubicBezTo>
                  <a:cubicBezTo>
                    <a:pt x="8" y="5"/>
                    <a:pt x="8" y="5"/>
                    <a:pt x="8" y="5"/>
                  </a:cubicBezTo>
                  <a:cubicBezTo>
                    <a:pt x="10" y="5"/>
                    <a:pt x="11" y="7"/>
                    <a:pt x="11" y="8"/>
                  </a:cubicBezTo>
                  <a:cubicBezTo>
                    <a:pt x="11" y="10"/>
                    <a:pt x="10" y="12"/>
                    <a:pt x="8" y="12"/>
                  </a:cubicBezTo>
                  <a:cubicBezTo>
                    <a:pt x="4" y="12"/>
                    <a:pt x="4" y="12"/>
                    <a:pt x="4" y="1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7" name="Rectangle 8"/>
            <p:cNvSpPr>
              <a:spLocks noChangeArrowheads="1"/>
            </p:cNvSpPr>
            <p:nvPr/>
          </p:nvSpPr>
          <p:spPr bwMode="auto">
            <a:xfrm>
              <a:off x="10506075" y="5399088"/>
              <a:ext cx="23813"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8" name="Rectangle 9"/>
            <p:cNvSpPr>
              <a:spLocks noChangeArrowheads="1"/>
            </p:cNvSpPr>
            <p:nvPr/>
          </p:nvSpPr>
          <p:spPr bwMode="auto">
            <a:xfrm>
              <a:off x="10696575" y="5399088"/>
              <a:ext cx="22225"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9" name="Freeform 10"/>
            <p:cNvSpPr>
              <a:spLocks/>
            </p:cNvSpPr>
            <p:nvPr/>
          </p:nvSpPr>
          <p:spPr bwMode="auto">
            <a:xfrm>
              <a:off x="10877550" y="5399088"/>
              <a:ext cx="31750" cy="98425"/>
            </a:xfrm>
            <a:custGeom>
              <a:avLst/>
              <a:gdLst>
                <a:gd name="T0" fmla="*/ 15 w 20"/>
                <a:gd name="T1" fmla="*/ 62 h 62"/>
                <a:gd name="T2" fmla="*/ 0 w 20"/>
                <a:gd name="T3" fmla="*/ 62 h 62"/>
                <a:gd name="T4" fmla="*/ 5 w 20"/>
                <a:gd name="T5" fmla="*/ 0 h 62"/>
                <a:gd name="T6" fmla="*/ 20 w 20"/>
                <a:gd name="T7" fmla="*/ 0 h 62"/>
                <a:gd name="T8" fmla="*/ 15 w 20"/>
                <a:gd name="T9" fmla="*/ 62 h 62"/>
              </a:gdLst>
              <a:ahLst/>
              <a:cxnLst>
                <a:cxn ang="0">
                  <a:pos x="T0" y="T1"/>
                </a:cxn>
                <a:cxn ang="0">
                  <a:pos x="T2" y="T3"/>
                </a:cxn>
                <a:cxn ang="0">
                  <a:pos x="T4" y="T5"/>
                </a:cxn>
                <a:cxn ang="0">
                  <a:pos x="T6" y="T7"/>
                </a:cxn>
                <a:cxn ang="0">
                  <a:pos x="T8" y="T9"/>
                </a:cxn>
              </a:cxnLst>
              <a:rect l="0" t="0" r="r" b="b"/>
              <a:pathLst>
                <a:path w="20" h="62">
                  <a:moveTo>
                    <a:pt x="15" y="62"/>
                  </a:moveTo>
                  <a:lnTo>
                    <a:pt x="0" y="62"/>
                  </a:lnTo>
                  <a:lnTo>
                    <a:pt x="5" y="0"/>
                  </a:lnTo>
                  <a:lnTo>
                    <a:pt x="20" y="0"/>
                  </a:lnTo>
                  <a:lnTo>
                    <a:pt x="1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0" name="Rectangle 11"/>
            <p:cNvSpPr>
              <a:spLocks noChangeArrowheads="1"/>
            </p:cNvSpPr>
            <p:nvPr/>
          </p:nvSpPr>
          <p:spPr bwMode="auto">
            <a:xfrm>
              <a:off x="10806113" y="5457825"/>
              <a:ext cx="46038" cy="206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1" name="Freeform 12"/>
            <p:cNvSpPr>
              <a:spLocks/>
            </p:cNvSpPr>
            <p:nvPr/>
          </p:nvSpPr>
          <p:spPr bwMode="auto">
            <a:xfrm>
              <a:off x="10779125" y="5399088"/>
              <a:ext cx="61913" cy="98425"/>
            </a:xfrm>
            <a:custGeom>
              <a:avLst/>
              <a:gdLst>
                <a:gd name="T0" fmla="*/ 17 w 39"/>
                <a:gd name="T1" fmla="*/ 62 h 62"/>
                <a:gd name="T2" fmla="*/ 0 w 39"/>
                <a:gd name="T3" fmla="*/ 62 h 62"/>
                <a:gd name="T4" fmla="*/ 24 w 39"/>
                <a:gd name="T5" fmla="*/ 0 h 62"/>
                <a:gd name="T6" fmla="*/ 39 w 39"/>
                <a:gd name="T7" fmla="*/ 0 h 62"/>
                <a:gd name="T8" fmla="*/ 17 w 39"/>
                <a:gd name="T9" fmla="*/ 62 h 62"/>
              </a:gdLst>
              <a:ahLst/>
              <a:cxnLst>
                <a:cxn ang="0">
                  <a:pos x="T0" y="T1"/>
                </a:cxn>
                <a:cxn ang="0">
                  <a:pos x="T2" y="T3"/>
                </a:cxn>
                <a:cxn ang="0">
                  <a:pos x="T4" y="T5"/>
                </a:cxn>
                <a:cxn ang="0">
                  <a:pos x="T6" y="T7"/>
                </a:cxn>
                <a:cxn ang="0">
                  <a:pos x="T8" y="T9"/>
                </a:cxn>
              </a:cxnLst>
              <a:rect l="0" t="0" r="r" b="b"/>
              <a:pathLst>
                <a:path w="39" h="62">
                  <a:moveTo>
                    <a:pt x="17" y="62"/>
                  </a:moveTo>
                  <a:lnTo>
                    <a:pt x="0" y="62"/>
                  </a:lnTo>
                  <a:lnTo>
                    <a:pt x="24" y="0"/>
                  </a:lnTo>
                  <a:lnTo>
                    <a:pt x="39" y="0"/>
                  </a:lnTo>
                  <a:lnTo>
                    <a:pt x="17"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2" name="Freeform 13"/>
            <p:cNvSpPr>
              <a:spLocks/>
            </p:cNvSpPr>
            <p:nvPr/>
          </p:nvSpPr>
          <p:spPr bwMode="auto">
            <a:xfrm>
              <a:off x="10817225" y="5399088"/>
              <a:ext cx="57150" cy="98425"/>
            </a:xfrm>
            <a:custGeom>
              <a:avLst/>
              <a:gdLst>
                <a:gd name="T0" fmla="*/ 22 w 36"/>
                <a:gd name="T1" fmla="*/ 62 h 62"/>
                <a:gd name="T2" fmla="*/ 36 w 36"/>
                <a:gd name="T3" fmla="*/ 62 h 62"/>
                <a:gd name="T4" fmla="*/ 15 w 36"/>
                <a:gd name="T5" fmla="*/ 0 h 62"/>
                <a:gd name="T6" fmla="*/ 0 w 36"/>
                <a:gd name="T7" fmla="*/ 0 h 62"/>
                <a:gd name="T8" fmla="*/ 22 w 36"/>
                <a:gd name="T9" fmla="*/ 62 h 62"/>
              </a:gdLst>
              <a:ahLst/>
              <a:cxnLst>
                <a:cxn ang="0">
                  <a:pos x="T0" y="T1"/>
                </a:cxn>
                <a:cxn ang="0">
                  <a:pos x="T2" y="T3"/>
                </a:cxn>
                <a:cxn ang="0">
                  <a:pos x="T4" y="T5"/>
                </a:cxn>
                <a:cxn ang="0">
                  <a:pos x="T6" y="T7"/>
                </a:cxn>
                <a:cxn ang="0">
                  <a:pos x="T8" y="T9"/>
                </a:cxn>
              </a:cxnLst>
              <a:rect l="0" t="0" r="r" b="b"/>
              <a:pathLst>
                <a:path w="36" h="62">
                  <a:moveTo>
                    <a:pt x="22" y="62"/>
                  </a:moveTo>
                  <a:lnTo>
                    <a:pt x="36" y="62"/>
                  </a:lnTo>
                  <a:lnTo>
                    <a:pt x="15" y="0"/>
                  </a:lnTo>
                  <a:lnTo>
                    <a:pt x="0" y="0"/>
                  </a:lnTo>
                  <a:lnTo>
                    <a:pt x="22"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3" name="Freeform 14"/>
            <p:cNvSpPr>
              <a:spLocks/>
            </p:cNvSpPr>
            <p:nvPr/>
          </p:nvSpPr>
          <p:spPr bwMode="auto">
            <a:xfrm>
              <a:off x="10885488" y="5399088"/>
              <a:ext cx="49213" cy="98425"/>
            </a:xfrm>
            <a:custGeom>
              <a:avLst/>
              <a:gdLst>
                <a:gd name="T0" fmla="*/ 24 w 31"/>
                <a:gd name="T1" fmla="*/ 62 h 62"/>
                <a:gd name="T2" fmla="*/ 29 w 31"/>
                <a:gd name="T3" fmla="*/ 62 h 62"/>
                <a:gd name="T4" fmla="*/ 31 w 31"/>
                <a:gd name="T5" fmla="*/ 40 h 62"/>
                <a:gd name="T6" fmla="*/ 15 w 31"/>
                <a:gd name="T7" fmla="*/ 0 h 62"/>
                <a:gd name="T8" fmla="*/ 0 w 31"/>
                <a:gd name="T9" fmla="*/ 0 h 62"/>
                <a:gd name="T10" fmla="*/ 24 w 31"/>
                <a:gd name="T11" fmla="*/ 62 h 62"/>
              </a:gdLst>
              <a:ahLst/>
              <a:cxnLst>
                <a:cxn ang="0">
                  <a:pos x="T0" y="T1"/>
                </a:cxn>
                <a:cxn ang="0">
                  <a:pos x="T2" y="T3"/>
                </a:cxn>
                <a:cxn ang="0">
                  <a:pos x="T4" y="T5"/>
                </a:cxn>
                <a:cxn ang="0">
                  <a:pos x="T6" y="T7"/>
                </a:cxn>
                <a:cxn ang="0">
                  <a:pos x="T8" y="T9"/>
                </a:cxn>
                <a:cxn ang="0">
                  <a:pos x="T10" y="T11"/>
                </a:cxn>
              </a:cxnLst>
              <a:rect l="0" t="0" r="r" b="b"/>
              <a:pathLst>
                <a:path w="31" h="62">
                  <a:moveTo>
                    <a:pt x="24" y="62"/>
                  </a:moveTo>
                  <a:lnTo>
                    <a:pt x="29" y="62"/>
                  </a:lnTo>
                  <a:lnTo>
                    <a:pt x="31" y="40"/>
                  </a:lnTo>
                  <a:lnTo>
                    <a:pt x="15" y="0"/>
                  </a:lnTo>
                  <a:lnTo>
                    <a:pt x="0" y="0"/>
                  </a:lnTo>
                  <a:lnTo>
                    <a:pt x="24"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4" name="Freeform 15"/>
            <p:cNvSpPr>
              <a:spLocks/>
            </p:cNvSpPr>
            <p:nvPr/>
          </p:nvSpPr>
          <p:spPr bwMode="auto">
            <a:xfrm>
              <a:off x="10953750" y="5399088"/>
              <a:ext cx="30163" cy="98425"/>
            </a:xfrm>
            <a:custGeom>
              <a:avLst/>
              <a:gdLst>
                <a:gd name="T0" fmla="*/ 5 w 19"/>
                <a:gd name="T1" fmla="*/ 62 h 62"/>
                <a:gd name="T2" fmla="*/ 19 w 19"/>
                <a:gd name="T3" fmla="*/ 62 h 62"/>
                <a:gd name="T4" fmla="*/ 15 w 19"/>
                <a:gd name="T5" fmla="*/ 0 h 62"/>
                <a:gd name="T6" fmla="*/ 0 w 19"/>
                <a:gd name="T7" fmla="*/ 0 h 62"/>
                <a:gd name="T8" fmla="*/ 5 w 19"/>
                <a:gd name="T9" fmla="*/ 62 h 62"/>
              </a:gdLst>
              <a:ahLst/>
              <a:cxnLst>
                <a:cxn ang="0">
                  <a:pos x="T0" y="T1"/>
                </a:cxn>
                <a:cxn ang="0">
                  <a:pos x="T2" y="T3"/>
                </a:cxn>
                <a:cxn ang="0">
                  <a:pos x="T4" y="T5"/>
                </a:cxn>
                <a:cxn ang="0">
                  <a:pos x="T6" y="T7"/>
                </a:cxn>
                <a:cxn ang="0">
                  <a:pos x="T8" y="T9"/>
                </a:cxn>
              </a:cxnLst>
              <a:rect l="0" t="0" r="r" b="b"/>
              <a:pathLst>
                <a:path w="19" h="62">
                  <a:moveTo>
                    <a:pt x="5" y="62"/>
                  </a:moveTo>
                  <a:lnTo>
                    <a:pt x="19" y="62"/>
                  </a:lnTo>
                  <a:lnTo>
                    <a:pt x="15" y="0"/>
                  </a:lnTo>
                  <a:lnTo>
                    <a:pt x="0" y="0"/>
                  </a:lnTo>
                  <a:lnTo>
                    <a:pt x="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5" name="Freeform 16"/>
            <p:cNvSpPr>
              <a:spLocks/>
            </p:cNvSpPr>
            <p:nvPr/>
          </p:nvSpPr>
          <p:spPr bwMode="auto">
            <a:xfrm>
              <a:off x="10926763" y="5399088"/>
              <a:ext cx="50800" cy="98425"/>
            </a:xfrm>
            <a:custGeom>
              <a:avLst/>
              <a:gdLst>
                <a:gd name="T0" fmla="*/ 8 w 32"/>
                <a:gd name="T1" fmla="*/ 62 h 62"/>
                <a:gd name="T2" fmla="*/ 3 w 32"/>
                <a:gd name="T3" fmla="*/ 62 h 62"/>
                <a:gd name="T4" fmla="*/ 0 w 32"/>
                <a:gd name="T5" fmla="*/ 40 h 62"/>
                <a:gd name="T6" fmla="*/ 17 w 32"/>
                <a:gd name="T7" fmla="*/ 0 h 62"/>
                <a:gd name="T8" fmla="*/ 32 w 32"/>
                <a:gd name="T9" fmla="*/ 0 h 62"/>
                <a:gd name="T10" fmla="*/ 8 w 32"/>
                <a:gd name="T11" fmla="*/ 62 h 62"/>
              </a:gdLst>
              <a:ahLst/>
              <a:cxnLst>
                <a:cxn ang="0">
                  <a:pos x="T0" y="T1"/>
                </a:cxn>
                <a:cxn ang="0">
                  <a:pos x="T2" y="T3"/>
                </a:cxn>
                <a:cxn ang="0">
                  <a:pos x="T4" y="T5"/>
                </a:cxn>
                <a:cxn ang="0">
                  <a:pos x="T6" y="T7"/>
                </a:cxn>
                <a:cxn ang="0">
                  <a:pos x="T8" y="T9"/>
                </a:cxn>
                <a:cxn ang="0">
                  <a:pos x="T10" y="T11"/>
                </a:cxn>
              </a:cxnLst>
              <a:rect l="0" t="0" r="r" b="b"/>
              <a:pathLst>
                <a:path w="32" h="62">
                  <a:moveTo>
                    <a:pt x="8" y="62"/>
                  </a:moveTo>
                  <a:lnTo>
                    <a:pt x="3" y="62"/>
                  </a:lnTo>
                  <a:lnTo>
                    <a:pt x="0" y="40"/>
                  </a:lnTo>
                  <a:lnTo>
                    <a:pt x="17" y="0"/>
                  </a:lnTo>
                  <a:lnTo>
                    <a:pt x="32" y="0"/>
                  </a:lnTo>
                  <a:lnTo>
                    <a:pt x="8"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6" name="Freeform 17"/>
            <p:cNvSpPr>
              <a:spLocks/>
            </p:cNvSpPr>
            <p:nvPr/>
          </p:nvSpPr>
          <p:spPr bwMode="auto">
            <a:xfrm>
              <a:off x="10521950" y="5399088"/>
              <a:ext cx="63500" cy="50800"/>
            </a:xfrm>
            <a:custGeom>
              <a:avLst/>
              <a:gdLst>
                <a:gd name="T0" fmla="*/ 17 w 40"/>
                <a:gd name="T1" fmla="*/ 32 h 32"/>
                <a:gd name="T2" fmla="*/ 0 w 40"/>
                <a:gd name="T3" fmla="*/ 32 h 32"/>
                <a:gd name="T4" fmla="*/ 24 w 40"/>
                <a:gd name="T5" fmla="*/ 0 h 32"/>
                <a:gd name="T6" fmla="*/ 40 w 40"/>
                <a:gd name="T7" fmla="*/ 0 h 32"/>
                <a:gd name="T8" fmla="*/ 17 w 40"/>
                <a:gd name="T9" fmla="*/ 32 h 32"/>
              </a:gdLst>
              <a:ahLst/>
              <a:cxnLst>
                <a:cxn ang="0">
                  <a:pos x="T0" y="T1"/>
                </a:cxn>
                <a:cxn ang="0">
                  <a:pos x="T2" y="T3"/>
                </a:cxn>
                <a:cxn ang="0">
                  <a:pos x="T4" y="T5"/>
                </a:cxn>
                <a:cxn ang="0">
                  <a:pos x="T6" y="T7"/>
                </a:cxn>
                <a:cxn ang="0">
                  <a:pos x="T8" y="T9"/>
                </a:cxn>
              </a:cxnLst>
              <a:rect l="0" t="0" r="r" b="b"/>
              <a:pathLst>
                <a:path w="40" h="32">
                  <a:moveTo>
                    <a:pt x="17" y="32"/>
                  </a:moveTo>
                  <a:lnTo>
                    <a:pt x="0" y="32"/>
                  </a:lnTo>
                  <a:lnTo>
                    <a:pt x="24" y="0"/>
                  </a:lnTo>
                  <a:lnTo>
                    <a:pt x="40" y="0"/>
                  </a:lnTo>
                  <a:lnTo>
                    <a:pt x="17"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7" name="Freeform 18"/>
            <p:cNvSpPr>
              <a:spLocks/>
            </p:cNvSpPr>
            <p:nvPr/>
          </p:nvSpPr>
          <p:spPr bwMode="auto">
            <a:xfrm>
              <a:off x="10525125" y="5443538"/>
              <a:ext cx="65088" cy="53975"/>
            </a:xfrm>
            <a:custGeom>
              <a:avLst/>
              <a:gdLst>
                <a:gd name="T0" fmla="*/ 17 w 41"/>
                <a:gd name="T1" fmla="*/ 0 h 34"/>
                <a:gd name="T2" fmla="*/ 0 w 41"/>
                <a:gd name="T3" fmla="*/ 0 h 34"/>
                <a:gd name="T4" fmla="*/ 24 w 41"/>
                <a:gd name="T5" fmla="*/ 34 h 34"/>
                <a:gd name="T6" fmla="*/ 41 w 41"/>
                <a:gd name="T7" fmla="*/ 34 h 34"/>
                <a:gd name="T8" fmla="*/ 17 w 41"/>
                <a:gd name="T9" fmla="*/ 0 h 34"/>
              </a:gdLst>
              <a:ahLst/>
              <a:cxnLst>
                <a:cxn ang="0">
                  <a:pos x="T0" y="T1"/>
                </a:cxn>
                <a:cxn ang="0">
                  <a:pos x="T2" y="T3"/>
                </a:cxn>
                <a:cxn ang="0">
                  <a:pos x="T4" y="T5"/>
                </a:cxn>
                <a:cxn ang="0">
                  <a:pos x="T6" y="T7"/>
                </a:cxn>
                <a:cxn ang="0">
                  <a:pos x="T8" y="T9"/>
                </a:cxn>
              </a:cxnLst>
              <a:rect l="0" t="0" r="r" b="b"/>
              <a:pathLst>
                <a:path w="41" h="34">
                  <a:moveTo>
                    <a:pt x="17" y="0"/>
                  </a:moveTo>
                  <a:lnTo>
                    <a:pt x="0" y="0"/>
                  </a:lnTo>
                  <a:lnTo>
                    <a:pt x="24" y="34"/>
                  </a:lnTo>
                  <a:lnTo>
                    <a:pt x="41" y="34"/>
                  </a:lnTo>
                  <a:lnTo>
                    <a:pt x="1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8" name="Freeform 19"/>
            <p:cNvSpPr>
              <a:spLocks/>
            </p:cNvSpPr>
            <p:nvPr/>
          </p:nvSpPr>
          <p:spPr bwMode="auto">
            <a:xfrm>
              <a:off x="10726738" y="5446713"/>
              <a:ext cx="49213" cy="50800"/>
            </a:xfrm>
            <a:custGeom>
              <a:avLst/>
              <a:gdLst>
                <a:gd name="T0" fmla="*/ 14 w 31"/>
                <a:gd name="T1" fmla="*/ 0 h 32"/>
                <a:gd name="T2" fmla="*/ 0 w 31"/>
                <a:gd name="T3" fmla="*/ 0 h 32"/>
                <a:gd name="T4" fmla="*/ 14 w 31"/>
                <a:gd name="T5" fmla="*/ 32 h 32"/>
                <a:gd name="T6" fmla="*/ 31 w 31"/>
                <a:gd name="T7" fmla="*/ 32 h 32"/>
                <a:gd name="T8" fmla="*/ 14 w 31"/>
                <a:gd name="T9" fmla="*/ 0 h 32"/>
              </a:gdLst>
              <a:ahLst/>
              <a:cxnLst>
                <a:cxn ang="0">
                  <a:pos x="T0" y="T1"/>
                </a:cxn>
                <a:cxn ang="0">
                  <a:pos x="T2" y="T3"/>
                </a:cxn>
                <a:cxn ang="0">
                  <a:pos x="T4" y="T5"/>
                </a:cxn>
                <a:cxn ang="0">
                  <a:pos x="T6" y="T7"/>
                </a:cxn>
                <a:cxn ang="0">
                  <a:pos x="T8" y="T9"/>
                </a:cxn>
              </a:cxnLst>
              <a:rect l="0" t="0" r="r" b="b"/>
              <a:pathLst>
                <a:path w="31" h="32">
                  <a:moveTo>
                    <a:pt x="14" y="0"/>
                  </a:moveTo>
                  <a:lnTo>
                    <a:pt x="0" y="0"/>
                  </a:lnTo>
                  <a:lnTo>
                    <a:pt x="14" y="32"/>
                  </a:lnTo>
                  <a:lnTo>
                    <a:pt x="31" y="32"/>
                  </a:lnTo>
                  <a:lnTo>
                    <a:pt x="1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9" name="Freeform 20"/>
            <p:cNvSpPr>
              <a:spLocks/>
            </p:cNvSpPr>
            <p:nvPr/>
          </p:nvSpPr>
          <p:spPr bwMode="auto">
            <a:xfrm>
              <a:off x="10991850" y="5395913"/>
              <a:ext cx="79375" cy="101600"/>
            </a:xfrm>
            <a:custGeom>
              <a:avLst/>
              <a:gdLst>
                <a:gd name="T0" fmla="*/ 18 w 21"/>
                <a:gd name="T1" fmla="*/ 18 h 26"/>
                <a:gd name="T2" fmla="*/ 13 w 21"/>
                <a:gd name="T3" fmla="*/ 20 h 26"/>
                <a:gd name="T4" fmla="*/ 6 w 21"/>
                <a:gd name="T5" fmla="*/ 13 h 26"/>
                <a:gd name="T6" fmla="*/ 13 w 21"/>
                <a:gd name="T7" fmla="*/ 7 h 26"/>
                <a:gd name="T8" fmla="*/ 18 w 21"/>
                <a:gd name="T9" fmla="*/ 9 h 26"/>
                <a:gd name="T10" fmla="*/ 21 w 21"/>
                <a:gd name="T11" fmla="*/ 3 h 26"/>
                <a:gd name="T12" fmla="*/ 13 w 21"/>
                <a:gd name="T13" fmla="*/ 0 h 26"/>
                <a:gd name="T14" fmla="*/ 0 w 21"/>
                <a:gd name="T15" fmla="*/ 13 h 26"/>
                <a:gd name="T16" fmla="*/ 13 w 21"/>
                <a:gd name="T17" fmla="*/ 26 h 26"/>
                <a:gd name="T18" fmla="*/ 21 w 21"/>
                <a:gd name="T19" fmla="*/ 23 h 26"/>
                <a:gd name="T20" fmla="*/ 18 w 21"/>
                <a:gd name="T21" fmla="*/ 18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26">
                  <a:moveTo>
                    <a:pt x="18" y="18"/>
                  </a:moveTo>
                  <a:cubicBezTo>
                    <a:pt x="17" y="19"/>
                    <a:pt x="15" y="20"/>
                    <a:pt x="13" y="20"/>
                  </a:cubicBezTo>
                  <a:cubicBezTo>
                    <a:pt x="9" y="20"/>
                    <a:pt x="6" y="17"/>
                    <a:pt x="6" y="13"/>
                  </a:cubicBezTo>
                  <a:cubicBezTo>
                    <a:pt x="6" y="10"/>
                    <a:pt x="9" y="7"/>
                    <a:pt x="13" y="7"/>
                  </a:cubicBezTo>
                  <a:cubicBezTo>
                    <a:pt x="15" y="7"/>
                    <a:pt x="17" y="7"/>
                    <a:pt x="18" y="9"/>
                  </a:cubicBezTo>
                  <a:cubicBezTo>
                    <a:pt x="18" y="7"/>
                    <a:pt x="19" y="5"/>
                    <a:pt x="21" y="3"/>
                  </a:cubicBezTo>
                  <a:cubicBezTo>
                    <a:pt x="19" y="1"/>
                    <a:pt x="16" y="0"/>
                    <a:pt x="13" y="0"/>
                  </a:cubicBezTo>
                  <a:cubicBezTo>
                    <a:pt x="6" y="0"/>
                    <a:pt x="0" y="6"/>
                    <a:pt x="0" y="13"/>
                  </a:cubicBezTo>
                  <a:cubicBezTo>
                    <a:pt x="0" y="20"/>
                    <a:pt x="6" y="26"/>
                    <a:pt x="13" y="26"/>
                  </a:cubicBezTo>
                  <a:cubicBezTo>
                    <a:pt x="16" y="26"/>
                    <a:pt x="19" y="25"/>
                    <a:pt x="21" y="23"/>
                  </a:cubicBezTo>
                  <a:cubicBezTo>
                    <a:pt x="19" y="22"/>
                    <a:pt x="18" y="20"/>
                    <a:pt x="18"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0" name="Freeform 21"/>
            <p:cNvSpPr>
              <a:spLocks noEditPoints="1"/>
            </p:cNvSpPr>
            <p:nvPr/>
          </p:nvSpPr>
          <p:spPr bwMode="auto">
            <a:xfrm>
              <a:off x="10882313"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1" name="Freeform 22"/>
            <p:cNvSpPr>
              <a:spLocks/>
            </p:cNvSpPr>
            <p:nvPr/>
          </p:nvSpPr>
          <p:spPr bwMode="auto">
            <a:xfrm>
              <a:off x="10942638" y="5518150"/>
              <a:ext cx="34925" cy="58738"/>
            </a:xfrm>
            <a:custGeom>
              <a:avLst/>
              <a:gdLst>
                <a:gd name="T0" fmla="*/ 0 w 22"/>
                <a:gd name="T1" fmla="*/ 37 h 37"/>
                <a:gd name="T2" fmla="*/ 0 w 22"/>
                <a:gd name="T3" fmla="*/ 0 h 37"/>
                <a:gd name="T4" fmla="*/ 22 w 22"/>
                <a:gd name="T5" fmla="*/ 0 h 37"/>
                <a:gd name="T6" fmla="*/ 22 w 22"/>
                <a:gd name="T7" fmla="*/ 4 h 37"/>
                <a:gd name="T8" fmla="*/ 5 w 22"/>
                <a:gd name="T9" fmla="*/ 4 h 37"/>
                <a:gd name="T10" fmla="*/ 5 w 22"/>
                <a:gd name="T11" fmla="*/ 14 h 37"/>
                <a:gd name="T12" fmla="*/ 19 w 22"/>
                <a:gd name="T13" fmla="*/ 14 h 37"/>
                <a:gd name="T14" fmla="*/ 19 w 22"/>
                <a:gd name="T15" fmla="*/ 19 h 37"/>
                <a:gd name="T16" fmla="*/ 5 w 22"/>
                <a:gd name="T17" fmla="*/ 19 h 37"/>
                <a:gd name="T18" fmla="*/ 5 w 22"/>
                <a:gd name="T19" fmla="*/ 32 h 37"/>
                <a:gd name="T20" fmla="*/ 22 w 22"/>
                <a:gd name="T21" fmla="*/ 32 h 37"/>
                <a:gd name="T22" fmla="*/ 22 w 22"/>
                <a:gd name="T23" fmla="*/ 37 h 37"/>
                <a:gd name="T24" fmla="*/ 0 w 22"/>
                <a:gd name="T25"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 h="37">
                  <a:moveTo>
                    <a:pt x="0" y="37"/>
                  </a:moveTo>
                  <a:lnTo>
                    <a:pt x="0" y="0"/>
                  </a:lnTo>
                  <a:lnTo>
                    <a:pt x="22" y="0"/>
                  </a:lnTo>
                  <a:lnTo>
                    <a:pt x="22" y="4"/>
                  </a:lnTo>
                  <a:lnTo>
                    <a:pt x="5" y="4"/>
                  </a:lnTo>
                  <a:lnTo>
                    <a:pt x="5" y="14"/>
                  </a:lnTo>
                  <a:lnTo>
                    <a:pt x="19" y="14"/>
                  </a:lnTo>
                  <a:lnTo>
                    <a:pt x="19" y="19"/>
                  </a:lnTo>
                  <a:lnTo>
                    <a:pt x="5" y="19"/>
                  </a:lnTo>
                  <a:lnTo>
                    <a:pt x="5" y="32"/>
                  </a:lnTo>
                  <a:lnTo>
                    <a:pt x="22" y="32"/>
                  </a:lnTo>
                  <a:lnTo>
                    <a:pt x="22" y="37"/>
                  </a:lnTo>
                  <a:lnTo>
                    <a:pt x="0"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2" name="Rectangle 23"/>
            <p:cNvSpPr>
              <a:spLocks noChangeArrowheads="1"/>
            </p:cNvSpPr>
            <p:nvPr/>
          </p:nvSpPr>
          <p:spPr bwMode="auto">
            <a:xfrm>
              <a:off x="11002963" y="5518150"/>
              <a:ext cx="7938" cy="587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3" name="Freeform 24"/>
            <p:cNvSpPr>
              <a:spLocks/>
            </p:cNvSpPr>
            <p:nvPr/>
          </p:nvSpPr>
          <p:spPr bwMode="auto">
            <a:xfrm>
              <a:off x="11037888" y="5518150"/>
              <a:ext cx="33338" cy="58738"/>
            </a:xfrm>
            <a:custGeom>
              <a:avLst/>
              <a:gdLst>
                <a:gd name="T0" fmla="*/ 14 w 21"/>
                <a:gd name="T1" fmla="*/ 4 h 37"/>
                <a:gd name="T2" fmla="*/ 14 w 21"/>
                <a:gd name="T3" fmla="*/ 37 h 37"/>
                <a:gd name="T4" fmla="*/ 9 w 21"/>
                <a:gd name="T5" fmla="*/ 37 h 37"/>
                <a:gd name="T6" fmla="*/ 9 w 21"/>
                <a:gd name="T7" fmla="*/ 4 h 37"/>
                <a:gd name="T8" fmla="*/ 0 w 21"/>
                <a:gd name="T9" fmla="*/ 4 h 37"/>
                <a:gd name="T10" fmla="*/ 0 w 21"/>
                <a:gd name="T11" fmla="*/ 0 h 37"/>
                <a:gd name="T12" fmla="*/ 21 w 21"/>
                <a:gd name="T13" fmla="*/ 0 h 37"/>
                <a:gd name="T14" fmla="*/ 21 w 21"/>
                <a:gd name="T15" fmla="*/ 4 h 37"/>
                <a:gd name="T16" fmla="*/ 14 w 21"/>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 h="37">
                  <a:moveTo>
                    <a:pt x="14" y="4"/>
                  </a:moveTo>
                  <a:lnTo>
                    <a:pt x="14" y="37"/>
                  </a:lnTo>
                  <a:lnTo>
                    <a:pt x="9" y="37"/>
                  </a:lnTo>
                  <a:lnTo>
                    <a:pt x="9" y="4"/>
                  </a:lnTo>
                  <a:lnTo>
                    <a:pt x="0" y="4"/>
                  </a:lnTo>
                  <a:lnTo>
                    <a:pt x="0" y="0"/>
                  </a:lnTo>
                  <a:lnTo>
                    <a:pt x="21" y="0"/>
                  </a:lnTo>
                  <a:lnTo>
                    <a:pt x="21" y="4"/>
                  </a:lnTo>
                  <a:lnTo>
                    <a:pt x="14"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4" name="Freeform 25"/>
            <p:cNvSpPr>
              <a:spLocks/>
            </p:cNvSpPr>
            <p:nvPr/>
          </p:nvSpPr>
          <p:spPr bwMode="auto">
            <a:xfrm>
              <a:off x="11095038" y="5518150"/>
              <a:ext cx="33338" cy="58738"/>
            </a:xfrm>
            <a:custGeom>
              <a:avLst/>
              <a:gdLst>
                <a:gd name="T0" fmla="*/ 5 w 9"/>
                <a:gd name="T1" fmla="*/ 15 h 15"/>
                <a:gd name="T2" fmla="*/ 0 w 9"/>
                <a:gd name="T3" fmla="*/ 13 h 15"/>
                <a:gd name="T4" fmla="*/ 1 w 9"/>
                <a:gd name="T5" fmla="*/ 11 h 15"/>
                <a:gd name="T6" fmla="*/ 5 w 9"/>
                <a:gd name="T7" fmla="*/ 13 h 15"/>
                <a:gd name="T8" fmla="*/ 7 w 9"/>
                <a:gd name="T9" fmla="*/ 11 h 15"/>
                <a:gd name="T10" fmla="*/ 7 w 9"/>
                <a:gd name="T11" fmla="*/ 9 h 15"/>
                <a:gd name="T12" fmla="*/ 5 w 9"/>
                <a:gd name="T13" fmla="*/ 8 h 15"/>
                <a:gd name="T14" fmla="*/ 4 w 9"/>
                <a:gd name="T15" fmla="*/ 8 h 15"/>
                <a:gd name="T16" fmla="*/ 1 w 9"/>
                <a:gd name="T17" fmla="*/ 7 h 15"/>
                <a:gd name="T18" fmla="*/ 0 w 9"/>
                <a:gd name="T19" fmla="*/ 4 h 15"/>
                <a:gd name="T20" fmla="*/ 5 w 9"/>
                <a:gd name="T21" fmla="*/ 0 h 15"/>
                <a:gd name="T22" fmla="*/ 9 w 9"/>
                <a:gd name="T23" fmla="*/ 2 h 15"/>
                <a:gd name="T24" fmla="*/ 8 w 9"/>
                <a:gd name="T25" fmla="*/ 3 h 15"/>
                <a:gd name="T26" fmla="*/ 5 w 9"/>
                <a:gd name="T27" fmla="*/ 2 h 15"/>
                <a:gd name="T28" fmla="*/ 2 w 9"/>
                <a:gd name="T29" fmla="*/ 4 h 15"/>
                <a:gd name="T30" fmla="*/ 3 w 9"/>
                <a:gd name="T31" fmla="*/ 5 h 15"/>
                <a:gd name="T32" fmla="*/ 4 w 9"/>
                <a:gd name="T33" fmla="*/ 6 h 15"/>
                <a:gd name="T34" fmla="*/ 6 w 9"/>
                <a:gd name="T35" fmla="*/ 6 h 15"/>
                <a:gd name="T36" fmla="*/ 8 w 9"/>
                <a:gd name="T37" fmla="*/ 8 h 15"/>
                <a:gd name="T38" fmla="*/ 9 w 9"/>
                <a:gd name="T39" fmla="*/ 11 h 15"/>
                <a:gd name="T40" fmla="*/ 5 w 9"/>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 h="15">
                  <a:moveTo>
                    <a:pt x="5" y="15"/>
                  </a:moveTo>
                  <a:cubicBezTo>
                    <a:pt x="3" y="15"/>
                    <a:pt x="1" y="14"/>
                    <a:pt x="0" y="13"/>
                  </a:cubicBezTo>
                  <a:cubicBezTo>
                    <a:pt x="1" y="11"/>
                    <a:pt x="1" y="11"/>
                    <a:pt x="1" y="11"/>
                  </a:cubicBezTo>
                  <a:cubicBezTo>
                    <a:pt x="2" y="13"/>
                    <a:pt x="3" y="13"/>
                    <a:pt x="5" y="13"/>
                  </a:cubicBezTo>
                  <a:cubicBezTo>
                    <a:pt x="6" y="13"/>
                    <a:pt x="7" y="12"/>
                    <a:pt x="7" y="11"/>
                  </a:cubicBezTo>
                  <a:cubicBezTo>
                    <a:pt x="7" y="10"/>
                    <a:pt x="7" y="9"/>
                    <a:pt x="7" y="9"/>
                  </a:cubicBezTo>
                  <a:cubicBezTo>
                    <a:pt x="7" y="9"/>
                    <a:pt x="6" y="9"/>
                    <a:pt x="5" y="8"/>
                  </a:cubicBezTo>
                  <a:cubicBezTo>
                    <a:pt x="4" y="8"/>
                    <a:pt x="4" y="8"/>
                    <a:pt x="4" y="8"/>
                  </a:cubicBezTo>
                  <a:cubicBezTo>
                    <a:pt x="3" y="8"/>
                    <a:pt x="2" y="8"/>
                    <a:pt x="1" y="7"/>
                  </a:cubicBezTo>
                  <a:cubicBezTo>
                    <a:pt x="1" y="6"/>
                    <a:pt x="0" y="5"/>
                    <a:pt x="0" y="4"/>
                  </a:cubicBezTo>
                  <a:cubicBezTo>
                    <a:pt x="0" y="2"/>
                    <a:pt x="2" y="0"/>
                    <a:pt x="5" y="0"/>
                  </a:cubicBezTo>
                  <a:cubicBezTo>
                    <a:pt x="7" y="0"/>
                    <a:pt x="8" y="0"/>
                    <a:pt x="9" y="2"/>
                  </a:cubicBezTo>
                  <a:cubicBezTo>
                    <a:pt x="8" y="3"/>
                    <a:pt x="8" y="3"/>
                    <a:pt x="8" y="3"/>
                  </a:cubicBezTo>
                  <a:cubicBezTo>
                    <a:pt x="7" y="2"/>
                    <a:pt x="6" y="2"/>
                    <a:pt x="5" y="2"/>
                  </a:cubicBezTo>
                  <a:cubicBezTo>
                    <a:pt x="3" y="2"/>
                    <a:pt x="2" y="3"/>
                    <a:pt x="2" y="4"/>
                  </a:cubicBezTo>
                  <a:cubicBezTo>
                    <a:pt x="2" y="5"/>
                    <a:pt x="2" y="5"/>
                    <a:pt x="3" y="5"/>
                  </a:cubicBezTo>
                  <a:cubicBezTo>
                    <a:pt x="3" y="6"/>
                    <a:pt x="4" y="6"/>
                    <a:pt x="4" y="6"/>
                  </a:cubicBezTo>
                  <a:cubicBezTo>
                    <a:pt x="6" y="6"/>
                    <a:pt x="6" y="6"/>
                    <a:pt x="6" y="6"/>
                  </a:cubicBezTo>
                  <a:cubicBezTo>
                    <a:pt x="7" y="7"/>
                    <a:pt x="8" y="7"/>
                    <a:pt x="8" y="8"/>
                  </a:cubicBezTo>
                  <a:cubicBezTo>
                    <a:pt x="9" y="8"/>
                    <a:pt x="9" y="9"/>
                    <a:pt x="9" y="11"/>
                  </a:cubicBezTo>
                  <a:cubicBezTo>
                    <a:pt x="9" y="13"/>
                    <a:pt x="7"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5" name="Freeform 26"/>
            <p:cNvSpPr>
              <a:spLocks noEditPoints="1"/>
            </p:cNvSpPr>
            <p:nvPr/>
          </p:nvSpPr>
          <p:spPr bwMode="auto">
            <a:xfrm>
              <a:off x="11174413" y="5518150"/>
              <a:ext cx="41275" cy="58738"/>
            </a:xfrm>
            <a:custGeom>
              <a:avLst/>
              <a:gdLst>
                <a:gd name="T0" fmla="*/ 9 w 11"/>
                <a:gd name="T1" fmla="*/ 15 h 15"/>
                <a:gd name="T2" fmla="*/ 8 w 11"/>
                <a:gd name="T3" fmla="*/ 13 h 15"/>
                <a:gd name="T4" fmla="*/ 4 w 11"/>
                <a:gd name="T5" fmla="*/ 15 h 15"/>
                <a:gd name="T6" fmla="*/ 0 w 11"/>
                <a:gd name="T7" fmla="*/ 10 h 15"/>
                <a:gd name="T8" fmla="*/ 2 w 11"/>
                <a:gd name="T9" fmla="*/ 6 h 15"/>
                <a:gd name="T10" fmla="*/ 1 w 11"/>
                <a:gd name="T11" fmla="*/ 3 h 15"/>
                <a:gd name="T12" fmla="*/ 4 w 11"/>
                <a:gd name="T13" fmla="*/ 0 h 15"/>
                <a:gd name="T14" fmla="*/ 7 w 11"/>
                <a:gd name="T15" fmla="*/ 3 h 15"/>
                <a:gd name="T16" fmla="*/ 6 w 11"/>
                <a:gd name="T17" fmla="*/ 6 h 15"/>
                <a:gd name="T18" fmla="*/ 5 w 11"/>
                <a:gd name="T19" fmla="*/ 7 h 15"/>
                <a:gd name="T20" fmla="*/ 8 w 11"/>
                <a:gd name="T21" fmla="*/ 10 h 15"/>
                <a:gd name="T22" fmla="*/ 8 w 11"/>
                <a:gd name="T23" fmla="*/ 7 h 15"/>
                <a:gd name="T24" fmla="*/ 10 w 11"/>
                <a:gd name="T25" fmla="*/ 7 h 15"/>
                <a:gd name="T26" fmla="*/ 9 w 11"/>
                <a:gd name="T27" fmla="*/ 12 h 15"/>
                <a:gd name="T28" fmla="*/ 11 w 11"/>
                <a:gd name="T29" fmla="*/ 15 h 15"/>
                <a:gd name="T30" fmla="*/ 9 w 11"/>
                <a:gd name="T31" fmla="*/ 15 h 15"/>
                <a:gd name="T32" fmla="*/ 3 w 11"/>
                <a:gd name="T33" fmla="*/ 8 h 15"/>
                <a:gd name="T34" fmla="*/ 2 w 11"/>
                <a:gd name="T35" fmla="*/ 10 h 15"/>
                <a:gd name="T36" fmla="*/ 4 w 11"/>
                <a:gd name="T37" fmla="*/ 13 h 15"/>
                <a:gd name="T38" fmla="*/ 6 w 11"/>
                <a:gd name="T39" fmla="*/ 12 h 15"/>
                <a:gd name="T40" fmla="*/ 3 w 11"/>
                <a:gd name="T41" fmla="*/ 8 h 15"/>
                <a:gd name="T42" fmla="*/ 4 w 11"/>
                <a:gd name="T43" fmla="*/ 2 h 15"/>
                <a:gd name="T44" fmla="*/ 3 w 11"/>
                <a:gd name="T45" fmla="*/ 3 h 15"/>
                <a:gd name="T46" fmla="*/ 4 w 11"/>
                <a:gd name="T47" fmla="*/ 5 h 15"/>
                <a:gd name="T48" fmla="*/ 5 w 11"/>
                <a:gd name="T49" fmla="*/ 5 h 15"/>
                <a:gd name="T50" fmla="*/ 5 w 11"/>
                <a:gd name="T51" fmla="*/ 3 h 15"/>
                <a:gd name="T52" fmla="*/ 4 w 11"/>
                <a:gd name="T5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1" h="15">
                  <a:moveTo>
                    <a:pt x="9" y="15"/>
                  </a:moveTo>
                  <a:cubicBezTo>
                    <a:pt x="8" y="13"/>
                    <a:pt x="8" y="13"/>
                    <a:pt x="8" y="13"/>
                  </a:cubicBezTo>
                  <a:cubicBezTo>
                    <a:pt x="7" y="14"/>
                    <a:pt x="6" y="15"/>
                    <a:pt x="4" y="15"/>
                  </a:cubicBezTo>
                  <a:cubicBezTo>
                    <a:pt x="1" y="15"/>
                    <a:pt x="0" y="13"/>
                    <a:pt x="0" y="10"/>
                  </a:cubicBezTo>
                  <a:cubicBezTo>
                    <a:pt x="0" y="8"/>
                    <a:pt x="1" y="7"/>
                    <a:pt x="2" y="6"/>
                  </a:cubicBezTo>
                  <a:cubicBezTo>
                    <a:pt x="2" y="6"/>
                    <a:pt x="1" y="5"/>
                    <a:pt x="1" y="3"/>
                  </a:cubicBezTo>
                  <a:cubicBezTo>
                    <a:pt x="1" y="1"/>
                    <a:pt x="2" y="0"/>
                    <a:pt x="4" y="0"/>
                  </a:cubicBezTo>
                  <a:cubicBezTo>
                    <a:pt x="6" y="0"/>
                    <a:pt x="7" y="1"/>
                    <a:pt x="7" y="3"/>
                  </a:cubicBezTo>
                  <a:cubicBezTo>
                    <a:pt x="7" y="4"/>
                    <a:pt x="7" y="5"/>
                    <a:pt x="6" y="6"/>
                  </a:cubicBezTo>
                  <a:cubicBezTo>
                    <a:pt x="6" y="6"/>
                    <a:pt x="5" y="6"/>
                    <a:pt x="5" y="7"/>
                  </a:cubicBezTo>
                  <a:cubicBezTo>
                    <a:pt x="8" y="10"/>
                    <a:pt x="8" y="10"/>
                    <a:pt x="8" y="10"/>
                  </a:cubicBezTo>
                  <a:cubicBezTo>
                    <a:pt x="8" y="9"/>
                    <a:pt x="8" y="9"/>
                    <a:pt x="8" y="7"/>
                  </a:cubicBezTo>
                  <a:cubicBezTo>
                    <a:pt x="10" y="7"/>
                    <a:pt x="10" y="7"/>
                    <a:pt x="10" y="7"/>
                  </a:cubicBezTo>
                  <a:cubicBezTo>
                    <a:pt x="10" y="9"/>
                    <a:pt x="10" y="11"/>
                    <a:pt x="9" y="12"/>
                  </a:cubicBezTo>
                  <a:cubicBezTo>
                    <a:pt x="11" y="15"/>
                    <a:pt x="11" y="15"/>
                    <a:pt x="11" y="15"/>
                  </a:cubicBezTo>
                  <a:lnTo>
                    <a:pt x="9" y="15"/>
                  </a:lnTo>
                  <a:close/>
                  <a:moveTo>
                    <a:pt x="3" y="8"/>
                  </a:moveTo>
                  <a:cubicBezTo>
                    <a:pt x="2" y="8"/>
                    <a:pt x="2" y="9"/>
                    <a:pt x="2" y="10"/>
                  </a:cubicBezTo>
                  <a:cubicBezTo>
                    <a:pt x="2" y="12"/>
                    <a:pt x="3" y="13"/>
                    <a:pt x="4" y="13"/>
                  </a:cubicBezTo>
                  <a:cubicBezTo>
                    <a:pt x="5" y="13"/>
                    <a:pt x="6" y="13"/>
                    <a:pt x="6" y="12"/>
                  </a:cubicBezTo>
                  <a:lnTo>
                    <a:pt x="3" y="8"/>
                  </a:lnTo>
                  <a:close/>
                  <a:moveTo>
                    <a:pt x="4" y="2"/>
                  </a:moveTo>
                  <a:cubicBezTo>
                    <a:pt x="3" y="2"/>
                    <a:pt x="3" y="2"/>
                    <a:pt x="3" y="3"/>
                  </a:cubicBezTo>
                  <a:cubicBezTo>
                    <a:pt x="3" y="4"/>
                    <a:pt x="3" y="4"/>
                    <a:pt x="4" y="5"/>
                  </a:cubicBezTo>
                  <a:cubicBezTo>
                    <a:pt x="4" y="5"/>
                    <a:pt x="5" y="5"/>
                    <a:pt x="5" y="5"/>
                  </a:cubicBezTo>
                  <a:cubicBezTo>
                    <a:pt x="5" y="4"/>
                    <a:pt x="5" y="4"/>
                    <a:pt x="5" y="3"/>
                  </a:cubicBezTo>
                  <a:cubicBezTo>
                    <a:pt x="5" y="2"/>
                    <a:pt x="5" y="2"/>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6" name="Freeform 27"/>
            <p:cNvSpPr>
              <a:spLocks/>
            </p:cNvSpPr>
            <p:nvPr/>
          </p:nvSpPr>
          <p:spPr bwMode="auto">
            <a:xfrm>
              <a:off x="11256963" y="5518150"/>
              <a:ext cx="34925" cy="58738"/>
            </a:xfrm>
            <a:custGeom>
              <a:avLst/>
              <a:gdLst>
                <a:gd name="T0" fmla="*/ 12 w 22"/>
                <a:gd name="T1" fmla="*/ 4 h 37"/>
                <a:gd name="T2" fmla="*/ 12 w 22"/>
                <a:gd name="T3" fmla="*/ 37 h 37"/>
                <a:gd name="T4" fmla="*/ 7 w 22"/>
                <a:gd name="T5" fmla="*/ 37 h 37"/>
                <a:gd name="T6" fmla="*/ 7 w 22"/>
                <a:gd name="T7" fmla="*/ 4 h 37"/>
                <a:gd name="T8" fmla="*/ 0 w 22"/>
                <a:gd name="T9" fmla="*/ 4 h 37"/>
                <a:gd name="T10" fmla="*/ 0 w 22"/>
                <a:gd name="T11" fmla="*/ 0 h 37"/>
                <a:gd name="T12" fmla="*/ 22 w 22"/>
                <a:gd name="T13" fmla="*/ 0 h 37"/>
                <a:gd name="T14" fmla="*/ 22 w 22"/>
                <a:gd name="T15" fmla="*/ 4 h 37"/>
                <a:gd name="T16" fmla="*/ 12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2" y="4"/>
                  </a:moveTo>
                  <a:lnTo>
                    <a:pt x="12" y="37"/>
                  </a:lnTo>
                  <a:lnTo>
                    <a:pt x="7" y="37"/>
                  </a:lnTo>
                  <a:lnTo>
                    <a:pt x="7" y="4"/>
                  </a:lnTo>
                  <a:lnTo>
                    <a:pt x="0" y="4"/>
                  </a:lnTo>
                  <a:lnTo>
                    <a:pt x="0" y="0"/>
                  </a:lnTo>
                  <a:lnTo>
                    <a:pt x="22" y="0"/>
                  </a:lnTo>
                  <a:lnTo>
                    <a:pt x="22" y="4"/>
                  </a:lnTo>
                  <a:lnTo>
                    <a:pt x="12"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7" name="Freeform 28"/>
            <p:cNvSpPr>
              <a:spLocks noEditPoints="1"/>
            </p:cNvSpPr>
            <p:nvPr/>
          </p:nvSpPr>
          <p:spPr bwMode="auto">
            <a:xfrm>
              <a:off x="11318875"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8" name="Freeform 29"/>
            <p:cNvSpPr>
              <a:spLocks/>
            </p:cNvSpPr>
            <p:nvPr/>
          </p:nvSpPr>
          <p:spPr bwMode="auto">
            <a:xfrm>
              <a:off x="11379200" y="5518150"/>
              <a:ext cx="38100" cy="58738"/>
            </a:xfrm>
            <a:custGeom>
              <a:avLst/>
              <a:gdLst>
                <a:gd name="T0" fmla="*/ 5 w 10"/>
                <a:gd name="T1" fmla="*/ 15 h 15"/>
                <a:gd name="T2" fmla="*/ 0 w 10"/>
                <a:gd name="T3" fmla="*/ 10 h 15"/>
                <a:gd name="T4" fmla="*/ 0 w 10"/>
                <a:gd name="T5" fmla="*/ 0 h 15"/>
                <a:gd name="T6" fmla="*/ 2 w 10"/>
                <a:gd name="T7" fmla="*/ 0 h 15"/>
                <a:gd name="T8" fmla="*/ 2 w 10"/>
                <a:gd name="T9" fmla="*/ 10 h 15"/>
                <a:gd name="T10" fmla="*/ 5 w 10"/>
                <a:gd name="T11" fmla="*/ 13 h 15"/>
                <a:gd name="T12" fmla="*/ 8 w 10"/>
                <a:gd name="T13" fmla="*/ 10 h 15"/>
                <a:gd name="T14" fmla="*/ 8 w 10"/>
                <a:gd name="T15" fmla="*/ 0 h 15"/>
                <a:gd name="T16" fmla="*/ 10 w 10"/>
                <a:gd name="T17" fmla="*/ 0 h 15"/>
                <a:gd name="T18" fmla="*/ 10 w 10"/>
                <a:gd name="T19" fmla="*/ 10 h 15"/>
                <a:gd name="T20" fmla="*/ 5 w 10"/>
                <a:gd name="T2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 h="15">
                  <a:moveTo>
                    <a:pt x="5" y="15"/>
                  </a:moveTo>
                  <a:cubicBezTo>
                    <a:pt x="2" y="15"/>
                    <a:pt x="0" y="13"/>
                    <a:pt x="0" y="10"/>
                  </a:cubicBezTo>
                  <a:cubicBezTo>
                    <a:pt x="0" y="0"/>
                    <a:pt x="0" y="0"/>
                    <a:pt x="0" y="0"/>
                  </a:cubicBezTo>
                  <a:cubicBezTo>
                    <a:pt x="2" y="0"/>
                    <a:pt x="2" y="0"/>
                    <a:pt x="2" y="0"/>
                  </a:cubicBezTo>
                  <a:cubicBezTo>
                    <a:pt x="2" y="10"/>
                    <a:pt x="2" y="10"/>
                    <a:pt x="2" y="10"/>
                  </a:cubicBezTo>
                  <a:cubicBezTo>
                    <a:pt x="2" y="12"/>
                    <a:pt x="3" y="13"/>
                    <a:pt x="5" y="13"/>
                  </a:cubicBezTo>
                  <a:cubicBezTo>
                    <a:pt x="7" y="13"/>
                    <a:pt x="8" y="12"/>
                    <a:pt x="8" y="10"/>
                  </a:cubicBezTo>
                  <a:cubicBezTo>
                    <a:pt x="8" y="0"/>
                    <a:pt x="8" y="0"/>
                    <a:pt x="8" y="0"/>
                  </a:cubicBezTo>
                  <a:cubicBezTo>
                    <a:pt x="10" y="0"/>
                    <a:pt x="10" y="0"/>
                    <a:pt x="10" y="0"/>
                  </a:cubicBezTo>
                  <a:cubicBezTo>
                    <a:pt x="10" y="10"/>
                    <a:pt x="10" y="10"/>
                    <a:pt x="10" y="10"/>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9" name="Freeform 30"/>
            <p:cNvSpPr>
              <a:spLocks/>
            </p:cNvSpPr>
            <p:nvPr/>
          </p:nvSpPr>
          <p:spPr bwMode="auto">
            <a:xfrm>
              <a:off x="11439525" y="5518150"/>
              <a:ext cx="38100" cy="58738"/>
            </a:xfrm>
            <a:custGeom>
              <a:avLst/>
              <a:gdLst>
                <a:gd name="T0" fmla="*/ 5 w 10"/>
                <a:gd name="T1" fmla="*/ 15 h 15"/>
                <a:gd name="T2" fmla="*/ 0 w 10"/>
                <a:gd name="T3" fmla="*/ 13 h 15"/>
                <a:gd name="T4" fmla="*/ 2 w 10"/>
                <a:gd name="T5" fmla="*/ 11 h 15"/>
                <a:gd name="T6" fmla="*/ 5 w 10"/>
                <a:gd name="T7" fmla="*/ 13 h 15"/>
                <a:gd name="T8" fmla="*/ 8 w 10"/>
                <a:gd name="T9" fmla="*/ 11 h 15"/>
                <a:gd name="T10" fmla="*/ 7 w 10"/>
                <a:gd name="T11" fmla="*/ 9 h 15"/>
                <a:gd name="T12" fmla="*/ 6 w 10"/>
                <a:gd name="T13" fmla="*/ 8 h 15"/>
                <a:gd name="T14" fmla="*/ 4 w 10"/>
                <a:gd name="T15" fmla="*/ 8 h 15"/>
                <a:gd name="T16" fmla="*/ 2 w 10"/>
                <a:gd name="T17" fmla="*/ 7 h 15"/>
                <a:gd name="T18" fmla="*/ 1 w 10"/>
                <a:gd name="T19" fmla="*/ 4 h 15"/>
                <a:gd name="T20" fmla="*/ 5 w 10"/>
                <a:gd name="T21" fmla="*/ 0 h 15"/>
                <a:gd name="T22" fmla="*/ 9 w 10"/>
                <a:gd name="T23" fmla="*/ 2 h 15"/>
                <a:gd name="T24" fmla="*/ 8 w 10"/>
                <a:gd name="T25" fmla="*/ 3 h 15"/>
                <a:gd name="T26" fmla="*/ 5 w 10"/>
                <a:gd name="T27" fmla="*/ 2 h 15"/>
                <a:gd name="T28" fmla="*/ 3 w 10"/>
                <a:gd name="T29" fmla="*/ 4 h 15"/>
                <a:gd name="T30" fmla="*/ 3 w 10"/>
                <a:gd name="T31" fmla="*/ 5 h 15"/>
                <a:gd name="T32" fmla="*/ 5 w 10"/>
                <a:gd name="T33" fmla="*/ 6 h 15"/>
                <a:gd name="T34" fmla="*/ 6 w 10"/>
                <a:gd name="T35" fmla="*/ 6 h 15"/>
                <a:gd name="T36" fmla="*/ 9 w 10"/>
                <a:gd name="T37" fmla="*/ 8 h 15"/>
                <a:gd name="T38" fmla="*/ 10 w 10"/>
                <a:gd name="T39" fmla="*/ 11 h 15"/>
                <a:gd name="T40" fmla="*/ 5 w 10"/>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 h="15">
                  <a:moveTo>
                    <a:pt x="5" y="15"/>
                  </a:moveTo>
                  <a:cubicBezTo>
                    <a:pt x="3" y="15"/>
                    <a:pt x="2" y="14"/>
                    <a:pt x="0" y="13"/>
                  </a:cubicBezTo>
                  <a:cubicBezTo>
                    <a:pt x="2" y="11"/>
                    <a:pt x="2" y="11"/>
                    <a:pt x="2" y="11"/>
                  </a:cubicBezTo>
                  <a:cubicBezTo>
                    <a:pt x="3" y="13"/>
                    <a:pt x="4" y="13"/>
                    <a:pt x="5" y="13"/>
                  </a:cubicBezTo>
                  <a:cubicBezTo>
                    <a:pt x="7" y="13"/>
                    <a:pt x="8" y="12"/>
                    <a:pt x="8" y="11"/>
                  </a:cubicBezTo>
                  <a:cubicBezTo>
                    <a:pt x="8" y="10"/>
                    <a:pt x="8" y="9"/>
                    <a:pt x="7" y="9"/>
                  </a:cubicBezTo>
                  <a:cubicBezTo>
                    <a:pt x="7" y="9"/>
                    <a:pt x="7" y="9"/>
                    <a:pt x="6" y="8"/>
                  </a:cubicBezTo>
                  <a:cubicBezTo>
                    <a:pt x="4" y="8"/>
                    <a:pt x="4" y="8"/>
                    <a:pt x="4" y="8"/>
                  </a:cubicBezTo>
                  <a:cubicBezTo>
                    <a:pt x="3" y="8"/>
                    <a:pt x="2" y="8"/>
                    <a:pt x="2" y="7"/>
                  </a:cubicBezTo>
                  <a:cubicBezTo>
                    <a:pt x="1" y="6"/>
                    <a:pt x="1" y="5"/>
                    <a:pt x="1" y="4"/>
                  </a:cubicBezTo>
                  <a:cubicBezTo>
                    <a:pt x="1" y="2"/>
                    <a:pt x="2" y="0"/>
                    <a:pt x="5" y="0"/>
                  </a:cubicBezTo>
                  <a:cubicBezTo>
                    <a:pt x="7" y="0"/>
                    <a:pt x="8" y="0"/>
                    <a:pt x="9" y="2"/>
                  </a:cubicBezTo>
                  <a:cubicBezTo>
                    <a:pt x="8" y="3"/>
                    <a:pt x="8" y="3"/>
                    <a:pt x="8" y="3"/>
                  </a:cubicBezTo>
                  <a:cubicBezTo>
                    <a:pt x="7" y="2"/>
                    <a:pt x="6" y="2"/>
                    <a:pt x="5" y="2"/>
                  </a:cubicBezTo>
                  <a:cubicBezTo>
                    <a:pt x="4" y="2"/>
                    <a:pt x="3" y="3"/>
                    <a:pt x="3" y="4"/>
                  </a:cubicBezTo>
                  <a:cubicBezTo>
                    <a:pt x="3" y="5"/>
                    <a:pt x="3" y="5"/>
                    <a:pt x="3" y="5"/>
                  </a:cubicBezTo>
                  <a:cubicBezTo>
                    <a:pt x="4" y="6"/>
                    <a:pt x="4" y="6"/>
                    <a:pt x="5" y="6"/>
                  </a:cubicBezTo>
                  <a:cubicBezTo>
                    <a:pt x="6" y="6"/>
                    <a:pt x="6" y="6"/>
                    <a:pt x="6" y="6"/>
                  </a:cubicBezTo>
                  <a:cubicBezTo>
                    <a:pt x="8" y="7"/>
                    <a:pt x="8" y="7"/>
                    <a:pt x="9" y="8"/>
                  </a:cubicBezTo>
                  <a:cubicBezTo>
                    <a:pt x="9" y="8"/>
                    <a:pt x="10" y="9"/>
                    <a:pt x="10" y="11"/>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0" name="Freeform 31"/>
            <p:cNvSpPr>
              <a:spLocks/>
            </p:cNvSpPr>
            <p:nvPr/>
          </p:nvSpPr>
          <p:spPr bwMode="auto">
            <a:xfrm>
              <a:off x="11499850" y="5518150"/>
              <a:ext cx="34925" cy="58738"/>
            </a:xfrm>
            <a:custGeom>
              <a:avLst/>
              <a:gdLst>
                <a:gd name="T0" fmla="*/ 15 w 22"/>
                <a:gd name="T1" fmla="*/ 4 h 37"/>
                <a:gd name="T2" fmla="*/ 15 w 22"/>
                <a:gd name="T3" fmla="*/ 37 h 37"/>
                <a:gd name="T4" fmla="*/ 10 w 22"/>
                <a:gd name="T5" fmla="*/ 37 h 37"/>
                <a:gd name="T6" fmla="*/ 10 w 22"/>
                <a:gd name="T7" fmla="*/ 4 h 37"/>
                <a:gd name="T8" fmla="*/ 0 w 22"/>
                <a:gd name="T9" fmla="*/ 4 h 37"/>
                <a:gd name="T10" fmla="*/ 0 w 22"/>
                <a:gd name="T11" fmla="*/ 0 h 37"/>
                <a:gd name="T12" fmla="*/ 22 w 22"/>
                <a:gd name="T13" fmla="*/ 0 h 37"/>
                <a:gd name="T14" fmla="*/ 22 w 22"/>
                <a:gd name="T15" fmla="*/ 4 h 37"/>
                <a:gd name="T16" fmla="*/ 15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5" y="4"/>
                  </a:moveTo>
                  <a:lnTo>
                    <a:pt x="15" y="37"/>
                  </a:lnTo>
                  <a:lnTo>
                    <a:pt x="10" y="37"/>
                  </a:lnTo>
                  <a:lnTo>
                    <a:pt x="10" y="4"/>
                  </a:lnTo>
                  <a:lnTo>
                    <a:pt x="0" y="4"/>
                  </a:lnTo>
                  <a:lnTo>
                    <a:pt x="0" y="0"/>
                  </a:lnTo>
                  <a:lnTo>
                    <a:pt x="22" y="0"/>
                  </a:lnTo>
                  <a:lnTo>
                    <a:pt x="22" y="4"/>
                  </a:lnTo>
                  <a:lnTo>
                    <a:pt x="15"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1" name="Freeform 32"/>
            <p:cNvSpPr>
              <a:spLocks/>
            </p:cNvSpPr>
            <p:nvPr/>
          </p:nvSpPr>
          <p:spPr bwMode="auto">
            <a:xfrm>
              <a:off x="11212513" y="5289550"/>
              <a:ext cx="322263" cy="173038"/>
            </a:xfrm>
            <a:custGeom>
              <a:avLst/>
              <a:gdLst>
                <a:gd name="T0" fmla="*/ 203 w 203"/>
                <a:gd name="T1" fmla="*/ 109 h 109"/>
                <a:gd name="T2" fmla="*/ 203 w 203"/>
                <a:gd name="T3" fmla="*/ 109 h 109"/>
                <a:gd name="T4" fmla="*/ 67 w 203"/>
                <a:gd name="T5" fmla="*/ 0 h 109"/>
                <a:gd name="T6" fmla="*/ 0 w 203"/>
                <a:gd name="T7" fmla="*/ 106 h 109"/>
                <a:gd name="T8" fmla="*/ 0 w 203"/>
                <a:gd name="T9" fmla="*/ 109 h 109"/>
                <a:gd name="T10" fmla="*/ 67 w 203"/>
                <a:gd name="T11" fmla="*/ 35 h 109"/>
                <a:gd name="T12" fmla="*/ 203 w 203"/>
                <a:gd name="T13" fmla="*/ 109 h 109"/>
              </a:gdLst>
              <a:ahLst/>
              <a:cxnLst>
                <a:cxn ang="0">
                  <a:pos x="T0" y="T1"/>
                </a:cxn>
                <a:cxn ang="0">
                  <a:pos x="T2" y="T3"/>
                </a:cxn>
                <a:cxn ang="0">
                  <a:pos x="T4" y="T5"/>
                </a:cxn>
                <a:cxn ang="0">
                  <a:pos x="T6" y="T7"/>
                </a:cxn>
                <a:cxn ang="0">
                  <a:pos x="T8" y="T9"/>
                </a:cxn>
                <a:cxn ang="0">
                  <a:pos x="T10" y="T11"/>
                </a:cxn>
                <a:cxn ang="0">
                  <a:pos x="T12" y="T13"/>
                </a:cxn>
              </a:cxnLst>
              <a:rect l="0" t="0" r="r" b="b"/>
              <a:pathLst>
                <a:path w="203" h="109">
                  <a:moveTo>
                    <a:pt x="203" y="109"/>
                  </a:moveTo>
                  <a:lnTo>
                    <a:pt x="203" y="109"/>
                  </a:lnTo>
                  <a:lnTo>
                    <a:pt x="67" y="0"/>
                  </a:lnTo>
                  <a:lnTo>
                    <a:pt x="0" y="106"/>
                  </a:lnTo>
                  <a:lnTo>
                    <a:pt x="0" y="109"/>
                  </a:lnTo>
                  <a:lnTo>
                    <a:pt x="67" y="35"/>
                  </a:lnTo>
                  <a:lnTo>
                    <a:pt x="203" y="10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2" name="Freeform 33"/>
            <p:cNvSpPr>
              <a:spLocks/>
            </p:cNvSpPr>
            <p:nvPr/>
          </p:nvSpPr>
          <p:spPr bwMode="auto">
            <a:xfrm>
              <a:off x="11212513" y="5364163"/>
              <a:ext cx="322263" cy="109538"/>
            </a:xfrm>
            <a:custGeom>
              <a:avLst/>
              <a:gdLst>
                <a:gd name="T0" fmla="*/ 0 w 203"/>
                <a:gd name="T1" fmla="*/ 67 h 69"/>
                <a:gd name="T2" fmla="*/ 0 w 203"/>
                <a:gd name="T3" fmla="*/ 69 h 69"/>
                <a:gd name="T4" fmla="*/ 67 w 203"/>
                <a:gd name="T5" fmla="*/ 25 h 69"/>
                <a:gd name="T6" fmla="*/ 203 w 203"/>
                <a:gd name="T7" fmla="*/ 69 h 69"/>
                <a:gd name="T8" fmla="*/ 203 w 203"/>
                <a:gd name="T9" fmla="*/ 67 h 69"/>
                <a:gd name="T10" fmla="*/ 67 w 203"/>
                <a:gd name="T11" fmla="*/ 0 h 69"/>
                <a:gd name="T12" fmla="*/ 0 w 203"/>
                <a:gd name="T13" fmla="*/ 67 h 69"/>
              </a:gdLst>
              <a:ahLst/>
              <a:cxnLst>
                <a:cxn ang="0">
                  <a:pos x="T0" y="T1"/>
                </a:cxn>
                <a:cxn ang="0">
                  <a:pos x="T2" y="T3"/>
                </a:cxn>
                <a:cxn ang="0">
                  <a:pos x="T4" y="T5"/>
                </a:cxn>
                <a:cxn ang="0">
                  <a:pos x="T6" y="T7"/>
                </a:cxn>
                <a:cxn ang="0">
                  <a:pos x="T8" y="T9"/>
                </a:cxn>
                <a:cxn ang="0">
                  <a:pos x="T10" y="T11"/>
                </a:cxn>
                <a:cxn ang="0">
                  <a:pos x="T12" y="T13"/>
                </a:cxn>
              </a:cxnLst>
              <a:rect l="0" t="0" r="r" b="b"/>
              <a:pathLst>
                <a:path w="203" h="69">
                  <a:moveTo>
                    <a:pt x="0" y="67"/>
                  </a:moveTo>
                  <a:lnTo>
                    <a:pt x="0" y="69"/>
                  </a:lnTo>
                  <a:lnTo>
                    <a:pt x="67" y="25"/>
                  </a:lnTo>
                  <a:lnTo>
                    <a:pt x="203" y="69"/>
                  </a:lnTo>
                  <a:lnTo>
                    <a:pt x="203" y="67"/>
                  </a:lnTo>
                  <a:lnTo>
                    <a:pt x="67" y="0"/>
                  </a:lnTo>
                  <a:lnTo>
                    <a:pt x="0"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3" name="Freeform 34"/>
            <p:cNvSpPr>
              <a:spLocks/>
            </p:cNvSpPr>
            <p:nvPr/>
          </p:nvSpPr>
          <p:spPr bwMode="auto">
            <a:xfrm>
              <a:off x="11212513" y="5414963"/>
              <a:ext cx="322263" cy="66675"/>
            </a:xfrm>
            <a:custGeom>
              <a:avLst/>
              <a:gdLst>
                <a:gd name="T0" fmla="*/ 0 w 203"/>
                <a:gd name="T1" fmla="*/ 42 h 42"/>
                <a:gd name="T2" fmla="*/ 0 w 203"/>
                <a:gd name="T3" fmla="*/ 42 h 42"/>
                <a:gd name="T4" fmla="*/ 67 w 203"/>
                <a:gd name="T5" fmla="*/ 25 h 42"/>
                <a:gd name="T6" fmla="*/ 203 w 203"/>
                <a:gd name="T7" fmla="*/ 42 h 42"/>
                <a:gd name="T8" fmla="*/ 203 w 203"/>
                <a:gd name="T9" fmla="*/ 42 h 42"/>
                <a:gd name="T10" fmla="*/ 67 w 203"/>
                <a:gd name="T11" fmla="*/ 0 h 42"/>
                <a:gd name="T12" fmla="*/ 0 w 203"/>
                <a:gd name="T13" fmla="*/ 42 h 42"/>
              </a:gdLst>
              <a:ahLst/>
              <a:cxnLst>
                <a:cxn ang="0">
                  <a:pos x="T0" y="T1"/>
                </a:cxn>
                <a:cxn ang="0">
                  <a:pos x="T2" y="T3"/>
                </a:cxn>
                <a:cxn ang="0">
                  <a:pos x="T4" y="T5"/>
                </a:cxn>
                <a:cxn ang="0">
                  <a:pos x="T6" y="T7"/>
                </a:cxn>
                <a:cxn ang="0">
                  <a:pos x="T8" y="T9"/>
                </a:cxn>
                <a:cxn ang="0">
                  <a:pos x="T10" y="T11"/>
                </a:cxn>
                <a:cxn ang="0">
                  <a:pos x="T12" y="T13"/>
                </a:cxn>
              </a:cxnLst>
              <a:rect l="0" t="0" r="r" b="b"/>
              <a:pathLst>
                <a:path w="203" h="42">
                  <a:moveTo>
                    <a:pt x="0" y="42"/>
                  </a:moveTo>
                  <a:lnTo>
                    <a:pt x="0" y="42"/>
                  </a:lnTo>
                  <a:lnTo>
                    <a:pt x="67" y="25"/>
                  </a:lnTo>
                  <a:lnTo>
                    <a:pt x="203" y="42"/>
                  </a:lnTo>
                  <a:lnTo>
                    <a:pt x="203" y="42"/>
                  </a:lnTo>
                  <a:lnTo>
                    <a:pt x="67" y="0"/>
                  </a:lnTo>
                  <a:lnTo>
                    <a:pt x="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4" name="Freeform 35"/>
            <p:cNvSpPr>
              <a:spLocks/>
            </p:cNvSpPr>
            <p:nvPr/>
          </p:nvSpPr>
          <p:spPr bwMode="auto">
            <a:xfrm>
              <a:off x="11212513" y="5470525"/>
              <a:ext cx="322263" cy="23813"/>
            </a:xfrm>
            <a:custGeom>
              <a:avLst/>
              <a:gdLst>
                <a:gd name="T0" fmla="*/ 0 w 203"/>
                <a:gd name="T1" fmla="*/ 12 h 15"/>
                <a:gd name="T2" fmla="*/ 0 w 203"/>
                <a:gd name="T3" fmla="*/ 15 h 15"/>
                <a:gd name="T4" fmla="*/ 203 w 203"/>
                <a:gd name="T5" fmla="*/ 15 h 15"/>
                <a:gd name="T6" fmla="*/ 203 w 203"/>
                <a:gd name="T7" fmla="*/ 12 h 15"/>
                <a:gd name="T8" fmla="*/ 67 w 203"/>
                <a:gd name="T9" fmla="*/ 0 h 15"/>
                <a:gd name="T10" fmla="*/ 0 w 203"/>
                <a:gd name="T11" fmla="*/ 12 h 15"/>
              </a:gdLst>
              <a:ahLst/>
              <a:cxnLst>
                <a:cxn ang="0">
                  <a:pos x="T0" y="T1"/>
                </a:cxn>
                <a:cxn ang="0">
                  <a:pos x="T2" y="T3"/>
                </a:cxn>
                <a:cxn ang="0">
                  <a:pos x="T4" y="T5"/>
                </a:cxn>
                <a:cxn ang="0">
                  <a:pos x="T6" y="T7"/>
                </a:cxn>
                <a:cxn ang="0">
                  <a:pos x="T8" y="T9"/>
                </a:cxn>
                <a:cxn ang="0">
                  <a:pos x="T10" y="T11"/>
                </a:cxn>
              </a:cxnLst>
              <a:rect l="0" t="0" r="r" b="b"/>
              <a:pathLst>
                <a:path w="203" h="15">
                  <a:moveTo>
                    <a:pt x="0" y="12"/>
                  </a:moveTo>
                  <a:lnTo>
                    <a:pt x="0" y="15"/>
                  </a:lnTo>
                  <a:lnTo>
                    <a:pt x="203" y="15"/>
                  </a:lnTo>
                  <a:lnTo>
                    <a:pt x="203" y="12"/>
                  </a:lnTo>
                  <a:lnTo>
                    <a:pt x="67" y="0"/>
                  </a:lnTo>
                  <a:lnTo>
                    <a:pt x="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grpSp>
      <p:cxnSp>
        <p:nvCxnSpPr>
          <p:cNvPr id="80" name="직선 연결선 79"/>
          <p:cNvCxnSpPr/>
          <p:nvPr userDrawn="1"/>
        </p:nvCxnSpPr>
        <p:spPr>
          <a:xfrm>
            <a:off x="462200" y="7173747"/>
            <a:ext cx="8503332"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087704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6588" userDrawn="1">
          <p15:clr>
            <a:srgbClr val="FBAE40"/>
          </p15:clr>
        </p15:guide>
        <p15:guide id="3" pos="564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4_흰배경">
    <p:spTree>
      <p:nvGrpSpPr>
        <p:cNvPr id="1" name=""/>
        <p:cNvGrpSpPr/>
        <p:nvPr/>
      </p:nvGrpSpPr>
      <p:grpSpPr>
        <a:xfrm>
          <a:off x="0" y="0"/>
          <a:ext cx="0" cy="0"/>
          <a:chOff x="0" y="0"/>
          <a:chExt cx="0" cy="0"/>
        </a:xfrm>
      </p:grpSpPr>
      <p:pic>
        <p:nvPicPr>
          <p:cNvPr id="7" name="그림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456134" y="630547"/>
            <a:ext cx="838136" cy="257462"/>
          </a:xfrm>
          <a:prstGeom prst="rect">
            <a:avLst/>
          </a:prstGeom>
        </p:spPr>
      </p:pic>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pic>
        <p:nvPicPr>
          <p:cNvPr id="8" name="Picture 6" descr="CI기본형"/>
          <p:cNvPicPr>
            <a:picLocks noChangeAspect="1" noChangeArrowheads="1"/>
          </p:cNvPicPr>
          <p:nvPr userDrawn="1"/>
        </p:nvPicPr>
        <p:blipFill>
          <a:blip r:embed="rId4" cstate="print">
            <a:extLst>
              <a:ext uri="{BEBA8EAE-BF5A-486C-A8C5-ECC9F3942E4B}">
                <a14:imgProps xmlns:a14="http://schemas.microsoft.com/office/drawing/2010/main">
                  <a14:imgLayer r:embed="rId5">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
        <p:nvSpPr>
          <p:cNvPr id="10" name="Rectangle 47"/>
          <p:cNvSpPr>
            <a:spLocks noChangeArrowheads="1"/>
          </p:cNvSpPr>
          <p:nvPr userDrawn="1">
            <p:custDataLst>
              <p:tags r:id="rId1"/>
            </p:custDataLst>
          </p:nvPr>
        </p:nvSpPr>
        <p:spPr bwMode="auto">
          <a:xfrm>
            <a:off x="5092940" y="7174697"/>
            <a:ext cx="5220205" cy="236239"/>
          </a:xfrm>
          <a:prstGeom prst="rect">
            <a:avLst/>
          </a:prstGeom>
          <a:noFill/>
          <a:ln w="9525">
            <a:noFill/>
            <a:miter lim="800000"/>
            <a:headEnd/>
            <a:tailEnd/>
          </a:ln>
          <a:effectLst/>
        </p:spPr>
        <p:txBody>
          <a:bodyPr rIns="0"/>
          <a:lstStyle/>
          <a:p>
            <a:pPr marL="0" marR="0" lvl="0" indent="0" algn="r" defTabSz="914061" rtl="0" eaLnBrk="1" fontAlgn="auto" latinLnBrk="1" hangingPunct="1">
              <a:lnSpc>
                <a:spcPct val="100000"/>
              </a:lnSpc>
              <a:spcBef>
                <a:spcPts val="0"/>
              </a:spcBef>
              <a:spcAft>
                <a:spcPts val="0"/>
              </a:spcAft>
              <a:buClrTx/>
              <a:buSzTx/>
              <a:buFontTx/>
              <a:buNone/>
              <a:tabLst/>
              <a:defRPr/>
            </a:pPr>
            <a:r>
              <a:rPr lang="ko-KR" altLang="en-US" sz="60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분당 </a:t>
            </a:r>
            <a:r>
              <a:rPr lang="ko-KR" altLang="en-US" sz="600" dirty="0" err="1">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라포르테블랑서현</a:t>
            </a:r>
            <a:r>
              <a:rPr lang="ko-KR" altLang="en-US"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제</a:t>
            </a:r>
            <a:r>
              <a:rPr lang="en-US" altLang="ko-KR"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주차장</a:t>
            </a:r>
            <a:r>
              <a:rPr lang="en-US" altLang="ko-KR"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I</a:t>
            </a:r>
            <a:r>
              <a:rPr lang="en-US" altLang="ko-KR" sz="600" baseline="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600" dirty="0">
                <a:solidFill>
                  <a:schemeClr val="tx1">
                    <a:lumMod val="85000"/>
                    <a:lumOff val="1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예비투자심의위원회 자료</a:t>
            </a:r>
            <a:r>
              <a:rPr lang="en-US" altLang="ko-KR" sz="600" dirty="0">
                <a:solidFill>
                  <a:schemeClr val="tx1">
                    <a:lumMod val="85000"/>
                    <a:lumOff val="1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I</a:t>
            </a:r>
            <a:r>
              <a:rPr lang="en-US" altLang="ko-KR" sz="600" baseline="0" dirty="0">
                <a:solidFill>
                  <a:schemeClr val="tx1">
                    <a:lumMod val="85000"/>
                    <a:lumOff val="1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600" baseline="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600" dirty="0" err="1">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코람코라이프인프라위탁관리부동산투자회사</a:t>
            </a:r>
            <a:r>
              <a:rPr lang="ko-KR" altLang="en-US" sz="6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fld id="{AC62A5EC-D10B-4D96-80FB-7B5CF2531C58}" type="slidenum">
              <a:rPr lang="en-US" altLang="ko-KR" sz="600" b="0" smtClean="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pPr marL="0" marR="0" lvl="0" indent="0" algn="r" defTabSz="914061" rtl="0" eaLnBrk="1" fontAlgn="auto" latinLnBrk="1" hangingPunct="1">
                <a:lnSpc>
                  <a:spcPct val="100000"/>
                </a:lnSpc>
                <a:spcBef>
                  <a:spcPts val="0"/>
                </a:spcBef>
                <a:spcAft>
                  <a:spcPts val="0"/>
                </a:spcAft>
                <a:buClrTx/>
                <a:buSzTx/>
                <a:buFontTx/>
                <a:buNone/>
                <a:tabLst/>
                <a:defRPr/>
              </a:pPr>
              <a:t>‹#›</a:t>
            </a:fld>
            <a:endParaRPr lang="en-US" altLang="ko-KR" sz="600" b="1" dirty="0">
              <a:solidFill>
                <a:srgbClr val="006D52"/>
              </a:solidFill>
              <a:latin typeface="KoPubWorld돋움체 Light" panose="00000300000000000000" pitchFamily="2" charset="-127"/>
              <a:ea typeface="KoPubWorld돋움체 Light" panose="00000300000000000000" pitchFamily="2" charset="-127"/>
              <a:cs typeface="Arial" pitchFamily="34" charset="0"/>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ko-KR" altLang="en-US" sz="1886" b="1">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투자배경</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19530655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7_흰배경">
    <p:spTree>
      <p:nvGrpSpPr>
        <p:cNvPr id="1" name=""/>
        <p:cNvGrpSpPr/>
        <p:nvPr/>
      </p:nvGrpSpPr>
      <p:grpSpPr>
        <a:xfrm>
          <a:off x="0" y="0"/>
          <a:ext cx="0" cy="0"/>
          <a:chOff x="0" y="0"/>
          <a:chExt cx="0" cy="0"/>
        </a:xfrm>
      </p:grpSpPr>
      <p:pic>
        <p:nvPicPr>
          <p:cNvPr id="7" name="그림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456134" y="630547"/>
            <a:ext cx="838136" cy="257462"/>
          </a:xfrm>
          <a:prstGeom prst="rect">
            <a:avLst/>
          </a:prstGeom>
        </p:spPr>
      </p:pic>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pic>
        <p:nvPicPr>
          <p:cNvPr id="8" name="Picture 6" descr="CI기본형"/>
          <p:cNvPicPr>
            <a:picLocks noChangeAspect="1" noChangeArrowheads="1"/>
          </p:cNvPicPr>
          <p:nvPr userDrawn="1"/>
        </p:nvPicPr>
        <p:blipFill>
          <a:blip r:embed="rId4" cstate="print">
            <a:extLst>
              <a:ext uri="{BEBA8EAE-BF5A-486C-A8C5-ECC9F3942E4B}">
                <a14:imgProps xmlns:a14="http://schemas.microsoft.com/office/drawing/2010/main">
                  <a14:imgLayer r:embed="rId5">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
        <p:nvSpPr>
          <p:cNvPr id="10" name="Rectangle 47"/>
          <p:cNvSpPr>
            <a:spLocks noChangeArrowheads="1"/>
          </p:cNvSpPr>
          <p:nvPr userDrawn="1">
            <p:custDataLst>
              <p:tags r:id="rId1"/>
            </p:custDataLst>
          </p:nvPr>
        </p:nvSpPr>
        <p:spPr bwMode="auto">
          <a:xfrm>
            <a:off x="5092940" y="7174697"/>
            <a:ext cx="5220205" cy="236239"/>
          </a:xfrm>
          <a:prstGeom prst="rect">
            <a:avLst/>
          </a:prstGeom>
          <a:noFill/>
          <a:ln w="9525">
            <a:noFill/>
            <a:miter lim="800000"/>
            <a:headEnd/>
            <a:tailEnd/>
          </a:ln>
          <a:effectLst/>
        </p:spPr>
        <p:txBody>
          <a:bodyPr rIns="0"/>
          <a:lstStyle/>
          <a:p>
            <a:pPr marL="0" marR="0" lvl="0" indent="0" algn="r" defTabSz="914061" rtl="0" eaLnBrk="1" fontAlgn="auto" latinLnBrk="1" hangingPunct="1">
              <a:lnSpc>
                <a:spcPct val="100000"/>
              </a:lnSpc>
              <a:spcBef>
                <a:spcPts val="0"/>
              </a:spcBef>
              <a:spcAft>
                <a:spcPts val="0"/>
              </a:spcAft>
              <a:buClrTx/>
              <a:buSzTx/>
              <a:buFontTx/>
              <a:buNone/>
              <a:tabLst/>
              <a:defRPr/>
            </a:pPr>
            <a:r>
              <a:rPr lang="ko-KR" altLang="en-US" sz="60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분당 </a:t>
            </a:r>
            <a:r>
              <a:rPr lang="ko-KR" altLang="en-US" sz="600" dirty="0" err="1">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라포르테블랑서현</a:t>
            </a:r>
            <a:r>
              <a:rPr lang="ko-KR" altLang="en-US"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제</a:t>
            </a:r>
            <a:r>
              <a:rPr lang="en-US" altLang="ko-KR"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주차장</a:t>
            </a:r>
            <a:r>
              <a:rPr lang="en-US" altLang="ko-KR"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I</a:t>
            </a:r>
            <a:r>
              <a:rPr lang="en-US" altLang="ko-KR" sz="600" baseline="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600" dirty="0">
                <a:solidFill>
                  <a:schemeClr val="tx1">
                    <a:lumMod val="85000"/>
                    <a:lumOff val="1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예비투자심의위원회 자료</a:t>
            </a:r>
            <a:r>
              <a:rPr lang="en-US" altLang="ko-KR" sz="600" dirty="0">
                <a:solidFill>
                  <a:schemeClr val="tx1">
                    <a:lumMod val="85000"/>
                    <a:lumOff val="1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I</a:t>
            </a:r>
            <a:r>
              <a:rPr lang="en-US" altLang="ko-KR" sz="600" baseline="0" dirty="0">
                <a:solidFill>
                  <a:schemeClr val="tx1">
                    <a:lumMod val="85000"/>
                    <a:lumOff val="1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600" baseline="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600" dirty="0" err="1">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코람코라이프인프라위탁관리부동산투자회사</a:t>
            </a:r>
            <a:r>
              <a:rPr lang="ko-KR" altLang="en-US" sz="6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fld id="{AC62A5EC-D10B-4D96-80FB-7B5CF2531C58}" type="slidenum">
              <a:rPr lang="en-US" altLang="ko-KR" sz="600" b="0" smtClean="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pPr marL="0" marR="0" lvl="0" indent="0" algn="r" defTabSz="914061" rtl="0" eaLnBrk="1" fontAlgn="auto" latinLnBrk="1" hangingPunct="1">
                <a:lnSpc>
                  <a:spcPct val="100000"/>
                </a:lnSpc>
                <a:spcBef>
                  <a:spcPts val="0"/>
                </a:spcBef>
                <a:spcAft>
                  <a:spcPts val="0"/>
                </a:spcAft>
                <a:buClrTx/>
                <a:buSzTx/>
                <a:buFontTx/>
                <a:buNone/>
                <a:tabLst/>
                <a:defRPr/>
              </a:pPr>
              <a:t>‹#›</a:t>
            </a:fld>
            <a:endParaRPr lang="en-US" altLang="ko-KR" sz="600" b="1" dirty="0">
              <a:solidFill>
                <a:srgbClr val="006D52"/>
              </a:solidFill>
              <a:latin typeface="KoPubWorld돋움체 Light" panose="00000300000000000000" pitchFamily="2" charset="-127"/>
              <a:ea typeface="KoPubWorld돋움체 Light" panose="00000300000000000000" pitchFamily="2" charset="-127"/>
              <a:cs typeface="Arial" pitchFamily="34" charset="0"/>
            </a:endParaRP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투자심의위원회 개요</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32313884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8_흰배경">
    <p:spTree>
      <p:nvGrpSpPr>
        <p:cNvPr id="1" name=""/>
        <p:cNvGrpSpPr/>
        <p:nvPr/>
      </p:nvGrpSpPr>
      <p:grpSpPr>
        <a:xfrm>
          <a:off x="0" y="0"/>
          <a:ext cx="0" cy="0"/>
          <a:chOff x="0" y="0"/>
          <a:chExt cx="0" cy="0"/>
        </a:xfrm>
      </p:grpSpPr>
      <p:pic>
        <p:nvPicPr>
          <p:cNvPr id="7" name="그림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456134" y="630547"/>
            <a:ext cx="838136" cy="257462"/>
          </a:xfrm>
          <a:prstGeom prst="rect">
            <a:avLst/>
          </a:prstGeom>
        </p:spPr>
      </p:pic>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pic>
        <p:nvPicPr>
          <p:cNvPr id="8" name="Picture 6" descr="CI기본형"/>
          <p:cNvPicPr>
            <a:picLocks noChangeAspect="1" noChangeArrowheads="1"/>
          </p:cNvPicPr>
          <p:nvPr userDrawn="1"/>
        </p:nvPicPr>
        <p:blipFill>
          <a:blip r:embed="rId4" cstate="print">
            <a:extLst>
              <a:ext uri="{BEBA8EAE-BF5A-486C-A8C5-ECC9F3942E4B}">
                <a14:imgProps xmlns:a14="http://schemas.microsoft.com/office/drawing/2010/main">
                  <a14:imgLayer r:embed="rId5">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투자심의위원회 개요</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0" name="Rectangle 47"/>
          <p:cNvSpPr>
            <a:spLocks noChangeArrowheads="1"/>
          </p:cNvSpPr>
          <p:nvPr userDrawn="1">
            <p:custDataLst>
              <p:tags r:id="rId1"/>
            </p:custDataLst>
          </p:nvPr>
        </p:nvSpPr>
        <p:spPr bwMode="auto">
          <a:xfrm>
            <a:off x="5092940" y="7174697"/>
            <a:ext cx="5220205" cy="236239"/>
          </a:xfrm>
          <a:prstGeom prst="rect">
            <a:avLst/>
          </a:prstGeom>
          <a:noFill/>
          <a:ln w="9525">
            <a:noFill/>
            <a:miter lim="800000"/>
            <a:headEnd/>
            <a:tailEnd/>
          </a:ln>
          <a:effectLst/>
        </p:spPr>
        <p:txBody>
          <a:bodyPr rIns="0"/>
          <a:lstStyle/>
          <a:p>
            <a:pPr marL="0" marR="0" lvl="0" indent="0" algn="r" defTabSz="914061" rtl="0" eaLnBrk="1" fontAlgn="auto" latinLnBrk="1" hangingPunct="1">
              <a:lnSpc>
                <a:spcPct val="100000"/>
              </a:lnSpc>
              <a:spcBef>
                <a:spcPts val="0"/>
              </a:spcBef>
              <a:spcAft>
                <a:spcPts val="0"/>
              </a:spcAft>
              <a:buClrTx/>
              <a:buSzTx/>
              <a:buFontTx/>
              <a:buNone/>
              <a:tabLst/>
              <a:defRPr/>
            </a:pPr>
            <a:r>
              <a:rPr lang="ko-KR" altLang="en-US"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분당 </a:t>
            </a:r>
            <a:r>
              <a:rPr lang="ko-KR" altLang="en-US" sz="600" dirty="0" err="1">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라포르테블랑서현</a:t>
            </a:r>
            <a:r>
              <a:rPr lang="ko-KR" altLang="en-US"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제</a:t>
            </a:r>
            <a:r>
              <a:rPr lang="en-US" altLang="ko-KR"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주차장</a:t>
            </a:r>
            <a:r>
              <a:rPr lang="en-US" altLang="ko-KR"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I</a:t>
            </a:r>
            <a:r>
              <a:rPr lang="en-US" altLang="ko-KR" sz="600" baseline="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600" dirty="0">
                <a:solidFill>
                  <a:schemeClr val="tx1">
                    <a:lumMod val="85000"/>
                    <a:lumOff val="1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투자심의위원회 자료</a:t>
            </a:r>
            <a:r>
              <a:rPr lang="en-US" altLang="ko-KR" sz="600" dirty="0">
                <a:solidFill>
                  <a:schemeClr val="tx1">
                    <a:lumMod val="85000"/>
                    <a:lumOff val="1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I</a:t>
            </a:r>
            <a:r>
              <a:rPr lang="en-US" altLang="ko-KR" sz="600" baseline="0" dirty="0">
                <a:solidFill>
                  <a:schemeClr val="tx1">
                    <a:lumMod val="85000"/>
                    <a:lumOff val="1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600" baseline="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600" dirty="0" err="1">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코람코라이프인프라위탁관리부동산투자회사</a:t>
            </a:r>
            <a:r>
              <a:rPr lang="ko-KR" altLang="en-US" sz="6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fld id="{AC62A5EC-D10B-4D96-80FB-7B5CF2531C58}" type="slidenum">
              <a:rPr lang="en-US" altLang="ko-KR" sz="600" b="0" smtClean="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pPr marL="0" marR="0" lvl="0" indent="0" algn="r" defTabSz="914061" rtl="0" eaLnBrk="1" fontAlgn="auto" latinLnBrk="1" hangingPunct="1">
                <a:lnSpc>
                  <a:spcPct val="100000"/>
                </a:lnSpc>
                <a:spcBef>
                  <a:spcPts val="0"/>
                </a:spcBef>
                <a:spcAft>
                  <a:spcPts val="0"/>
                </a:spcAft>
                <a:buClrTx/>
                <a:buSzTx/>
                <a:buFontTx/>
                <a:buNone/>
                <a:tabLst/>
                <a:defRPr/>
              </a:pPr>
              <a:t>‹#›</a:t>
            </a:fld>
            <a:endParaRPr lang="en-US" altLang="ko-KR" sz="600" b="1" dirty="0">
              <a:solidFill>
                <a:srgbClr val="006D52"/>
              </a:solidFill>
              <a:latin typeface="KoPubWorld돋움체 Light" panose="00000300000000000000" pitchFamily="2" charset="-127"/>
              <a:ea typeface="KoPubWorld돋움체 Light" panose="00000300000000000000" pitchFamily="2" charset="-127"/>
              <a:cs typeface="Arial" pitchFamily="34" charset="0"/>
            </a:endParaRPr>
          </a:p>
        </p:txBody>
      </p:sp>
    </p:spTree>
    <p:extLst>
      <p:ext uri="{BB962C8B-B14F-4D97-AF65-F5344CB8AC3E}">
        <p14:creationId xmlns:p14="http://schemas.microsoft.com/office/powerpoint/2010/main" val="7883034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_흰배경">
    <p:spTree>
      <p:nvGrpSpPr>
        <p:cNvPr id="1" name=""/>
        <p:cNvGrpSpPr/>
        <p:nvPr/>
      </p:nvGrpSpPr>
      <p:grpSpPr>
        <a:xfrm>
          <a:off x="0" y="0"/>
          <a:ext cx="0" cy="0"/>
          <a:chOff x="0" y="0"/>
          <a:chExt cx="0" cy="0"/>
        </a:xfrm>
      </p:grpSpPr>
      <p:pic>
        <p:nvPicPr>
          <p:cNvPr id="7" name="그림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456134" y="630547"/>
            <a:ext cx="838136" cy="257462"/>
          </a:xfrm>
          <a:prstGeom prst="rect">
            <a:avLst/>
          </a:prstGeom>
        </p:spPr>
      </p:pic>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pic>
        <p:nvPicPr>
          <p:cNvPr id="8" name="Picture 6" descr="CI기본형"/>
          <p:cNvPicPr>
            <a:picLocks noChangeAspect="1" noChangeArrowheads="1"/>
          </p:cNvPicPr>
          <p:nvPr userDrawn="1"/>
        </p:nvPicPr>
        <p:blipFill>
          <a:blip r:embed="rId4" cstate="print">
            <a:extLst>
              <a:ext uri="{BEBA8EAE-BF5A-486C-A8C5-ECC9F3942E4B}">
                <a14:imgProps xmlns:a14="http://schemas.microsoft.com/office/drawing/2010/main">
                  <a14:imgLayer r:embed="rId5">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Investment Highlights</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5" name="Rectangle 47"/>
          <p:cNvSpPr>
            <a:spLocks noChangeArrowheads="1"/>
          </p:cNvSpPr>
          <p:nvPr userDrawn="1">
            <p:custDataLst>
              <p:tags r:id="rId1"/>
            </p:custDataLst>
          </p:nvPr>
        </p:nvSpPr>
        <p:spPr bwMode="auto">
          <a:xfrm>
            <a:off x="5092940" y="7174697"/>
            <a:ext cx="5220205" cy="236239"/>
          </a:xfrm>
          <a:prstGeom prst="rect">
            <a:avLst/>
          </a:prstGeom>
          <a:noFill/>
          <a:ln w="9525">
            <a:noFill/>
            <a:miter lim="800000"/>
            <a:headEnd/>
            <a:tailEnd/>
          </a:ln>
          <a:effectLst/>
        </p:spPr>
        <p:txBody>
          <a:bodyPr rIns="0"/>
          <a:lstStyle/>
          <a:p>
            <a:pPr marL="0" marR="0" lvl="0" indent="0" algn="r" defTabSz="914061" rtl="0" eaLnBrk="1" fontAlgn="auto" latinLnBrk="1" hangingPunct="1">
              <a:lnSpc>
                <a:spcPct val="100000"/>
              </a:lnSpc>
              <a:spcBef>
                <a:spcPts val="0"/>
              </a:spcBef>
              <a:spcAft>
                <a:spcPts val="0"/>
              </a:spcAft>
              <a:buClrTx/>
              <a:buSzTx/>
              <a:buFontTx/>
              <a:buNone/>
              <a:tabLst/>
              <a:defRPr/>
            </a:pPr>
            <a:r>
              <a:rPr lang="ko-KR" altLang="en-US" sz="60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분당 </a:t>
            </a:r>
            <a:r>
              <a:rPr lang="ko-KR" altLang="en-US" sz="600" dirty="0" err="1">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라포르테블랑서현</a:t>
            </a:r>
            <a:r>
              <a:rPr lang="ko-KR" altLang="en-US"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제</a:t>
            </a:r>
            <a:r>
              <a:rPr lang="en-US" altLang="ko-KR"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주차장</a:t>
            </a:r>
            <a:r>
              <a:rPr lang="en-US" altLang="ko-KR"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I</a:t>
            </a:r>
            <a:r>
              <a:rPr lang="en-US" altLang="ko-KR" sz="600" baseline="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600" dirty="0">
                <a:solidFill>
                  <a:schemeClr val="tx1">
                    <a:lumMod val="85000"/>
                    <a:lumOff val="1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투자심의위원회 자료</a:t>
            </a:r>
            <a:r>
              <a:rPr lang="en-US" altLang="ko-KR" sz="600" dirty="0">
                <a:solidFill>
                  <a:schemeClr val="tx1">
                    <a:lumMod val="85000"/>
                    <a:lumOff val="1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I</a:t>
            </a:r>
            <a:r>
              <a:rPr lang="en-US" altLang="ko-KR" sz="600" baseline="0" dirty="0">
                <a:solidFill>
                  <a:schemeClr val="tx1">
                    <a:lumMod val="85000"/>
                    <a:lumOff val="1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600" baseline="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600" dirty="0" err="1">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코람코라이프인프라위탁관리부동산투자회사</a:t>
            </a:r>
            <a:r>
              <a:rPr lang="ko-KR" altLang="en-US" sz="6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fld id="{AC62A5EC-D10B-4D96-80FB-7B5CF2531C58}" type="slidenum">
              <a:rPr lang="en-US" altLang="ko-KR" sz="600" b="0" smtClean="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pPr marL="0" marR="0" lvl="0" indent="0" algn="r" defTabSz="914061" rtl="0" eaLnBrk="1" fontAlgn="auto" latinLnBrk="1" hangingPunct="1">
                <a:lnSpc>
                  <a:spcPct val="100000"/>
                </a:lnSpc>
                <a:spcBef>
                  <a:spcPts val="0"/>
                </a:spcBef>
                <a:spcAft>
                  <a:spcPts val="0"/>
                </a:spcAft>
                <a:buClrTx/>
                <a:buSzTx/>
                <a:buFontTx/>
                <a:buNone/>
                <a:tabLst/>
                <a:defRPr/>
              </a:pPr>
              <a:t>‹#›</a:t>
            </a:fld>
            <a:endParaRPr lang="en-US" altLang="ko-KR" sz="600" b="1" dirty="0">
              <a:solidFill>
                <a:srgbClr val="006D52"/>
              </a:solidFill>
              <a:latin typeface="KoPubWorld돋움체 Light" panose="00000300000000000000" pitchFamily="2" charset="-127"/>
              <a:ea typeface="KoPubWorld돋움체 Light" panose="00000300000000000000" pitchFamily="2" charset="-127"/>
              <a:cs typeface="Arial" pitchFamily="34" charset="0"/>
            </a:endParaRPr>
          </a:p>
        </p:txBody>
      </p:sp>
    </p:spTree>
    <p:extLst>
      <p:ext uri="{BB962C8B-B14F-4D97-AF65-F5344CB8AC3E}">
        <p14:creationId xmlns:p14="http://schemas.microsoft.com/office/powerpoint/2010/main" val="38137604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1_흰배경">
    <p:spTree>
      <p:nvGrpSpPr>
        <p:cNvPr id="1" name=""/>
        <p:cNvGrpSpPr/>
        <p:nvPr/>
      </p:nvGrpSpPr>
      <p:grpSpPr>
        <a:xfrm>
          <a:off x="0" y="0"/>
          <a:ext cx="0" cy="0"/>
          <a:chOff x="0" y="0"/>
          <a:chExt cx="0" cy="0"/>
        </a:xfrm>
      </p:grpSpPr>
      <p:pic>
        <p:nvPicPr>
          <p:cNvPr id="7" name="그림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456134" y="630547"/>
            <a:ext cx="838136" cy="257462"/>
          </a:xfrm>
          <a:prstGeom prst="rect">
            <a:avLst/>
          </a:prstGeom>
        </p:spPr>
      </p:pic>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pic>
        <p:nvPicPr>
          <p:cNvPr id="8" name="Picture 6" descr="CI기본형"/>
          <p:cNvPicPr>
            <a:picLocks noChangeAspect="1" noChangeArrowheads="1"/>
          </p:cNvPicPr>
          <p:nvPr userDrawn="1"/>
        </p:nvPicPr>
        <p:blipFill>
          <a:blip r:embed="rId4" cstate="print">
            <a:extLst>
              <a:ext uri="{BEBA8EAE-BF5A-486C-A8C5-ECC9F3942E4B}">
                <a14:imgProps xmlns:a14="http://schemas.microsoft.com/office/drawing/2010/main">
                  <a14:imgLayer r:embed="rId5">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I. </a:t>
            </a:r>
            <a:r>
              <a:rPr lang="ko-KR" altLang="en-US" sz="1886" b="1" dirty="0" err="1">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코람코라이프인프라리츠</a:t>
            </a:r>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1886" b="1" dirty="0" err="1">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투자개요</a:t>
            </a:r>
            <a:endPar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5" name="Rectangle 47"/>
          <p:cNvSpPr>
            <a:spLocks noChangeArrowheads="1"/>
          </p:cNvSpPr>
          <p:nvPr userDrawn="1">
            <p:custDataLst>
              <p:tags r:id="rId1"/>
            </p:custDataLst>
          </p:nvPr>
        </p:nvSpPr>
        <p:spPr bwMode="auto">
          <a:xfrm>
            <a:off x="5092940" y="7174697"/>
            <a:ext cx="5220205" cy="236239"/>
          </a:xfrm>
          <a:prstGeom prst="rect">
            <a:avLst/>
          </a:prstGeom>
          <a:noFill/>
          <a:ln w="9525">
            <a:noFill/>
            <a:miter lim="800000"/>
            <a:headEnd/>
            <a:tailEnd/>
          </a:ln>
          <a:effectLst/>
        </p:spPr>
        <p:txBody>
          <a:bodyPr rIns="0"/>
          <a:lstStyle/>
          <a:p>
            <a:pPr marL="0" marR="0" lvl="0" indent="0" algn="r" defTabSz="914061" rtl="0" eaLnBrk="1" fontAlgn="auto" latinLnBrk="1" hangingPunct="1">
              <a:lnSpc>
                <a:spcPct val="100000"/>
              </a:lnSpc>
              <a:spcBef>
                <a:spcPts val="0"/>
              </a:spcBef>
              <a:spcAft>
                <a:spcPts val="0"/>
              </a:spcAft>
              <a:buClrTx/>
              <a:buSzTx/>
              <a:buFontTx/>
              <a:buNone/>
              <a:tabLst/>
              <a:defRPr/>
            </a:pPr>
            <a:r>
              <a:rPr lang="ko-KR" altLang="en-US" sz="60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분당 </a:t>
            </a:r>
            <a:r>
              <a:rPr lang="ko-KR" altLang="en-US" sz="600" dirty="0" err="1">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라포르테블랑서현</a:t>
            </a:r>
            <a:r>
              <a:rPr lang="ko-KR" altLang="en-US"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제</a:t>
            </a:r>
            <a:r>
              <a:rPr lang="en-US" altLang="ko-KR"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주차장</a:t>
            </a:r>
            <a:r>
              <a:rPr lang="en-US" altLang="ko-KR"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I</a:t>
            </a:r>
            <a:r>
              <a:rPr lang="en-US" altLang="ko-KR" sz="600" baseline="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600" dirty="0">
                <a:solidFill>
                  <a:schemeClr val="tx1">
                    <a:lumMod val="85000"/>
                    <a:lumOff val="1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투자심의위원회 자료</a:t>
            </a:r>
            <a:r>
              <a:rPr lang="en-US" altLang="ko-KR" sz="600" dirty="0">
                <a:solidFill>
                  <a:schemeClr val="tx1">
                    <a:lumMod val="85000"/>
                    <a:lumOff val="1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I</a:t>
            </a:r>
            <a:r>
              <a:rPr lang="en-US" altLang="ko-KR" sz="600" baseline="0" dirty="0">
                <a:solidFill>
                  <a:schemeClr val="tx1">
                    <a:lumMod val="85000"/>
                    <a:lumOff val="1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600" baseline="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600" dirty="0" err="1">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코람코라이프인프라위탁관리부동산투자회사</a:t>
            </a:r>
            <a:r>
              <a:rPr lang="ko-KR" altLang="en-US" sz="6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fld id="{AC62A5EC-D10B-4D96-80FB-7B5CF2531C58}" type="slidenum">
              <a:rPr lang="en-US" altLang="ko-KR" sz="600" b="0" smtClean="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pPr marL="0" marR="0" lvl="0" indent="0" algn="r" defTabSz="914061" rtl="0" eaLnBrk="1" fontAlgn="auto" latinLnBrk="1" hangingPunct="1">
                <a:lnSpc>
                  <a:spcPct val="100000"/>
                </a:lnSpc>
                <a:spcBef>
                  <a:spcPts val="0"/>
                </a:spcBef>
                <a:spcAft>
                  <a:spcPts val="0"/>
                </a:spcAft>
                <a:buClrTx/>
                <a:buSzTx/>
                <a:buFontTx/>
                <a:buNone/>
                <a:tabLst/>
                <a:defRPr/>
              </a:pPr>
              <a:t>‹#›</a:t>
            </a:fld>
            <a:endParaRPr lang="en-US" altLang="ko-KR" sz="600" b="1" dirty="0">
              <a:solidFill>
                <a:srgbClr val="006D52"/>
              </a:solidFill>
              <a:latin typeface="KoPubWorld돋움체 Light" panose="00000300000000000000" pitchFamily="2" charset="-127"/>
              <a:ea typeface="KoPubWorld돋움체 Light" panose="00000300000000000000" pitchFamily="2" charset="-127"/>
              <a:cs typeface="Arial" pitchFamily="34" charset="0"/>
            </a:endParaRPr>
          </a:p>
        </p:txBody>
      </p:sp>
    </p:spTree>
    <p:extLst>
      <p:ext uri="{BB962C8B-B14F-4D97-AF65-F5344CB8AC3E}">
        <p14:creationId xmlns:p14="http://schemas.microsoft.com/office/powerpoint/2010/main" val="27363028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흰배경">
    <p:spTree>
      <p:nvGrpSpPr>
        <p:cNvPr id="1" name=""/>
        <p:cNvGrpSpPr/>
        <p:nvPr/>
      </p:nvGrpSpPr>
      <p:grpSpPr>
        <a:xfrm>
          <a:off x="0" y="0"/>
          <a:ext cx="0" cy="0"/>
          <a:chOff x="0" y="0"/>
          <a:chExt cx="0" cy="0"/>
        </a:xfrm>
      </p:grpSpPr>
      <p:pic>
        <p:nvPicPr>
          <p:cNvPr id="7" name="그림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456134" y="630547"/>
            <a:ext cx="838136" cy="257462"/>
          </a:xfrm>
          <a:prstGeom prst="rect">
            <a:avLst/>
          </a:prstGeom>
        </p:spPr>
      </p:pic>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pic>
        <p:nvPicPr>
          <p:cNvPr id="8" name="Picture 6" descr="CI기본형"/>
          <p:cNvPicPr>
            <a:picLocks noChangeAspect="1" noChangeArrowheads="1"/>
          </p:cNvPicPr>
          <p:nvPr userDrawn="1"/>
        </p:nvPicPr>
        <p:blipFill>
          <a:blip r:embed="rId4" cstate="print">
            <a:extLst>
              <a:ext uri="{BEBA8EAE-BF5A-486C-A8C5-ECC9F3942E4B}">
                <a14:imgProps xmlns:a14="http://schemas.microsoft.com/office/drawing/2010/main">
                  <a14:imgLayer r:embed="rId5">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II. </a:t>
            </a:r>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운용 전략</a:t>
            </a:r>
            <a:endPar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5" name="Rectangle 47"/>
          <p:cNvSpPr>
            <a:spLocks noChangeArrowheads="1"/>
          </p:cNvSpPr>
          <p:nvPr userDrawn="1">
            <p:custDataLst>
              <p:tags r:id="rId1"/>
            </p:custDataLst>
          </p:nvPr>
        </p:nvSpPr>
        <p:spPr bwMode="auto">
          <a:xfrm>
            <a:off x="5092940" y="7174697"/>
            <a:ext cx="5220205" cy="236239"/>
          </a:xfrm>
          <a:prstGeom prst="rect">
            <a:avLst/>
          </a:prstGeom>
          <a:noFill/>
          <a:ln w="9525">
            <a:noFill/>
            <a:miter lim="800000"/>
            <a:headEnd/>
            <a:tailEnd/>
          </a:ln>
          <a:effectLst/>
        </p:spPr>
        <p:txBody>
          <a:bodyPr rIns="0"/>
          <a:lstStyle/>
          <a:p>
            <a:pPr marL="0" marR="0" lvl="0" indent="0" algn="r" defTabSz="914061" rtl="0" eaLnBrk="1" fontAlgn="auto" latinLnBrk="1" hangingPunct="1">
              <a:lnSpc>
                <a:spcPct val="100000"/>
              </a:lnSpc>
              <a:spcBef>
                <a:spcPts val="0"/>
              </a:spcBef>
              <a:spcAft>
                <a:spcPts val="0"/>
              </a:spcAft>
              <a:buClrTx/>
              <a:buSzTx/>
              <a:buFontTx/>
              <a:buNone/>
              <a:tabLst/>
              <a:defRPr/>
            </a:pPr>
            <a:r>
              <a:rPr lang="ko-KR" altLang="en-US" sz="60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분당 </a:t>
            </a:r>
            <a:r>
              <a:rPr lang="ko-KR" altLang="en-US" sz="600" dirty="0" err="1">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라포르테블랑서현</a:t>
            </a:r>
            <a:r>
              <a:rPr lang="ko-KR" altLang="en-US"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제</a:t>
            </a:r>
            <a:r>
              <a:rPr lang="en-US" altLang="ko-KR"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주차장</a:t>
            </a:r>
            <a:r>
              <a:rPr lang="en-US" altLang="ko-KR"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I</a:t>
            </a:r>
            <a:r>
              <a:rPr lang="en-US" altLang="ko-KR" sz="600" baseline="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600" dirty="0">
                <a:solidFill>
                  <a:schemeClr val="tx1">
                    <a:lumMod val="85000"/>
                    <a:lumOff val="1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투자심의위원회 자료</a:t>
            </a:r>
            <a:r>
              <a:rPr lang="en-US" altLang="ko-KR" sz="600" dirty="0">
                <a:solidFill>
                  <a:schemeClr val="tx1">
                    <a:lumMod val="85000"/>
                    <a:lumOff val="1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I</a:t>
            </a:r>
            <a:r>
              <a:rPr lang="en-US" altLang="ko-KR" sz="600" baseline="0" dirty="0">
                <a:solidFill>
                  <a:schemeClr val="tx1">
                    <a:lumMod val="85000"/>
                    <a:lumOff val="1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600" baseline="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600" dirty="0" err="1">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코람코라이프인프라위탁관리부동산투자회사</a:t>
            </a:r>
            <a:r>
              <a:rPr lang="ko-KR" altLang="en-US" sz="6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fld id="{AC62A5EC-D10B-4D96-80FB-7B5CF2531C58}" type="slidenum">
              <a:rPr lang="en-US" altLang="ko-KR" sz="600" b="0" smtClean="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pPr marL="0" marR="0" lvl="0" indent="0" algn="r" defTabSz="914061" rtl="0" eaLnBrk="1" fontAlgn="auto" latinLnBrk="1" hangingPunct="1">
                <a:lnSpc>
                  <a:spcPct val="100000"/>
                </a:lnSpc>
                <a:spcBef>
                  <a:spcPts val="0"/>
                </a:spcBef>
                <a:spcAft>
                  <a:spcPts val="0"/>
                </a:spcAft>
                <a:buClrTx/>
                <a:buSzTx/>
                <a:buFontTx/>
                <a:buNone/>
                <a:tabLst/>
                <a:defRPr/>
              </a:pPr>
              <a:t>‹#›</a:t>
            </a:fld>
            <a:endParaRPr lang="en-US" altLang="ko-KR" sz="600" b="1" dirty="0">
              <a:solidFill>
                <a:srgbClr val="006D52"/>
              </a:solidFill>
              <a:latin typeface="KoPubWorld돋움체 Light" panose="00000300000000000000" pitchFamily="2" charset="-127"/>
              <a:ea typeface="KoPubWorld돋움체 Light" panose="00000300000000000000" pitchFamily="2" charset="-127"/>
              <a:cs typeface="Arial" pitchFamily="34" charset="0"/>
            </a:endParaRPr>
          </a:p>
        </p:txBody>
      </p:sp>
    </p:spTree>
    <p:extLst>
      <p:ext uri="{BB962C8B-B14F-4D97-AF65-F5344CB8AC3E}">
        <p14:creationId xmlns:p14="http://schemas.microsoft.com/office/powerpoint/2010/main" val="29001120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3_흰배경">
    <p:spTree>
      <p:nvGrpSpPr>
        <p:cNvPr id="1" name=""/>
        <p:cNvGrpSpPr/>
        <p:nvPr/>
      </p:nvGrpSpPr>
      <p:grpSpPr>
        <a:xfrm>
          <a:off x="0" y="0"/>
          <a:ext cx="0" cy="0"/>
          <a:chOff x="0" y="0"/>
          <a:chExt cx="0" cy="0"/>
        </a:xfrm>
      </p:grpSpPr>
      <p:pic>
        <p:nvPicPr>
          <p:cNvPr id="7" name="그림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456134" y="630547"/>
            <a:ext cx="838136" cy="257462"/>
          </a:xfrm>
          <a:prstGeom prst="rect">
            <a:avLst/>
          </a:prstGeom>
        </p:spPr>
      </p:pic>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pic>
        <p:nvPicPr>
          <p:cNvPr id="8" name="Picture 6" descr="CI기본형"/>
          <p:cNvPicPr>
            <a:picLocks noChangeAspect="1" noChangeArrowheads="1"/>
          </p:cNvPicPr>
          <p:nvPr userDrawn="1"/>
        </p:nvPicPr>
        <p:blipFill>
          <a:blip r:embed="rId4" cstate="print">
            <a:extLst>
              <a:ext uri="{BEBA8EAE-BF5A-486C-A8C5-ECC9F3942E4B}">
                <a14:imgProps xmlns:a14="http://schemas.microsoft.com/office/drawing/2010/main">
                  <a14:imgLayer r:embed="rId5">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II. </a:t>
            </a:r>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운용 전략</a:t>
            </a:r>
            <a:endPar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5" name="Rectangle 47"/>
          <p:cNvSpPr>
            <a:spLocks noChangeArrowheads="1"/>
          </p:cNvSpPr>
          <p:nvPr userDrawn="1">
            <p:custDataLst>
              <p:tags r:id="rId1"/>
            </p:custDataLst>
          </p:nvPr>
        </p:nvSpPr>
        <p:spPr bwMode="auto">
          <a:xfrm>
            <a:off x="5092940" y="7174697"/>
            <a:ext cx="5220205" cy="236239"/>
          </a:xfrm>
          <a:prstGeom prst="rect">
            <a:avLst/>
          </a:prstGeom>
          <a:noFill/>
          <a:ln w="9525">
            <a:noFill/>
            <a:miter lim="800000"/>
            <a:headEnd/>
            <a:tailEnd/>
          </a:ln>
          <a:effectLst/>
        </p:spPr>
        <p:txBody>
          <a:bodyPr rIns="0"/>
          <a:lstStyle/>
          <a:p>
            <a:pPr marL="0" marR="0" lvl="0" indent="0" algn="r" defTabSz="914061" rtl="0" eaLnBrk="1" fontAlgn="auto" latinLnBrk="1" hangingPunct="1">
              <a:lnSpc>
                <a:spcPct val="100000"/>
              </a:lnSpc>
              <a:spcBef>
                <a:spcPts val="0"/>
              </a:spcBef>
              <a:spcAft>
                <a:spcPts val="0"/>
              </a:spcAft>
              <a:buClrTx/>
              <a:buSzTx/>
              <a:buFontTx/>
              <a:buNone/>
              <a:tabLst/>
              <a:defRPr/>
            </a:pPr>
            <a:r>
              <a:rPr lang="ko-KR" altLang="en-US"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분당 </a:t>
            </a:r>
            <a:r>
              <a:rPr lang="ko-KR" altLang="en-US" sz="600" dirty="0" err="1">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라포르테블랑서현</a:t>
            </a:r>
            <a:r>
              <a:rPr lang="ko-KR" altLang="en-US"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제</a:t>
            </a:r>
            <a:r>
              <a:rPr lang="en-US" altLang="ko-KR"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주차장</a:t>
            </a:r>
            <a:r>
              <a:rPr lang="en-US" altLang="ko-KR"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I</a:t>
            </a:r>
            <a:r>
              <a:rPr lang="en-US" altLang="ko-KR" sz="600" baseline="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600" dirty="0">
                <a:solidFill>
                  <a:schemeClr val="tx1">
                    <a:lumMod val="85000"/>
                    <a:lumOff val="1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투자심의위원회 자료</a:t>
            </a:r>
            <a:r>
              <a:rPr lang="en-US" altLang="ko-KR" sz="600" dirty="0">
                <a:solidFill>
                  <a:schemeClr val="tx1">
                    <a:lumMod val="85000"/>
                    <a:lumOff val="1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I</a:t>
            </a:r>
            <a:r>
              <a:rPr lang="en-US" altLang="ko-KR" sz="600" baseline="0" dirty="0">
                <a:solidFill>
                  <a:schemeClr val="tx1">
                    <a:lumMod val="85000"/>
                    <a:lumOff val="1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600" baseline="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600" dirty="0" err="1">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코람코라이프인프라위탁관리부동산투자회사</a:t>
            </a:r>
            <a:r>
              <a:rPr lang="ko-KR" altLang="en-US" sz="6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fld id="{AC62A5EC-D10B-4D96-80FB-7B5CF2531C58}" type="slidenum">
              <a:rPr lang="en-US" altLang="ko-KR" sz="600" b="0" smtClean="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pPr marL="0" marR="0" lvl="0" indent="0" algn="r" defTabSz="914061" rtl="0" eaLnBrk="1" fontAlgn="auto" latinLnBrk="1" hangingPunct="1">
                <a:lnSpc>
                  <a:spcPct val="100000"/>
                </a:lnSpc>
                <a:spcBef>
                  <a:spcPts val="0"/>
                </a:spcBef>
                <a:spcAft>
                  <a:spcPts val="0"/>
                </a:spcAft>
                <a:buClrTx/>
                <a:buSzTx/>
                <a:buFontTx/>
                <a:buNone/>
                <a:tabLst/>
                <a:defRPr/>
              </a:pPr>
              <a:t>‹#›</a:t>
            </a:fld>
            <a:endParaRPr lang="en-US" altLang="ko-KR" sz="600" b="1" dirty="0">
              <a:solidFill>
                <a:srgbClr val="006D52"/>
              </a:solidFill>
              <a:latin typeface="KoPubWorld돋움체 Light" panose="00000300000000000000" pitchFamily="2" charset="-127"/>
              <a:ea typeface="KoPubWorld돋움체 Light" panose="00000300000000000000" pitchFamily="2" charset="-127"/>
              <a:cs typeface="Arial" pitchFamily="34" charset="0"/>
            </a:endParaRPr>
          </a:p>
        </p:txBody>
      </p:sp>
    </p:spTree>
    <p:extLst>
      <p:ext uri="{BB962C8B-B14F-4D97-AF65-F5344CB8AC3E}">
        <p14:creationId xmlns:p14="http://schemas.microsoft.com/office/powerpoint/2010/main" val="3525448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2_흰배경">
    <p:spTree>
      <p:nvGrpSpPr>
        <p:cNvPr id="1" name=""/>
        <p:cNvGrpSpPr/>
        <p:nvPr/>
      </p:nvGrpSpPr>
      <p:grpSpPr>
        <a:xfrm>
          <a:off x="0" y="0"/>
          <a:ext cx="0" cy="0"/>
          <a:chOff x="0" y="0"/>
          <a:chExt cx="0" cy="0"/>
        </a:xfrm>
      </p:grpSpPr>
      <p:pic>
        <p:nvPicPr>
          <p:cNvPr id="7" name="그림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456134" y="630547"/>
            <a:ext cx="838136" cy="257462"/>
          </a:xfrm>
          <a:prstGeom prst="rect">
            <a:avLst/>
          </a:prstGeom>
        </p:spPr>
      </p:pic>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pic>
        <p:nvPicPr>
          <p:cNvPr id="8" name="Picture 6" descr="CI기본형"/>
          <p:cNvPicPr>
            <a:picLocks noChangeAspect="1" noChangeArrowheads="1"/>
          </p:cNvPicPr>
          <p:nvPr userDrawn="1"/>
        </p:nvPicPr>
        <p:blipFill>
          <a:blip r:embed="rId4" cstate="print">
            <a:extLst>
              <a:ext uri="{BEBA8EAE-BF5A-486C-A8C5-ECC9F3942E4B}">
                <a14:imgProps xmlns:a14="http://schemas.microsoft.com/office/drawing/2010/main">
                  <a14:imgLayer r:embed="rId5">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5" name="TextBox 14"/>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Ⅲ.</a:t>
            </a:r>
            <a:r>
              <a:rPr lang="en-US" altLang="ko-KR" sz="1886" b="1" baseline="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Appendix</a:t>
            </a:r>
            <a:endParaRPr lang="ko-KR" altLang="en-US" sz="1886" b="1" baseline="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1" name="Rectangle 47"/>
          <p:cNvSpPr>
            <a:spLocks noChangeArrowheads="1"/>
          </p:cNvSpPr>
          <p:nvPr userDrawn="1">
            <p:custDataLst>
              <p:tags r:id="rId1"/>
            </p:custDataLst>
          </p:nvPr>
        </p:nvSpPr>
        <p:spPr bwMode="auto">
          <a:xfrm>
            <a:off x="5092940" y="7174697"/>
            <a:ext cx="5220205" cy="236239"/>
          </a:xfrm>
          <a:prstGeom prst="rect">
            <a:avLst/>
          </a:prstGeom>
          <a:noFill/>
          <a:ln w="9525">
            <a:noFill/>
            <a:miter lim="800000"/>
            <a:headEnd/>
            <a:tailEnd/>
          </a:ln>
          <a:effectLst/>
        </p:spPr>
        <p:txBody>
          <a:bodyPr rIns="0"/>
          <a:lstStyle/>
          <a:p>
            <a:pPr marL="0" marR="0" lvl="0" indent="0" algn="r" defTabSz="914061" rtl="0" eaLnBrk="1" fontAlgn="auto" latinLnBrk="1" hangingPunct="1">
              <a:lnSpc>
                <a:spcPct val="100000"/>
              </a:lnSpc>
              <a:spcBef>
                <a:spcPts val="0"/>
              </a:spcBef>
              <a:spcAft>
                <a:spcPts val="0"/>
              </a:spcAft>
              <a:buClrTx/>
              <a:buSzTx/>
              <a:buFontTx/>
              <a:buNone/>
              <a:tabLst/>
              <a:defRPr/>
            </a:pPr>
            <a:r>
              <a:rPr lang="ko-KR" altLang="en-US"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분당 </a:t>
            </a:r>
            <a:r>
              <a:rPr lang="ko-KR" altLang="en-US" sz="600" dirty="0" err="1">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라포르테블랑서현</a:t>
            </a:r>
            <a:r>
              <a:rPr lang="ko-KR" altLang="en-US"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제</a:t>
            </a:r>
            <a:r>
              <a:rPr lang="en-US" altLang="ko-KR"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주차장</a:t>
            </a:r>
            <a:r>
              <a:rPr lang="en-US" altLang="ko-KR"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I</a:t>
            </a:r>
            <a:r>
              <a:rPr lang="en-US" altLang="ko-KR" sz="600" baseline="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600" dirty="0">
                <a:solidFill>
                  <a:schemeClr val="tx1">
                    <a:lumMod val="85000"/>
                    <a:lumOff val="1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투자심의위원회 자료</a:t>
            </a:r>
            <a:r>
              <a:rPr lang="en-US" altLang="ko-KR" sz="600" dirty="0">
                <a:solidFill>
                  <a:schemeClr val="tx1">
                    <a:lumMod val="85000"/>
                    <a:lumOff val="1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I</a:t>
            </a:r>
            <a:r>
              <a:rPr lang="en-US" altLang="ko-KR" sz="600" baseline="0" dirty="0">
                <a:solidFill>
                  <a:schemeClr val="tx1">
                    <a:lumMod val="85000"/>
                    <a:lumOff val="1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600" baseline="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600" dirty="0" err="1">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코람코라이프인프라위탁관리부동산투자회사</a:t>
            </a:r>
            <a:r>
              <a:rPr lang="ko-KR" altLang="en-US" sz="6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fld id="{AC62A5EC-D10B-4D96-80FB-7B5CF2531C58}" type="slidenum">
              <a:rPr lang="en-US" altLang="ko-KR" sz="600" b="0" smtClean="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pPr marL="0" marR="0" lvl="0" indent="0" algn="r" defTabSz="914061" rtl="0" eaLnBrk="1" fontAlgn="auto" latinLnBrk="1" hangingPunct="1">
                <a:lnSpc>
                  <a:spcPct val="100000"/>
                </a:lnSpc>
                <a:spcBef>
                  <a:spcPts val="0"/>
                </a:spcBef>
                <a:spcAft>
                  <a:spcPts val="0"/>
                </a:spcAft>
                <a:buClrTx/>
                <a:buSzTx/>
                <a:buFontTx/>
                <a:buNone/>
                <a:tabLst/>
                <a:defRPr/>
              </a:pPr>
              <a:t>‹#›</a:t>
            </a:fld>
            <a:endParaRPr lang="en-US" altLang="ko-KR" sz="600" b="1" dirty="0">
              <a:solidFill>
                <a:srgbClr val="006D52"/>
              </a:solidFill>
              <a:latin typeface="KoPubWorld돋움체 Light" panose="00000300000000000000" pitchFamily="2" charset="-127"/>
              <a:ea typeface="KoPubWorld돋움체 Light" panose="00000300000000000000" pitchFamily="2" charset="-127"/>
              <a:cs typeface="Arial" pitchFamily="34" charset="0"/>
            </a:endParaRPr>
          </a:p>
        </p:txBody>
      </p:sp>
    </p:spTree>
    <p:extLst>
      <p:ext uri="{BB962C8B-B14F-4D97-AF65-F5344CB8AC3E}">
        <p14:creationId xmlns:p14="http://schemas.microsoft.com/office/powerpoint/2010/main" val="3321401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9_흰배경">
    <p:spTree>
      <p:nvGrpSpPr>
        <p:cNvPr id="1" name=""/>
        <p:cNvGrpSpPr/>
        <p:nvPr/>
      </p:nvGrpSpPr>
      <p:grpSpPr>
        <a:xfrm>
          <a:off x="0" y="0"/>
          <a:ext cx="0" cy="0"/>
          <a:chOff x="0" y="0"/>
          <a:chExt cx="0" cy="0"/>
        </a:xfrm>
      </p:grpSpPr>
      <p:pic>
        <p:nvPicPr>
          <p:cNvPr id="7" name="그림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456134" y="630547"/>
            <a:ext cx="838136" cy="257462"/>
          </a:xfrm>
          <a:prstGeom prst="rect">
            <a:avLst/>
          </a:prstGeom>
        </p:spPr>
      </p:pic>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pic>
        <p:nvPicPr>
          <p:cNvPr id="8" name="Picture 6" descr="CI기본형"/>
          <p:cNvPicPr>
            <a:picLocks noChangeAspect="1" noChangeArrowheads="1"/>
          </p:cNvPicPr>
          <p:nvPr userDrawn="1"/>
        </p:nvPicPr>
        <p:blipFill>
          <a:blip r:embed="rId4" cstate="print">
            <a:extLst>
              <a:ext uri="{BEBA8EAE-BF5A-486C-A8C5-ECC9F3942E4B}">
                <a14:imgProps xmlns:a14="http://schemas.microsoft.com/office/drawing/2010/main">
                  <a14:imgLayer r:embed="rId5">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Ⅲ.</a:t>
            </a:r>
            <a:r>
              <a:rPr lang="en-US" altLang="ko-KR" sz="1886" b="1" baseline="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1886" b="1" baseline="0" dirty="0" err="1">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향후조치</a:t>
            </a:r>
            <a:r>
              <a:rPr lang="ko-KR" altLang="en-US" sz="1886" b="1" baseline="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1886" b="1" baseline="0" dirty="0" err="1">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예정사항</a:t>
            </a:r>
            <a:endParaRPr lang="ko-KR" altLang="en-US" sz="1886" b="1" baseline="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5" name="Rectangle 47"/>
          <p:cNvSpPr>
            <a:spLocks noChangeArrowheads="1"/>
          </p:cNvSpPr>
          <p:nvPr userDrawn="1">
            <p:custDataLst>
              <p:tags r:id="rId1"/>
            </p:custDataLst>
          </p:nvPr>
        </p:nvSpPr>
        <p:spPr bwMode="auto">
          <a:xfrm>
            <a:off x="5092940" y="7174697"/>
            <a:ext cx="5220205" cy="236239"/>
          </a:xfrm>
          <a:prstGeom prst="rect">
            <a:avLst/>
          </a:prstGeom>
          <a:noFill/>
          <a:ln w="9525">
            <a:noFill/>
            <a:miter lim="800000"/>
            <a:headEnd/>
            <a:tailEnd/>
          </a:ln>
          <a:effectLst/>
        </p:spPr>
        <p:txBody>
          <a:bodyPr rIns="0"/>
          <a:lstStyle/>
          <a:p>
            <a:pPr marL="0" marR="0" lvl="0" indent="0" algn="r" defTabSz="914061" rtl="0" eaLnBrk="1" fontAlgn="auto" latinLnBrk="1" hangingPunct="1">
              <a:lnSpc>
                <a:spcPct val="100000"/>
              </a:lnSpc>
              <a:spcBef>
                <a:spcPts val="0"/>
              </a:spcBef>
              <a:spcAft>
                <a:spcPts val="0"/>
              </a:spcAft>
              <a:buClrTx/>
              <a:buSzTx/>
              <a:buFontTx/>
              <a:buNone/>
              <a:tabLst/>
              <a:defRPr/>
            </a:pPr>
            <a:r>
              <a:rPr lang="ko-KR" altLang="en-US"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분당 라포르테서현 제 </a:t>
            </a:r>
            <a:r>
              <a:rPr lang="en-US" altLang="ko-KR"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주차장</a:t>
            </a:r>
            <a:r>
              <a:rPr lang="en-US" altLang="ko-KR"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I</a:t>
            </a:r>
            <a:r>
              <a:rPr lang="en-US" altLang="ko-KR" sz="600" baseline="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600" dirty="0">
                <a:solidFill>
                  <a:schemeClr val="tx1">
                    <a:lumMod val="85000"/>
                    <a:lumOff val="1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투자심의위원회 자료</a:t>
            </a:r>
            <a:r>
              <a:rPr lang="en-US" altLang="ko-KR" sz="600" dirty="0">
                <a:solidFill>
                  <a:schemeClr val="tx1">
                    <a:lumMod val="85000"/>
                    <a:lumOff val="1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I</a:t>
            </a:r>
            <a:r>
              <a:rPr lang="en-US" altLang="ko-KR" sz="600" baseline="0" dirty="0">
                <a:solidFill>
                  <a:schemeClr val="tx1">
                    <a:lumMod val="85000"/>
                    <a:lumOff val="1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600" baseline="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600" dirty="0" err="1">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코람코라이프인프라위탁관리부동산투자회사</a:t>
            </a:r>
            <a:r>
              <a:rPr lang="ko-KR" altLang="en-US" sz="6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fld id="{AC62A5EC-D10B-4D96-80FB-7B5CF2531C58}" type="slidenum">
              <a:rPr lang="en-US" altLang="ko-KR" sz="600" b="0" smtClean="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pPr marL="0" marR="0" lvl="0" indent="0" algn="r" defTabSz="914061" rtl="0" eaLnBrk="1" fontAlgn="auto" latinLnBrk="1" hangingPunct="1">
                <a:lnSpc>
                  <a:spcPct val="100000"/>
                </a:lnSpc>
                <a:spcBef>
                  <a:spcPts val="0"/>
                </a:spcBef>
                <a:spcAft>
                  <a:spcPts val="0"/>
                </a:spcAft>
                <a:buClrTx/>
                <a:buSzTx/>
                <a:buFontTx/>
                <a:buNone/>
                <a:tabLst/>
                <a:defRPr/>
              </a:pPr>
              <a:t>‹#›</a:t>
            </a:fld>
            <a:endParaRPr lang="en-US" altLang="ko-KR" sz="600" b="1" dirty="0">
              <a:solidFill>
                <a:srgbClr val="006D52"/>
              </a:solidFill>
              <a:latin typeface="KoPubWorld돋움체 Light" panose="00000300000000000000" pitchFamily="2" charset="-127"/>
              <a:ea typeface="KoPubWorld돋움체 Light" panose="00000300000000000000" pitchFamily="2" charset="-127"/>
              <a:cs typeface="Arial" pitchFamily="34" charset="0"/>
            </a:endParaRPr>
          </a:p>
        </p:txBody>
      </p:sp>
    </p:spTree>
    <p:extLst>
      <p:ext uri="{BB962C8B-B14F-4D97-AF65-F5344CB8AC3E}">
        <p14:creationId xmlns:p14="http://schemas.microsoft.com/office/powerpoint/2010/main" val="3855655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6_흰배경">
    <p:spTree>
      <p:nvGrpSpPr>
        <p:cNvPr id="1" name=""/>
        <p:cNvGrpSpPr/>
        <p:nvPr/>
      </p:nvGrpSpPr>
      <p:grpSpPr>
        <a:xfrm>
          <a:off x="0" y="0"/>
          <a:ext cx="0" cy="0"/>
          <a:chOff x="0" y="0"/>
          <a:chExt cx="0" cy="0"/>
        </a:xfrm>
      </p:grpSpPr>
      <p:pic>
        <p:nvPicPr>
          <p:cNvPr id="7" name="그림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456134" y="630547"/>
            <a:ext cx="838136" cy="257462"/>
          </a:xfrm>
          <a:prstGeom prst="rect">
            <a:avLst/>
          </a:prstGeom>
        </p:spPr>
      </p:pic>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pic>
        <p:nvPicPr>
          <p:cNvPr id="8" name="Picture 6" descr="CI기본형"/>
          <p:cNvPicPr>
            <a:picLocks noChangeAspect="1" noChangeArrowheads="1"/>
          </p:cNvPicPr>
          <p:nvPr userDrawn="1"/>
        </p:nvPicPr>
        <p:blipFill>
          <a:blip r:embed="rId4" cstate="print">
            <a:extLst>
              <a:ext uri="{BEBA8EAE-BF5A-486C-A8C5-ECC9F3942E4B}">
                <a14:imgProps xmlns:a14="http://schemas.microsoft.com/office/drawing/2010/main">
                  <a14:imgLayer r:embed="rId5">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Ⅳ. </a:t>
            </a:r>
            <a:r>
              <a:rPr lang="ko-KR" altLang="en-US" sz="1886" b="1" dirty="0" err="1">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개별자산</a:t>
            </a:r>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소개</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5" name="Rectangle 47"/>
          <p:cNvSpPr>
            <a:spLocks noChangeArrowheads="1"/>
          </p:cNvSpPr>
          <p:nvPr userDrawn="1">
            <p:custDataLst>
              <p:tags r:id="rId1"/>
            </p:custDataLst>
          </p:nvPr>
        </p:nvSpPr>
        <p:spPr bwMode="auto">
          <a:xfrm>
            <a:off x="5092940" y="7174697"/>
            <a:ext cx="5220205" cy="236239"/>
          </a:xfrm>
          <a:prstGeom prst="rect">
            <a:avLst/>
          </a:prstGeom>
          <a:noFill/>
          <a:ln w="9525">
            <a:noFill/>
            <a:miter lim="800000"/>
            <a:headEnd/>
            <a:tailEnd/>
          </a:ln>
          <a:effectLst/>
        </p:spPr>
        <p:txBody>
          <a:bodyPr rIns="0"/>
          <a:lstStyle/>
          <a:p>
            <a:pPr marL="0" marR="0" lvl="0" indent="0" algn="r" defTabSz="914061" rtl="0" eaLnBrk="1" fontAlgn="auto" latinLnBrk="1" hangingPunct="1">
              <a:lnSpc>
                <a:spcPct val="100000"/>
              </a:lnSpc>
              <a:spcBef>
                <a:spcPts val="0"/>
              </a:spcBef>
              <a:spcAft>
                <a:spcPts val="0"/>
              </a:spcAft>
              <a:buClrTx/>
              <a:buSzTx/>
              <a:buFontTx/>
              <a:buNone/>
              <a:tabLst/>
              <a:defRPr/>
            </a:pPr>
            <a:r>
              <a:rPr lang="ko-KR" altLang="en-US"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분당 라포르테서현 제 </a:t>
            </a:r>
            <a:r>
              <a:rPr lang="en-US" altLang="ko-KR"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주차장</a:t>
            </a:r>
            <a:r>
              <a:rPr lang="en-US" altLang="ko-KR"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I</a:t>
            </a:r>
            <a:r>
              <a:rPr lang="en-US" altLang="ko-KR" sz="600" baseline="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600" dirty="0">
                <a:solidFill>
                  <a:schemeClr val="tx1">
                    <a:lumMod val="85000"/>
                    <a:lumOff val="1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투자심의위원회 자료</a:t>
            </a:r>
            <a:r>
              <a:rPr lang="en-US" altLang="ko-KR" sz="600" dirty="0">
                <a:solidFill>
                  <a:schemeClr val="tx1">
                    <a:lumMod val="85000"/>
                    <a:lumOff val="1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I</a:t>
            </a:r>
            <a:r>
              <a:rPr lang="en-US" altLang="ko-KR" sz="600" baseline="0" dirty="0">
                <a:solidFill>
                  <a:schemeClr val="tx1">
                    <a:lumMod val="85000"/>
                    <a:lumOff val="1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600" baseline="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600" dirty="0" err="1">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코람코라이프인프라위탁관리부동산투자회사</a:t>
            </a:r>
            <a:r>
              <a:rPr lang="ko-KR" altLang="en-US" sz="6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fld id="{AC62A5EC-D10B-4D96-80FB-7B5CF2531C58}" type="slidenum">
              <a:rPr lang="en-US" altLang="ko-KR" sz="600" b="0" smtClean="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pPr marL="0" marR="0" lvl="0" indent="0" algn="r" defTabSz="914061" rtl="0" eaLnBrk="1" fontAlgn="auto" latinLnBrk="1" hangingPunct="1">
                <a:lnSpc>
                  <a:spcPct val="100000"/>
                </a:lnSpc>
                <a:spcBef>
                  <a:spcPts val="0"/>
                </a:spcBef>
                <a:spcAft>
                  <a:spcPts val="0"/>
                </a:spcAft>
                <a:buClrTx/>
                <a:buSzTx/>
                <a:buFontTx/>
                <a:buNone/>
                <a:tabLst/>
                <a:defRPr/>
              </a:pPr>
              <a:t>‹#›</a:t>
            </a:fld>
            <a:endParaRPr lang="en-US" altLang="ko-KR" sz="600" b="1" dirty="0">
              <a:solidFill>
                <a:srgbClr val="006D52"/>
              </a:solidFill>
              <a:latin typeface="KoPubWorld돋움체 Light" panose="00000300000000000000" pitchFamily="2" charset="-127"/>
              <a:ea typeface="KoPubWorld돋움체 Light" panose="00000300000000000000" pitchFamily="2" charset="-127"/>
              <a:cs typeface="Arial" pitchFamily="34" charset="0"/>
            </a:endParaRPr>
          </a:p>
        </p:txBody>
      </p:sp>
    </p:spTree>
    <p:extLst>
      <p:ext uri="{BB962C8B-B14F-4D97-AF65-F5344CB8AC3E}">
        <p14:creationId xmlns:p14="http://schemas.microsoft.com/office/powerpoint/2010/main" val="3947732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0_흰배경">
    <p:spTree>
      <p:nvGrpSpPr>
        <p:cNvPr id="1" name=""/>
        <p:cNvGrpSpPr/>
        <p:nvPr/>
      </p:nvGrpSpPr>
      <p:grpSpPr>
        <a:xfrm>
          <a:off x="0" y="0"/>
          <a:ext cx="0" cy="0"/>
          <a:chOff x="0" y="0"/>
          <a:chExt cx="0" cy="0"/>
        </a:xfrm>
      </p:grpSpPr>
      <p:pic>
        <p:nvPicPr>
          <p:cNvPr id="7" name="그림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456134" y="630547"/>
            <a:ext cx="838136" cy="257462"/>
          </a:xfrm>
          <a:prstGeom prst="rect">
            <a:avLst/>
          </a:prstGeom>
        </p:spPr>
      </p:pic>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pic>
        <p:nvPicPr>
          <p:cNvPr id="8" name="Picture 6" descr="CI기본형"/>
          <p:cNvPicPr>
            <a:picLocks noChangeAspect="1" noChangeArrowheads="1"/>
          </p:cNvPicPr>
          <p:nvPr userDrawn="1"/>
        </p:nvPicPr>
        <p:blipFill>
          <a:blip r:embed="rId4" cstate="print">
            <a:extLst>
              <a:ext uri="{BEBA8EAE-BF5A-486C-A8C5-ECC9F3942E4B}">
                <a14:imgProps xmlns:a14="http://schemas.microsoft.com/office/drawing/2010/main">
                  <a14:imgLayer r:embed="rId5">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Appendix. </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5" name="Rectangle 47"/>
          <p:cNvSpPr>
            <a:spLocks noChangeArrowheads="1"/>
          </p:cNvSpPr>
          <p:nvPr userDrawn="1">
            <p:custDataLst>
              <p:tags r:id="rId1"/>
            </p:custDataLst>
          </p:nvPr>
        </p:nvSpPr>
        <p:spPr bwMode="auto">
          <a:xfrm>
            <a:off x="5092940" y="7174697"/>
            <a:ext cx="5220205" cy="236239"/>
          </a:xfrm>
          <a:prstGeom prst="rect">
            <a:avLst/>
          </a:prstGeom>
          <a:noFill/>
          <a:ln w="9525">
            <a:noFill/>
            <a:miter lim="800000"/>
            <a:headEnd/>
            <a:tailEnd/>
          </a:ln>
          <a:effectLst/>
        </p:spPr>
        <p:txBody>
          <a:bodyPr rIns="0"/>
          <a:lstStyle/>
          <a:p>
            <a:pPr marL="0" marR="0" lvl="0" indent="0" algn="r" defTabSz="914061" rtl="0" eaLnBrk="1" fontAlgn="auto" latinLnBrk="1" hangingPunct="1">
              <a:lnSpc>
                <a:spcPct val="100000"/>
              </a:lnSpc>
              <a:spcBef>
                <a:spcPts val="0"/>
              </a:spcBef>
              <a:spcAft>
                <a:spcPts val="0"/>
              </a:spcAft>
              <a:buClrTx/>
              <a:buSzTx/>
              <a:buFontTx/>
              <a:buNone/>
              <a:tabLst/>
              <a:defRPr/>
            </a:pPr>
            <a:r>
              <a:rPr lang="ko-KR" altLang="en-US"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분당 라포르테서현 제 </a:t>
            </a:r>
            <a:r>
              <a:rPr lang="en-US" altLang="ko-KR"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주차장</a:t>
            </a:r>
            <a:r>
              <a:rPr lang="en-US" altLang="ko-KR"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I</a:t>
            </a:r>
            <a:r>
              <a:rPr lang="en-US" altLang="ko-KR" sz="600" baseline="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600" dirty="0">
                <a:solidFill>
                  <a:schemeClr val="tx1">
                    <a:lumMod val="85000"/>
                    <a:lumOff val="1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투자심의위원회 자료</a:t>
            </a:r>
            <a:r>
              <a:rPr lang="en-US" altLang="ko-KR" sz="600" dirty="0">
                <a:solidFill>
                  <a:schemeClr val="tx1">
                    <a:lumMod val="85000"/>
                    <a:lumOff val="1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I</a:t>
            </a:r>
            <a:r>
              <a:rPr lang="en-US" altLang="ko-KR" sz="600" baseline="0" dirty="0">
                <a:solidFill>
                  <a:schemeClr val="tx1">
                    <a:lumMod val="85000"/>
                    <a:lumOff val="1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600" baseline="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600" dirty="0" err="1">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코람코라이프인프라위탁관리부동산투자회사</a:t>
            </a:r>
            <a:r>
              <a:rPr lang="ko-KR" altLang="en-US" sz="6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fld id="{AC62A5EC-D10B-4D96-80FB-7B5CF2531C58}" type="slidenum">
              <a:rPr lang="en-US" altLang="ko-KR" sz="600" b="0" smtClean="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pPr marL="0" marR="0" lvl="0" indent="0" algn="r" defTabSz="914061" rtl="0" eaLnBrk="1" fontAlgn="auto" latinLnBrk="1" hangingPunct="1">
                <a:lnSpc>
                  <a:spcPct val="100000"/>
                </a:lnSpc>
                <a:spcBef>
                  <a:spcPts val="0"/>
                </a:spcBef>
                <a:spcAft>
                  <a:spcPts val="0"/>
                </a:spcAft>
                <a:buClrTx/>
                <a:buSzTx/>
                <a:buFontTx/>
                <a:buNone/>
                <a:tabLst/>
                <a:defRPr/>
              </a:pPr>
              <a:t>‹#›</a:t>
            </a:fld>
            <a:endParaRPr lang="en-US" altLang="ko-KR" sz="600" b="1" dirty="0">
              <a:solidFill>
                <a:srgbClr val="006D52"/>
              </a:solidFill>
              <a:latin typeface="KoPubWorld돋움체 Light" panose="00000300000000000000" pitchFamily="2" charset="-127"/>
              <a:ea typeface="KoPubWorld돋움체 Light" panose="00000300000000000000" pitchFamily="2" charset="-127"/>
              <a:cs typeface="Arial" pitchFamily="34" charset="0"/>
            </a:endParaRPr>
          </a:p>
        </p:txBody>
      </p:sp>
    </p:spTree>
    <p:extLst>
      <p:ext uri="{BB962C8B-B14F-4D97-AF65-F5344CB8AC3E}">
        <p14:creationId xmlns:p14="http://schemas.microsoft.com/office/powerpoint/2010/main" val="23706608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흰배경">
    <p:spTree>
      <p:nvGrpSpPr>
        <p:cNvPr id="1" name=""/>
        <p:cNvGrpSpPr/>
        <p:nvPr/>
      </p:nvGrpSpPr>
      <p:grpSpPr>
        <a:xfrm>
          <a:off x="0" y="0"/>
          <a:ext cx="0" cy="0"/>
          <a:chOff x="0" y="0"/>
          <a:chExt cx="0" cy="0"/>
        </a:xfrm>
      </p:grpSpPr>
      <p:pic>
        <p:nvPicPr>
          <p:cNvPr id="7" name="그림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456134" y="630547"/>
            <a:ext cx="838136" cy="257462"/>
          </a:xfrm>
          <a:prstGeom prst="rect">
            <a:avLst/>
          </a:prstGeom>
        </p:spPr>
      </p:pic>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pic>
        <p:nvPicPr>
          <p:cNvPr id="8" name="Picture 6" descr="CI기본형"/>
          <p:cNvPicPr>
            <a:picLocks noChangeAspect="1" noChangeArrowheads="1"/>
          </p:cNvPicPr>
          <p:nvPr userDrawn="1"/>
        </p:nvPicPr>
        <p:blipFill>
          <a:blip r:embed="rId4" cstate="print">
            <a:extLst>
              <a:ext uri="{BEBA8EAE-BF5A-486C-A8C5-ECC9F3942E4B}">
                <a14:imgProps xmlns:a14="http://schemas.microsoft.com/office/drawing/2010/main">
                  <a14:imgLayer r:embed="rId5">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Appendix. </a:t>
            </a:r>
            <a:r>
              <a:rPr lang="ko-KR" altLang="en-US" sz="1886" b="1" dirty="0" err="1">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개별자산</a:t>
            </a:r>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소개</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0" name="Rectangle 47"/>
          <p:cNvSpPr>
            <a:spLocks noChangeArrowheads="1"/>
          </p:cNvSpPr>
          <p:nvPr userDrawn="1">
            <p:custDataLst>
              <p:tags r:id="rId1"/>
            </p:custDataLst>
          </p:nvPr>
        </p:nvSpPr>
        <p:spPr bwMode="auto">
          <a:xfrm>
            <a:off x="5092940" y="7174697"/>
            <a:ext cx="5220205" cy="236239"/>
          </a:xfrm>
          <a:prstGeom prst="rect">
            <a:avLst/>
          </a:prstGeom>
          <a:noFill/>
          <a:ln w="9525">
            <a:noFill/>
            <a:miter lim="800000"/>
            <a:headEnd/>
            <a:tailEnd/>
          </a:ln>
          <a:effectLst/>
        </p:spPr>
        <p:txBody>
          <a:bodyPr rIns="0"/>
          <a:lstStyle/>
          <a:p>
            <a:pPr marL="0" marR="0" lvl="0" indent="0" algn="r" defTabSz="914061" rtl="0" eaLnBrk="1" fontAlgn="auto" latinLnBrk="1" hangingPunct="1">
              <a:lnSpc>
                <a:spcPct val="100000"/>
              </a:lnSpc>
              <a:spcBef>
                <a:spcPts val="0"/>
              </a:spcBef>
              <a:spcAft>
                <a:spcPts val="0"/>
              </a:spcAft>
              <a:buClrTx/>
              <a:buSzTx/>
              <a:buFontTx/>
              <a:buNone/>
              <a:tabLst/>
              <a:defRPr/>
            </a:pPr>
            <a:r>
              <a:rPr lang="ko-KR" altLang="en-US"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분당 라포르테서현 제 </a:t>
            </a:r>
            <a:r>
              <a:rPr lang="en-US" altLang="ko-KR"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주차장</a:t>
            </a:r>
            <a:r>
              <a:rPr lang="en-US" altLang="ko-KR"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I</a:t>
            </a:r>
            <a:r>
              <a:rPr lang="en-US" altLang="ko-KR" sz="600" baseline="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600" dirty="0">
                <a:solidFill>
                  <a:schemeClr val="tx1">
                    <a:lumMod val="85000"/>
                    <a:lumOff val="1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예비투자심의위원회 자료</a:t>
            </a:r>
            <a:r>
              <a:rPr lang="en-US" altLang="ko-KR" sz="600" dirty="0">
                <a:solidFill>
                  <a:schemeClr val="tx1">
                    <a:lumMod val="85000"/>
                    <a:lumOff val="1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I</a:t>
            </a:r>
            <a:r>
              <a:rPr lang="en-US" altLang="ko-KR" sz="600" baseline="0" dirty="0">
                <a:solidFill>
                  <a:schemeClr val="tx1">
                    <a:lumMod val="85000"/>
                    <a:lumOff val="1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600" baseline="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600" dirty="0" err="1">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코람코라이프인프라위탁관리부동산투자회사</a:t>
            </a:r>
            <a:r>
              <a:rPr lang="ko-KR" altLang="en-US" sz="6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fld id="{AC62A5EC-D10B-4D96-80FB-7B5CF2531C58}" type="slidenum">
              <a:rPr lang="en-US" altLang="ko-KR" sz="600" b="0" smtClean="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pPr marL="0" marR="0" lvl="0" indent="0" algn="r" defTabSz="914061" rtl="0" eaLnBrk="1" fontAlgn="auto" latinLnBrk="1" hangingPunct="1">
                <a:lnSpc>
                  <a:spcPct val="100000"/>
                </a:lnSpc>
                <a:spcBef>
                  <a:spcPts val="0"/>
                </a:spcBef>
                <a:spcAft>
                  <a:spcPts val="0"/>
                </a:spcAft>
                <a:buClrTx/>
                <a:buSzTx/>
                <a:buFontTx/>
                <a:buNone/>
                <a:tabLst/>
                <a:defRPr/>
              </a:pPr>
              <a:t>‹#›</a:t>
            </a:fld>
            <a:endParaRPr lang="en-US" altLang="ko-KR" sz="600" b="1" dirty="0">
              <a:solidFill>
                <a:srgbClr val="006D52"/>
              </a:solidFill>
              <a:latin typeface="KoPubWorld돋움체 Light" panose="00000300000000000000" pitchFamily="2" charset="-127"/>
              <a:ea typeface="KoPubWorld돋움체 Light" panose="00000300000000000000" pitchFamily="2" charset="-127"/>
              <a:cs typeface="Arial" pitchFamily="34" charset="0"/>
            </a:endParaRPr>
          </a:p>
        </p:txBody>
      </p:sp>
    </p:spTree>
    <p:extLst>
      <p:ext uri="{BB962C8B-B14F-4D97-AF65-F5344CB8AC3E}">
        <p14:creationId xmlns:p14="http://schemas.microsoft.com/office/powerpoint/2010/main" val="22787655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흰배경">
    <p:spTree>
      <p:nvGrpSpPr>
        <p:cNvPr id="1" name=""/>
        <p:cNvGrpSpPr/>
        <p:nvPr/>
      </p:nvGrpSpPr>
      <p:grpSpPr>
        <a:xfrm>
          <a:off x="0" y="0"/>
          <a:ext cx="0" cy="0"/>
          <a:chOff x="0" y="0"/>
          <a:chExt cx="0" cy="0"/>
        </a:xfrm>
      </p:grpSpPr>
      <p:sp>
        <p:nvSpPr>
          <p:cNvPr id="2" name="슬라이드 번호 개체 틀 5"/>
          <p:cNvSpPr txBox="1">
            <a:spLocks/>
          </p:cNvSpPr>
          <p:nvPr userDrawn="1"/>
        </p:nvSpPr>
        <p:spPr>
          <a:xfrm>
            <a:off x="10165689" y="7290207"/>
            <a:ext cx="96180" cy="92333"/>
          </a:xfrm>
          <a:prstGeom prst="rect">
            <a:avLst/>
          </a:prstGeom>
        </p:spPr>
        <p:txBody>
          <a:bodyPr vert="horz" wrap="none" lIns="0" tIns="0" rIns="0" bIns="0" rtlCol="0" anchor="ctr">
            <a:spAutoFit/>
            <a:scene3d>
              <a:camera prst="orthographicFront"/>
              <a:lightRig rig="threePt" dir="t"/>
            </a:scene3d>
            <a:sp3d>
              <a:bevelT w="1270" h="1270"/>
            </a:sp3d>
          </a:bodyPr>
          <a:lstStyle>
            <a:lvl1pPr algn="r">
              <a:defRPr sz="1200">
                <a:solidFill>
                  <a:schemeClr val="tx1">
                    <a:tint val="75000"/>
                  </a:schemeClr>
                </a:solidFill>
              </a:defRPr>
            </a:lvl1pPr>
          </a:lstStyle>
          <a:p>
            <a:pPr defTabSz="801439">
              <a:defRPr/>
            </a:pPr>
            <a:fld id="{AAF7C2DA-1BC9-4BB5-B8BD-A4548F6910EE}" type="slidenum">
              <a:rPr lang="ko-KR" altLang="en-US" sz="600" smtClean="0">
                <a:solidFill>
                  <a:prstClr val="black">
                    <a:lumMod val="50000"/>
                    <a:lumOff val="50000"/>
                  </a:prstClr>
                </a:solidFill>
                <a:latin typeface="KoPubWorld돋움체 Bold" panose="00000800000000000000" pitchFamily="2" charset="-127"/>
                <a:ea typeface="KoPubWorld돋움체 Bold" panose="00000800000000000000" pitchFamily="2" charset="-127"/>
              </a:rPr>
              <a:pPr defTabSz="801439">
                <a:defRPr/>
              </a:pPr>
              <a:t>‹#›</a:t>
            </a:fld>
            <a:endParaRPr lang="ko-KR" altLang="en-US" sz="600" dirty="0">
              <a:solidFill>
                <a:prstClr val="black">
                  <a:lumMod val="50000"/>
                  <a:lumOff val="50000"/>
                </a:prstClr>
              </a:solidFill>
              <a:latin typeface="KoPubWorld돋움체 Bold" panose="00000800000000000000" pitchFamily="2" charset="-127"/>
              <a:ea typeface="KoPubWorld돋움체 Bold" panose="00000800000000000000" pitchFamily="2" charset="-127"/>
            </a:endParaRPr>
          </a:p>
        </p:txBody>
      </p:sp>
    </p:spTree>
    <p:extLst>
      <p:ext uri="{BB962C8B-B14F-4D97-AF65-F5344CB8AC3E}">
        <p14:creationId xmlns:p14="http://schemas.microsoft.com/office/powerpoint/2010/main" val="130516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KORAMCO at a glance">
    <p:spTree>
      <p:nvGrpSpPr>
        <p:cNvPr id="1" name=""/>
        <p:cNvGrpSpPr/>
        <p:nvPr/>
      </p:nvGrpSpPr>
      <p:grpSpPr>
        <a:xfrm>
          <a:off x="0" y="0"/>
          <a:ext cx="0" cy="0"/>
          <a:chOff x="0" y="0"/>
          <a:chExt cx="0" cy="0"/>
        </a:xfrm>
      </p:grpSpPr>
      <p:sp>
        <p:nvSpPr>
          <p:cNvPr id="2" name="슬라이드 번호 개체 틀 5"/>
          <p:cNvSpPr txBox="1">
            <a:spLocks/>
          </p:cNvSpPr>
          <p:nvPr userDrawn="1"/>
        </p:nvSpPr>
        <p:spPr>
          <a:xfrm>
            <a:off x="10133627" y="7274820"/>
            <a:ext cx="128240" cy="123111"/>
          </a:xfrm>
          <a:prstGeom prst="rect">
            <a:avLst/>
          </a:prstGeom>
        </p:spPr>
        <p:txBody>
          <a:bodyPr vert="horz" wrap="none" lIns="0" tIns="0" rIns="0" bIns="0" rtlCol="0" anchor="ctr">
            <a:spAutoFit/>
            <a:scene3d>
              <a:camera prst="orthographicFront"/>
              <a:lightRig rig="threePt" dir="t"/>
            </a:scene3d>
            <a:sp3d>
              <a:bevelT w="1270" h="1270"/>
            </a:sp3d>
          </a:bodyPr>
          <a:lstStyle>
            <a:lvl1pPr algn="r">
              <a:defRPr sz="1200">
                <a:solidFill>
                  <a:schemeClr val="tx1">
                    <a:tint val="75000"/>
                  </a:schemeClr>
                </a:solidFill>
              </a:defRPr>
            </a:lvl1pPr>
          </a:lstStyle>
          <a:p>
            <a:pPr defTabSz="801439">
              <a:defRPr/>
            </a:pPr>
            <a:fld id="{AAF7C2DA-1BC9-4BB5-B8BD-A4548F6910EE}" type="slidenum">
              <a:rPr lang="ko-KR" altLang="en-US" sz="800" smtClean="0">
                <a:solidFill>
                  <a:prstClr val="black">
                    <a:lumMod val="50000"/>
                    <a:lumOff val="50000"/>
                  </a:prstClr>
                </a:solidFill>
                <a:latin typeface="KoPubWorld돋움체 Bold" panose="00000800000000000000" pitchFamily="2" charset="-127"/>
                <a:ea typeface="KoPubWorld돋움체 Bold" panose="00000800000000000000" pitchFamily="2" charset="-127"/>
              </a:rPr>
              <a:pPr defTabSz="801439">
                <a:defRPr/>
              </a:pPr>
              <a:t>‹#›</a:t>
            </a:fld>
            <a:endParaRPr lang="ko-KR" altLang="en-US" sz="800" dirty="0">
              <a:solidFill>
                <a:prstClr val="black">
                  <a:lumMod val="50000"/>
                  <a:lumOff val="50000"/>
                </a:prstClr>
              </a:solidFill>
              <a:latin typeface="KoPubWorld돋움체 Bold" panose="00000800000000000000" pitchFamily="2" charset="-127"/>
              <a:ea typeface="KoPubWorld돋움체 Bold" panose="00000800000000000000" pitchFamily="2" charset="-127"/>
            </a:endParaRPr>
          </a:p>
        </p:txBody>
      </p:sp>
      <p:sp>
        <p:nvSpPr>
          <p:cNvPr id="3" name="직사각형 2"/>
          <p:cNvSpPr/>
          <p:nvPr userDrawn="1"/>
        </p:nvSpPr>
        <p:spPr>
          <a:xfrm>
            <a:off x="0" y="8"/>
            <a:ext cx="10691813" cy="863599"/>
          </a:xfrm>
          <a:prstGeom prst="rect">
            <a:avLst/>
          </a:prstGeom>
          <a:solidFill>
            <a:srgbClr val="C8C8C8">
              <a:alpha val="3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0145" tIns="40072" rIns="80145" bIns="40072" numCol="1" spcCol="0" rtlCol="0" fromWordArt="0" anchor="ctr" anchorCtr="0" forceAA="0" compatLnSpc="1">
            <a:prstTxWarp prst="textNoShape">
              <a:avLst/>
            </a:prstTxWarp>
            <a:noAutofit/>
          </a:bodyPr>
          <a:lstStyle/>
          <a:p>
            <a:pPr algn="ctr" defTabSz="801460"/>
            <a:endParaRPr lang="ko-KR" altLang="en-US" sz="1601">
              <a:solidFill>
                <a:prstClr val="white"/>
              </a:solidFill>
              <a:ea typeface="KoPubWorld돋움체 Bold" panose="00000800000000000000" pitchFamily="2" charset="-127"/>
            </a:endParaRPr>
          </a:p>
        </p:txBody>
      </p:sp>
      <p:sp>
        <p:nvSpPr>
          <p:cNvPr id="23" name="자유형 22"/>
          <p:cNvSpPr>
            <a:spLocks/>
          </p:cNvSpPr>
          <p:nvPr userDrawn="1"/>
        </p:nvSpPr>
        <p:spPr bwMode="auto">
          <a:xfrm>
            <a:off x="6623051" y="1"/>
            <a:ext cx="4068764" cy="1890000"/>
          </a:xfrm>
          <a:custGeom>
            <a:avLst/>
            <a:gdLst>
              <a:gd name="connsiteX0" fmla="*/ 2628900 w 4068763"/>
              <a:gd name="connsiteY0" fmla="*/ 1635124 h 1890000"/>
              <a:gd name="connsiteX1" fmla="*/ 4068763 w 4068763"/>
              <a:gd name="connsiteY1" fmla="*/ 1780886 h 1890000"/>
              <a:gd name="connsiteX2" fmla="*/ 4068763 w 4068763"/>
              <a:gd name="connsiteY2" fmla="*/ 1890000 h 1890000"/>
              <a:gd name="connsiteX3" fmla="*/ 1433222 w 4068763"/>
              <a:gd name="connsiteY3" fmla="*/ 1890000 h 1890000"/>
              <a:gd name="connsiteX4" fmla="*/ 2628900 w 4068763"/>
              <a:gd name="connsiteY4" fmla="*/ 344487 h 1890000"/>
              <a:gd name="connsiteX5" fmla="*/ 4068763 w 4068763"/>
              <a:gd name="connsiteY5" fmla="*/ 763604 h 1890000"/>
              <a:gd name="connsiteX6" fmla="*/ 4068763 w 4068763"/>
              <a:gd name="connsiteY6" fmla="*/ 1489052 h 1890000"/>
              <a:gd name="connsiteX7" fmla="*/ 2628900 w 4068763"/>
              <a:gd name="connsiteY7" fmla="*/ 1316037 h 1890000"/>
              <a:gd name="connsiteX8" fmla="*/ 360447 w 4068763"/>
              <a:gd name="connsiteY8" fmla="*/ 1890000 h 1890000"/>
              <a:gd name="connsiteX9" fmla="*/ 84797 w 4068763"/>
              <a:gd name="connsiteY9" fmla="*/ 1890000 h 1890000"/>
              <a:gd name="connsiteX10" fmla="*/ 1663341 w 4068763"/>
              <a:gd name="connsiteY10" fmla="*/ 0 h 1890000"/>
              <a:gd name="connsiteX11" fmla="*/ 4068763 w 4068763"/>
              <a:gd name="connsiteY11" fmla="*/ 0 h 1890000"/>
              <a:gd name="connsiteX12" fmla="*/ 4068763 w 4068763"/>
              <a:gd name="connsiteY12" fmla="*/ 472182 h 1890000"/>
              <a:gd name="connsiteX13" fmla="*/ 2628900 w 4068763"/>
              <a:gd name="connsiteY13" fmla="*/ 25399 h 1890000"/>
              <a:gd name="connsiteX14" fmla="*/ 0 w 4068763"/>
              <a:gd name="connsiteY14" fmla="*/ 1728787 h 1890000"/>
              <a:gd name="connsiteX15" fmla="*/ 0 w 4068763"/>
              <a:gd name="connsiteY15" fmla="*/ 1676399 h 1890000"/>
              <a:gd name="connsiteX16" fmla="*/ 903180 w 4068763"/>
              <a:gd name="connsiteY16" fmla="*/ 0 h 1890000"/>
              <a:gd name="connsiteX17" fmla="*/ 1336950 w 4068763"/>
              <a:gd name="connsiteY17" fmla="*/ 0 h 1890000"/>
              <a:gd name="connsiteX18" fmla="*/ 0 w 4068763"/>
              <a:gd name="connsiteY18" fmla="*/ 1462087 h 1890000"/>
              <a:gd name="connsiteX19" fmla="*/ 0 w 4068763"/>
              <a:gd name="connsiteY19" fmla="*/ 1422399 h 189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068763" h="1890000">
                <a:moveTo>
                  <a:pt x="2628900" y="1635124"/>
                </a:moveTo>
                <a:lnTo>
                  <a:pt x="4068763" y="1780886"/>
                </a:lnTo>
                <a:lnTo>
                  <a:pt x="4068763" y="1890000"/>
                </a:lnTo>
                <a:lnTo>
                  <a:pt x="1433222" y="1890000"/>
                </a:lnTo>
                <a:close/>
                <a:moveTo>
                  <a:pt x="2628900" y="344487"/>
                </a:moveTo>
                <a:lnTo>
                  <a:pt x="4068763" y="763604"/>
                </a:lnTo>
                <a:lnTo>
                  <a:pt x="4068763" y="1489052"/>
                </a:lnTo>
                <a:lnTo>
                  <a:pt x="2628900" y="1316037"/>
                </a:lnTo>
                <a:lnTo>
                  <a:pt x="360447" y="1890000"/>
                </a:lnTo>
                <a:lnTo>
                  <a:pt x="84797" y="1890000"/>
                </a:lnTo>
                <a:close/>
                <a:moveTo>
                  <a:pt x="1663341" y="0"/>
                </a:moveTo>
                <a:lnTo>
                  <a:pt x="4068763" y="0"/>
                </a:lnTo>
                <a:lnTo>
                  <a:pt x="4068763" y="472182"/>
                </a:lnTo>
                <a:lnTo>
                  <a:pt x="2628900" y="25399"/>
                </a:lnTo>
                <a:lnTo>
                  <a:pt x="0" y="1728787"/>
                </a:lnTo>
                <a:lnTo>
                  <a:pt x="0" y="1676399"/>
                </a:lnTo>
                <a:close/>
                <a:moveTo>
                  <a:pt x="903180" y="0"/>
                </a:moveTo>
                <a:lnTo>
                  <a:pt x="1336950" y="0"/>
                </a:lnTo>
                <a:lnTo>
                  <a:pt x="0" y="1462087"/>
                </a:lnTo>
                <a:lnTo>
                  <a:pt x="0" y="1422399"/>
                </a:lnTo>
                <a:close/>
              </a:path>
            </a:pathLst>
          </a:custGeom>
          <a:solidFill>
            <a:schemeClr val="bg1">
              <a:alpha val="18000"/>
            </a:schemeClr>
          </a:solidFill>
          <a:ln>
            <a:noFill/>
          </a:ln>
        </p:spPr>
        <p:txBody>
          <a:bodyPr vert="horz" wrap="square" lIns="80145" tIns="40072" rIns="80145" bIns="40072" numCol="1" anchor="t" anchorCtr="0" compatLnSpc="1">
            <a:prstTxWarp prst="textNoShape">
              <a:avLst/>
            </a:prstTxWarp>
            <a:noAutofit/>
          </a:bodyPr>
          <a:lstStyle/>
          <a:p>
            <a:pPr defTabSz="801460"/>
            <a:endParaRPr lang="ko-KR" altLang="en-US" sz="1601">
              <a:solidFill>
                <a:prstClr val="black"/>
              </a:solidFill>
              <a:ea typeface="KoPubWorld돋움체 Bold" panose="00000800000000000000" pitchFamily="2" charset="-127"/>
            </a:endParaRPr>
          </a:p>
        </p:txBody>
      </p:sp>
    </p:spTree>
    <p:extLst>
      <p:ext uri="{BB962C8B-B14F-4D97-AF65-F5344CB8AC3E}">
        <p14:creationId xmlns:p14="http://schemas.microsoft.com/office/powerpoint/2010/main" val="25914781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625" userDrawn="1">
          <p15:clr>
            <a:srgbClr val="FBAE40"/>
          </p15:clr>
        </p15:guide>
        <p15:guide id="2" pos="3937"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리츠">
    <p:spTree>
      <p:nvGrpSpPr>
        <p:cNvPr id="1" name=""/>
        <p:cNvGrpSpPr/>
        <p:nvPr/>
      </p:nvGrpSpPr>
      <p:grpSpPr>
        <a:xfrm>
          <a:off x="0" y="0"/>
          <a:ext cx="0" cy="0"/>
          <a:chOff x="0" y="0"/>
          <a:chExt cx="0" cy="0"/>
        </a:xfrm>
      </p:grpSpPr>
      <p:sp>
        <p:nvSpPr>
          <p:cNvPr id="2" name="슬라이드 번호 개체 틀 5"/>
          <p:cNvSpPr txBox="1">
            <a:spLocks/>
          </p:cNvSpPr>
          <p:nvPr userDrawn="1"/>
        </p:nvSpPr>
        <p:spPr>
          <a:xfrm>
            <a:off x="10165689" y="7290207"/>
            <a:ext cx="96180" cy="92333"/>
          </a:xfrm>
          <a:prstGeom prst="rect">
            <a:avLst/>
          </a:prstGeom>
        </p:spPr>
        <p:txBody>
          <a:bodyPr vert="horz" wrap="none" lIns="0" tIns="0" rIns="0" bIns="0" rtlCol="0" anchor="ctr">
            <a:spAutoFit/>
            <a:scene3d>
              <a:camera prst="orthographicFront"/>
              <a:lightRig rig="threePt" dir="t"/>
            </a:scene3d>
            <a:sp3d>
              <a:bevelT w="1270" h="1270"/>
            </a:sp3d>
          </a:bodyPr>
          <a:lstStyle>
            <a:lvl1pPr algn="r">
              <a:defRPr sz="1200">
                <a:solidFill>
                  <a:schemeClr val="tx1">
                    <a:tint val="75000"/>
                  </a:schemeClr>
                </a:solidFill>
              </a:defRPr>
            </a:lvl1pPr>
          </a:lstStyle>
          <a:p>
            <a:pPr defTabSz="801439">
              <a:defRPr/>
            </a:pPr>
            <a:fld id="{AAF7C2DA-1BC9-4BB5-B8BD-A4548F6910EE}" type="slidenum">
              <a:rPr lang="ko-KR" altLang="en-US" sz="600" smtClean="0">
                <a:solidFill>
                  <a:prstClr val="black">
                    <a:lumMod val="50000"/>
                    <a:lumOff val="50000"/>
                  </a:prstClr>
                </a:solidFill>
                <a:latin typeface="KoPubWorld돋움체 Bold" panose="00000800000000000000" pitchFamily="2" charset="-127"/>
                <a:ea typeface="KoPubWorld돋움체 Bold" panose="00000800000000000000" pitchFamily="2" charset="-127"/>
              </a:rPr>
              <a:pPr defTabSz="801439">
                <a:defRPr/>
              </a:pPr>
              <a:t>‹#›</a:t>
            </a:fld>
            <a:endParaRPr lang="ko-KR" altLang="en-US" sz="600" dirty="0">
              <a:solidFill>
                <a:prstClr val="black">
                  <a:lumMod val="50000"/>
                  <a:lumOff val="50000"/>
                </a:prstClr>
              </a:solidFill>
              <a:latin typeface="KoPubWorld돋움체 Bold" panose="00000800000000000000" pitchFamily="2" charset="-127"/>
              <a:ea typeface="KoPubWorld돋움체 Bold" panose="00000800000000000000" pitchFamily="2" charset="-127"/>
            </a:endParaRPr>
          </a:p>
        </p:txBody>
      </p:sp>
      <p:sp>
        <p:nvSpPr>
          <p:cNvPr id="3" name="직사각형 2"/>
          <p:cNvSpPr/>
          <p:nvPr userDrawn="1"/>
        </p:nvSpPr>
        <p:spPr>
          <a:xfrm>
            <a:off x="0" y="1"/>
            <a:ext cx="10691813" cy="1890000"/>
          </a:xfrm>
          <a:prstGeom prst="rect">
            <a:avLst/>
          </a:prstGeom>
          <a:solidFill>
            <a:srgbClr val="C8C8C8">
              <a:alpha val="3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0145" tIns="40072" rIns="80145" bIns="40072" numCol="1" spcCol="0" rtlCol="0" fromWordArt="0" anchor="ctr" anchorCtr="0" forceAA="0" compatLnSpc="1">
            <a:prstTxWarp prst="textNoShape">
              <a:avLst/>
            </a:prstTxWarp>
            <a:noAutofit/>
          </a:bodyPr>
          <a:lstStyle/>
          <a:p>
            <a:pPr algn="ctr" defTabSz="801460"/>
            <a:endParaRPr lang="ko-KR" altLang="en-US" sz="1601">
              <a:solidFill>
                <a:prstClr val="white"/>
              </a:solidFill>
              <a:ea typeface="KoPubWorld돋움체 Bold" panose="00000800000000000000" pitchFamily="2" charset="-127"/>
            </a:endParaRPr>
          </a:p>
        </p:txBody>
      </p:sp>
      <p:sp>
        <p:nvSpPr>
          <p:cNvPr id="23" name="자유형 22"/>
          <p:cNvSpPr>
            <a:spLocks/>
          </p:cNvSpPr>
          <p:nvPr userDrawn="1"/>
        </p:nvSpPr>
        <p:spPr bwMode="auto">
          <a:xfrm>
            <a:off x="6623051" y="0"/>
            <a:ext cx="4068764" cy="1890000"/>
          </a:xfrm>
          <a:custGeom>
            <a:avLst/>
            <a:gdLst>
              <a:gd name="connsiteX0" fmla="*/ 2628900 w 4068763"/>
              <a:gd name="connsiteY0" fmla="*/ 1635124 h 1890000"/>
              <a:gd name="connsiteX1" fmla="*/ 4068763 w 4068763"/>
              <a:gd name="connsiteY1" fmla="*/ 1780886 h 1890000"/>
              <a:gd name="connsiteX2" fmla="*/ 4068763 w 4068763"/>
              <a:gd name="connsiteY2" fmla="*/ 1890000 h 1890000"/>
              <a:gd name="connsiteX3" fmla="*/ 1433222 w 4068763"/>
              <a:gd name="connsiteY3" fmla="*/ 1890000 h 1890000"/>
              <a:gd name="connsiteX4" fmla="*/ 2628900 w 4068763"/>
              <a:gd name="connsiteY4" fmla="*/ 344487 h 1890000"/>
              <a:gd name="connsiteX5" fmla="*/ 4068763 w 4068763"/>
              <a:gd name="connsiteY5" fmla="*/ 763604 h 1890000"/>
              <a:gd name="connsiteX6" fmla="*/ 4068763 w 4068763"/>
              <a:gd name="connsiteY6" fmla="*/ 1489052 h 1890000"/>
              <a:gd name="connsiteX7" fmla="*/ 2628900 w 4068763"/>
              <a:gd name="connsiteY7" fmla="*/ 1316037 h 1890000"/>
              <a:gd name="connsiteX8" fmla="*/ 360447 w 4068763"/>
              <a:gd name="connsiteY8" fmla="*/ 1890000 h 1890000"/>
              <a:gd name="connsiteX9" fmla="*/ 84797 w 4068763"/>
              <a:gd name="connsiteY9" fmla="*/ 1890000 h 1890000"/>
              <a:gd name="connsiteX10" fmla="*/ 1663341 w 4068763"/>
              <a:gd name="connsiteY10" fmla="*/ 0 h 1890000"/>
              <a:gd name="connsiteX11" fmla="*/ 4068763 w 4068763"/>
              <a:gd name="connsiteY11" fmla="*/ 0 h 1890000"/>
              <a:gd name="connsiteX12" fmla="*/ 4068763 w 4068763"/>
              <a:gd name="connsiteY12" fmla="*/ 472182 h 1890000"/>
              <a:gd name="connsiteX13" fmla="*/ 2628900 w 4068763"/>
              <a:gd name="connsiteY13" fmla="*/ 25399 h 1890000"/>
              <a:gd name="connsiteX14" fmla="*/ 0 w 4068763"/>
              <a:gd name="connsiteY14" fmla="*/ 1728787 h 1890000"/>
              <a:gd name="connsiteX15" fmla="*/ 0 w 4068763"/>
              <a:gd name="connsiteY15" fmla="*/ 1676399 h 1890000"/>
              <a:gd name="connsiteX16" fmla="*/ 903180 w 4068763"/>
              <a:gd name="connsiteY16" fmla="*/ 0 h 1890000"/>
              <a:gd name="connsiteX17" fmla="*/ 1336950 w 4068763"/>
              <a:gd name="connsiteY17" fmla="*/ 0 h 1890000"/>
              <a:gd name="connsiteX18" fmla="*/ 0 w 4068763"/>
              <a:gd name="connsiteY18" fmla="*/ 1462087 h 1890000"/>
              <a:gd name="connsiteX19" fmla="*/ 0 w 4068763"/>
              <a:gd name="connsiteY19" fmla="*/ 1422399 h 189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068763" h="1890000">
                <a:moveTo>
                  <a:pt x="2628900" y="1635124"/>
                </a:moveTo>
                <a:lnTo>
                  <a:pt x="4068763" y="1780886"/>
                </a:lnTo>
                <a:lnTo>
                  <a:pt x="4068763" y="1890000"/>
                </a:lnTo>
                <a:lnTo>
                  <a:pt x="1433222" y="1890000"/>
                </a:lnTo>
                <a:close/>
                <a:moveTo>
                  <a:pt x="2628900" y="344487"/>
                </a:moveTo>
                <a:lnTo>
                  <a:pt x="4068763" y="763604"/>
                </a:lnTo>
                <a:lnTo>
                  <a:pt x="4068763" y="1489052"/>
                </a:lnTo>
                <a:lnTo>
                  <a:pt x="2628900" y="1316037"/>
                </a:lnTo>
                <a:lnTo>
                  <a:pt x="360447" y="1890000"/>
                </a:lnTo>
                <a:lnTo>
                  <a:pt x="84797" y="1890000"/>
                </a:lnTo>
                <a:close/>
                <a:moveTo>
                  <a:pt x="1663341" y="0"/>
                </a:moveTo>
                <a:lnTo>
                  <a:pt x="4068763" y="0"/>
                </a:lnTo>
                <a:lnTo>
                  <a:pt x="4068763" y="472182"/>
                </a:lnTo>
                <a:lnTo>
                  <a:pt x="2628900" y="25399"/>
                </a:lnTo>
                <a:lnTo>
                  <a:pt x="0" y="1728787"/>
                </a:lnTo>
                <a:lnTo>
                  <a:pt x="0" y="1676399"/>
                </a:lnTo>
                <a:close/>
                <a:moveTo>
                  <a:pt x="903180" y="0"/>
                </a:moveTo>
                <a:lnTo>
                  <a:pt x="1336950" y="0"/>
                </a:lnTo>
                <a:lnTo>
                  <a:pt x="0" y="1462087"/>
                </a:lnTo>
                <a:lnTo>
                  <a:pt x="0" y="1422399"/>
                </a:lnTo>
                <a:close/>
              </a:path>
            </a:pathLst>
          </a:custGeom>
          <a:solidFill>
            <a:schemeClr val="bg1">
              <a:alpha val="18000"/>
            </a:schemeClr>
          </a:solidFill>
          <a:ln>
            <a:noFill/>
          </a:ln>
        </p:spPr>
        <p:txBody>
          <a:bodyPr vert="horz" wrap="square" lIns="80145" tIns="40072" rIns="80145" bIns="40072" numCol="1" anchor="t" anchorCtr="0" compatLnSpc="1">
            <a:prstTxWarp prst="textNoShape">
              <a:avLst/>
            </a:prstTxWarp>
            <a:noAutofit/>
          </a:bodyPr>
          <a:lstStyle/>
          <a:p>
            <a:pPr defTabSz="801460"/>
            <a:endParaRPr lang="ko-KR" altLang="en-US" sz="1601">
              <a:solidFill>
                <a:prstClr val="black"/>
              </a:solidFill>
              <a:ea typeface="KoPubWorld돋움체 Bold" panose="00000800000000000000" pitchFamily="2" charset="-127"/>
            </a:endParaRPr>
          </a:p>
        </p:txBody>
      </p:sp>
      <p:grpSp>
        <p:nvGrpSpPr>
          <p:cNvPr id="5" name="그룹 4"/>
          <p:cNvGrpSpPr/>
          <p:nvPr userDrawn="1"/>
        </p:nvGrpSpPr>
        <p:grpSpPr>
          <a:xfrm>
            <a:off x="6350093" y="6"/>
            <a:ext cx="4328317" cy="197225"/>
            <a:chOff x="5278065" y="0"/>
            <a:chExt cx="4328317" cy="197225"/>
          </a:xfrm>
        </p:grpSpPr>
        <p:sp>
          <p:nvSpPr>
            <p:cNvPr id="6" name="직사각형 5"/>
            <p:cNvSpPr/>
            <p:nvPr userDrawn="1"/>
          </p:nvSpPr>
          <p:spPr>
            <a:xfrm>
              <a:off x="8534360" y="0"/>
              <a:ext cx="1072022" cy="197225"/>
            </a:xfrm>
            <a:prstGeom prst="rect">
              <a:avLst/>
            </a:prstGeom>
            <a:solidFill>
              <a:schemeClr val="bg1">
                <a:lumMod val="7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801460"/>
              <a:endParaRPr lang="ko-KR" altLang="en-US" sz="1200">
                <a:solidFill>
                  <a:prstClr val="white"/>
                </a:solidFill>
                <a:ea typeface="KoPubWorld돋움체 Bold" panose="00000800000000000000" pitchFamily="2" charset="-127"/>
              </a:endParaRPr>
            </a:p>
          </p:txBody>
        </p:sp>
        <p:sp>
          <p:nvSpPr>
            <p:cNvPr id="7" name="TextBox 6"/>
            <p:cNvSpPr txBox="1"/>
            <p:nvPr userDrawn="1"/>
          </p:nvSpPr>
          <p:spPr>
            <a:xfrm>
              <a:off x="8847552" y="21668"/>
              <a:ext cx="445635" cy="123111"/>
            </a:xfrm>
            <a:prstGeom prst="rect">
              <a:avLst/>
            </a:prstGeom>
            <a:noFill/>
          </p:spPr>
          <p:txBody>
            <a:bodyPr wrap="none" lIns="0" tIns="0" rIns="0" bIns="0" rtlCol="0">
              <a:spAutoFit/>
              <a:scene3d>
                <a:camera prst="orthographicFront"/>
                <a:lightRig rig="threePt" dir="t"/>
              </a:scene3d>
              <a:sp3d>
                <a:bevelT w="1270" h="1270"/>
              </a:sp3d>
            </a:bodyPr>
            <a:lstStyle/>
            <a:p>
              <a:pPr algn="ctr" defTabSz="801460"/>
              <a:r>
                <a:rPr lang="en-US" altLang="ko-KR" sz="800" dirty="0">
                  <a:solidFill>
                    <a:prstClr val="white">
                      <a:lumMod val="50000"/>
                    </a:prstClr>
                  </a:solidFill>
                  <a:latin typeface="KoPubWorld돋움체 Bold" panose="00000800000000000000" pitchFamily="2" charset="-127"/>
                  <a:ea typeface="KoPubWorld돋움체 Bold" panose="00000800000000000000" pitchFamily="2" charset="-127"/>
                </a:rPr>
                <a:t>Appendix</a:t>
              </a:r>
            </a:p>
          </p:txBody>
        </p:sp>
        <p:sp>
          <p:nvSpPr>
            <p:cNvPr id="8" name="직사각형 7"/>
            <p:cNvSpPr/>
            <p:nvPr userDrawn="1"/>
          </p:nvSpPr>
          <p:spPr>
            <a:xfrm>
              <a:off x="7448928" y="0"/>
              <a:ext cx="1072022" cy="197225"/>
            </a:xfrm>
            <a:prstGeom prst="rect">
              <a:avLst/>
            </a:prstGeom>
            <a:solidFill>
              <a:schemeClr val="bg1">
                <a:lumMod val="7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801460"/>
              <a:endParaRPr lang="ko-KR" altLang="en-US" sz="1200">
                <a:solidFill>
                  <a:prstClr val="white"/>
                </a:solidFill>
                <a:ea typeface="KoPubWorld돋움체 Bold" panose="00000800000000000000" pitchFamily="2" charset="-127"/>
              </a:endParaRPr>
            </a:p>
          </p:txBody>
        </p:sp>
        <p:sp>
          <p:nvSpPr>
            <p:cNvPr id="9" name="직사각형 8"/>
            <p:cNvSpPr/>
            <p:nvPr userDrawn="1"/>
          </p:nvSpPr>
          <p:spPr>
            <a:xfrm>
              <a:off x="6363496" y="0"/>
              <a:ext cx="1072022" cy="197225"/>
            </a:xfrm>
            <a:prstGeom prst="rect">
              <a:avLst/>
            </a:prstGeom>
            <a:solidFill>
              <a:srgbClr val="BE303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801460"/>
              <a:endParaRPr lang="ko-KR" altLang="en-US" sz="1200">
                <a:solidFill>
                  <a:prstClr val="white"/>
                </a:solidFill>
                <a:ea typeface="KoPubWorld돋움체 Bold" panose="00000800000000000000" pitchFamily="2" charset="-127"/>
              </a:endParaRPr>
            </a:p>
          </p:txBody>
        </p:sp>
        <p:sp>
          <p:nvSpPr>
            <p:cNvPr id="10" name="TextBox 9"/>
            <p:cNvSpPr txBox="1"/>
            <p:nvPr userDrawn="1"/>
          </p:nvSpPr>
          <p:spPr>
            <a:xfrm>
              <a:off x="6762451" y="21668"/>
              <a:ext cx="274113" cy="123111"/>
            </a:xfrm>
            <a:prstGeom prst="rect">
              <a:avLst/>
            </a:prstGeom>
            <a:noFill/>
          </p:spPr>
          <p:txBody>
            <a:bodyPr wrap="none" lIns="0" tIns="0" rIns="0" bIns="0" rtlCol="0">
              <a:spAutoFit/>
              <a:scene3d>
                <a:camera prst="orthographicFront"/>
                <a:lightRig rig="threePt" dir="t"/>
              </a:scene3d>
              <a:sp3d>
                <a:bevelT w="1270" h="1270"/>
              </a:sp3d>
            </a:bodyPr>
            <a:lstStyle/>
            <a:p>
              <a:pPr algn="ctr" defTabSz="801460"/>
              <a:r>
                <a:rPr lang="en-US" altLang="ko-KR" sz="800" dirty="0">
                  <a:solidFill>
                    <a:prstClr val="white"/>
                  </a:solidFill>
                  <a:latin typeface="KoPubWorld돋움체 Bold" panose="00000800000000000000" pitchFamily="2" charset="-127"/>
                  <a:ea typeface="KoPubWorld돋움체 Bold" panose="00000800000000000000" pitchFamily="2" charset="-127"/>
                </a:rPr>
                <a:t>REITs</a:t>
              </a:r>
              <a:endParaRPr lang="ko-KR" altLang="en-US" sz="800" dirty="0">
                <a:solidFill>
                  <a:prstClr val="white"/>
                </a:solidFill>
                <a:latin typeface="KoPubWorld돋움체 Bold" panose="00000800000000000000" pitchFamily="2" charset="-127"/>
                <a:ea typeface="KoPubWorld돋움체 Bold" panose="00000800000000000000" pitchFamily="2" charset="-127"/>
              </a:endParaRPr>
            </a:p>
          </p:txBody>
        </p:sp>
        <p:grpSp>
          <p:nvGrpSpPr>
            <p:cNvPr id="11" name="그룹 10"/>
            <p:cNvGrpSpPr/>
            <p:nvPr userDrawn="1"/>
          </p:nvGrpSpPr>
          <p:grpSpPr>
            <a:xfrm>
              <a:off x="5278065" y="0"/>
              <a:ext cx="1072022" cy="197225"/>
              <a:chOff x="4773614" y="0"/>
              <a:chExt cx="1072022" cy="197225"/>
            </a:xfrm>
          </p:grpSpPr>
          <p:sp>
            <p:nvSpPr>
              <p:cNvPr id="12" name="직사각형 11"/>
              <p:cNvSpPr/>
              <p:nvPr userDrawn="1"/>
            </p:nvSpPr>
            <p:spPr>
              <a:xfrm>
                <a:off x="4773614" y="0"/>
                <a:ext cx="1072022" cy="197225"/>
              </a:xfrm>
              <a:prstGeom prst="rect">
                <a:avLst/>
              </a:prstGeom>
              <a:solidFill>
                <a:schemeClr val="bg1">
                  <a:lumMod val="7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801460"/>
                <a:endParaRPr lang="ko-KR" altLang="en-US" sz="1200">
                  <a:solidFill>
                    <a:prstClr val="white"/>
                  </a:solidFill>
                  <a:ea typeface="KoPubWorld돋움체 Bold" panose="00000800000000000000" pitchFamily="2" charset="-127"/>
                </a:endParaRPr>
              </a:p>
            </p:txBody>
          </p:sp>
          <p:sp>
            <p:nvSpPr>
              <p:cNvPr id="13" name="TextBox 12"/>
              <p:cNvSpPr txBox="1"/>
              <p:nvPr userDrawn="1"/>
            </p:nvSpPr>
            <p:spPr>
              <a:xfrm>
                <a:off x="5021087" y="21668"/>
                <a:ext cx="577081" cy="138371"/>
              </a:xfrm>
              <a:prstGeom prst="rect">
                <a:avLst/>
              </a:prstGeom>
              <a:noFill/>
            </p:spPr>
            <p:txBody>
              <a:bodyPr wrap="none" lIns="0" tIns="0" rIns="0" bIns="0" rtlCol="0">
                <a:spAutoFit/>
                <a:scene3d>
                  <a:camera prst="orthographicFront"/>
                  <a:lightRig rig="threePt" dir="t"/>
                </a:scene3d>
                <a:sp3d>
                  <a:bevelT w="1270" h="1270"/>
                </a:sp3d>
              </a:bodyPr>
              <a:lstStyle>
                <a:defPPr>
                  <a:defRPr lang="ko-KR"/>
                </a:defPPr>
                <a:lvl1pPr algn="ctr">
                  <a:defRPr sz="900">
                    <a:solidFill>
                      <a:schemeClr val="bg1">
                        <a:lumMod val="50000"/>
                      </a:schemeClr>
                    </a:solidFill>
                    <a:latin typeface="나눔스퀘어 ExtraBold" panose="020B0600000101010101" pitchFamily="50" charset="-127"/>
                    <a:ea typeface="나눔스퀘어 ExtraBold" panose="020B0600000101010101" pitchFamily="50" charset="-127"/>
                  </a:defRPr>
                </a:lvl1pPr>
              </a:lstStyle>
              <a:p>
                <a:pPr defTabSz="801460"/>
                <a:r>
                  <a:rPr lang="en-US" altLang="ko-KR" sz="899" dirty="0">
                    <a:solidFill>
                      <a:prstClr val="white">
                        <a:lumMod val="50000"/>
                      </a:prstClr>
                    </a:solidFill>
                    <a:latin typeface="KoPubWorld돋움체 Bold" panose="00000800000000000000" pitchFamily="2" charset="-127"/>
                    <a:ea typeface="KoPubWorld돋움체 Bold" panose="00000800000000000000" pitchFamily="2" charset="-127"/>
                  </a:rPr>
                  <a:t>At a glance</a:t>
                </a:r>
              </a:p>
            </p:txBody>
          </p:sp>
        </p:grpSp>
      </p:grpSp>
      <p:sp>
        <p:nvSpPr>
          <p:cNvPr id="14" name="TextBox 13"/>
          <p:cNvSpPr txBox="1"/>
          <p:nvPr userDrawn="1"/>
        </p:nvSpPr>
        <p:spPr>
          <a:xfrm>
            <a:off x="8507540" y="21672"/>
            <a:ext cx="1085432" cy="123111"/>
          </a:xfrm>
          <a:prstGeom prst="rect">
            <a:avLst/>
          </a:prstGeom>
          <a:noFill/>
        </p:spPr>
        <p:txBody>
          <a:bodyPr wrap="square" lIns="0" tIns="0" rIns="0" bIns="0" rtlCol="0">
            <a:spAutoFit/>
            <a:scene3d>
              <a:camera prst="orthographicFront"/>
              <a:lightRig rig="threePt" dir="t"/>
            </a:scene3d>
            <a:sp3d>
              <a:bevelT w="1270" h="1270"/>
            </a:sp3d>
          </a:bodyPr>
          <a:lstStyle/>
          <a:p>
            <a:pPr algn="ctr" defTabSz="801460">
              <a:defRPr/>
            </a:pPr>
            <a:r>
              <a:rPr lang="en-US" altLang="ko-KR" sz="800" dirty="0">
                <a:solidFill>
                  <a:prstClr val="white">
                    <a:lumMod val="50000"/>
                  </a:prstClr>
                </a:solidFill>
                <a:latin typeface="KoPubWorld돋움체 Bold" panose="00000800000000000000" pitchFamily="2" charset="-127"/>
                <a:ea typeface="KoPubWorld돋움체 Bold" panose="00000800000000000000" pitchFamily="2" charset="-127"/>
              </a:rPr>
              <a:t>REITs Division 2</a:t>
            </a:r>
            <a:endParaRPr lang="ko-KR" altLang="en-US" sz="800" dirty="0">
              <a:solidFill>
                <a:prstClr val="white">
                  <a:lumMod val="50000"/>
                </a:prstClr>
              </a:solidFill>
              <a:latin typeface="KoPubWorld돋움체 Bold" panose="00000800000000000000" pitchFamily="2" charset="-127"/>
              <a:ea typeface="KoPubWorld돋움체 Bold" panose="00000800000000000000" pitchFamily="2" charset="-127"/>
            </a:endParaRPr>
          </a:p>
        </p:txBody>
      </p:sp>
    </p:spTree>
    <p:extLst>
      <p:ext uri="{BB962C8B-B14F-4D97-AF65-F5344CB8AC3E}">
        <p14:creationId xmlns:p14="http://schemas.microsoft.com/office/powerpoint/2010/main" val="9394559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신탁">
    <p:spTree>
      <p:nvGrpSpPr>
        <p:cNvPr id="1" name=""/>
        <p:cNvGrpSpPr/>
        <p:nvPr/>
      </p:nvGrpSpPr>
      <p:grpSpPr>
        <a:xfrm>
          <a:off x="0" y="0"/>
          <a:ext cx="0" cy="0"/>
          <a:chOff x="0" y="0"/>
          <a:chExt cx="0" cy="0"/>
        </a:xfrm>
      </p:grpSpPr>
      <p:sp>
        <p:nvSpPr>
          <p:cNvPr id="2" name="슬라이드 번호 개체 틀 5"/>
          <p:cNvSpPr txBox="1">
            <a:spLocks/>
          </p:cNvSpPr>
          <p:nvPr userDrawn="1"/>
        </p:nvSpPr>
        <p:spPr>
          <a:xfrm>
            <a:off x="10133627" y="7274820"/>
            <a:ext cx="128240" cy="123111"/>
          </a:xfrm>
          <a:prstGeom prst="rect">
            <a:avLst/>
          </a:prstGeom>
        </p:spPr>
        <p:txBody>
          <a:bodyPr vert="horz" wrap="none" lIns="0" tIns="0" rIns="0" bIns="0" rtlCol="0" anchor="ctr">
            <a:spAutoFit/>
            <a:scene3d>
              <a:camera prst="orthographicFront"/>
              <a:lightRig rig="threePt" dir="t"/>
            </a:scene3d>
            <a:sp3d>
              <a:bevelT w="1270" h="1270"/>
            </a:sp3d>
          </a:bodyPr>
          <a:lstStyle>
            <a:lvl1pPr algn="r">
              <a:defRPr sz="1200">
                <a:solidFill>
                  <a:schemeClr val="tx1">
                    <a:tint val="75000"/>
                  </a:schemeClr>
                </a:solidFill>
              </a:defRPr>
            </a:lvl1pPr>
          </a:lstStyle>
          <a:p>
            <a:pPr defTabSz="801439">
              <a:defRPr/>
            </a:pPr>
            <a:fld id="{AAF7C2DA-1BC9-4BB5-B8BD-A4548F6910EE}" type="slidenum">
              <a:rPr lang="ko-KR" altLang="en-US" sz="800" smtClean="0">
                <a:solidFill>
                  <a:prstClr val="black">
                    <a:lumMod val="50000"/>
                    <a:lumOff val="50000"/>
                  </a:prstClr>
                </a:solidFill>
                <a:latin typeface="KoPubWorld돋움체 Bold" panose="00000800000000000000" pitchFamily="2" charset="-127"/>
                <a:ea typeface="KoPubWorld돋움체 Bold" panose="00000800000000000000" pitchFamily="2" charset="-127"/>
              </a:rPr>
              <a:pPr defTabSz="801439">
                <a:defRPr/>
              </a:pPr>
              <a:t>‹#›</a:t>
            </a:fld>
            <a:endParaRPr lang="ko-KR" altLang="en-US" sz="800" dirty="0">
              <a:solidFill>
                <a:prstClr val="black">
                  <a:lumMod val="50000"/>
                  <a:lumOff val="50000"/>
                </a:prstClr>
              </a:solidFill>
              <a:latin typeface="KoPubWorld돋움체 Bold" panose="00000800000000000000" pitchFamily="2" charset="-127"/>
              <a:ea typeface="KoPubWorld돋움체 Bold" panose="00000800000000000000" pitchFamily="2" charset="-127"/>
            </a:endParaRPr>
          </a:p>
        </p:txBody>
      </p:sp>
      <p:sp>
        <p:nvSpPr>
          <p:cNvPr id="3" name="직사각형 2"/>
          <p:cNvSpPr/>
          <p:nvPr userDrawn="1"/>
        </p:nvSpPr>
        <p:spPr>
          <a:xfrm>
            <a:off x="0" y="1"/>
            <a:ext cx="10691813" cy="1890000"/>
          </a:xfrm>
          <a:prstGeom prst="rect">
            <a:avLst/>
          </a:prstGeom>
          <a:solidFill>
            <a:srgbClr val="C8C8C8">
              <a:alpha val="3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0145" tIns="40072" rIns="80145" bIns="40072" numCol="1" spcCol="0" rtlCol="0" fromWordArt="0" anchor="ctr" anchorCtr="0" forceAA="0" compatLnSpc="1">
            <a:prstTxWarp prst="textNoShape">
              <a:avLst/>
            </a:prstTxWarp>
            <a:noAutofit/>
          </a:bodyPr>
          <a:lstStyle/>
          <a:p>
            <a:pPr algn="ctr" defTabSz="801460"/>
            <a:endParaRPr lang="ko-KR" altLang="en-US" sz="1601">
              <a:solidFill>
                <a:prstClr val="white"/>
              </a:solidFill>
              <a:ea typeface="KoPubWorld돋움체 Bold" panose="00000800000000000000" pitchFamily="2" charset="-127"/>
            </a:endParaRPr>
          </a:p>
        </p:txBody>
      </p:sp>
      <p:sp>
        <p:nvSpPr>
          <p:cNvPr id="23" name="자유형 22"/>
          <p:cNvSpPr>
            <a:spLocks/>
          </p:cNvSpPr>
          <p:nvPr userDrawn="1"/>
        </p:nvSpPr>
        <p:spPr bwMode="auto">
          <a:xfrm>
            <a:off x="6623051" y="1"/>
            <a:ext cx="4068764" cy="1890000"/>
          </a:xfrm>
          <a:custGeom>
            <a:avLst/>
            <a:gdLst>
              <a:gd name="connsiteX0" fmla="*/ 2628900 w 4068763"/>
              <a:gd name="connsiteY0" fmla="*/ 1635124 h 1890000"/>
              <a:gd name="connsiteX1" fmla="*/ 4068763 w 4068763"/>
              <a:gd name="connsiteY1" fmla="*/ 1780886 h 1890000"/>
              <a:gd name="connsiteX2" fmla="*/ 4068763 w 4068763"/>
              <a:gd name="connsiteY2" fmla="*/ 1890000 h 1890000"/>
              <a:gd name="connsiteX3" fmla="*/ 1433222 w 4068763"/>
              <a:gd name="connsiteY3" fmla="*/ 1890000 h 1890000"/>
              <a:gd name="connsiteX4" fmla="*/ 2628900 w 4068763"/>
              <a:gd name="connsiteY4" fmla="*/ 344487 h 1890000"/>
              <a:gd name="connsiteX5" fmla="*/ 4068763 w 4068763"/>
              <a:gd name="connsiteY5" fmla="*/ 763604 h 1890000"/>
              <a:gd name="connsiteX6" fmla="*/ 4068763 w 4068763"/>
              <a:gd name="connsiteY6" fmla="*/ 1489052 h 1890000"/>
              <a:gd name="connsiteX7" fmla="*/ 2628900 w 4068763"/>
              <a:gd name="connsiteY7" fmla="*/ 1316037 h 1890000"/>
              <a:gd name="connsiteX8" fmla="*/ 360447 w 4068763"/>
              <a:gd name="connsiteY8" fmla="*/ 1890000 h 1890000"/>
              <a:gd name="connsiteX9" fmla="*/ 84797 w 4068763"/>
              <a:gd name="connsiteY9" fmla="*/ 1890000 h 1890000"/>
              <a:gd name="connsiteX10" fmla="*/ 1663341 w 4068763"/>
              <a:gd name="connsiteY10" fmla="*/ 0 h 1890000"/>
              <a:gd name="connsiteX11" fmla="*/ 4068763 w 4068763"/>
              <a:gd name="connsiteY11" fmla="*/ 0 h 1890000"/>
              <a:gd name="connsiteX12" fmla="*/ 4068763 w 4068763"/>
              <a:gd name="connsiteY12" fmla="*/ 472182 h 1890000"/>
              <a:gd name="connsiteX13" fmla="*/ 2628900 w 4068763"/>
              <a:gd name="connsiteY13" fmla="*/ 25399 h 1890000"/>
              <a:gd name="connsiteX14" fmla="*/ 0 w 4068763"/>
              <a:gd name="connsiteY14" fmla="*/ 1728787 h 1890000"/>
              <a:gd name="connsiteX15" fmla="*/ 0 w 4068763"/>
              <a:gd name="connsiteY15" fmla="*/ 1676399 h 1890000"/>
              <a:gd name="connsiteX16" fmla="*/ 903180 w 4068763"/>
              <a:gd name="connsiteY16" fmla="*/ 0 h 1890000"/>
              <a:gd name="connsiteX17" fmla="*/ 1336950 w 4068763"/>
              <a:gd name="connsiteY17" fmla="*/ 0 h 1890000"/>
              <a:gd name="connsiteX18" fmla="*/ 0 w 4068763"/>
              <a:gd name="connsiteY18" fmla="*/ 1462087 h 1890000"/>
              <a:gd name="connsiteX19" fmla="*/ 0 w 4068763"/>
              <a:gd name="connsiteY19" fmla="*/ 1422399 h 189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068763" h="1890000">
                <a:moveTo>
                  <a:pt x="2628900" y="1635124"/>
                </a:moveTo>
                <a:lnTo>
                  <a:pt x="4068763" y="1780886"/>
                </a:lnTo>
                <a:lnTo>
                  <a:pt x="4068763" y="1890000"/>
                </a:lnTo>
                <a:lnTo>
                  <a:pt x="1433222" y="1890000"/>
                </a:lnTo>
                <a:close/>
                <a:moveTo>
                  <a:pt x="2628900" y="344487"/>
                </a:moveTo>
                <a:lnTo>
                  <a:pt x="4068763" y="763604"/>
                </a:lnTo>
                <a:lnTo>
                  <a:pt x="4068763" y="1489052"/>
                </a:lnTo>
                <a:lnTo>
                  <a:pt x="2628900" y="1316037"/>
                </a:lnTo>
                <a:lnTo>
                  <a:pt x="360447" y="1890000"/>
                </a:lnTo>
                <a:lnTo>
                  <a:pt x="84797" y="1890000"/>
                </a:lnTo>
                <a:close/>
                <a:moveTo>
                  <a:pt x="1663341" y="0"/>
                </a:moveTo>
                <a:lnTo>
                  <a:pt x="4068763" y="0"/>
                </a:lnTo>
                <a:lnTo>
                  <a:pt x="4068763" y="472182"/>
                </a:lnTo>
                <a:lnTo>
                  <a:pt x="2628900" y="25399"/>
                </a:lnTo>
                <a:lnTo>
                  <a:pt x="0" y="1728787"/>
                </a:lnTo>
                <a:lnTo>
                  <a:pt x="0" y="1676399"/>
                </a:lnTo>
                <a:close/>
                <a:moveTo>
                  <a:pt x="903180" y="0"/>
                </a:moveTo>
                <a:lnTo>
                  <a:pt x="1336950" y="0"/>
                </a:lnTo>
                <a:lnTo>
                  <a:pt x="0" y="1462087"/>
                </a:lnTo>
                <a:lnTo>
                  <a:pt x="0" y="1422399"/>
                </a:lnTo>
                <a:close/>
              </a:path>
            </a:pathLst>
          </a:custGeom>
          <a:solidFill>
            <a:schemeClr val="bg1">
              <a:alpha val="18000"/>
            </a:schemeClr>
          </a:solidFill>
          <a:ln>
            <a:noFill/>
          </a:ln>
        </p:spPr>
        <p:txBody>
          <a:bodyPr vert="horz" wrap="square" lIns="80145" tIns="40072" rIns="80145" bIns="40072" numCol="1" anchor="t" anchorCtr="0" compatLnSpc="1">
            <a:prstTxWarp prst="textNoShape">
              <a:avLst/>
            </a:prstTxWarp>
            <a:noAutofit/>
          </a:bodyPr>
          <a:lstStyle/>
          <a:p>
            <a:pPr defTabSz="801460"/>
            <a:endParaRPr lang="ko-KR" altLang="en-US" sz="1601">
              <a:solidFill>
                <a:prstClr val="black"/>
              </a:solidFill>
              <a:ea typeface="KoPubWorld돋움체 Bold" panose="00000800000000000000" pitchFamily="2" charset="-127"/>
            </a:endParaRPr>
          </a:p>
        </p:txBody>
      </p:sp>
      <p:grpSp>
        <p:nvGrpSpPr>
          <p:cNvPr id="5" name="그룹 4"/>
          <p:cNvGrpSpPr/>
          <p:nvPr userDrawn="1"/>
        </p:nvGrpSpPr>
        <p:grpSpPr>
          <a:xfrm>
            <a:off x="6350093" y="6"/>
            <a:ext cx="4328317" cy="197225"/>
            <a:chOff x="5278065" y="0"/>
            <a:chExt cx="4328317" cy="197225"/>
          </a:xfrm>
        </p:grpSpPr>
        <p:sp>
          <p:nvSpPr>
            <p:cNvPr id="6" name="직사각형 5"/>
            <p:cNvSpPr/>
            <p:nvPr userDrawn="1"/>
          </p:nvSpPr>
          <p:spPr>
            <a:xfrm>
              <a:off x="8534360" y="0"/>
              <a:ext cx="1072022" cy="197225"/>
            </a:xfrm>
            <a:prstGeom prst="rect">
              <a:avLst/>
            </a:prstGeom>
            <a:solidFill>
              <a:schemeClr val="bg1">
                <a:lumMod val="7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801460"/>
              <a:endParaRPr lang="ko-KR" altLang="en-US" sz="1200">
                <a:solidFill>
                  <a:prstClr val="white"/>
                </a:solidFill>
                <a:ea typeface="KoPubWorld돋움체 Bold" panose="00000800000000000000" pitchFamily="2" charset="-127"/>
              </a:endParaRPr>
            </a:p>
          </p:txBody>
        </p:sp>
        <p:sp>
          <p:nvSpPr>
            <p:cNvPr id="7" name="TextBox 6"/>
            <p:cNvSpPr txBox="1"/>
            <p:nvPr userDrawn="1"/>
          </p:nvSpPr>
          <p:spPr>
            <a:xfrm>
              <a:off x="8847552" y="21668"/>
              <a:ext cx="445635" cy="123111"/>
            </a:xfrm>
            <a:prstGeom prst="rect">
              <a:avLst/>
            </a:prstGeom>
            <a:noFill/>
          </p:spPr>
          <p:txBody>
            <a:bodyPr wrap="none" lIns="0" tIns="0" rIns="0" bIns="0" rtlCol="0">
              <a:spAutoFit/>
              <a:scene3d>
                <a:camera prst="orthographicFront"/>
                <a:lightRig rig="threePt" dir="t"/>
              </a:scene3d>
              <a:sp3d>
                <a:bevelT w="1270" h="1270"/>
              </a:sp3d>
            </a:bodyPr>
            <a:lstStyle/>
            <a:p>
              <a:pPr algn="ctr" defTabSz="801460"/>
              <a:r>
                <a:rPr lang="en-US" altLang="ko-KR" sz="800" dirty="0">
                  <a:solidFill>
                    <a:prstClr val="white">
                      <a:lumMod val="50000"/>
                    </a:prstClr>
                  </a:solidFill>
                  <a:latin typeface="KoPubWorld돋움체 Bold" panose="00000800000000000000" pitchFamily="2" charset="-127"/>
                  <a:ea typeface="KoPubWorld돋움체 Bold" panose="00000800000000000000" pitchFamily="2" charset="-127"/>
                </a:rPr>
                <a:t>Appendix</a:t>
              </a:r>
            </a:p>
          </p:txBody>
        </p:sp>
        <p:sp>
          <p:nvSpPr>
            <p:cNvPr id="8" name="직사각형 7"/>
            <p:cNvSpPr/>
            <p:nvPr userDrawn="1"/>
          </p:nvSpPr>
          <p:spPr>
            <a:xfrm>
              <a:off x="7448928" y="0"/>
              <a:ext cx="1072022" cy="197225"/>
            </a:xfrm>
            <a:prstGeom prst="rect">
              <a:avLst/>
            </a:prstGeom>
            <a:solidFill>
              <a:schemeClr val="bg1">
                <a:lumMod val="7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801460"/>
              <a:endParaRPr lang="ko-KR" altLang="en-US" sz="1200">
                <a:solidFill>
                  <a:prstClr val="white"/>
                </a:solidFill>
                <a:ea typeface="KoPubWorld돋움체 Bold" panose="00000800000000000000" pitchFamily="2" charset="-127"/>
              </a:endParaRPr>
            </a:p>
          </p:txBody>
        </p:sp>
        <p:sp>
          <p:nvSpPr>
            <p:cNvPr id="9" name="직사각형 8"/>
            <p:cNvSpPr/>
            <p:nvPr userDrawn="1"/>
          </p:nvSpPr>
          <p:spPr>
            <a:xfrm>
              <a:off x="6363496" y="0"/>
              <a:ext cx="1072022" cy="197225"/>
            </a:xfrm>
            <a:prstGeom prst="rect">
              <a:avLst/>
            </a:prstGeom>
            <a:solidFill>
              <a:srgbClr val="BE303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801460"/>
              <a:endParaRPr lang="ko-KR" altLang="en-US" sz="1200">
                <a:solidFill>
                  <a:prstClr val="white"/>
                </a:solidFill>
                <a:ea typeface="KoPubWorld돋움체 Bold" panose="00000800000000000000" pitchFamily="2" charset="-127"/>
              </a:endParaRPr>
            </a:p>
          </p:txBody>
        </p:sp>
        <p:sp>
          <p:nvSpPr>
            <p:cNvPr id="10" name="TextBox 9"/>
            <p:cNvSpPr txBox="1"/>
            <p:nvPr userDrawn="1"/>
          </p:nvSpPr>
          <p:spPr>
            <a:xfrm>
              <a:off x="6762451" y="21668"/>
              <a:ext cx="274113" cy="123111"/>
            </a:xfrm>
            <a:prstGeom prst="rect">
              <a:avLst/>
            </a:prstGeom>
            <a:noFill/>
          </p:spPr>
          <p:txBody>
            <a:bodyPr wrap="none" lIns="0" tIns="0" rIns="0" bIns="0" rtlCol="0">
              <a:spAutoFit/>
              <a:scene3d>
                <a:camera prst="orthographicFront"/>
                <a:lightRig rig="threePt" dir="t"/>
              </a:scene3d>
              <a:sp3d>
                <a:bevelT w="1270" h="1270"/>
              </a:sp3d>
            </a:bodyPr>
            <a:lstStyle/>
            <a:p>
              <a:pPr algn="ctr" defTabSz="801460"/>
              <a:r>
                <a:rPr lang="en-US" altLang="ko-KR" sz="800" dirty="0">
                  <a:solidFill>
                    <a:prstClr val="white"/>
                  </a:solidFill>
                  <a:latin typeface="KoPubWorld돋움체 Bold" panose="00000800000000000000" pitchFamily="2" charset="-127"/>
                  <a:ea typeface="KoPubWorld돋움체 Bold" panose="00000800000000000000" pitchFamily="2" charset="-127"/>
                </a:rPr>
                <a:t>REITs</a:t>
              </a:r>
              <a:endParaRPr lang="ko-KR" altLang="en-US" sz="800" dirty="0">
                <a:solidFill>
                  <a:prstClr val="white"/>
                </a:solidFill>
                <a:latin typeface="KoPubWorld돋움체 Bold" panose="00000800000000000000" pitchFamily="2" charset="-127"/>
                <a:ea typeface="KoPubWorld돋움체 Bold" panose="00000800000000000000" pitchFamily="2" charset="-127"/>
              </a:endParaRPr>
            </a:p>
          </p:txBody>
        </p:sp>
        <p:grpSp>
          <p:nvGrpSpPr>
            <p:cNvPr id="11" name="그룹 10"/>
            <p:cNvGrpSpPr/>
            <p:nvPr userDrawn="1"/>
          </p:nvGrpSpPr>
          <p:grpSpPr>
            <a:xfrm>
              <a:off x="5278065" y="0"/>
              <a:ext cx="1072022" cy="197225"/>
              <a:chOff x="4773614" y="0"/>
              <a:chExt cx="1072022" cy="197225"/>
            </a:xfrm>
          </p:grpSpPr>
          <p:sp>
            <p:nvSpPr>
              <p:cNvPr id="12" name="직사각형 11"/>
              <p:cNvSpPr/>
              <p:nvPr userDrawn="1"/>
            </p:nvSpPr>
            <p:spPr>
              <a:xfrm>
                <a:off x="4773614" y="0"/>
                <a:ext cx="1072022" cy="197225"/>
              </a:xfrm>
              <a:prstGeom prst="rect">
                <a:avLst/>
              </a:prstGeom>
              <a:solidFill>
                <a:schemeClr val="bg1">
                  <a:lumMod val="7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801460"/>
                <a:endParaRPr lang="ko-KR" altLang="en-US" sz="1200">
                  <a:solidFill>
                    <a:prstClr val="white"/>
                  </a:solidFill>
                  <a:ea typeface="KoPubWorld돋움체 Bold" panose="00000800000000000000" pitchFamily="2" charset="-127"/>
                </a:endParaRPr>
              </a:p>
            </p:txBody>
          </p:sp>
          <p:sp>
            <p:nvSpPr>
              <p:cNvPr id="13" name="TextBox 12"/>
              <p:cNvSpPr txBox="1"/>
              <p:nvPr userDrawn="1"/>
            </p:nvSpPr>
            <p:spPr>
              <a:xfrm>
                <a:off x="5021087" y="21668"/>
                <a:ext cx="577081" cy="138371"/>
              </a:xfrm>
              <a:prstGeom prst="rect">
                <a:avLst/>
              </a:prstGeom>
              <a:noFill/>
            </p:spPr>
            <p:txBody>
              <a:bodyPr wrap="none" lIns="0" tIns="0" rIns="0" bIns="0" rtlCol="0">
                <a:spAutoFit/>
                <a:scene3d>
                  <a:camera prst="orthographicFront"/>
                  <a:lightRig rig="threePt" dir="t"/>
                </a:scene3d>
                <a:sp3d>
                  <a:bevelT w="1270" h="1270"/>
                </a:sp3d>
              </a:bodyPr>
              <a:lstStyle>
                <a:defPPr>
                  <a:defRPr lang="ko-KR"/>
                </a:defPPr>
                <a:lvl1pPr algn="ctr">
                  <a:defRPr sz="900">
                    <a:solidFill>
                      <a:schemeClr val="bg1">
                        <a:lumMod val="50000"/>
                      </a:schemeClr>
                    </a:solidFill>
                    <a:latin typeface="나눔스퀘어 ExtraBold" panose="020B0600000101010101" pitchFamily="50" charset="-127"/>
                    <a:ea typeface="나눔스퀘어 ExtraBold" panose="020B0600000101010101" pitchFamily="50" charset="-127"/>
                  </a:defRPr>
                </a:lvl1pPr>
              </a:lstStyle>
              <a:p>
                <a:pPr defTabSz="801460"/>
                <a:r>
                  <a:rPr lang="en-US" altLang="ko-KR" sz="899" dirty="0">
                    <a:solidFill>
                      <a:prstClr val="white">
                        <a:lumMod val="50000"/>
                      </a:prstClr>
                    </a:solidFill>
                    <a:latin typeface="KoPubWorld돋움체 Bold" panose="00000800000000000000" pitchFamily="2" charset="-127"/>
                    <a:ea typeface="KoPubWorld돋움체 Bold" panose="00000800000000000000" pitchFamily="2" charset="-127"/>
                  </a:rPr>
                  <a:t>At a glance</a:t>
                </a:r>
              </a:p>
            </p:txBody>
          </p:sp>
        </p:grpSp>
      </p:grpSp>
      <p:sp>
        <p:nvSpPr>
          <p:cNvPr id="14" name="TextBox 13"/>
          <p:cNvSpPr txBox="1"/>
          <p:nvPr userDrawn="1"/>
        </p:nvSpPr>
        <p:spPr>
          <a:xfrm>
            <a:off x="8507540" y="21672"/>
            <a:ext cx="1085432" cy="123111"/>
          </a:xfrm>
          <a:prstGeom prst="rect">
            <a:avLst/>
          </a:prstGeom>
          <a:noFill/>
        </p:spPr>
        <p:txBody>
          <a:bodyPr wrap="square" lIns="0" tIns="0" rIns="0" bIns="0" rtlCol="0">
            <a:spAutoFit/>
            <a:scene3d>
              <a:camera prst="orthographicFront"/>
              <a:lightRig rig="threePt" dir="t"/>
            </a:scene3d>
            <a:sp3d>
              <a:bevelT w="1270" h="1270"/>
            </a:sp3d>
          </a:bodyPr>
          <a:lstStyle/>
          <a:p>
            <a:pPr algn="ctr" defTabSz="801460">
              <a:defRPr/>
            </a:pPr>
            <a:r>
              <a:rPr lang="en-US" altLang="ko-KR" sz="800" dirty="0">
                <a:solidFill>
                  <a:prstClr val="white">
                    <a:lumMod val="50000"/>
                  </a:prstClr>
                </a:solidFill>
                <a:latin typeface="KoPubWorld돋움체 Bold" panose="00000800000000000000" pitchFamily="2" charset="-127"/>
                <a:ea typeface="KoPubWorld돋움체 Bold" panose="00000800000000000000" pitchFamily="2" charset="-127"/>
              </a:rPr>
              <a:t>REITs Division 2</a:t>
            </a:r>
            <a:endParaRPr lang="ko-KR" altLang="en-US" sz="800" dirty="0">
              <a:solidFill>
                <a:prstClr val="white">
                  <a:lumMod val="50000"/>
                </a:prstClr>
              </a:solidFill>
              <a:latin typeface="KoPubWorld돋움체 Bold" panose="00000800000000000000" pitchFamily="2" charset="-127"/>
              <a:ea typeface="KoPubWorld돋움체 Bold" panose="00000800000000000000" pitchFamily="2" charset="-127"/>
            </a:endParaRPr>
          </a:p>
        </p:txBody>
      </p:sp>
    </p:spTree>
    <p:extLst>
      <p:ext uri="{BB962C8B-B14F-4D97-AF65-F5344CB8AC3E}">
        <p14:creationId xmlns:p14="http://schemas.microsoft.com/office/powerpoint/2010/main" val="32950545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4.why koramco">
    <p:spTree>
      <p:nvGrpSpPr>
        <p:cNvPr id="1" name=""/>
        <p:cNvGrpSpPr/>
        <p:nvPr/>
      </p:nvGrpSpPr>
      <p:grpSpPr>
        <a:xfrm>
          <a:off x="0" y="0"/>
          <a:ext cx="0" cy="0"/>
          <a:chOff x="0" y="0"/>
          <a:chExt cx="0" cy="0"/>
        </a:xfrm>
      </p:grpSpPr>
      <p:sp>
        <p:nvSpPr>
          <p:cNvPr id="2" name="슬라이드 번호 개체 틀 5"/>
          <p:cNvSpPr txBox="1">
            <a:spLocks/>
          </p:cNvSpPr>
          <p:nvPr userDrawn="1"/>
        </p:nvSpPr>
        <p:spPr>
          <a:xfrm>
            <a:off x="10133627" y="7274820"/>
            <a:ext cx="128240" cy="123111"/>
          </a:xfrm>
          <a:prstGeom prst="rect">
            <a:avLst/>
          </a:prstGeom>
        </p:spPr>
        <p:txBody>
          <a:bodyPr vert="horz" wrap="none" lIns="0" tIns="0" rIns="0" bIns="0" rtlCol="0" anchor="ctr">
            <a:spAutoFit/>
            <a:scene3d>
              <a:camera prst="orthographicFront"/>
              <a:lightRig rig="threePt" dir="t"/>
            </a:scene3d>
            <a:sp3d>
              <a:bevelT w="1270" h="1270"/>
            </a:sp3d>
          </a:bodyPr>
          <a:lstStyle>
            <a:lvl1pPr algn="r">
              <a:defRPr sz="1200">
                <a:solidFill>
                  <a:schemeClr val="tx1">
                    <a:tint val="75000"/>
                  </a:schemeClr>
                </a:solidFill>
              </a:defRPr>
            </a:lvl1pPr>
          </a:lstStyle>
          <a:p>
            <a:pPr defTabSz="801439">
              <a:defRPr/>
            </a:pPr>
            <a:fld id="{AAF7C2DA-1BC9-4BB5-B8BD-A4548F6910EE}" type="slidenum">
              <a:rPr lang="ko-KR" altLang="en-US" sz="800" smtClean="0">
                <a:solidFill>
                  <a:prstClr val="black">
                    <a:lumMod val="50000"/>
                    <a:lumOff val="50000"/>
                  </a:prstClr>
                </a:solidFill>
                <a:latin typeface="KoPubWorld돋움체 Bold" panose="00000800000000000000" pitchFamily="2" charset="-127"/>
                <a:ea typeface="KoPubWorld돋움체 Bold" panose="00000800000000000000" pitchFamily="2" charset="-127"/>
              </a:rPr>
              <a:pPr defTabSz="801439">
                <a:defRPr/>
              </a:pPr>
              <a:t>‹#›</a:t>
            </a:fld>
            <a:endParaRPr lang="ko-KR" altLang="en-US" sz="800" dirty="0">
              <a:solidFill>
                <a:prstClr val="black">
                  <a:lumMod val="50000"/>
                  <a:lumOff val="50000"/>
                </a:prstClr>
              </a:solidFill>
              <a:latin typeface="KoPubWorld돋움체 Bold" panose="00000800000000000000" pitchFamily="2" charset="-127"/>
              <a:ea typeface="KoPubWorld돋움체 Bold" panose="00000800000000000000" pitchFamily="2" charset="-127"/>
            </a:endParaRPr>
          </a:p>
        </p:txBody>
      </p:sp>
      <p:sp>
        <p:nvSpPr>
          <p:cNvPr id="3" name="직사각형 2"/>
          <p:cNvSpPr/>
          <p:nvPr userDrawn="1"/>
        </p:nvSpPr>
        <p:spPr>
          <a:xfrm>
            <a:off x="0" y="1"/>
            <a:ext cx="10691813" cy="1890000"/>
          </a:xfrm>
          <a:prstGeom prst="rect">
            <a:avLst/>
          </a:prstGeom>
          <a:solidFill>
            <a:srgbClr val="C8C8C8">
              <a:alpha val="3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0145" tIns="40072" rIns="80145" bIns="40072" numCol="1" spcCol="0" rtlCol="0" fromWordArt="0" anchor="ctr" anchorCtr="0" forceAA="0" compatLnSpc="1">
            <a:prstTxWarp prst="textNoShape">
              <a:avLst/>
            </a:prstTxWarp>
            <a:noAutofit/>
          </a:bodyPr>
          <a:lstStyle/>
          <a:p>
            <a:pPr algn="ctr" defTabSz="801460"/>
            <a:endParaRPr lang="ko-KR" altLang="en-US" sz="1601">
              <a:solidFill>
                <a:prstClr val="white"/>
              </a:solidFill>
              <a:ea typeface="KoPubWorld돋움체 Bold" panose="00000800000000000000" pitchFamily="2" charset="-127"/>
            </a:endParaRPr>
          </a:p>
        </p:txBody>
      </p:sp>
      <p:sp>
        <p:nvSpPr>
          <p:cNvPr id="23" name="자유형 22"/>
          <p:cNvSpPr>
            <a:spLocks/>
          </p:cNvSpPr>
          <p:nvPr userDrawn="1"/>
        </p:nvSpPr>
        <p:spPr bwMode="auto">
          <a:xfrm>
            <a:off x="6623051" y="1"/>
            <a:ext cx="4068764" cy="1890000"/>
          </a:xfrm>
          <a:custGeom>
            <a:avLst/>
            <a:gdLst>
              <a:gd name="connsiteX0" fmla="*/ 2628900 w 4068763"/>
              <a:gd name="connsiteY0" fmla="*/ 1635124 h 1890000"/>
              <a:gd name="connsiteX1" fmla="*/ 4068763 w 4068763"/>
              <a:gd name="connsiteY1" fmla="*/ 1780886 h 1890000"/>
              <a:gd name="connsiteX2" fmla="*/ 4068763 w 4068763"/>
              <a:gd name="connsiteY2" fmla="*/ 1890000 h 1890000"/>
              <a:gd name="connsiteX3" fmla="*/ 1433222 w 4068763"/>
              <a:gd name="connsiteY3" fmla="*/ 1890000 h 1890000"/>
              <a:gd name="connsiteX4" fmla="*/ 2628900 w 4068763"/>
              <a:gd name="connsiteY4" fmla="*/ 344487 h 1890000"/>
              <a:gd name="connsiteX5" fmla="*/ 4068763 w 4068763"/>
              <a:gd name="connsiteY5" fmla="*/ 763604 h 1890000"/>
              <a:gd name="connsiteX6" fmla="*/ 4068763 w 4068763"/>
              <a:gd name="connsiteY6" fmla="*/ 1489052 h 1890000"/>
              <a:gd name="connsiteX7" fmla="*/ 2628900 w 4068763"/>
              <a:gd name="connsiteY7" fmla="*/ 1316037 h 1890000"/>
              <a:gd name="connsiteX8" fmla="*/ 360447 w 4068763"/>
              <a:gd name="connsiteY8" fmla="*/ 1890000 h 1890000"/>
              <a:gd name="connsiteX9" fmla="*/ 84797 w 4068763"/>
              <a:gd name="connsiteY9" fmla="*/ 1890000 h 1890000"/>
              <a:gd name="connsiteX10" fmla="*/ 1663341 w 4068763"/>
              <a:gd name="connsiteY10" fmla="*/ 0 h 1890000"/>
              <a:gd name="connsiteX11" fmla="*/ 4068763 w 4068763"/>
              <a:gd name="connsiteY11" fmla="*/ 0 h 1890000"/>
              <a:gd name="connsiteX12" fmla="*/ 4068763 w 4068763"/>
              <a:gd name="connsiteY12" fmla="*/ 472182 h 1890000"/>
              <a:gd name="connsiteX13" fmla="*/ 2628900 w 4068763"/>
              <a:gd name="connsiteY13" fmla="*/ 25399 h 1890000"/>
              <a:gd name="connsiteX14" fmla="*/ 0 w 4068763"/>
              <a:gd name="connsiteY14" fmla="*/ 1728787 h 1890000"/>
              <a:gd name="connsiteX15" fmla="*/ 0 w 4068763"/>
              <a:gd name="connsiteY15" fmla="*/ 1676399 h 1890000"/>
              <a:gd name="connsiteX16" fmla="*/ 903180 w 4068763"/>
              <a:gd name="connsiteY16" fmla="*/ 0 h 1890000"/>
              <a:gd name="connsiteX17" fmla="*/ 1336950 w 4068763"/>
              <a:gd name="connsiteY17" fmla="*/ 0 h 1890000"/>
              <a:gd name="connsiteX18" fmla="*/ 0 w 4068763"/>
              <a:gd name="connsiteY18" fmla="*/ 1462087 h 1890000"/>
              <a:gd name="connsiteX19" fmla="*/ 0 w 4068763"/>
              <a:gd name="connsiteY19" fmla="*/ 1422399 h 189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068763" h="1890000">
                <a:moveTo>
                  <a:pt x="2628900" y="1635124"/>
                </a:moveTo>
                <a:lnTo>
                  <a:pt x="4068763" y="1780886"/>
                </a:lnTo>
                <a:lnTo>
                  <a:pt x="4068763" y="1890000"/>
                </a:lnTo>
                <a:lnTo>
                  <a:pt x="1433222" y="1890000"/>
                </a:lnTo>
                <a:close/>
                <a:moveTo>
                  <a:pt x="2628900" y="344487"/>
                </a:moveTo>
                <a:lnTo>
                  <a:pt x="4068763" y="763604"/>
                </a:lnTo>
                <a:lnTo>
                  <a:pt x="4068763" y="1489052"/>
                </a:lnTo>
                <a:lnTo>
                  <a:pt x="2628900" y="1316037"/>
                </a:lnTo>
                <a:lnTo>
                  <a:pt x="360447" y="1890000"/>
                </a:lnTo>
                <a:lnTo>
                  <a:pt x="84797" y="1890000"/>
                </a:lnTo>
                <a:close/>
                <a:moveTo>
                  <a:pt x="1663341" y="0"/>
                </a:moveTo>
                <a:lnTo>
                  <a:pt x="4068763" y="0"/>
                </a:lnTo>
                <a:lnTo>
                  <a:pt x="4068763" y="472182"/>
                </a:lnTo>
                <a:lnTo>
                  <a:pt x="2628900" y="25399"/>
                </a:lnTo>
                <a:lnTo>
                  <a:pt x="0" y="1728787"/>
                </a:lnTo>
                <a:lnTo>
                  <a:pt x="0" y="1676399"/>
                </a:lnTo>
                <a:close/>
                <a:moveTo>
                  <a:pt x="903180" y="0"/>
                </a:moveTo>
                <a:lnTo>
                  <a:pt x="1336950" y="0"/>
                </a:lnTo>
                <a:lnTo>
                  <a:pt x="0" y="1462087"/>
                </a:lnTo>
                <a:lnTo>
                  <a:pt x="0" y="1422399"/>
                </a:lnTo>
                <a:close/>
              </a:path>
            </a:pathLst>
          </a:custGeom>
          <a:solidFill>
            <a:schemeClr val="bg1">
              <a:alpha val="18000"/>
            </a:schemeClr>
          </a:solidFill>
          <a:ln>
            <a:noFill/>
          </a:ln>
        </p:spPr>
        <p:txBody>
          <a:bodyPr vert="horz" wrap="square" lIns="80145" tIns="40072" rIns="80145" bIns="40072" numCol="1" anchor="t" anchorCtr="0" compatLnSpc="1">
            <a:prstTxWarp prst="textNoShape">
              <a:avLst/>
            </a:prstTxWarp>
            <a:noAutofit/>
          </a:bodyPr>
          <a:lstStyle/>
          <a:p>
            <a:pPr defTabSz="801460"/>
            <a:endParaRPr lang="ko-KR" altLang="en-US" sz="1601">
              <a:solidFill>
                <a:prstClr val="black"/>
              </a:solidFill>
              <a:ea typeface="KoPubWorld돋움체 Bold" panose="00000800000000000000" pitchFamily="2" charset="-127"/>
            </a:endParaRPr>
          </a:p>
        </p:txBody>
      </p:sp>
      <p:grpSp>
        <p:nvGrpSpPr>
          <p:cNvPr id="5" name="그룹 4"/>
          <p:cNvGrpSpPr/>
          <p:nvPr userDrawn="1"/>
        </p:nvGrpSpPr>
        <p:grpSpPr>
          <a:xfrm>
            <a:off x="6350093" y="6"/>
            <a:ext cx="4328317" cy="197225"/>
            <a:chOff x="5278065" y="0"/>
            <a:chExt cx="4328317" cy="197225"/>
          </a:xfrm>
        </p:grpSpPr>
        <p:sp>
          <p:nvSpPr>
            <p:cNvPr id="6" name="직사각형 5"/>
            <p:cNvSpPr/>
            <p:nvPr userDrawn="1"/>
          </p:nvSpPr>
          <p:spPr>
            <a:xfrm>
              <a:off x="8534360" y="0"/>
              <a:ext cx="1072022" cy="197225"/>
            </a:xfrm>
            <a:prstGeom prst="rect">
              <a:avLst/>
            </a:prstGeom>
            <a:solidFill>
              <a:schemeClr val="bg1">
                <a:lumMod val="7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801460"/>
              <a:endParaRPr lang="ko-KR" altLang="en-US" sz="1200">
                <a:solidFill>
                  <a:prstClr val="white"/>
                </a:solidFill>
                <a:ea typeface="KoPubWorld돋움체 Bold" panose="00000800000000000000" pitchFamily="2" charset="-127"/>
              </a:endParaRPr>
            </a:p>
          </p:txBody>
        </p:sp>
        <p:sp>
          <p:nvSpPr>
            <p:cNvPr id="7" name="TextBox 6"/>
            <p:cNvSpPr txBox="1"/>
            <p:nvPr userDrawn="1"/>
          </p:nvSpPr>
          <p:spPr>
            <a:xfrm>
              <a:off x="8847552" y="21668"/>
              <a:ext cx="445635" cy="123111"/>
            </a:xfrm>
            <a:prstGeom prst="rect">
              <a:avLst/>
            </a:prstGeom>
            <a:noFill/>
          </p:spPr>
          <p:txBody>
            <a:bodyPr wrap="none" lIns="0" tIns="0" rIns="0" bIns="0" rtlCol="0">
              <a:spAutoFit/>
              <a:scene3d>
                <a:camera prst="orthographicFront"/>
                <a:lightRig rig="threePt" dir="t"/>
              </a:scene3d>
              <a:sp3d>
                <a:bevelT w="1270" h="1270"/>
              </a:sp3d>
            </a:bodyPr>
            <a:lstStyle/>
            <a:p>
              <a:pPr algn="ctr" defTabSz="801460"/>
              <a:r>
                <a:rPr lang="en-US" altLang="ko-KR" sz="800" dirty="0">
                  <a:solidFill>
                    <a:prstClr val="white">
                      <a:lumMod val="50000"/>
                    </a:prstClr>
                  </a:solidFill>
                  <a:latin typeface="KoPubWorld돋움체 Bold" panose="00000800000000000000" pitchFamily="2" charset="-127"/>
                  <a:ea typeface="KoPubWorld돋움체 Bold" panose="00000800000000000000" pitchFamily="2" charset="-127"/>
                </a:rPr>
                <a:t>Appendix</a:t>
              </a:r>
            </a:p>
          </p:txBody>
        </p:sp>
        <p:sp>
          <p:nvSpPr>
            <p:cNvPr id="8" name="직사각형 7"/>
            <p:cNvSpPr/>
            <p:nvPr userDrawn="1"/>
          </p:nvSpPr>
          <p:spPr>
            <a:xfrm>
              <a:off x="7448928" y="0"/>
              <a:ext cx="1072022" cy="197225"/>
            </a:xfrm>
            <a:prstGeom prst="rect">
              <a:avLst/>
            </a:prstGeom>
            <a:solidFill>
              <a:schemeClr val="bg1">
                <a:lumMod val="7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801460"/>
              <a:endParaRPr lang="ko-KR" altLang="en-US" sz="1200">
                <a:solidFill>
                  <a:prstClr val="white"/>
                </a:solidFill>
                <a:ea typeface="KoPubWorld돋움체 Bold" panose="00000800000000000000" pitchFamily="2" charset="-127"/>
              </a:endParaRPr>
            </a:p>
          </p:txBody>
        </p:sp>
        <p:sp>
          <p:nvSpPr>
            <p:cNvPr id="9" name="직사각형 8"/>
            <p:cNvSpPr/>
            <p:nvPr userDrawn="1"/>
          </p:nvSpPr>
          <p:spPr>
            <a:xfrm>
              <a:off x="6363496" y="0"/>
              <a:ext cx="1072022" cy="197225"/>
            </a:xfrm>
            <a:prstGeom prst="rect">
              <a:avLst/>
            </a:prstGeom>
            <a:solidFill>
              <a:srgbClr val="BE303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801460"/>
              <a:endParaRPr lang="ko-KR" altLang="en-US" sz="1200">
                <a:solidFill>
                  <a:prstClr val="white"/>
                </a:solidFill>
                <a:ea typeface="KoPubWorld돋움체 Bold" panose="00000800000000000000" pitchFamily="2" charset="-127"/>
              </a:endParaRPr>
            </a:p>
          </p:txBody>
        </p:sp>
        <p:sp>
          <p:nvSpPr>
            <p:cNvPr id="10" name="TextBox 9"/>
            <p:cNvSpPr txBox="1"/>
            <p:nvPr userDrawn="1"/>
          </p:nvSpPr>
          <p:spPr>
            <a:xfrm>
              <a:off x="6762451" y="21668"/>
              <a:ext cx="274113" cy="123111"/>
            </a:xfrm>
            <a:prstGeom prst="rect">
              <a:avLst/>
            </a:prstGeom>
            <a:noFill/>
          </p:spPr>
          <p:txBody>
            <a:bodyPr wrap="none" lIns="0" tIns="0" rIns="0" bIns="0" rtlCol="0">
              <a:spAutoFit/>
              <a:scene3d>
                <a:camera prst="orthographicFront"/>
                <a:lightRig rig="threePt" dir="t"/>
              </a:scene3d>
              <a:sp3d>
                <a:bevelT w="1270" h="1270"/>
              </a:sp3d>
            </a:bodyPr>
            <a:lstStyle/>
            <a:p>
              <a:pPr algn="ctr" defTabSz="801460"/>
              <a:r>
                <a:rPr lang="en-US" altLang="ko-KR" sz="800" dirty="0">
                  <a:solidFill>
                    <a:prstClr val="white"/>
                  </a:solidFill>
                  <a:latin typeface="KoPubWorld돋움체 Bold" panose="00000800000000000000" pitchFamily="2" charset="-127"/>
                  <a:ea typeface="KoPubWorld돋움체 Bold" panose="00000800000000000000" pitchFamily="2" charset="-127"/>
                </a:rPr>
                <a:t>REITs</a:t>
              </a:r>
              <a:endParaRPr lang="ko-KR" altLang="en-US" sz="800" dirty="0">
                <a:solidFill>
                  <a:prstClr val="white"/>
                </a:solidFill>
                <a:latin typeface="KoPubWorld돋움체 Bold" panose="00000800000000000000" pitchFamily="2" charset="-127"/>
                <a:ea typeface="KoPubWorld돋움체 Bold" panose="00000800000000000000" pitchFamily="2" charset="-127"/>
              </a:endParaRPr>
            </a:p>
          </p:txBody>
        </p:sp>
        <p:grpSp>
          <p:nvGrpSpPr>
            <p:cNvPr id="11" name="그룹 10"/>
            <p:cNvGrpSpPr/>
            <p:nvPr userDrawn="1"/>
          </p:nvGrpSpPr>
          <p:grpSpPr>
            <a:xfrm>
              <a:off x="5278065" y="0"/>
              <a:ext cx="1072022" cy="197225"/>
              <a:chOff x="4773614" y="0"/>
              <a:chExt cx="1072022" cy="197225"/>
            </a:xfrm>
          </p:grpSpPr>
          <p:sp>
            <p:nvSpPr>
              <p:cNvPr id="12" name="직사각형 11"/>
              <p:cNvSpPr/>
              <p:nvPr userDrawn="1"/>
            </p:nvSpPr>
            <p:spPr>
              <a:xfrm>
                <a:off x="4773614" y="0"/>
                <a:ext cx="1072022" cy="197225"/>
              </a:xfrm>
              <a:prstGeom prst="rect">
                <a:avLst/>
              </a:prstGeom>
              <a:solidFill>
                <a:schemeClr val="bg1">
                  <a:lumMod val="7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801460"/>
                <a:endParaRPr lang="ko-KR" altLang="en-US" sz="1200">
                  <a:solidFill>
                    <a:prstClr val="white"/>
                  </a:solidFill>
                  <a:ea typeface="KoPubWorld돋움체 Bold" panose="00000800000000000000" pitchFamily="2" charset="-127"/>
                </a:endParaRPr>
              </a:p>
            </p:txBody>
          </p:sp>
          <p:sp>
            <p:nvSpPr>
              <p:cNvPr id="13" name="TextBox 12"/>
              <p:cNvSpPr txBox="1"/>
              <p:nvPr userDrawn="1"/>
            </p:nvSpPr>
            <p:spPr>
              <a:xfrm>
                <a:off x="5021087" y="21668"/>
                <a:ext cx="577081" cy="138371"/>
              </a:xfrm>
              <a:prstGeom prst="rect">
                <a:avLst/>
              </a:prstGeom>
              <a:noFill/>
            </p:spPr>
            <p:txBody>
              <a:bodyPr wrap="none" lIns="0" tIns="0" rIns="0" bIns="0" rtlCol="0">
                <a:spAutoFit/>
                <a:scene3d>
                  <a:camera prst="orthographicFront"/>
                  <a:lightRig rig="threePt" dir="t"/>
                </a:scene3d>
                <a:sp3d>
                  <a:bevelT w="1270" h="1270"/>
                </a:sp3d>
              </a:bodyPr>
              <a:lstStyle>
                <a:defPPr>
                  <a:defRPr lang="ko-KR"/>
                </a:defPPr>
                <a:lvl1pPr algn="ctr">
                  <a:defRPr sz="900">
                    <a:solidFill>
                      <a:schemeClr val="bg1">
                        <a:lumMod val="50000"/>
                      </a:schemeClr>
                    </a:solidFill>
                    <a:latin typeface="나눔스퀘어 ExtraBold" panose="020B0600000101010101" pitchFamily="50" charset="-127"/>
                    <a:ea typeface="나눔스퀘어 ExtraBold" panose="020B0600000101010101" pitchFamily="50" charset="-127"/>
                  </a:defRPr>
                </a:lvl1pPr>
              </a:lstStyle>
              <a:p>
                <a:pPr defTabSz="801460"/>
                <a:r>
                  <a:rPr lang="en-US" altLang="ko-KR" sz="899" dirty="0">
                    <a:solidFill>
                      <a:prstClr val="white">
                        <a:lumMod val="50000"/>
                      </a:prstClr>
                    </a:solidFill>
                    <a:latin typeface="KoPubWorld돋움체 Bold" panose="00000800000000000000" pitchFamily="2" charset="-127"/>
                    <a:ea typeface="KoPubWorld돋움체 Bold" panose="00000800000000000000" pitchFamily="2" charset="-127"/>
                  </a:rPr>
                  <a:t>At a glance</a:t>
                </a:r>
              </a:p>
            </p:txBody>
          </p:sp>
        </p:grpSp>
      </p:grpSp>
      <p:sp>
        <p:nvSpPr>
          <p:cNvPr id="14" name="TextBox 13"/>
          <p:cNvSpPr txBox="1"/>
          <p:nvPr userDrawn="1"/>
        </p:nvSpPr>
        <p:spPr>
          <a:xfrm>
            <a:off x="8507540" y="21672"/>
            <a:ext cx="1085432" cy="123111"/>
          </a:xfrm>
          <a:prstGeom prst="rect">
            <a:avLst/>
          </a:prstGeom>
          <a:noFill/>
        </p:spPr>
        <p:txBody>
          <a:bodyPr wrap="square" lIns="0" tIns="0" rIns="0" bIns="0" rtlCol="0">
            <a:spAutoFit/>
            <a:scene3d>
              <a:camera prst="orthographicFront"/>
              <a:lightRig rig="threePt" dir="t"/>
            </a:scene3d>
            <a:sp3d>
              <a:bevelT w="1270" h="1270"/>
            </a:sp3d>
          </a:bodyPr>
          <a:lstStyle/>
          <a:p>
            <a:pPr algn="ctr" defTabSz="801460">
              <a:defRPr/>
            </a:pPr>
            <a:r>
              <a:rPr lang="en-US" altLang="ko-KR" sz="800" dirty="0">
                <a:solidFill>
                  <a:prstClr val="white">
                    <a:lumMod val="50000"/>
                  </a:prstClr>
                </a:solidFill>
                <a:latin typeface="KoPubWorld돋움체 Bold" panose="00000800000000000000" pitchFamily="2" charset="-127"/>
                <a:ea typeface="KoPubWorld돋움체 Bold" panose="00000800000000000000" pitchFamily="2" charset="-127"/>
              </a:rPr>
              <a:t>REITs Division 2</a:t>
            </a:r>
            <a:endParaRPr lang="ko-KR" altLang="en-US" sz="800" dirty="0">
              <a:solidFill>
                <a:prstClr val="white">
                  <a:lumMod val="50000"/>
                </a:prstClr>
              </a:solidFill>
              <a:latin typeface="KoPubWorld돋움체 Bold" panose="00000800000000000000" pitchFamily="2" charset="-127"/>
              <a:ea typeface="KoPubWorld돋움체 Bold" panose="00000800000000000000" pitchFamily="2" charset="-127"/>
            </a:endParaRPr>
          </a:p>
        </p:txBody>
      </p:sp>
    </p:spTree>
    <p:extLst>
      <p:ext uri="{BB962C8B-B14F-4D97-AF65-F5344CB8AC3E}">
        <p14:creationId xmlns:p14="http://schemas.microsoft.com/office/powerpoint/2010/main" val="4831336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4.why koramco(2)">
    <p:spTree>
      <p:nvGrpSpPr>
        <p:cNvPr id="1" name=""/>
        <p:cNvGrpSpPr/>
        <p:nvPr/>
      </p:nvGrpSpPr>
      <p:grpSpPr>
        <a:xfrm>
          <a:off x="0" y="0"/>
          <a:ext cx="0" cy="0"/>
          <a:chOff x="0" y="0"/>
          <a:chExt cx="0" cy="0"/>
        </a:xfrm>
      </p:grpSpPr>
      <p:sp>
        <p:nvSpPr>
          <p:cNvPr id="2" name="슬라이드 번호 개체 틀 5"/>
          <p:cNvSpPr txBox="1">
            <a:spLocks/>
          </p:cNvSpPr>
          <p:nvPr userDrawn="1"/>
        </p:nvSpPr>
        <p:spPr>
          <a:xfrm>
            <a:off x="10165689" y="7290207"/>
            <a:ext cx="96180" cy="92333"/>
          </a:xfrm>
          <a:prstGeom prst="rect">
            <a:avLst/>
          </a:prstGeom>
        </p:spPr>
        <p:txBody>
          <a:bodyPr vert="horz" wrap="none" lIns="0" tIns="0" rIns="0" bIns="0" rtlCol="0" anchor="ctr">
            <a:spAutoFit/>
            <a:scene3d>
              <a:camera prst="orthographicFront"/>
              <a:lightRig rig="threePt" dir="t"/>
            </a:scene3d>
            <a:sp3d>
              <a:bevelT w="1270" h="1270"/>
            </a:sp3d>
          </a:bodyPr>
          <a:lstStyle>
            <a:lvl1pPr algn="r">
              <a:defRPr sz="1200">
                <a:solidFill>
                  <a:schemeClr val="tx1">
                    <a:tint val="75000"/>
                  </a:schemeClr>
                </a:solidFill>
              </a:defRPr>
            </a:lvl1pPr>
          </a:lstStyle>
          <a:p>
            <a:pPr defTabSz="801439">
              <a:defRPr/>
            </a:pPr>
            <a:fld id="{AAF7C2DA-1BC9-4BB5-B8BD-A4548F6910EE}" type="slidenum">
              <a:rPr lang="ko-KR" altLang="en-US" sz="600" smtClean="0">
                <a:solidFill>
                  <a:prstClr val="black">
                    <a:lumMod val="50000"/>
                    <a:lumOff val="50000"/>
                  </a:prstClr>
                </a:solidFill>
                <a:latin typeface="KoPubWorld돋움체 Bold" panose="00000800000000000000" pitchFamily="2" charset="-127"/>
                <a:ea typeface="KoPubWorld돋움체 Bold" panose="00000800000000000000" pitchFamily="2" charset="-127"/>
              </a:rPr>
              <a:pPr defTabSz="801439">
                <a:defRPr/>
              </a:pPr>
              <a:t>‹#›</a:t>
            </a:fld>
            <a:endParaRPr lang="ko-KR" altLang="en-US" sz="600" dirty="0">
              <a:solidFill>
                <a:prstClr val="black">
                  <a:lumMod val="50000"/>
                  <a:lumOff val="50000"/>
                </a:prstClr>
              </a:solidFill>
              <a:latin typeface="KoPubWorld돋움체 Bold" panose="00000800000000000000" pitchFamily="2" charset="-127"/>
              <a:ea typeface="KoPubWorld돋움체 Bold" panose="00000800000000000000" pitchFamily="2" charset="-127"/>
            </a:endParaRPr>
          </a:p>
        </p:txBody>
      </p:sp>
    </p:spTree>
    <p:extLst>
      <p:ext uri="{BB962C8B-B14F-4D97-AF65-F5344CB8AC3E}">
        <p14:creationId xmlns:p14="http://schemas.microsoft.com/office/powerpoint/2010/main" val="5653695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5.Appendix">
    <p:spTree>
      <p:nvGrpSpPr>
        <p:cNvPr id="1" name=""/>
        <p:cNvGrpSpPr/>
        <p:nvPr/>
      </p:nvGrpSpPr>
      <p:grpSpPr>
        <a:xfrm>
          <a:off x="0" y="0"/>
          <a:ext cx="0" cy="0"/>
          <a:chOff x="0" y="0"/>
          <a:chExt cx="0" cy="0"/>
        </a:xfrm>
      </p:grpSpPr>
      <p:sp>
        <p:nvSpPr>
          <p:cNvPr id="2" name="슬라이드 번호 개체 틀 5"/>
          <p:cNvSpPr txBox="1">
            <a:spLocks/>
          </p:cNvSpPr>
          <p:nvPr userDrawn="1"/>
        </p:nvSpPr>
        <p:spPr>
          <a:xfrm>
            <a:off x="10165689" y="7290207"/>
            <a:ext cx="96180" cy="92333"/>
          </a:xfrm>
          <a:prstGeom prst="rect">
            <a:avLst/>
          </a:prstGeom>
        </p:spPr>
        <p:txBody>
          <a:bodyPr vert="horz" wrap="none" lIns="0" tIns="0" rIns="0" bIns="0" rtlCol="0" anchor="ctr">
            <a:spAutoFit/>
            <a:scene3d>
              <a:camera prst="orthographicFront"/>
              <a:lightRig rig="threePt" dir="t"/>
            </a:scene3d>
            <a:sp3d>
              <a:bevelT w="1270" h="1270"/>
            </a:sp3d>
          </a:bodyPr>
          <a:lstStyle>
            <a:lvl1pPr algn="r">
              <a:defRPr sz="1200">
                <a:solidFill>
                  <a:schemeClr val="tx1">
                    <a:tint val="75000"/>
                  </a:schemeClr>
                </a:solidFill>
              </a:defRPr>
            </a:lvl1pPr>
          </a:lstStyle>
          <a:p>
            <a:pPr defTabSz="801439">
              <a:defRPr/>
            </a:pPr>
            <a:fld id="{AAF7C2DA-1BC9-4BB5-B8BD-A4548F6910EE}" type="slidenum">
              <a:rPr lang="ko-KR" altLang="en-US" sz="600" smtClean="0">
                <a:solidFill>
                  <a:prstClr val="black">
                    <a:lumMod val="50000"/>
                    <a:lumOff val="50000"/>
                  </a:prstClr>
                </a:solidFill>
                <a:latin typeface="KoPubWorld돋움체 Bold" panose="00000800000000000000" pitchFamily="2" charset="-127"/>
                <a:ea typeface="KoPubWorld돋움체 Bold" panose="00000800000000000000" pitchFamily="2" charset="-127"/>
              </a:rPr>
              <a:pPr defTabSz="801439">
                <a:defRPr/>
              </a:pPr>
              <a:t>‹#›</a:t>
            </a:fld>
            <a:endParaRPr lang="ko-KR" altLang="en-US" sz="600" dirty="0">
              <a:solidFill>
                <a:prstClr val="black">
                  <a:lumMod val="50000"/>
                  <a:lumOff val="50000"/>
                </a:prstClr>
              </a:solidFill>
              <a:latin typeface="KoPubWorld돋움체 Bold" panose="00000800000000000000" pitchFamily="2" charset="-127"/>
              <a:ea typeface="KoPubWorld돋움체 Bold" panose="00000800000000000000" pitchFamily="2" charset="-127"/>
            </a:endParaRPr>
          </a:p>
        </p:txBody>
      </p:sp>
      <p:sp>
        <p:nvSpPr>
          <p:cNvPr id="3" name="직사각형 2"/>
          <p:cNvSpPr/>
          <p:nvPr userDrawn="1"/>
        </p:nvSpPr>
        <p:spPr>
          <a:xfrm>
            <a:off x="0" y="1"/>
            <a:ext cx="10691813" cy="1890000"/>
          </a:xfrm>
          <a:prstGeom prst="rect">
            <a:avLst/>
          </a:prstGeom>
          <a:solidFill>
            <a:srgbClr val="C8C8C8">
              <a:alpha val="3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0145" tIns="40072" rIns="80145" bIns="40072" numCol="1" spcCol="0" rtlCol="0" fromWordArt="0" anchor="ctr" anchorCtr="0" forceAA="0" compatLnSpc="1">
            <a:prstTxWarp prst="textNoShape">
              <a:avLst/>
            </a:prstTxWarp>
            <a:noAutofit/>
          </a:bodyPr>
          <a:lstStyle/>
          <a:p>
            <a:pPr algn="ctr" defTabSz="801460"/>
            <a:endParaRPr lang="ko-KR" altLang="en-US" sz="1601">
              <a:solidFill>
                <a:prstClr val="white"/>
              </a:solidFill>
              <a:ea typeface="KoPubWorld돋움체 Bold" panose="00000800000000000000" pitchFamily="2" charset="-127"/>
            </a:endParaRPr>
          </a:p>
        </p:txBody>
      </p:sp>
      <p:sp>
        <p:nvSpPr>
          <p:cNvPr id="23" name="자유형 22"/>
          <p:cNvSpPr>
            <a:spLocks/>
          </p:cNvSpPr>
          <p:nvPr userDrawn="1"/>
        </p:nvSpPr>
        <p:spPr bwMode="auto">
          <a:xfrm>
            <a:off x="6623051" y="1"/>
            <a:ext cx="4068764" cy="1890000"/>
          </a:xfrm>
          <a:custGeom>
            <a:avLst/>
            <a:gdLst>
              <a:gd name="connsiteX0" fmla="*/ 2628900 w 4068763"/>
              <a:gd name="connsiteY0" fmla="*/ 1635124 h 1890000"/>
              <a:gd name="connsiteX1" fmla="*/ 4068763 w 4068763"/>
              <a:gd name="connsiteY1" fmla="*/ 1780886 h 1890000"/>
              <a:gd name="connsiteX2" fmla="*/ 4068763 w 4068763"/>
              <a:gd name="connsiteY2" fmla="*/ 1890000 h 1890000"/>
              <a:gd name="connsiteX3" fmla="*/ 1433222 w 4068763"/>
              <a:gd name="connsiteY3" fmla="*/ 1890000 h 1890000"/>
              <a:gd name="connsiteX4" fmla="*/ 2628900 w 4068763"/>
              <a:gd name="connsiteY4" fmla="*/ 344487 h 1890000"/>
              <a:gd name="connsiteX5" fmla="*/ 4068763 w 4068763"/>
              <a:gd name="connsiteY5" fmla="*/ 763604 h 1890000"/>
              <a:gd name="connsiteX6" fmla="*/ 4068763 w 4068763"/>
              <a:gd name="connsiteY6" fmla="*/ 1489052 h 1890000"/>
              <a:gd name="connsiteX7" fmla="*/ 2628900 w 4068763"/>
              <a:gd name="connsiteY7" fmla="*/ 1316037 h 1890000"/>
              <a:gd name="connsiteX8" fmla="*/ 360447 w 4068763"/>
              <a:gd name="connsiteY8" fmla="*/ 1890000 h 1890000"/>
              <a:gd name="connsiteX9" fmla="*/ 84797 w 4068763"/>
              <a:gd name="connsiteY9" fmla="*/ 1890000 h 1890000"/>
              <a:gd name="connsiteX10" fmla="*/ 1663341 w 4068763"/>
              <a:gd name="connsiteY10" fmla="*/ 0 h 1890000"/>
              <a:gd name="connsiteX11" fmla="*/ 4068763 w 4068763"/>
              <a:gd name="connsiteY11" fmla="*/ 0 h 1890000"/>
              <a:gd name="connsiteX12" fmla="*/ 4068763 w 4068763"/>
              <a:gd name="connsiteY12" fmla="*/ 472182 h 1890000"/>
              <a:gd name="connsiteX13" fmla="*/ 2628900 w 4068763"/>
              <a:gd name="connsiteY13" fmla="*/ 25399 h 1890000"/>
              <a:gd name="connsiteX14" fmla="*/ 0 w 4068763"/>
              <a:gd name="connsiteY14" fmla="*/ 1728787 h 1890000"/>
              <a:gd name="connsiteX15" fmla="*/ 0 w 4068763"/>
              <a:gd name="connsiteY15" fmla="*/ 1676399 h 1890000"/>
              <a:gd name="connsiteX16" fmla="*/ 903180 w 4068763"/>
              <a:gd name="connsiteY16" fmla="*/ 0 h 1890000"/>
              <a:gd name="connsiteX17" fmla="*/ 1336950 w 4068763"/>
              <a:gd name="connsiteY17" fmla="*/ 0 h 1890000"/>
              <a:gd name="connsiteX18" fmla="*/ 0 w 4068763"/>
              <a:gd name="connsiteY18" fmla="*/ 1462087 h 1890000"/>
              <a:gd name="connsiteX19" fmla="*/ 0 w 4068763"/>
              <a:gd name="connsiteY19" fmla="*/ 1422399 h 189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068763" h="1890000">
                <a:moveTo>
                  <a:pt x="2628900" y="1635124"/>
                </a:moveTo>
                <a:lnTo>
                  <a:pt x="4068763" y="1780886"/>
                </a:lnTo>
                <a:lnTo>
                  <a:pt x="4068763" y="1890000"/>
                </a:lnTo>
                <a:lnTo>
                  <a:pt x="1433222" y="1890000"/>
                </a:lnTo>
                <a:close/>
                <a:moveTo>
                  <a:pt x="2628900" y="344487"/>
                </a:moveTo>
                <a:lnTo>
                  <a:pt x="4068763" y="763604"/>
                </a:lnTo>
                <a:lnTo>
                  <a:pt x="4068763" y="1489052"/>
                </a:lnTo>
                <a:lnTo>
                  <a:pt x="2628900" y="1316037"/>
                </a:lnTo>
                <a:lnTo>
                  <a:pt x="360447" y="1890000"/>
                </a:lnTo>
                <a:lnTo>
                  <a:pt x="84797" y="1890000"/>
                </a:lnTo>
                <a:close/>
                <a:moveTo>
                  <a:pt x="1663341" y="0"/>
                </a:moveTo>
                <a:lnTo>
                  <a:pt x="4068763" y="0"/>
                </a:lnTo>
                <a:lnTo>
                  <a:pt x="4068763" y="472182"/>
                </a:lnTo>
                <a:lnTo>
                  <a:pt x="2628900" y="25399"/>
                </a:lnTo>
                <a:lnTo>
                  <a:pt x="0" y="1728787"/>
                </a:lnTo>
                <a:lnTo>
                  <a:pt x="0" y="1676399"/>
                </a:lnTo>
                <a:close/>
                <a:moveTo>
                  <a:pt x="903180" y="0"/>
                </a:moveTo>
                <a:lnTo>
                  <a:pt x="1336950" y="0"/>
                </a:lnTo>
                <a:lnTo>
                  <a:pt x="0" y="1462087"/>
                </a:lnTo>
                <a:lnTo>
                  <a:pt x="0" y="1422399"/>
                </a:lnTo>
                <a:close/>
              </a:path>
            </a:pathLst>
          </a:custGeom>
          <a:solidFill>
            <a:schemeClr val="bg1">
              <a:alpha val="18000"/>
            </a:schemeClr>
          </a:solidFill>
          <a:ln>
            <a:noFill/>
          </a:ln>
        </p:spPr>
        <p:txBody>
          <a:bodyPr vert="horz" wrap="square" lIns="80145" tIns="40072" rIns="80145" bIns="40072" numCol="1" anchor="t" anchorCtr="0" compatLnSpc="1">
            <a:prstTxWarp prst="textNoShape">
              <a:avLst/>
            </a:prstTxWarp>
            <a:noAutofit/>
          </a:bodyPr>
          <a:lstStyle/>
          <a:p>
            <a:pPr defTabSz="801460"/>
            <a:endParaRPr lang="ko-KR" altLang="en-US" sz="1601">
              <a:solidFill>
                <a:prstClr val="black"/>
              </a:solidFill>
              <a:ea typeface="KoPubWorld돋움체 Bold" panose="00000800000000000000" pitchFamily="2" charset="-127"/>
            </a:endParaRPr>
          </a:p>
        </p:txBody>
      </p:sp>
    </p:spTree>
    <p:extLst>
      <p:ext uri="{BB962C8B-B14F-4D97-AF65-F5344CB8AC3E}">
        <p14:creationId xmlns:p14="http://schemas.microsoft.com/office/powerpoint/2010/main" val="39383214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Appendix(2)">
    <p:spTree>
      <p:nvGrpSpPr>
        <p:cNvPr id="1" name=""/>
        <p:cNvGrpSpPr/>
        <p:nvPr/>
      </p:nvGrpSpPr>
      <p:grpSpPr>
        <a:xfrm>
          <a:off x="0" y="0"/>
          <a:ext cx="0" cy="0"/>
          <a:chOff x="0" y="0"/>
          <a:chExt cx="0" cy="0"/>
        </a:xfrm>
      </p:grpSpPr>
      <p:sp>
        <p:nvSpPr>
          <p:cNvPr id="2" name="슬라이드 번호 개체 틀 5"/>
          <p:cNvSpPr txBox="1">
            <a:spLocks/>
          </p:cNvSpPr>
          <p:nvPr userDrawn="1"/>
        </p:nvSpPr>
        <p:spPr>
          <a:xfrm>
            <a:off x="10165689" y="7290207"/>
            <a:ext cx="96180" cy="92333"/>
          </a:xfrm>
          <a:prstGeom prst="rect">
            <a:avLst/>
          </a:prstGeom>
        </p:spPr>
        <p:txBody>
          <a:bodyPr vert="horz" wrap="none" lIns="0" tIns="0" rIns="0" bIns="0" rtlCol="0" anchor="ctr">
            <a:spAutoFit/>
            <a:scene3d>
              <a:camera prst="orthographicFront"/>
              <a:lightRig rig="threePt" dir="t"/>
            </a:scene3d>
            <a:sp3d>
              <a:bevelT w="1270" h="1270"/>
            </a:sp3d>
          </a:bodyPr>
          <a:lstStyle>
            <a:lvl1pPr algn="r">
              <a:defRPr sz="1200">
                <a:solidFill>
                  <a:schemeClr val="tx1">
                    <a:tint val="75000"/>
                  </a:schemeClr>
                </a:solidFill>
              </a:defRPr>
            </a:lvl1pPr>
          </a:lstStyle>
          <a:p>
            <a:pPr defTabSz="801439">
              <a:defRPr/>
            </a:pPr>
            <a:fld id="{AAF7C2DA-1BC9-4BB5-B8BD-A4548F6910EE}" type="slidenum">
              <a:rPr lang="ko-KR" altLang="en-US" sz="600" smtClean="0">
                <a:solidFill>
                  <a:prstClr val="black">
                    <a:lumMod val="50000"/>
                    <a:lumOff val="50000"/>
                  </a:prstClr>
                </a:solidFill>
                <a:latin typeface="KoPubWorld돋움체 Bold" panose="00000800000000000000" pitchFamily="2" charset="-127"/>
                <a:ea typeface="KoPubWorld돋움체 Bold" panose="00000800000000000000" pitchFamily="2" charset="-127"/>
              </a:rPr>
              <a:pPr defTabSz="801439">
                <a:defRPr/>
              </a:pPr>
              <a:t>‹#›</a:t>
            </a:fld>
            <a:endParaRPr lang="ko-KR" altLang="en-US" sz="600" dirty="0">
              <a:solidFill>
                <a:prstClr val="black">
                  <a:lumMod val="50000"/>
                  <a:lumOff val="50000"/>
                </a:prstClr>
              </a:solidFill>
              <a:latin typeface="KoPubWorld돋움체 Bold" panose="00000800000000000000" pitchFamily="2" charset="-127"/>
              <a:ea typeface="KoPubWorld돋움체 Bold" panose="00000800000000000000" pitchFamily="2" charset="-127"/>
            </a:endParaRPr>
          </a:p>
        </p:txBody>
      </p:sp>
    </p:spTree>
    <p:extLst>
      <p:ext uri="{BB962C8B-B14F-4D97-AF65-F5344CB8AC3E}">
        <p14:creationId xmlns:p14="http://schemas.microsoft.com/office/powerpoint/2010/main" val="32527648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빈마스터">
    <p:spTree>
      <p:nvGrpSpPr>
        <p:cNvPr id="1" name=""/>
        <p:cNvGrpSpPr/>
        <p:nvPr/>
      </p:nvGrpSpPr>
      <p:grpSpPr>
        <a:xfrm>
          <a:off x="0" y="0"/>
          <a:ext cx="0" cy="0"/>
          <a:chOff x="0" y="0"/>
          <a:chExt cx="0" cy="0"/>
        </a:xfrm>
      </p:grpSpPr>
      <p:sp>
        <p:nvSpPr>
          <p:cNvPr id="2" name="슬라이드 번호 개체 틀 5"/>
          <p:cNvSpPr txBox="1">
            <a:spLocks/>
          </p:cNvSpPr>
          <p:nvPr userDrawn="1"/>
        </p:nvSpPr>
        <p:spPr>
          <a:xfrm>
            <a:off x="10165689" y="7290207"/>
            <a:ext cx="96180" cy="92333"/>
          </a:xfrm>
          <a:prstGeom prst="rect">
            <a:avLst/>
          </a:prstGeom>
        </p:spPr>
        <p:txBody>
          <a:bodyPr vert="horz" wrap="none" lIns="0" tIns="0" rIns="0" bIns="0" rtlCol="0" anchor="ctr">
            <a:spAutoFit/>
            <a:scene3d>
              <a:camera prst="orthographicFront"/>
              <a:lightRig rig="threePt" dir="t"/>
            </a:scene3d>
            <a:sp3d>
              <a:bevelT w="1270" h="1270"/>
            </a:sp3d>
          </a:bodyPr>
          <a:lstStyle>
            <a:lvl1pPr algn="r">
              <a:defRPr sz="1200">
                <a:solidFill>
                  <a:schemeClr val="tx1">
                    <a:tint val="75000"/>
                  </a:schemeClr>
                </a:solidFill>
              </a:defRPr>
            </a:lvl1pPr>
          </a:lstStyle>
          <a:p>
            <a:pPr defTabSz="801439">
              <a:defRPr/>
            </a:pPr>
            <a:fld id="{AAF7C2DA-1BC9-4BB5-B8BD-A4548F6910EE}" type="slidenum">
              <a:rPr lang="ko-KR" altLang="en-US" sz="600" smtClean="0">
                <a:solidFill>
                  <a:prstClr val="black">
                    <a:lumMod val="50000"/>
                    <a:lumOff val="50000"/>
                  </a:prstClr>
                </a:solidFill>
                <a:latin typeface="KoPubWorld돋움체 Bold" panose="00000800000000000000" pitchFamily="2" charset="-127"/>
                <a:ea typeface="KoPubWorld돋움체 Bold" panose="00000800000000000000" pitchFamily="2" charset="-127"/>
              </a:rPr>
              <a:pPr defTabSz="801439">
                <a:defRPr/>
              </a:pPr>
              <a:t>‹#›</a:t>
            </a:fld>
            <a:endParaRPr lang="ko-KR" altLang="en-US" sz="600" dirty="0">
              <a:solidFill>
                <a:prstClr val="black">
                  <a:lumMod val="50000"/>
                  <a:lumOff val="50000"/>
                </a:prstClr>
              </a:solidFill>
              <a:latin typeface="KoPubWorld돋움체 Bold" panose="00000800000000000000" pitchFamily="2" charset="-127"/>
              <a:ea typeface="KoPubWorld돋움체 Bold" panose="00000800000000000000" pitchFamily="2" charset="-127"/>
            </a:endParaRPr>
          </a:p>
        </p:txBody>
      </p:sp>
    </p:spTree>
    <p:extLst>
      <p:ext uri="{BB962C8B-B14F-4D97-AF65-F5344CB8AC3E}">
        <p14:creationId xmlns:p14="http://schemas.microsoft.com/office/powerpoint/2010/main" val="20492174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1336477" y="1237197"/>
            <a:ext cx="8018860" cy="2631887"/>
          </a:xfrm>
        </p:spPr>
        <p:txBody>
          <a:bodyPr anchor="b"/>
          <a:lstStyle>
            <a:lvl1pPr algn="ctr">
              <a:defRPr sz="5262"/>
            </a:lvl1pPr>
          </a:lstStyle>
          <a:p>
            <a:r>
              <a:rPr lang="ko-KR" altLang="en-US"/>
              <a:t>마스터 제목 스타일 편집</a:t>
            </a:r>
          </a:p>
        </p:txBody>
      </p:sp>
      <p:sp>
        <p:nvSpPr>
          <p:cNvPr id="3" name="부제목 2"/>
          <p:cNvSpPr>
            <a:spLocks noGrp="1"/>
          </p:cNvSpPr>
          <p:nvPr>
            <p:ph type="subTitle" idx="1"/>
          </p:nvPr>
        </p:nvSpPr>
        <p:spPr>
          <a:xfrm>
            <a:off x="1336477" y="3970580"/>
            <a:ext cx="8018860" cy="1825171"/>
          </a:xfrm>
        </p:spPr>
        <p:txBody>
          <a:bodyPr/>
          <a:lstStyle>
            <a:lvl1pPr marL="0" indent="0" algn="ctr">
              <a:buNone/>
              <a:defRPr sz="2105"/>
            </a:lvl1pPr>
            <a:lvl2pPr marL="400964" indent="0" algn="ctr">
              <a:buNone/>
              <a:defRPr sz="1754"/>
            </a:lvl2pPr>
            <a:lvl3pPr marL="801929" indent="0" algn="ctr">
              <a:buNone/>
              <a:defRPr sz="1579"/>
            </a:lvl3pPr>
            <a:lvl4pPr marL="1202893" indent="0" algn="ctr">
              <a:buNone/>
              <a:defRPr sz="1403"/>
            </a:lvl4pPr>
            <a:lvl5pPr marL="1603858" indent="0" algn="ctr">
              <a:buNone/>
              <a:defRPr sz="1403"/>
            </a:lvl5pPr>
            <a:lvl6pPr marL="2004822" indent="0" algn="ctr">
              <a:buNone/>
              <a:defRPr sz="1403"/>
            </a:lvl6pPr>
            <a:lvl7pPr marL="2405786" indent="0" algn="ctr">
              <a:buNone/>
              <a:defRPr sz="1403"/>
            </a:lvl7pPr>
            <a:lvl8pPr marL="2806751" indent="0" algn="ctr">
              <a:buNone/>
              <a:defRPr sz="1403"/>
            </a:lvl8pPr>
            <a:lvl9pPr marL="3207715" indent="0" algn="ctr">
              <a:buNone/>
              <a:defRPr sz="1403"/>
            </a:lvl9pPr>
          </a:lstStyle>
          <a:p>
            <a:r>
              <a:rPr lang="ko-KR" altLang="en-US"/>
              <a:t>클릭하여 마스터 부제목 스타일 편집</a:t>
            </a:r>
          </a:p>
        </p:txBody>
      </p:sp>
      <p:sp>
        <p:nvSpPr>
          <p:cNvPr id="4" name="날짜 개체 틀 3"/>
          <p:cNvSpPr>
            <a:spLocks noGrp="1"/>
          </p:cNvSpPr>
          <p:nvPr>
            <p:ph type="dt" sz="half" idx="10"/>
          </p:nvPr>
        </p:nvSpPr>
        <p:spPr/>
        <p:txBody>
          <a:bodyPr/>
          <a:lstStyle/>
          <a:p>
            <a:fld id="{3CD55A36-89B2-4FF7-98F1-EA6AB8BB3CCD}" type="datetimeFigureOut">
              <a:rPr lang="ko-KR" altLang="en-US" smtClean="0"/>
              <a:t>2026-08-12</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090D8827-9E69-477A-A5F9-A67B3E7E51E2}" type="slidenum">
              <a:rPr lang="ko-KR" altLang="en-US" smtClean="0"/>
              <a:t>‹#›</a:t>
            </a:fld>
            <a:endParaRPr lang="ko-KR" altLang="en-US"/>
          </a:p>
        </p:txBody>
      </p:sp>
    </p:spTree>
    <p:extLst>
      <p:ext uri="{BB962C8B-B14F-4D97-AF65-F5344CB8AC3E}">
        <p14:creationId xmlns:p14="http://schemas.microsoft.com/office/powerpoint/2010/main" val="156117075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idx="1"/>
          </p:nvPr>
        </p:nvSpPr>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3CD55A36-89B2-4FF7-98F1-EA6AB8BB3CCD}" type="datetimeFigureOut">
              <a:rPr lang="ko-KR" altLang="en-US" smtClean="0"/>
              <a:t>2026-08-12</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090D8827-9E69-477A-A5F9-A67B3E7E51E2}" type="slidenum">
              <a:rPr lang="ko-KR" altLang="en-US" smtClean="0"/>
              <a:t>‹#›</a:t>
            </a:fld>
            <a:endParaRPr lang="ko-KR" altLang="en-US"/>
          </a:p>
        </p:txBody>
      </p:sp>
    </p:spTree>
    <p:extLst>
      <p:ext uri="{BB962C8B-B14F-4D97-AF65-F5344CB8AC3E}">
        <p14:creationId xmlns:p14="http://schemas.microsoft.com/office/powerpoint/2010/main" val="74531793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729493" y="1884670"/>
            <a:ext cx="9221689" cy="3144614"/>
          </a:xfrm>
        </p:spPr>
        <p:txBody>
          <a:bodyPr anchor="b"/>
          <a:lstStyle>
            <a:lvl1pPr>
              <a:defRPr sz="5262"/>
            </a:lvl1pPr>
          </a:lstStyle>
          <a:p>
            <a:r>
              <a:rPr lang="ko-KR" altLang="en-US"/>
              <a:t>마스터 제목 스타일 편집</a:t>
            </a:r>
          </a:p>
        </p:txBody>
      </p:sp>
      <p:sp>
        <p:nvSpPr>
          <p:cNvPr id="3" name="텍스트 개체 틀 2"/>
          <p:cNvSpPr>
            <a:spLocks noGrp="1"/>
          </p:cNvSpPr>
          <p:nvPr>
            <p:ph type="body" idx="1"/>
          </p:nvPr>
        </p:nvSpPr>
        <p:spPr>
          <a:xfrm>
            <a:off x="729493" y="5059034"/>
            <a:ext cx="9221689" cy="1653678"/>
          </a:xfrm>
        </p:spPr>
        <p:txBody>
          <a:bodyPr/>
          <a:lstStyle>
            <a:lvl1pPr marL="0" indent="0">
              <a:buNone/>
              <a:defRPr sz="2105">
                <a:solidFill>
                  <a:schemeClr val="tx1">
                    <a:tint val="75000"/>
                  </a:schemeClr>
                </a:solidFill>
              </a:defRPr>
            </a:lvl1pPr>
            <a:lvl2pPr marL="400964" indent="0">
              <a:buNone/>
              <a:defRPr sz="1754">
                <a:solidFill>
                  <a:schemeClr val="tx1">
                    <a:tint val="75000"/>
                  </a:schemeClr>
                </a:solidFill>
              </a:defRPr>
            </a:lvl2pPr>
            <a:lvl3pPr marL="801929" indent="0">
              <a:buNone/>
              <a:defRPr sz="1579">
                <a:solidFill>
                  <a:schemeClr val="tx1">
                    <a:tint val="75000"/>
                  </a:schemeClr>
                </a:solidFill>
              </a:defRPr>
            </a:lvl3pPr>
            <a:lvl4pPr marL="1202893" indent="0">
              <a:buNone/>
              <a:defRPr sz="1403">
                <a:solidFill>
                  <a:schemeClr val="tx1">
                    <a:tint val="75000"/>
                  </a:schemeClr>
                </a:solidFill>
              </a:defRPr>
            </a:lvl4pPr>
            <a:lvl5pPr marL="1603858" indent="0">
              <a:buNone/>
              <a:defRPr sz="1403">
                <a:solidFill>
                  <a:schemeClr val="tx1">
                    <a:tint val="75000"/>
                  </a:schemeClr>
                </a:solidFill>
              </a:defRPr>
            </a:lvl5pPr>
            <a:lvl6pPr marL="2004822" indent="0">
              <a:buNone/>
              <a:defRPr sz="1403">
                <a:solidFill>
                  <a:schemeClr val="tx1">
                    <a:tint val="75000"/>
                  </a:schemeClr>
                </a:solidFill>
              </a:defRPr>
            </a:lvl6pPr>
            <a:lvl7pPr marL="2405786" indent="0">
              <a:buNone/>
              <a:defRPr sz="1403">
                <a:solidFill>
                  <a:schemeClr val="tx1">
                    <a:tint val="75000"/>
                  </a:schemeClr>
                </a:solidFill>
              </a:defRPr>
            </a:lvl7pPr>
            <a:lvl8pPr marL="2806751" indent="0">
              <a:buNone/>
              <a:defRPr sz="1403">
                <a:solidFill>
                  <a:schemeClr val="tx1">
                    <a:tint val="75000"/>
                  </a:schemeClr>
                </a:solidFill>
              </a:defRPr>
            </a:lvl8pPr>
            <a:lvl9pPr marL="3207715" indent="0">
              <a:buNone/>
              <a:defRPr sz="1403">
                <a:solidFill>
                  <a:schemeClr val="tx1">
                    <a:tint val="75000"/>
                  </a:schemeClr>
                </a:solidFill>
              </a:defRPr>
            </a:lvl9pPr>
          </a:lstStyle>
          <a:p>
            <a:pPr lvl="0"/>
            <a:r>
              <a:rPr lang="ko-KR" altLang="en-US"/>
              <a:t>마스터 텍스트 스타일 편집</a:t>
            </a:r>
          </a:p>
        </p:txBody>
      </p:sp>
      <p:sp>
        <p:nvSpPr>
          <p:cNvPr id="4" name="날짜 개체 틀 3"/>
          <p:cNvSpPr>
            <a:spLocks noGrp="1"/>
          </p:cNvSpPr>
          <p:nvPr>
            <p:ph type="dt" sz="half" idx="10"/>
          </p:nvPr>
        </p:nvSpPr>
        <p:spPr/>
        <p:txBody>
          <a:bodyPr/>
          <a:lstStyle/>
          <a:p>
            <a:fld id="{3CD55A36-89B2-4FF7-98F1-EA6AB8BB3CCD}" type="datetimeFigureOut">
              <a:rPr lang="ko-KR" altLang="en-US" smtClean="0"/>
              <a:t>2026-08-12</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090D8827-9E69-477A-A5F9-A67B3E7E51E2}" type="slidenum">
              <a:rPr lang="ko-KR" altLang="en-US" smtClean="0"/>
              <a:t>‹#›</a:t>
            </a:fld>
            <a:endParaRPr lang="ko-KR" altLang="en-US"/>
          </a:p>
        </p:txBody>
      </p:sp>
    </p:spTree>
    <p:extLst>
      <p:ext uri="{BB962C8B-B14F-4D97-AF65-F5344CB8AC3E}">
        <p14:creationId xmlns:p14="http://schemas.microsoft.com/office/powerpoint/2010/main" val="20164324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sz="half" idx="1"/>
          </p:nvPr>
        </p:nvSpPr>
        <p:spPr>
          <a:xfrm>
            <a:off x="735062" y="2012414"/>
            <a:ext cx="4544021" cy="4796544"/>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p:cNvSpPr>
            <a:spLocks noGrp="1"/>
          </p:cNvSpPr>
          <p:nvPr>
            <p:ph sz="half" idx="2"/>
          </p:nvPr>
        </p:nvSpPr>
        <p:spPr>
          <a:xfrm>
            <a:off x="5412730" y="2012414"/>
            <a:ext cx="4544021" cy="4796544"/>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날짜 개체 틀 4"/>
          <p:cNvSpPr>
            <a:spLocks noGrp="1"/>
          </p:cNvSpPr>
          <p:nvPr>
            <p:ph type="dt" sz="half" idx="10"/>
          </p:nvPr>
        </p:nvSpPr>
        <p:spPr/>
        <p:txBody>
          <a:bodyPr/>
          <a:lstStyle/>
          <a:p>
            <a:fld id="{3CD55A36-89B2-4FF7-98F1-EA6AB8BB3CCD}" type="datetimeFigureOut">
              <a:rPr lang="ko-KR" altLang="en-US" smtClean="0"/>
              <a:t>2026-08-12</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090D8827-9E69-477A-A5F9-A67B3E7E51E2}" type="slidenum">
              <a:rPr lang="ko-KR" altLang="en-US" smtClean="0"/>
              <a:t>‹#›</a:t>
            </a:fld>
            <a:endParaRPr lang="ko-KR" altLang="en-US"/>
          </a:p>
        </p:txBody>
      </p:sp>
    </p:spTree>
    <p:extLst>
      <p:ext uri="{BB962C8B-B14F-4D97-AF65-F5344CB8AC3E}">
        <p14:creationId xmlns:p14="http://schemas.microsoft.com/office/powerpoint/2010/main" val="35245576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a:xfrm>
            <a:off x="736455" y="402483"/>
            <a:ext cx="9221689" cy="1461188"/>
          </a:xfrm>
        </p:spPr>
        <p:txBody>
          <a:bodyPr/>
          <a:lstStyle/>
          <a:p>
            <a:r>
              <a:rPr lang="ko-KR" altLang="en-US"/>
              <a:t>마스터 제목 스타일 편집</a:t>
            </a:r>
          </a:p>
        </p:txBody>
      </p:sp>
      <p:sp>
        <p:nvSpPr>
          <p:cNvPr id="3" name="텍스트 개체 틀 2"/>
          <p:cNvSpPr>
            <a:spLocks noGrp="1"/>
          </p:cNvSpPr>
          <p:nvPr>
            <p:ph type="body" idx="1"/>
          </p:nvPr>
        </p:nvSpPr>
        <p:spPr>
          <a:xfrm>
            <a:off x="736455" y="1853171"/>
            <a:ext cx="4523138" cy="908210"/>
          </a:xfrm>
        </p:spPr>
        <p:txBody>
          <a:bodyPr anchor="b"/>
          <a:lstStyle>
            <a:lvl1pPr marL="0" indent="0">
              <a:buNone/>
              <a:defRPr sz="2105" b="1"/>
            </a:lvl1pPr>
            <a:lvl2pPr marL="400964" indent="0">
              <a:buNone/>
              <a:defRPr sz="1754" b="1"/>
            </a:lvl2pPr>
            <a:lvl3pPr marL="801929" indent="0">
              <a:buNone/>
              <a:defRPr sz="1579" b="1"/>
            </a:lvl3pPr>
            <a:lvl4pPr marL="1202893" indent="0">
              <a:buNone/>
              <a:defRPr sz="1403" b="1"/>
            </a:lvl4pPr>
            <a:lvl5pPr marL="1603858" indent="0">
              <a:buNone/>
              <a:defRPr sz="1403" b="1"/>
            </a:lvl5pPr>
            <a:lvl6pPr marL="2004822" indent="0">
              <a:buNone/>
              <a:defRPr sz="1403" b="1"/>
            </a:lvl6pPr>
            <a:lvl7pPr marL="2405786" indent="0">
              <a:buNone/>
              <a:defRPr sz="1403" b="1"/>
            </a:lvl7pPr>
            <a:lvl8pPr marL="2806751" indent="0">
              <a:buNone/>
              <a:defRPr sz="1403" b="1"/>
            </a:lvl8pPr>
            <a:lvl9pPr marL="3207715" indent="0">
              <a:buNone/>
              <a:defRPr sz="1403" b="1"/>
            </a:lvl9pPr>
          </a:lstStyle>
          <a:p>
            <a:pPr lvl="0"/>
            <a:r>
              <a:rPr lang="ko-KR" altLang="en-US"/>
              <a:t>마스터 텍스트 스타일 편집</a:t>
            </a:r>
          </a:p>
        </p:txBody>
      </p:sp>
      <p:sp>
        <p:nvSpPr>
          <p:cNvPr id="4" name="내용 개체 틀 3"/>
          <p:cNvSpPr>
            <a:spLocks noGrp="1"/>
          </p:cNvSpPr>
          <p:nvPr>
            <p:ph sz="half" idx="2"/>
          </p:nvPr>
        </p:nvSpPr>
        <p:spPr>
          <a:xfrm>
            <a:off x="736455" y="2761381"/>
            <a:ext cx="4523138" cy="4061576"/>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텍스트 개체 틀 4"/>
          <p:cNvSpPr>
            <a:spLocks noGrp="1"/>
          </p:cNvSpPr>
          <p:nvPr>
            <p:ph type="body" sz="quarter" idx="3"/>
          </p:nvPr>
        </p:nvSpPr>
        <p:spPr>
          <a:xfrm>
            <a:off x="5412730" y="1853171"/>
            <a:ext cx="4545413" cy="908210"/>
          </a:xfrm>
        </p:spPr>
        <p:txBody>
          <a:bodyPr anchor="b"/>
          <a:lstStyle>
            <a:lvl1pPr marL="0" indent="0">
              <a:buNone/>
              <a:defRPr sz="2105" b="1"/>
            </a:lvl1pPr>
            <a:lvl2pPr marL="400964" indent="0">
              <a:buNone/>
              <a:defRPr sz="1754" b="1"/>
            </a:lvl2pPr>
            <a:lvl3pPr marL="801929" indent="0">
              <a:buNone/>
              <a:defRPr sz="1579" b="1"/>
            </a:lvl3pPr>
            <a:lvl4pPr marL="1202893" indent="0">
              <a:buNone/>
              <a:defRPr sz="1403" b="1"/>
            </a:lvl4pPr>
            <a:lvl5pPr marL="1603858" indent="0">
              <a:buNone/>
              <a:defRPr sz="1403" b="1"/>
            </a:lvl5pPr>
            <a:lvl6pPr marL="2004822" indent="0">
              <a:buNone/>
              <a:defRPr sz="1403" b="1"/>
            </a:lvl6pPr>
            <a:lvl7pPr marL="2405786" indent="0">
              <a:buNone/>
              <a:defRPr sz="1403" b="1"/>
            </a:lvl7pPr>
            <a:lvl8pPr marL="2806751" indent="0">
              <a:buNone/>
              <a:defRPr sz="1403" b="1"/>
            </a:lvl8pPr>
            <a:lvl9pPr marL="3207715" indent="0">
              <a:buNone/>
              <a:defRPr sz="1403" b="1"/>
            </a:lvl9pPr>
          </a:lstStyle>
          <a:p>
            <a:pPr lvl="0"/>
            <a:r>
              <a:rPr lang="ko-KR" altLang="en-US"/>
              <a:t>마스터 텍스트 스타일 편집</a:t>
            </a:r>
          </a:p>
        </p:txBody>
      </p:sp>
      <p:sp>
        <p:nvSpPr>
          <p:cNvPr id="6" name="내용 개체 틀 5"/>
          <p:cNvSpPr>
            <a:spLocks noGrp="1"/>
          </p:cNvSpPr>
          <p:nvPr>
            <p:ph sz="quarter" idx="4"/>
          </p:nvPr>
        </p:nvSpPr>
        <p:spPr>
          <a:xfrm>
            <a:off x="5412730" y="2761381"/>
            <a:ext cx="4545413" cy="4061576"/>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7" name="날짜 개체 틀 6"/>
          <p:cNvSpPr>
            <a:spLocks noGrp="1"/>
          </p:cNvSpPr>
          <p:nvPr>
            <p:ph type="dt" sz="half" idx="10"/>
          </p:nvPr>
        </p:nvSpPr>
        <p:spPr/>
        <p:txBody>
          <a:bodyPr/>
          <a:lstStyle/>
          <a:p>
            <a:fld id="{3CD55A36-89B2-4FF7-98F1-EA6AB8BB3CCD}" type="datetimeFigureOut">
              <a:rPr lang="ko-KR" altLang="en-US" smtClean="0"/>
              <a:t>2026-08-12</a:t>
            </a:fld>
            <a:endParaRPr lang="ko-KR" altLang="en-US"/>
          </a:p>
        </p:txBody>
      </p:sp>
      <p:sp>
        <p:nvSpPr>
          <p:cNvPr id="8" name="바닥글 개체 틀 7"/>
          <p:cNvSpPr>
            <a:spLocks noGrp="1"/>
          </p:cNvSpPr>
          <p:nvPr>
            <p:ph type="ftr" sz="quarter" idx="11"/>
          </p:nvPr>
        </p:nvSpPr>
        <p:spPr/>
        <p:txBody>
          <a:bodyPr/>
          <a:lstStyle/>
          <a:p>
            <a:endParaRPr lang="ko-KR" altLang="en-US"/>
          </a:p>
        </p:txBody>
      </p:sp>
      <p:sp>
        <p:nvSpPr>
          <p:cNvPr id="9" name="슬라이드 번호 개체 틀 8"/>
          <p:cNvSpPr>
            <a:spLocks noGrp="1"/>
          </p:cNvSpPr>
          <p:nvPr>
            <p:ph type="sldNum" sz="quarter" idx="12"/>
          </p:nvPr>
        </p:nvSpPr>
        <p:spPr/>
        <p:txBody>
          <a:bodyPr/>
          <a:lstStyle/>
          <a:p>
            <a:fld id="{090D8827-9E69-477A-A5F9-A67B3E7E51E2}" type="slidenum">
              <a:rPr lang="ko-KR" altLang="en-US" smtClean="0"/>
              <a:t>‹#›</a:t>
            </a:fld>
            <a:endParaRPr lang="ko-KR" altLang="en-US"/>
          </a:p>
        </p:txBody>
      </p:sp>
    </p:spTree>
    <p:extLst>
      <p:ext uri="{BB962C8B-B14F-4D97-AF65-F5344CB8AC3E}">
        <p14:creationId xmlns:p14="http://schemas.microsoft.com/office/powerpoint/2010/main" val="153431384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날짜 개체 틀 2"/>
          <p:cNvSpPr>
            <a:spLocks noGrp="1"/>
          </p:cNvSpPr>
          <p:nvPr>
            <p:ph type="dt" sz="half" idx="10"/>
          </p:nvPr>
        </p:nvSpPr>
        <p:spPr/>
        <p:txBody>
          <a:bodyPr/>
          <a:lstStyle/>
          <a:p>
            <a:fld id="{3CD55A36-89B2-4FF7-98F1-EA6AB8BB3CCD}" type="datetimeFigureOut">
              <a:rPr lang="ko-KR" altLang="en-US" smtClean="0"/>
              <a:t>2026-08-12</a:t>
            </a:fld>
            <a:endParaRPr lang="ko-KR" altLang="en-US"/>
          </a:p>
        </p:txBody>
      </p:sp>
      <p:sp>
        <p:nvSpPr>
          <p:cNvPr id="4" name="바닥글 개체 틀 3"/>
          <p:cNvSpPr>
            <a:spLocks noGrp="1"/>
          </p:cNvSpPr>
          <p:nvPr>
            <p:ph type="ftr" sz="quarter" idx="11"/>
          </p:nvPr>
        </p:nvSpPr>
        <p:spPr/>
        <p:txBody>
          <a:bodyPr/>
          <a:lstStyle/>
          <a:p>
            <a:endParaRPr lang="ko-KR" altLang="en-US"/>
          </a:p>
        </p:txBody>
      </p:sp>
      <p:sp>
        <p:nvSpPr>
          <p:cNvPr id="5" name="슬라이드 번호 개체 틀 4"/>
          <p:cNvSpPr>
            <a:spLocks noGrp="1"/>
          </p:cNvSpPr>
          <p:nvPr>
            <p:ph type="sldNum" sz="quarter" idx="12"/>
          </p:nvPr>
        </p:nvSpPr>
        <p:spPr/>
        <p:txBody>
          <a:bodyPr/>
          <a:lstStyle/>
          <a:p>
            <a:fld id="{090D8827-9E69-477A-A5F9-A67B3E7E51E2}" type="slidenum">
              <a:rPr lang="ko-KR" altLang="en-US" smtClean="0"/>
              <a:t>‹#›</a:t>
            </a:fld>
            <a:endParaRPr lang="ko-KR" altLang="en-US"/>
          </a:p>
        </p:txBody>
      </p:sp>
    </p:spTree>
    <p:extLst>
      <p:ext uri="{BB962C8B-B14F-4D97-AF65-F5344CB8AC3E}">
        <p14:creationId xmlns:p14="http://schemas.microsoft.com/office/powerpoint/2010/main" val="181278642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p:cNvSpPr>
            <a:spLocks noGrp="1"/>
          </p:cNvSpPr>
          <p:nvPr>
            <p:ph type="dt" sz="half" idx="10"/>
          </p:nvPr>
        </p:nvSpPr>
        <p:spPr/>
        <p:txBody>
          <a:bodyPr/>
          <a:lstStyle/>
          <a:p>
            <a:fld id="{3CD55A36-89B2-4FF7-98F1-EA6AB8BB3CCD}" type="datetimeFigureOut">
              <a:rPr lang="ko-KR" altLang="en-US" smtClean="0"/>
              <a:t>2026-08-12</a:t>
            </a:fld>
            <a:endParaRPr lang="ko-KR" altLang="en-US"/>
          </a:p>
        </p:txBody>
      </p:sp>
      <p:sp>
        <p:nvSpPr>
          <p:cNvPr id="3" name="바닥글 개체 틀 2"/>
          <p:cNvSpPr>
            <a:spLocks noGrp="1"/>
          </p:cNvSpPr>
          <p:nvPr>
            <p:ph type="ftr" sz="quarter" idx="11"/>
          </p:nvPr>
        </p:nvSpPr>
        <p:spPr/>
        <p:txBody>
          <a:bodyPr/>
          <a:lstStyle/>
          <a:p>
            <a:endParaRPr lang="ko-KR" altLang="en-US"/>
          </a:p>
        </p:txBody>
      </p:sp>
      <p:sp>
        <p:nvSpPr>
          <p:cNvPr id="4" name="슬라이드 번호 개체 틀 3"/>
          <p:cNvSpPr>
            <a:spLocks noGrp="1"/>
          </p:cNvSpPr>
          <p:nvPr>
            <p:ph type="sldNum" sz="quarter" idx="12"/>
          </p:nvPr>
        </p:nvSpPr>
        <p:spPr/>
        <p:txBody>
          <a:bodyPr/>
          <a:lstStyle/>
          <a:p>
            <a:fld id="{090D8827-9E69-477A-A5F9-A67B3E7E51E2}" type="slidenum">
              <a:rPr lang="ko-KR" altLang="en-US" smtClean="0"/>
              <a:t>‹#›</a:t>
            </a:fld>
            <a:endParaRPr lang="ko-KR" altLang="en-US"/>
          </a:p>
        </p:txBody>
      </p:sp>
    </p:spTree>
    <p:extLst>
      <p:ext uri="{BB962C8B-B14F-4D97-AF65-F5344CB8AC3E}">
        <p14:creationId xmlns:p14="http://schemas.microsoft.com/office/powerpoint/2010/main" val="212377090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736455" y="503978"/>
            <a:ext cx="3448388" cy="1763924"/>
          </a:xfrm>
        </p:spPr>
        <p:txBody>
          <a:bodyPr anchor="b"/>
          <a:lstStyle>
            <a:lvl1pPr>
              <a:defRPr sz="2806"/>
            </a:lvl1pPr>
          </a:lstStyle>
          <a:p>
            <a:r>
              <a:rPr lang="ko-KR" altLang="en-US"/>
              <a:t>마스터 제목 스타일 편집</a:t>
            </a:r>
          </a:p>
        </p:txBody>
      </p:sp>
      <p:sp>
        <p:nvSpPr>
          <p:cNvPr id="3" name="내용 개체 틀 2"/>
          <p:cNvSpPr>
            <a:spLocks noGrp="1"/>
          </p:cNvSpPr>
          <p:nvPr>
            <p:ph idx="1"/>
          </p:nvPr>
        </p:nvSpPr>
        <p:spPr>
          <a:xfrm>
            <a:off x="4545413" y="1088454"/>
            <a:ext cx="5412730" cy="5372269"/>
          </a:xfrm>
        </p:spPr>
        <p:txBody>
          <a:bodyPr/>
          <a:lstStyle>
            <a:lvl1pPr>
              <a:defRPr sz="2806"/>
            </a:lvl1pPr>
            <a:lvl2pPr>
              <a:defRPr sz="2456"/>
            </a:lvl2pPr>
            <a:lvl3pPr>
              <a:defRPr sz="2105"/>
            </a:lvl3pPr>
            <a:lvl4pPr>
              <a:defRPr sz="1754"/>
            </a:lvl4pPr>
            <a:lvl5pPr>
              <a:defRPr sz="1754"/>
            </a:lvl5pPr>
            <a:lvl6pPr>
              <a:defRPr sz="1754"/>
            </a:lvl6pPr>
            <a:lvl7pPr>
              <a:defRPr sz="1754"/>
            </a:lvl7pPr>
            <a:lvl8pPr>
              <a:defRPr sz="1754"/>
            </a:lvl8pPr>
            <a:lvl9pPr>
              <a:defRPr sz="1754"/>
            </a:lvl9p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텍스트 개체 틀 3"/>
          <p:cNvSpPr>
            <a:spLocks noGrp="1"/>
          </p:cNvSpPr>
          <p:nvPr>
            <p:ph type="body" sz="half" idx="2"/>
          </p:nvPr>
        </p:nvSpPr>
        <p:spPr>
          <a:xfrm>
            <a:off x="736455" y="2267902"/>
            <a:ext cx="3448388" cy="4201570"/>
          </a:xfrm>
        </p:spPr>
        <p:txBody>
          <a:bodyPr/>
          <a:lstStyle>
            <a:lvl1pPr marL="0" indent="0">
              <a:buNone/>
              <a:defRPr sz="1403"/>
            </a:lvl1pPr>
            <a:lvl2pPr marL="400964" indent="0">
              <a:buNone/>
              <a:defRPr sz="1228"/>
            </a:lvl2pPr>
            <a:lvl3pPr marL="801929" indent="0">
              <a:buNone/>
              <a:defRPr sz="1052"/>
            </a:lvl3pPr>
            <a:lvl4pPr marL="1202893" indent="0">
              <a:buNone/>
              <a:defRPr sz="877"/>
            </a:lvl4pPr>
            <a:lvl5pPr marL="1603858" indent="0">
              <a:buNone/>
              <a:defRPr sz="877"/>
            </a:lvl5pPr>
            <a:lvl6pPr marL="2004822" indent="0">
              <a:buNone/>
              <a:defRPr sz="877"/>
            </a:lvl6pPr>
            <a:lvl7pPr marL="2405786" indent="0">
              <a:buNone/>
              <a:defRPr sz="877"/>
            </a:lvl7pPr>
            <a:lvl8pPr marL="2806751" indent="0">
              <a:buNone/>
              <a:defRPr sz="877"/>
            </a:lvl8pPr>
            <a:lvl9pPr marL="3207715" indent="0">
              <a:buNone/>
              <a:defRPr sz="877"/>
            </a:lvl9pPr>
          </a:lstStyle>
          <a:p>
            <a:pPr lvl="0"/>
            <a:r>
              <a:rPr lang="ko-KR" altLang="en-US"/>
              <a:t>마스터 텍스트 스타일 편집</a:t>
            </a:r>
          </a:p>
        </p:txBody>
      </p:sp>
      <p:sp>
        <p:nvSpPr>
          <p:cNvPr id="5" name="날짜 개체 틀 4"/>
          <p:cNvSpPr>
            <a:spLocks noGrp="1"/>
          </p:cNvSpPr>
          <p:nvPr>
            <p:ph type="dt" sz="half" idx="10"/>
          </p:nvPr>
        </p:nvSpPr>
        <p:spPr/>
        <p:txBody>
          <a:bodyPr/>
          <a:lstStyle/>
          <a:p>
            <a:fld id="{3CD55A36-89B2-4FF7-98F1-EA6AB8BB3CCD}" type="datetimeFigureOut">
              <a:rPr lang="ko-KR" altLang="en-US" smtClean="0"/>
              <a:t>2026-08-12</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090D8827-9E69-477A-A5F9-A67B3E7E51E2}" type="slidenum">
              <a:rPr lang="ko-KR" altLang="en-US" smtClean="0"/>
              <a:t>‹#›</a:t>
            </a:fld>
            <a:endParaRPr lang="ko-KR" altLang="en-US"/>
          </a:p>
        </p:txBody>
      </p:sp>
    </p:spTree>
    <p:extLst>
      <p:ext uri="{BB962C8B-B14F-4D97-AF65-F5344CB8AC3E}">
        <p14:creationId xmlns:p14="http://schemas.microsoft.com/office/powerpoint/2010/main" val="160798022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736455" y="503978"/>
            <a:ext cx="3448388" cy="1763924"/>
          </a:xfrm>
        </p:spPr>
        <p:txBody>
          <a:bodyPr anchor="b"/>
          <a:lstStyle>
            <a:lvl1pPr>
              <a:defRPr sz="2806"/>
            </a:lvl1pPr>
          </a:lstStyle>
          <a:p>
            <a:r>
              <a:rPr lang="ko-KR" altLang="en-US"/>
              <a:t>마스터 제목 스타일 편집</a:t>
            </a:r>
          </a:p>
        </p:txBody>
      </p:sp>
      <p:sp>
        <p:nvSpPr>
          <p:cNvPr id="3" name="그림 개체 틀 2"/>
          <p:cNvSpPr>
            <a:spLocks noGrp="1"/>
          </p:cNvSpPr>
          <p:nvPr>
            <p:ph type="pic" idx="1"/>
          </p:nvPr>
        </p:nvSpPr>
        <p:spPr>
          <a:xfrm>
            <a:off x="4545413" y="1088454"/>
            <a:ext cx="5412730" cy="5372269"/>
          </a:xfrm>
        </p:spPr>
        <p:txBody>
          <a:bodyPr/>
          <a:lstStyle>
            <a:lvl1pPr marL="0" indent="0">
              <a:buNone/>
              <a:defRPr sz="2806"/>
            </a:lvl1pPr>
            <a:lvl2pPr marL="400964" indent="0">
              <a:buNone/>
              <a:defRPr sz="2456"/>
            </a:lvl2pPr>
            <a:lvl3pPr marL="801929" indent="0">
              <a:buNone/>
              <a:defRPr sz="2105"/>
            </a:lvl3pPr>
            <a:lvl4pPr marL="1202893" indent="0">
              <a:buNone/>
              <a:defRPr sz="1754"/>
            </a:lvl4pPr>
            <a:lvl5pPr marL="1603858" indent="0">
              <a:buNone/>
              <a:defRPr sz="1754"/>
            </a:lvl5pPr>
            <a:lvl6pPr marL="2004822" indent="0">
              <a:buNone/>
              <a:defRPr sz="1754"/>
            </a:lvl6pPr>
            <a:lvl7pPr marL="2405786" indent="0">
              <a:buNone/>
              <a:defRPr sz="1754"/>
            </a:lvl7pPr>
            <a:lvl8pPr marL="2806751" indent="0">
              <a:buNone/>
              <a:defRPr sz="1754"/>
            </a:lvl8pPr>
            <a:lvl9pPr marL="3207715" indent="0">
              <a:buNone/>
              <a:defRPr sz="1754"/>
            </a:lvl9pPr>
          </a:lstStyle>
          <a:p>
            <a:endParaRPr lang="ko-KR" altLang="en-US"/>
          </a:p>
        </p:txBody>
      </p:sp>
      <p:sp>
        <p:nvSpPr>
          <p:cNvPr id="4" name="텍스트 개체 틀 3"/>
          <p:cNvSpPr>
            <a:spLocks noGrp="1"/>
          </p:cNvSpPr>
          <p:nvPr>
            <p:ph type="body" sz="half" idx="2"/>
          </p:nvPr>
        </p:nvSpPr>
        <p:spPr>
          <a:xfrm>
            <a:off x="736455" y="2267902"/>
            <a:ext cx="3448388" cy="4201570"/>
          </a:xfrm>
        </p:spPr>
        <p:txBody>
          <a:bodyPr/>
          <a:lstStyle>
            <a:lvl1pPr marL="0" indent="0">
              <a:buNone/>
              <a:defRPr sz="1403"/>
            </a:lvl1pPr>
            <a:lvl2pPr marL="400964" indent="0">
              <a:buNone/>
              <a:defRPr sz="1228"/>
            </a:lvl2pPr>
            <a:lvl3pPr marL="801929" indent="0">
              <a:buNone/>
              <a:defRPr sz="1052"/>
            </a:lvl3pPr>
            <a:lvl4pPr marL="1202893" indent="0">
              <a:buNone/>
              <a:defRPr sz="877"/>
            </a:lvl4pPr>
            <a:lvl5pPr marL="1603858" indent="0">
              <a:buNone/>
              <a:defRPr sz="877"/>
            </a:lvl5pPr>
            <a:lvl6pPr marL="2004822" indent="0">
              <a:buNone/>
              <a:defRPr sz="877"/>
            </a:lvl6pPr>
            <a:lvl7pPr marL="2405786" indent="0">
              <a:buNone/>
              <a:defRPr sz="877"/>
            </a:lvl7pPr>
            <a:lvl8pPr marL="2806751" indent="0">
              <a:buNone/>
              <a:defRPr sz="877"/>
            </a:lvl8pPr>
            <a:lvl9pPr marL="3207715" indent="0">
              <a:buNone/>
              <a:defRPr sz="877"/>
            </a:lvl9pPr>
          </a:lstStyle>
          <a:p>
            <a:pPr lvl="0"/>
            <a:r>
              <a:rPr lang="ko-KR" altLang="en-US"/>
              <a:t>마스터 텍스트 스타일 편집</a:t>
            </a:r>
          </a:p>
        </p:txBody>
      </p:sp>
      <p:sp>
        <p:nvSpPr>
          <p:cNvPr id="5" name="날짜 개체 틀 4"/>
          <p:cNvSpPr>
            <a:spLocks noGrp="1"/>
          </p:cNvSpPr>
          <p:nvPr>
            <p:ph type="dt" sz="half" idx="10"/>
          </p:nvPr>
        </p:nvSpPr>
        <p:spPr/>
        <p:txBody>
          <a:bodyPr/>
          <a:lstStyle/>
          <a:p>
            <a:fld id="{3CD55A36-89B2-4FF7-98F1-EA6AB8BB3CCD}" type="datetimeFigureOut">
              <a:rPr lang="ko-KR" altLang="en-US" smtClean="0"/>
              <a:t>2026-08-12</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090D8827-9E69-477A-A5F9-A67B3E7E51E2}" type="slidenum">
              <a:rPr lang="ko-KR" altLang="en-US" smtClean="0"/>
              <a:t>‹#›</a:t>
            </a:fld>
            <a:endParaRPr lang="ko-KR" altLang="en-US"/>
          </a:p>
        </p:txBody>
      </p:sp>
    </p:spTree>
    <p:extLst>
      <p:ext uri="{BB962C8B-B14F-4D97-AF65-F5344CB8AC3E}">
        <p14:creationId xmlns:p14="http://schemas.microsoft.com/office/powerpoint/2010/main" val="403766638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세로 텍스트 개체 틀 2"/>
          <p:cNvSpPr>
            <a:spLocks noGrp="1"/>
          </p:cNvSpPr>
          <p:nvPr>
            <p:ph type="body" orient="vert" idx="1"/>
          </p:nvPr>
        </p:nvSpPr>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3CD55A36-89B2-4FF7-98F1-EA6AB8BB3CCD}" type="datetimeFigureOut">
              <a:rPr lang="ko-KR" altLang="en-US" smtClean="0"/>
              <a:t>2026-08-12</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090D8827-9E69-477A-A5F9-A67B3E7E51E2}" type="slidenum">
              <a:rPr lang="ko-KR" altLang="en-US" smtClean="0"/>
              <a:t>‹#›</a:t>
            </a:fld>
            <a:endParaRPr lang="ko-KR" altLang="en-US"/>
          </a:p>
        </p:txBody>
      </p:sp>
    </p:spTree>
    <p:extLst>
      <p:ext uri="{BB962C8B-B14F-4D97-AF65-F5344CB8AC3E}">
        <p14:creationId xmlns:p14="http://schemas.microsoft.com/office/powerpoint/2010/main" val="414694058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7651329" y="402483"/>
            <a:ext cx="2305422" cy="6406475"/>
          </a:xfrm>
        </p:spPr>
        <p:txBody>
          <a:bodyPr vert="eaVert"/>
          <a:lstStyle/>
          <a:p>
            <a:r>
              <a:rPr lang="ko-KR" altLang="en-US"/>
              <a:t>마스터 제목 스타일 편집</a:t>
            </a:r>
          </a:p>
        </p:txBody>
      </p:sp>
      <p:sp>
        <p:nvSpPr>
          <p:cNvPr id="3" name="세로 텍스트 개체 틀 2"/>
          <p:cNvSpPr>
            <a:spLocks noGrp="1"/>
          </p:cNvSpPr>
          <p:nvPr>
            <p:ph type="body" orient="vert" idx="1"/>
          </p:nvPr>
        </p:nvSpPr>
        <p:spPr>
          <a:xfrm>
            <a:off x="735062" y="402483"/>
            <a:ext cx="6782619" cy="6406475"/>
          </a:xfrm>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3CD55A36-89B2-4FF7-98F1-EA6AB8BB3CCD}" type="datetimeFigureOut">
              <a:rPr lang="ko-KR" altLang="en-US" smtClean="0"/>
              <a:t>2026-08-12</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090D8827-9E69-477A-A5F9-A67B3E7E51E2}" type="slidenum">
              <a:rPr lang="ko-KR" altLang="en-US" smtClean="0"/>
              <a:t>‹#›</a:t>
            </a:fld>
            <a:endParaRPr lang="ko-KR" altLang="en-US"/>
          </a:p>
        </p:txBody>
      </p:sp>
    </p:spTree>
    <p:extLst>
      <p:ext uri="{BB962C8B-B14F-4D97-AF65-F5344CB8AC3E}">
        <p14:creationId xmlns:p14="http://schemas.microsoft.com/office/powerpoint/2010/main" val="144421393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5.Appendix">
    <p:spTree>
      <p:nvGrpSpPr>
        <p:cNvPr id="1" name=""/>
        <p:cNvGrpSpPr/>
        <p:nvPr/>
      </p:nvGrpSpPr>
      <p:grpSpPr>
        <a:xfrm>
          <a:off x="0" y="0"/>
          <a:ext cx="0" cy="0"/>
          <a:chOff x="0" y="0"/>
          <a:chExt cx="0" cy="0"/>
        </a:xfrm>
      </p:grpSpPr>
      <p:pic>
        <p:nvPicPr>
          <p:cNvPr id="5" name="Picture 6" descr="CI기본형"/>
          <p:cNvPicPr>
            <a:picLocks noChangeAspect="1" noChangeArrowheads="1"/>
          </p:cNvPicPr>
          <p:nvPr userDrawn="1"/>
        </p:nvPicPr>
        <p:blipFill>
          <a:blip r:embed="rId3" cstate="print">
            <a:extLst>
              <a:ext uri="{28A0092B-C50C-407E-A947-70E740481C1C}">
                <a14:useLocalDpi xmlns:a14="http://schemas.microsoft.com/office/drawing/2010/main" val="0"/>
              </a:ext>
            </a:extLst>
          </a:blip>
          <a:stretch>
            <a:fillRect/>
          </a:stretch>
        </p:blipFill>
        <p:spPr bwMode="auto">
          <a:xfrm>
            <a:off x="101454" y="7181116"/>
            <a:ext cx="866218" cy="332336"/>
          </a:xfrm>
          <a:prstGeom prst="rect">
            <a:avLst/>
          </a:prstGeom>
          <a:noFill/>
          <a:ln>
            <a:noFill/>
          </a:ln>
        </p:spPr>
      </p:pic>
      <p:cxnSp>
        <p:nvCxnSpPr>
          <p:cNvPr id="7" name="직선 연결선 6"/>
          <p:cNvCxnSpPr/>
          <p:nvPr userDrawn="1"/>
        </p:nvCxnSpPr>
        <p:spPr>
          <a:xfrm>
            <a:off x="269875" y="922338"/>
            <a:ext cx="10152063"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직사각형 10"/>
          <p:cNvSpPr/>
          <p:nvPr userDrawn="1"/>
        </p:nvSpPr>
        <p:spPr>
          <a:xfrm>
            <a:off x="370064" y="2159000"/>
            <a:ext cx="10069336"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3" name="Rectangle 47"/>
          <p:cNvSpPr>
            <a:spLocks noChangeArrowheads="1"/>
          </p:cNvSpPr>
          <p:nvPr userDrawn="1">
            <p:custDataLst>
              <p:tags r:id="rId1"/>
            </p:custDataLst>
          </p:nvPr>
        </p:nvSpPr>
        <p:spPr bwMode="auto">
          <a:xfrm>
            <a:off x="5602863" y="7299140"/>
            <a:ext cx="4836537" cy="214312"/>
          </a:xfrm>
          <a:prstGeom prst="rect">
            <a:avLst/>
          </a:prstGeom>
          <a:noFill/>
          <a:ln w="9525">
            <a:noFill/>
            <a:miter lim="800000"/>
            <a:headEnd/>
            <a:tailEnd/>
          </a:ln>
          <a:effectLst/>
        </p:spPr>
        <p:txBody>
          <a:bodyPr rIns="0"/>
          <a:lstStyle/>
          <a:p>
            <a:pPr marL="0" marR="0" lvl="0" indent="0" algn="r" defTabSz="914061" rtl="0" eaLnBrk="1" fontAlgn="auto" latinLnBrk="1" hangingPunct="1">
              <a:lnSpc>
                <a:spcPct val="100000"/>
              </a:lnSpc>
              <a:spcBef>
                <a:spcPts val="0"/>
              </a:spcBef>
              <a:spcAft>
                <a:spcPts val="0"/>
              </a:spcAft>
              <a:buClrTx/>
              <a:buSzTx/>
              <a:buFontTx/>
              <a:buNone/>
              <a:tabLst/>
              <a:defRPr/>
            </a:pPr>
            <a:r>
              <a:rPr lang="ko-KR" altLang="en-US"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신규 </a:t>
            </a:r>
            <a:r>
              <a:rPr lang="ko-KR" altLang="en-US" sz="600" dirty="0" err="1">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편입자산</a:t>
            </a:r>
            <a:r>
              <a:rPr lang="ko-KR" altLang="en-US"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투자 설명자료 </a:t>
            </a:r>
            <a:r>
              <a:rPr lang="en-US" altLang="ko-KR"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l </a:t>
            </a:r>
            <a:r>
              <a:rPr lang="ko-KR" altLang="en-US" sz="600" dirty="0">
                <a:solidFill>
                  <a:schemeClr val="tx1">
                    <a:lumMod val="85000"/>
                    <a:lumOff val="1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r>
              <a:rPr lang="ko-KR" altLang="en-US" sz="600" dirty="0" err="1">
                <a:solidFill>
                  <a:schemeClr val="tx1">
                    <a:lumMod val="85000"/>
                    <a:lumOff val="1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코람코라이프인프라위탁관리부동산투자회사</a:t>
            </a:r>
            <a:r>
              <a:rPr lang="ko-KR" altLang="en-US" sz="600" dirty="0">
                <a:solidFill>
                  <a:srgbClr val="000000">
                    <a:lumMod val="65000"/>
                    <a:lumOff val="35000"/>
                  </a:srgbClr>
                </a:solidFill>
                <a:latin typeface="KoPubWorld돋움체 Light" panose="00000300000000000000" pitchFamily="2" charset="-127"/>
                <a:ea typeface="KoPubWorld돋움체 Light" panose="00000300000000000000" pitchFamily="2" charset="-127"/>
                <a:cs typeface="Arial" pitchFamily="34" charset="0"/>
              </a:rPr>
              <a:t>│</a:t>
            </a:r>
            <a:r>
              <a:rPr lang="en-US" altLang="ko-KR" sz="600" baseline="0" dirty="0">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IR</a:t>
            </a:r>
            <a:r>
              <a:rPr lang="ko-KR" altLang="en-US" sz="600" baseline="0" dirty="0">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자료 </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fld id="{AC62A5EC-D10B-4D96-80FB-7B5CF2531C58}" type="slidenum">
              <a:rPr lang="en-US" altLang="ko-KR" sz="600" b="0" smtClean="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pPr marL="0" marR="0" lvl="0" indent="0" algn="r" defTabSz="914061" rtl="0" eaLnBrk="1" fontAlgn="auto" latinLnBrk="1" hangingPunct="1">
                <a:lnSpc>
                  <a:spcPct val="100000"/>
                </a:lnSpc>
                <a:spcBef>
                  <a:spcPts val="0"/>
                </a:spcBef>
                <a:spcAft>
                  <a:spcPts val="0"/>
                </a:spcAft>
                <a:buClrTx/>
                <a:buSzTx/>
                <a:buFontTx/>
                <a:buNone/>
                <a:tabLst/>
                <a:defRPr/>
              </a:pPr>
              <a:t>‹#›</a:t>
            </a:fld>
            <a:endParaRPr lang="en-US" altLang="ko-KR" sz="600" b="1" dirty="0">
              <a:solidFill>
                <a:srgbClr val="006D52"/>
              </a:solidFill>
              <a:latin typeface="KoPubWorld돋움체 Light" panose="00000300000000000000" pitchFamily="2" charset="-127"/>
              <a:ea typeface="KoPubWorld돋움체 Light" panose="00000300000000000000" pitchFamily="2" charset="-127"/>
              <a:cs typeface="Arial" pitchFamily="34" charset="0"/>
            </a:endParaRPr>
          </a:p>
        </p:txBody>
      </p:sp>
      <p:sp>
        <p:nvSpPr>
          <p:cNvPr id="8" name="TextBox 7"/>
          <p:cNvSpPr txBox="1"/>
          <p:nvPr userDrawn="1"/>
        </p:nvSpPr>
        <p:spPr>
          <a:xfrm>
            <a:off x="342623" y="375340"/>
            <a:ext cx="622286" cy="230832"/>
          </a:xfrm>
          <a:prstGeom prst="rect">
            <a:avLst/>
          </a:prstGeom>
          <a:noFill/>
        </p:spPr>
        <p:txBody>
          <a:bodyPr wrap="none" rtlCol="0">
            <a:spAutoFit/>
          </a:bodyPr>
          <a:lstStyle/>
          <a:p>
            <a:r>
              <a:rPr lang="ko-KR" altLang="en-US" sz="900" dirty="0">
                <a:solidFill>
                  <a:schemeClr val="bg1">
                    <a:lumMod val="65000"/>
                  </a:schemeClr>
                </a:solidFill>
                <a:latin typeface="KoPubWorld돋움체 Medium" panose="00000600000000000000" pitchFamily="2" charset="-127"/>
                <a:ea typeface="KoPubWorld돋움체 Medium" panose="00000600000000000000" pitchFamily="2" charset="-127"/>
              </a:rPr>
              <a:t>리츠 소개</a:t>
            </a:r>
          </a:p>
        </p:txBody>
      </p:sp>
      <p:pic>
        <p:nvPicPr>
          <p:cNvPr id="9" name="그림 8"/>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9645402" y="606172"/>
            <a:ext cx="776536" cy="233565"/>
          </a:xfrm>
          <a:prstGeom prst="rect">
            <a:avLst/>
          </a:prstGeom>
        </p:spPr>
      </p:pic>
    </p:spTree>
    <p:extLst>
      <p:ext uri="{BB962C8B-B14F-4D97-AF65-F5344CB8AC3E}">
        <p14:creationId xmlns:p14="http://schemas.microsoft.com/office/powerpoint/2010/main" val="9536602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4_사용자 지정 레이아웃">
    <p:spTree>
      <p:nvGrpSpPr>
        <p:cNvPr id="1" name=""/>
        <p:cNvGrpSpPr/>
        <p:nvPr/>
      </p:nvGrpSpPr>
      <p:grpSpPr>
        <a:xfrm>
          <a:off x="0" y="0"/>
          <a:ext cx="0" cy="0"/>
          <a:chOff x="0" y="0"/>
          <a:chExt cx="0" cy="0"/>
        </a:xfrm>
      </p:grpSpPr>
      <p:pic>
        <p:nvPicPr>
          <p:cNvPr id="3" name="그림 2"/>
          <p:cNvPicPr>
            <a:picLocks noChangeAspect="1"/>
          </p:cNvPicPr>
          <p:nvPr userDrawn="1"/>
        </p:nvPicPr>
        <p:blipFill rotWithShape="1">
          <a:blip r:embed="rId2" cstate="hqprint">
            <a:extLst>
              <a:ext uri="{28A0092B-C50C-407E-A947-70E740481C1C}">
                <a14:useLocalDpi xmlns:a14="http://schemas.microsoft.com/office/drawing/2010/main" val="0"/>
              </a:ext>
            </a:extLst>
          </a:blip>
          <a:srcRect/>
          <a:stretch/>
        </p:blipFill>
        <p:spPr>
          <a:xfrm>
            <a:off x="3555" y="4094632"/>
            <a:ext cx="4411294" cy="3465043"/>
          </a:xfrm>
          <a:prstGeom prst="rect">
            <a:avLst/>
          </a:prstGeom>
        </p:spPr>
      </p:pic>
      <p:cxnSp>
        <p:nvCxnSpPr>
          <p:cNvPr id="7" name="직선 연결선 6"/>
          <p:cNvCxnSpPr/>
          <p:nvPr userDrawn="1"/>
        </p:nvCxnSpPr>
        <p:spPr>
          <a:xfrm>
            <a:off x="660073" y="7173747"/>
            <a:ext cx="82532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9" name="그룹 8"/>
          <p:cNvGrpSpPr/>
          <p:nvPr userDrawn="1"/>
        </p:nvGrpSpPr>
        <p:grpSpPr>
          <a:xfrm>
            <a:off x="9276077" y="6972575"/>
            <a:ext cx="1110305" cy="316737"/>
            <a:chOff x="10506075" y="5289550"/>
            <a:chExt cx="1028701" cy="287338"/>
          </a:xfrm>
          <a:solidFill>
            <a:schemeClr val="bg1">
              <a:lumMod val="75000"/>
            </a:schemeClr>
          </a:solidFill>
        </p:grpSpPr>
        <p:sp>
          <p:nvSpPr>
            <p:cNvPr id="10" name="Freeform 5"/>
            <p:cNvSpPr>
              <a:spLocks noEditPoints="1"/>
            </p:cNvSpPr>
            <p:nvPr/>
          </p:nvSpPr>
          <p:spPr bwMode="auto">
            <a:xfrm>
              <a:off x="10585450"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5" y="0"/>
                    <a:pt x="0" y="6"/>
                    <a:pt x="0" y="13"/>
                  </a:cubicBezTo>
                  <a:cubicBezTo>
                    <a:pt x="0" y="20"/>
                    <a:pt x="5"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045"/>
            </a:p>
          </p:txBody>
        </p:sp>
        <p:sp>
          <p:nvSpPr>
            <p:cNvPr id="11" name="Freeform 6"/>
            <p:cNvSpPr>
              <a:spLocks noEditPoints="1"/>
            </p:cNvSpPr>
            <p:nvPr/>
          </p:nvSpPr>
          <p:spPr bwMode="auto">
            <a:xfrm>
              <a:off x="11071225"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6" y="0"/>
                    <a:pt x="0" y="6"/>
                    <a:pt x="0" y="13"/>
                  </a:cubicBezTo>
                  <a:cubicBezTo>
                    <a:pt x="0" y="20"/>
                    <a:pt x="6"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045"/>
            </a:p>
          </p:txBody>
        </p:sp>
        <p:sp>
          <p:nvSpPr>
            <p:cNvPr id="12" name="Freeform 7"/>
            <p:cNvSpPr>
              <a:spLocks/>
            </p:cNvSpPr>
            <p:nvPr/>
          </p:nvSpPr>
          <p:spPr bwMode="auto">
            <a:xfrm>
              <a:off x="10710863" y="5399088"/>
              <a:ext cx="65088" cy="63500"/>
            </a:xfrm>
            <a:custGeom>
              <a:avLst/>
              <a:gdLst>
                <a:gd name="T0" fmla="*/ 7 w 17"/>
                <a:gd name="T1" fmla="*/ 16 h 16"/>
                <a:gd name="T2" fmla="*/ 9 w 17"/>
                <a:gd name="T3" fmla="*/ 16 h 16"/>
                <a:gd name="T4" fmla="*/ 17 w 17"/>
                <a:gd name="T5" fmla="*/ 8 h 16"/>
                <a:gd name="T6" fmla="*/ 9 w 17"/>
                <a:gd name="T7" fmla="*/ 0 h 16"/>
                <a:gd name="T8" fmla="*/ 0 w 17"/>
                <a:gd name="T9" fmla="*/ 0 h 16"/>
                <a:gd name="T10" fmla="*/ 1 w 17"/>
                <a:gd name="T11" fmla="*/ 5 h 16"/>
                <a:gd name="T12" fmla="*/ 8 w 17"/>
                <a:gd name="T13" fmla="*/ 5 h 16"/>
                <a:gd name="T14" fmla="*/ 11 w 17"/>
                <a:gd name="T15" fmla="*/ 8 h 16"/>
                <a:gd name="T16" fmla="*/ 8 w 17"/>
                <a:gd name="T17" fmla="*/ 12 h 16"/>
                <a:gd name="T18" fmla="*/ 4 w 17"/>
                <a:gd name="T19" fmla="*/ 1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7" y="16"/>
                  </a:moveTo>
                  <a:cubicBezTo>
                    <a:pt x="9" y="16"/>
                    <a:pt x="9" y="16"/>
                    <a:pt x="9" y="16"/>
                  </a:cubicBezTo>
                  <a:cubicBezTo>
                    <a:pt x="14" y="16"/>
                    <a:pt x="17" y="13"/>
                    <a:pt x="17" y="8"/>
                  </a:cubicBezTo>
                  <a:cubicBezTo>
                    <a:pt x="17" y="4"/>
                    <a:pt x="14" y="0"/>
                    <a:pt x="9" y="0"/>
                  </a:cubicBezTo>
                  <a:cubicBezTo>
                    <a:pt x="0" y="0"/>
                    <a:pt x="0" y="0"/>
                    <a:pt x="0" y="0"/>
                  </a:cubicBezTo>
                  <a:cubicBezTo>
                    <a:pt x="1" y="5"/>
                    <a:pt x="1" y="5"/>
                    <a:pt x="1" y="5"/>
                  </a:cubicBezTo>
                  <a:cubicBezTo>
                    <a:pt x="8" y="5"/>
                    <a:pt x="8" y="5"/>
                    <a:pt x="8" y="5"/>
                  </a:cubicBezTo>
                  <a:cubicBezTo>
                    <a:pt x="10" y="5"/>
                    <a:pt x="11" y="7"/>
                    <a:pt x="11" y="8"/>
                  </a:cubicBezTo>
                  <a:cubicBezTo>
                    <a:pt x="11" y="10"/>
                    <a:pt x="10" y="12"/>
                    <a:pt x="8" y="12"/>
                  </a:cubicBezTo>
                  <a:cubicBezTo>
                    <a:pt x="4" y="12"/>
                    <a:pt x="4" y="12"/>
                    <a:pt x="4" y="1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045"/>
            </a:p>
          </p:txBody>
        </p:sp>
        <p:sp>
          <p:nvSpPr>
            <p:cNvPr id="13" name="Rectangle 8"/>
            <p:cNvSpPr>
              <a:spLocks noChangeArrowheads="1"/>
            </p:cNvSpPr>
            <p:nvPr/>
          </p:nvSpPr>
          <p:spPr bwMode="auto">
            <a:xfrm>
              <a:off x="10506075" y="5399088"/>
              <a:ext cx="23813"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2045"/>
            </a:p>
          </p:txBody>
        </p:sp>
        <p:sp>
          <p:nvSpPr>
            <p:cNvPr id="14" name="Rectangle 9"/>
            <p:cNvSpPr>
              <a:spLocks noChangeArrowheads="1"/>
            </p:cNvSpPr>
            <p:nvPr/>
          </p:nvSpPr>
          <p:spPr bwMode="auto">
            <a:xfrm>
              <a:off x="10696575" y="5399088"/>
              <a:ext cx="22225"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2045"/>
            </a:p>
          </p:txBody>
        </p:sp>
        <p:sp>
          <p:nvSpPr>
            <p:cNvPr id="15" name="Freeform 10"/>
            <p:cNvSpPr>
              <a:spLocks/>
            </p:cNvSpPr>
            <p:nvPr/>
          </p:nvSpPr>
          <p:spPr bwMode="auto">
            <a:xfrm>
              <a:off x="10877550" y="5399088"/>
              <a:ext cx="31750" cy="98425"/>
            </a:xfrm>
            <a:custGeom>
              <a:avLst/>
              <a:gdLst>
                <a:gd name="T0" fmla="*/ 15 w 20"/>
                <a:gd name="T1" fmla="*/ 62 h 62"/>
                <a:gd name="T2" fmla="*/ 0 w 20"/>
                <a:gd name="T3" fmla="*/ 62 h 62"/>
                <a:gd name="T4" fmla="*/ 5 w 20"/>
                <a:gd name="T5" fmla="*/ 0 h 62"/>
                <a:gd name="T6" fmla="*/ 20 w 20"/>
                <a:gd name="T7" fmla="*/ 0 h 62"/>
                <a:gd name="T8" fmla="*/ 15 w 20"/>
                <a:gd name="T9" fmla="*/ 62 h 62"/>
              </a:gdLst>
              <a:ahLst/>
              <a:cxnLst>
                <a:cxn ang="0">
                  <a:pos x="T0" y="T1"/>
                </a:cxn>
                <a:cxn ang="0">
                  <a:pos x="T2" y="T3"/>
                </a:cxn>
                <a:cxn ang="0">
                  <a:pos x="T4" y="T5"/>
                </a:cxn>
                <a:cxn ang="0">
                  <a:pos x="T6" y="T7"/>
                </a:cxn>
                <a:cxn ang="0">
                  <a:pos x="T8" y="T9"/>
                </a:cxn>
              </a:cxnLst>
              <a:rect l="0" t="0" r="r" b="b"/>
              <a:pathLst>
                <a:path w="20" h="62">
                  <a:moveTo>
                    <a:pt x="15" y="62"/>
                  </a:moveTo>
                  <a:lnTo>
                    <a:pt x="0" y="62"/>
                  </a:lnTo>
                  <a:lnTo>
                    <a:pt x="5" y="0"/>
                  </a:lnTo>
                  <a:lnTo>
                    <a:pt x="20" y="0"/>
                  </a:lnTo>
                  <a:lnTo>
                    <a:pt x="1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045"/>
            </a:p>
          </p:txBody>
        </p:sp>
        <p:sp>
          <p:nvSpPr>
            <p:cNvPr id="16" name="Rectangle 11"/>
            <p:cNvSpPr>
              <a:spLocks noChangeArrowheads="1"/>
            </p:cNvSpPr>
            <p:nvPr/>
          </p:nvSpPr>
          <p:spPr bwMode="auto">
            <a:xfrm>
              <a:off x="10806113" y="5457825"/>
              <a:ext cx="46038" cy="206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2045"/>
            </a:p>
          </p:txBody>
        </p:sp>
        <p:sp>
          <p:nvSpPr>
            <p:cNvPr id="17" name="Freeform 12"/>
            <p:cNvSpPr>
              <a:spLocks/>
            </p:cNvSpPr>
            <p:nvPr/>
          </p:nvSpPr>
          <p:spPr bwMode="auto">
            <a:xfrm>
              <a:off x="10779125" y="5399088"/>
              <a:ext cx="61913" cy="98425"/>
            </a:xfrm>
            <a:custGeom>
              <a:avLst/>
              <a:gdLst>
                <a:gd name="T0" fmla="*/ 17 w 39"/>
                <a:gd name="T1" fmla="*/ 62 h 62"/>
                <a:gd name="T2" fmla="*/ 0 w 39"/>
                <a:gd name="T3" fmla="*/ 62 h 62"/>
                <a:gd name="T4" fmla="*/ 24 w 39"/>
                <a:gd name="T5" fmla="*/ 0 h 62"/>
                <a:gd name="T6" fmla="*/ 39 w 39"/>
                <a:gd name="T7" fmla="*/ 0 h 62"/>
                <a:gd name="T8" fmla="*/ 17 w 39"/>
                <a:gd name="T9" fmla="*/ 62 h 62"/>
              </a:gdLst>
              <a:ahLst/>
              <a:cxnLst>
                <a:cxn ang="0">
                  <a:pos x="T0" y="T1"/>
                </a:cxn>
                <a:cxn ang="0">
                  <a:pos x="T2" y="T3"/>
                </a:cxn>
                <a:cxn ang="0">
                  <a:pos x="T4" y="T5"/>
                </a:cxn>
                <a:cxn ang="0">
                  <a:pos x="T6" y="T7"/>
                </a:cxn>
                <a:cxn ang="0">
                  <a:pos x="T8" y="T9"/>
                </a:cxn>
              </a:cxnLst>
              <a:rect l="0" t="0" r="r" b="b"/>
              <a:pathLst>
                <a:path w="39" h="62">
                  <a:moveTo>
                    <a:pt x="17" y="62"/>
                  </a:moveTo>
                  <a:lnTo>
                    <a:pt x="0" y="62"/>
                  </a:lnTo>
                  <a:lnTo>
                    <a:pt x="24" y="0"/>
                  </a:lnTo>
                  <a:lnTo>
                    <a:pt x="39" y="0"/>
                  </a:lnTo>
                  <a:lnTo>
                    <a:pt x="17"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045"/>
            </a:p>
          </p:txBody>
        </p:sp>
        <p:sp>
          <p:nvSpPr>
            <p:cNvPr id="18" name="Freeform 13"/>
            <p:cNvSpPr>
              <a:spLocks/>
            </p:cNvSpPr>
            <p:nvPr/>
          </p:nvSpPr>
          <p:spPr bwMode="auto">
            <a:xfrm>
              <a:off x="10817225" y="5399088"/>
              <a:ext cx="57150" cy="98425"/>
            </a:xfrm>
            <a:custGeom>
              <a:avLst/>
              <a:gdLst>
                <a:gd name="T0" fmla="*/ 22 w 36"/>
                <a:gd name="T1" fmla="*/ 62 h 62"/>
                <a:gd name="T2" fmla="*/ 36 w 36"/>
                <a:gd name="T3" fmla="*/ 62 h 62"/>
                <a:gd name="T4" fmla="*/ 15 w 36"/>
                <a:gd name="T5" fmla="*/ 0 h 62"/>
                <a:gd name="T6" fmla="*/ 0 w 36"/>
                <a:gd name="T7" fmla="*/ 0 h 62"/>
                <a:gd name="T8" fmla="*/ 22 w 36"/>
                <a:gd name="T9" fmla="*/ 62 h 62"/>
              </a:gdLst>
              <a:ahLst/>
              <a:cxnLst>
                <a:cxn ang="0">
                  <a:pos x="T0" y="T1"/>
                </a:cxn>
                <a:cxn ang="0">
                  <a:pos x="T2" y="T3"/>
                </a:cxn>
                <a:cxn ang="0">
                  <a:pos x="T4" y="T5"/>
                </a:cxn>
                <a:cxn ang="0">
                  <a:pos x="T6" y="T7"/>
                </a:cxn>
                <a:cxn ang="0">
                  <a:pos x="T8" y="T9"/>
                </a:cxn>
              </a:cxnLst>
              <a:rect l="0" t="0" r="r" b="b"/>
              <a:pathLst>
                <a:path w="36" h="62">
                  <a:moveTo>
                    <a:pt x="22" y="62"/>
                  </a:moveTo>
                  <a:lnTo>
                    <a:pt x="36" y="62"/>
                  </a:lnTo>
                  <a:lnTo>
                    <a:pt x="15" y="0"/>
                  </a:lnTo>
                  <a:lnTo>
                    <a:pt x="0" y="0"/>
                  </a:lnTo>
                  <a:lnTo>
                    <a:pt x="22"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045"/>
            </a:p>
          </p:txBody>
        </p:sp>
        <p:sp>
          <p:nvSpPr>
            <p:cNvPr id="19" name="Freeform 14"/>
            <p:cNvSpPr>
              <a:spLocks/>
            </p:cNvSpPr>
            <p:nvPr/>
          </p:nvSpPr>
          <p:spPr bwMode="auto">
            <a:xfrm>
              <a:off x="10885488" y="5399088"/>
              <a:ext cx="49213" cy="98425"/>
            </a:xfrm>
            <a:custGeom>
              <a:avLst/>
              <a:gdLst>
                <a:gd name="T0" fmla="*/ 24 w 31"/>
                <a:gd name="T1" fmla="*/ 62 h 62"/>
                <a:gd name="T2" fmla="*/ 29 w 31"/>
                <a:gd name="T3" fmla="*/ 62 h 62"/>
                <a:gd name="T4" fmla="*/ 31 w 31"/>
                <a:gd name="T5" fmla="*/ 40 h 62"/>
                <a:gd name="T6" fmla="*/ 15 w 31"/>
                <a:gd name="T7" fmla="*/ 0 h 62"/>
                <a:gd name="T8" fmla="*/ 0 w 31"/>
                <a:gd name="T9" fmla="*/ 0 h 62"/>
                <a:gd name="T10" fmla="*/ 24 w 31"/>
                <a:gd name="T11" fmla="*/ 62 h 62"/>
              </a:gdLst>
              <a:ahLst/>
              <a:cxnLst>
                <a:cxn ang="0">
                  <a:pos x="T0" y="T1"/>
                </a:cxn>
                <a:cxn ang="0">
                  <a:pos x="T2" y="T3"/>
                </a:cxn>
                <a:cxn ang="0">
                  <a:pos x="T4" y="T5"/>
                </a:cxn>
                <a:cxn ang="0">
                  <a:pos x="T6" y="T7"/>
                </a:cxn>
                <a:cxn ang="0">
                  <a:pos x="T8" y="T9"/>
                </a:cxn>
                <a:cxn ang="0">
                  <a:pos x="T10" y="T11"/>
                </a:cxn>
              </a:cxnLst>
              <a:rect l="0" t="0" r="r" b="b"/>
              <a:pathLst>
                <a:path w="31" h="62">
                  <a:moveTo>
                    <a:pt x="24" y="62"/>
                  </a:moveTo>
                  <a:lnTo>
                    <a:pt x="29" y="62"/>
                  </a:lnTo>
                  <a:lnTo>
                    <a:pt x="31" y="40"/>
                  </a:lnTo>
                  <a:lnTo>
                    <a:pt x="15" y="0"/>
                  </a:lnTo>
                  <a:lnTo>
                    <a:pt x="0" y="0"/>
                  </a:lnTo>
                  <a:lnTo>
                    <a:pt x="24"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045"/>
            </a:p>
          </p:txBody>
        </p:sp>
        <p:sp>
          <p:nvSpPr>
            <p:cNvPr id="20" name="Freeform 15"/>
            <p:cNvSpPr>
              <a:spLocks/>
            </p:cNvSpPr>
            <p:nvPr/>
          </p:nvSpPr>
          <p:spPr bwMode="auto">
            <a:xfrm>
              <a:off x="10953750" y="5399088"/>
              <a:ext cx="30163" cy="98425"/>
            </a:xfrm>
            <a:custGeom>
              <a:avLst/>
              <a:gdLst>
                <a:gd name="T0" fmla="*/ 5 w 19"/>
                <a:gd name="T1" fmla="*/ 62 h 62"/>
                <a:gd name="T2" fmla="*/ 19 w 19"/>
                <a:gd name="T3" fmla="*/ 62 h 62"/>
                <a:gd name="T4" fmla="*/ 15 w 19"/>
                <a:gd name="T5" fmla="*/ 0 h 62"/>
                <a:gd name="T6" fmla="*/ 0 w 19"/>
                <a:gd name="T7" fmla="*/ 0 h 62"/>
                <a:gd name="T8" fmla="*/ 5 w 19"/>
                <a:gd name="T9" fmla="*/ 62 h 62"/>
              </a:gdLst>
              <a:ahLst/>
              <a:cxnLst>
                <a:cxn ang="0">
                  <a:pos x="T0" y="T1"/>
                </a:cxn>
                <a:cxn ang="0">
                  <a:pos x="T2" y="T3"/>
                </a:cxn>
                <a:cxn ang="0">
                  <a:pos x="T4" y="T5"/>
                </a:cxn>
                <a:cxn ang="0">
                  <a:pos x="T6" y="T7"/>
                </a:cxn>
                <a:cxn ang="0">
                  <a:pos x="T8" y="T9"/>
                </a:cxn>
              </a:cxnLst>
              <a:rect l="0" t="0" r="r" b="b"/>
              <a:pathLst>
                <a:path w="19" h="62">
                  <a:moveTo>
                    <a:pt x="5" y="62"/>
                  </a:moveTo>
                  <a:lnTo>
                    <a:pt x="19" y="62"/>
                  </a:lnTo>
                  <a:lnTo>
                    <a:pt x="15" y="0"/>
                  </a:lnTo>
                  <a:lnTo>
                    <a:pt x="0" y="0"/>
                  </a:lnTo>
                  <a:lnTo>
                    <a:pt x="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045"/>
            </a:p>
          </p:txBody>
        </p:sp>
        <p:sp>
          <p:nvSpPr>
            <p:cNvPr id="21" name="Freeform 16"/>
            <p:cNvSpPr>
              <a:spLocks/>
            </p:cNvSpPr>
            <p:nvPr/>
          </p:nvSpPr>
          <p:spPr bwMode="auto">
            <a:xfrm>
              <a:off x="10926763" y="5399088"/>
              <a:ext cx="50800" cy="98425"/>
            </a:xfrm>
            <a:custGeom>
              <a:avLst/>
              <a:gdLst>
                <a:gd name="T0" fmla="*/ 8 w 32"/>
                <a:gd name="T1" fmla="*/ 62 h 62"/>
                <a:gd name="T2" fmla="*/ 3 w 32"/>
                <a:gd name="T3" fmla="*/ 62 h 62"/>
                <a:gd name="T4" fmla="*/ 0 w 32"/>
                <a:gd name="T5" fmla="*/ 40 h 62"/>
                <a:gd name="T6" fmla="*/ 17 w 32"/>
                <a:gd name="T7" fmla="*/ 0 h 62"/>
                <a:gd name="T8" fmla="*/ 32 w 32"/>
                <a:gd name="T9" fmla="*/ 0 h 62"/>
                <a:gd name="T10" fmla="*/ 8 w 32"/>
                <a:gd name="T11" fmla="*/ 62 h 62"/>
              </a:gdLst>
              <a:ahLst/>
              <a:cxnLst>
                <a:cxn ang="0">
                  <a:pos x="T0" y="T1"/>
                </a:cxn>
                <a:cxn ang="0">
                  <a:pos x="T2" y="T3"/>
                </a:cxn>
                <a:cxn ang="0">
                  <a:pos x="T4" y="T5"/>
                </a:cxn>
                <a:cxn ang="0">
                  <a:pos x="T6" y="T7"/>
                </a:cxn>
                <a:cxn ang="0">
                  <a:pos x="T8" y="T9"/>
                </a:cxn>
                <a:cxn ang="0">
                  <a:pos x="T10" y="T11"/>
                </a:cxn>
              </a:cxnLst>
              <a:rect l="0" t="0" r="r" b="b"/>
              <a:pathLst>
                <a:path w="32" h="62">
                  <a:moveTo>
                    <a:pt x="8" y="62"/>
                  </a:moveTo>
                  <a:lnTo>
                    <a:pt x="3" y="62"/>
                  </a:lnTo>
                  <a:lnTo>
                    <a:pt x="0" y="40"/>
                  </a:lnTo>
                  <a:lnTo>
                    <a:pt x="17" y="0"/>
                  </a:lnTo>
                  <a:lnTo>
                    <a:pt x="32" y="0"/>
                  </a:lnTo>
                  <a:lnTo>
                    <a:pt x="8"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045"/>
            </a:p>
          </p:txBody>
        </p:sp>
        <p:sp>
          <p:nvSpPr>
            <p:cNvPr id="22" name="Freeform 17"/>
            <p:cNvSpPr>
              <a:spLocks/>
            </p:cNvSpPr>
            <p:nvPr/>
          </p:nvSpPr>
          <p:spPr bwMode="auto">
            <a:xfrm>
              <a:off x="10521950" y="5399088"/>
              <a:ext cx="63500" cy="50800"/>
            </a:xfrm>
            <a:custGeom>
              <a:avLst/>
              <a:gdLst>
                <a:gd name="T0" fmla="*/ 17 w 40"/>
                <a:gd name="T1" fmla="*/ 32 h 32"/>
                <a:gd name="T2" fmla="*/ 0 w 40"/>
                <a:gd name="T3" fmla="*/ 32 h 32"/>
                <a:gd name="T4" fmla="*/ 24 w 40"/>
                <a:gd name="T5" fmla="*/ 0 h 32"/>
                <a:gd name="T6" fmla="*/ 40 w 40"/>
                <a:gd name="T7" fmla="*/ 0 h 32"/>
                <a:gd name="T8" fmla="*/ 17 w 40"/>
                <a:gd name="T9" fmla="*/ 32 h 32"/>
              </a:gdLst>
              <a:ahLst/>
              <a:cxnLst>
                <a:cxn ang="0">
                  <a:pos x="T0" y="T1"/>
                </a:cxn>
                <a:cxn ang="0">
                  <a:pos x="T2" y="T3"/>
                </a:cxn>
                <a:cxn ang="0">
                  <a:pos x="T4" y="T5"/>
                </a:cxn>
                <a:cxn ang="0">
                  <a:pos x="T6" y="T7"/>
                </a:cxn>
                <a:cxn ang="0">
                  <a:pos x="T8" y="T9"/>
                </a:cxn>
              </a:cxnLst>
              <a:rect l="0" t="0" r="r" b="b"/>
              <a:pathLst>
                <a:path w="40" h="32">
                  <a:moveTo>
                    <a:pt x="17" y="32"/>
                  </a:moveTo>
                  <a:lnTo>
                    <a:pt x="0" y="32"/>
                  </a:lnTo>
                  <a:lnTo>
                    <a:pt x="24" y="0"/>
                  </a:lnTo>
                  <a:lnTo>
                    <a:pt x="40" y="0"/>
                  </a:lnTo>
                  <a:lnTo>
                    <a:pt x="17"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045"/>
            </a:p>
          </p:txBody>
        </p:sp>
        <p:sp>
          <p:nvSpPr>
            <p:cNvPr id="23" name="Freeform 18"/>
            <p:cNvSpPr>
              <a:spLocks/>
            </p:cNvSpPr>
            <p:nvPr/>
          </p:nvSpPr>
          <p:spPr bwMode="auto">
            <a:xfrm>
              <a:off x="10525125" y="5443538"/>
              <a:ext cx="65088" cy="53975"/>
            </a:xfrm>
            <a:custGeom>
              <a:avLst/>
              <a:gdLst>
                <a:gd name="T0" fmla="*/ 17 w 41"/>
                <a:gd name="T1" fmla="*/ 0 h 34"/>
                <a:gd name="T2" fmla="*/ 0 w 41"/>
                <a:gd name="T3" fmla="*/ 0 h 34"/>
                <a:gd name="T4" fmla="*/ 24 w 41"/>
                <a:gd name="T5" fmla="*/ 34 h 34"/>
                <a:gd name="T6" fmla="*/ 41 w 41"/>
                <a:gd name="T7" fmla="*/ 34 h 34"/>
                <a:gd name="T8" fmla="*/ 17 w 41"/>
                <a:gd name="T9" fmla="*/ 0 h 34"/>
              </a:gdLst>
              <a:ahLst/>
              <a:cxnLst>
                <a:cxn ang="0">
                  <a:pos x="T0" y="T1"/>
                </a:cxn>
                <a:cxn ang="0">
                  <a:pos x="T2" y="T3"/>
                </a:cxn>
                <a:cxn ang="0">
                  <a:pos x="T4" y="T5"/>
                </a:cxn>
                <a:cxn ang="0">
                  <a:pos x="T6" y="T7"/>
                </a:cxn>
                <a:cxn ang="0">
                  <a:pos x="T8" y="T9"/>
                </a:cxn>
              </a:cxnLst>
              <a:rect l="0" t="0" r="r" b="b"/>
              <a:pathLst>
                <a:path w="41" h="34">
                  <a:moveTo>
                    <a:pt x="17" y="0"/>
                  </a:moveTo>
                  <a:lnTo>
                    <a:pt x="0" y="0"/>
                  </a:lnTo>
                  <a:lnTo>
                    <a:pt x="24" y="34"/>
                  </a:lnTo>
                  <a:lnTo>
                    <a:pt x="41" y="34"/>
                  </a:lnTo>
                  <a:lnTo>
                    <a:pt x="1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045"/>
            </a:p>
          </p:txBody>
        </p:sp>
        <p:sp>
          <p:nvSpPr>
            <p:cNvPr id="24" name="Freeform 19"/>
            <p:cNvSpPr>
              <a:spLocks/>
            </p:cNvSpPr>
            <p:nvPr/>
          </p:nvSpPr>
          <p:spPr bwMode="auto">
            <a:xfrm>
              <a:off x="10726738" y="5446713"/>
              <a:ext cx="49213" cy="50800"/>
            </a:xfrm>
            <a:custGeom>
              <a:avLst/>
              <a:gdLst>
                <a:gd name="T0" fmla="*/ 14 w 31"/>
                <a:gd name="T1" fmla="*/ 0 h 32"/>
                <a:gd name="T2" fmla="*/ 0 w 31"/>
                <a:gd name="T3" fmla="*/ 0 h 32"/>
                <a:gd name="T4" fmla="*/ 14 w 31"/>
                <a:gd name="T5" fmla="*/ 32 h 32"/>
                <a:gd name="T6" fmla="*/ 31 w 31"/>
                <a:gd name="T7" fmla="*/ 32 h 32"/>
                <a:gd name="T8" fmla="*/ 14 w 31"/>
                <a:gd name="T9" fmla="*/ 0 h 32"/>
              </a:gdLst>
              <a:ahLst/>
              <a:cxnLst>
                <a:cxn ang="0">
                  <a:pos x="T0" y="T1"/>
                </a:cxn>
                <a:cxn ang="0">
                  <a:pos x="T2" y="T3"/>
                </a:cxn>
                <a:cxn ang="0">
                  <a:pos x="T4" y="T5"/>
                </a:cxn>
                <a:cxn ang="0">
                  <a:pos x="T6" y="T7"/>
                </a:cxn>
                <a:cxn ang="0">
                  <a:pos x="T8" y="T9"/>
                </a:cxn>
              </a:cxnLst>
              <a:rect l="0" t="0" r="r" b="b"/>
              <a:pathLst>
                <a:path w="31" h="32">
                  <a:moveTo>
                    <a:pt x="14" y="0"/>
                  </a:moveTo>
                  <a:lnTo>
                    <a:pt x="0" y="0"/>
                  </a:lnTo>
                  <a:lnTo>
                    <a:pt x="14" y="32"/>
                  </a:lnTo>
                  <a:lnTo>
                    <a:pt x="31" y="32"/>
                  </a:lnTo>
                  <a:lnTo>
                    <a:pt x="1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045"/>
            </a:p>
          </p:txBody>
        </p:sp>
        <p:sp>
          <p:nvSpPr>
            <p:cNvPr id="25" name="Freeform 20"/>
            <p:cNvSpPr>
              <a:spLocks/>
            </p:cNvSpPr>
            <p:nvPr/>
          </p:nvSpPr>
          <p:spPr bwMode="auto">
            <a:xfrm>
              <a:off x="10991850" y="5395913"/>
              <a:ext cx="79375" cy="101600"/>
            </a:xfrm>
            <a:custGeom>
              <a:avLst/>
              <a:gdLst>
                <a:gd name="T0" fmla="*/ 18 w 21"/>
                <a:gd name="T1" fmla="*/ 18 h 26"/>
                <a:gd name="T2" fmla="*/ 13 w 21"/>
                <a:gd name="T3" fmla="*/ 20 h 26"/>
                <a:gd name="T4" fmla="*/ 6 w 21"/>
                <a:gd name="T5" fmla="*/ 13 h 26"/>
                <a:gd name="T6" fmla="*/ 13 w 21"/>
                <a:gd name="T7" fmla="*/ 7 h 26"/>
                <a:gd name="T8" fmla="*/ 18 w 21"/>
                <a:gd name="T9" fmla="*/ 9 h 26"/>
                <a:gd name="T10" fmla="*/ 21 w 21"/>
                <a:gd name="T11" fmla="*/ 3 h 26"/>
                <a:gd name="T12" fmla="*/ 13 w 21"/>
                <a:gd name="T13" fmla="*/ 0 h 26"/>
                <a:gd name="T14" fmla="*/ 0 w 21"/>
                <a:gd name="T15" fmla="*/ 13 h 26"/>
                <a:gd name="T16" fmla="*/ 13 w 21"/>
                <a:gd name="T17" fmla="*/ 26 h 26"/>
                <a:gd name="T18" fmla="*/ 21 w 21"/>
                <a:gd name="T19" fmla="*/ 23 h 26"/>
                <a:gd name="T20" fmla="*/ 18 w 21"/>
                <a:gd name="T21" fmla="*/ 18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26">
                  <a:moveTo>
                    <a:pt x="18" y="18"/>
                  </a:moveTo>
                  <a:cubicBezTo>
                    <a:pt x="17" y="19"/>
                    <a:pt x="15" y="20"/>
                    <a:pt x="13" y="20"/>
                  </a:cubicBezTo>
                  <a:cubicBezTo>
                    <a:pt x="9" y="20"/>
                    <a:pt x="6" y="17"/>
                    <a:pt x="6" y="13"/>
                  </a:cubicBezTo>
                  <a:cubicBezTo>
                    <a:pt x="6" y="10"/>
                    <a:pt x="9" y="7"/>
                    <a:pt x="13" y="7"/>
                  </a:cubicBezTo>
                  <a:cubicBezTo>
                    <a:pt x="15" y="7"/>
                    <a:pt x="17" y="7"/>
                    <a:pt x="18" y="9"/>
                  </a:cubicBezTo>
                  <a:cubicBezTo>
                    <a:pt x="18" y="7"/>
                    <a:pt x="19" y="5"/>
                    <a:pt x="21" y="3"/>
                  </a:cubicBezTo>
                  <a:cubicBezTo>
                    <a:pt x="19" y="1"/>
                    <a:pt x="16" y="0"/>
                    <a:pt x="13" y="0"/>
                  </a:cubicBezTo>
                  <a:cubicBezTo>
                    <a:pt x="6" y="0"/>
                    <a:pt x="0" y="6"/>
                    <a:pt x="0" y="13"/>
                  </a:cubicBezTo>
                  <a:cubicBezTo>
                    <a:pt x="0" y="20"/>
                    <a:pt x="6" y="26"/>
                    <a:pt x="13" y="26"/>
                  </a:cubicBezTo>
                  <a:cubicBezTo>
                    <a:pt x="16" y="26"/>
                    <a:pt x="19" y="25"/>
                    <a:pt x="21" y="23"/>
                  </a:cubicBezTo>
                  <a:cubicBezTo>
                    <a:pt x="19" y="22"/>
                    <a:pt x="18" y="20"/>
                    <a:pt x="18"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045"/>
            </a:p>
          </p:txBody>
        </p:sp>
        <p:sp>
          <p:nvSpPr>
            <p:cNvPr id="26" name="Freeform 21"/>
            <p:cNvSpPr>
              <a:spLocks noEditPoints="1"/>
            </p:cNvSpPr>
            <p:nvPr/>
          </p:nvSpPr>
          <p:spPr bwMode="auto">
            <a:xfrm>
              <a:off x="10882313"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045"/>
            </a:p>
          </p:txBody>
        </p:sp>
        <p:sp>
          <p:nvSpPr>
            <p:cNvPr id="27" name="Freeform 22"/>
            <p:cNvSpPr>
              <a:spLocks/>
            </p:cNvSpPr>
            <p:nvPr/>
          </p:nvSpPr>
          <p:spPr bwMode="auto">
            <a:xfrm>
              <a:off x="10942638" y="5518150"/>
              <a:ext cx="34925" cy="58738"/>
            </a:xfrm>
            <a:custGeom>
              <a:avLst/>
              <a:gdLst>
                <a:gd name="T0" fmla="*/ 0 w 22"/>
                <a:gd name="T1" fmla="*/ 37 h 37"/>
                <a:gd name="T2" fmla="*/ 0 w 22"/>
                <a:gd name="T3" fmla="*/ 0 h 37"/>
                <a:gd name="T4" fmla="*/ 22 w 22"/>
                <a:gd name="T5" fmla="*/ 0 h 37"/>
                <a:gd name="T6" fmla="*/ 22 w 22"/>
                <a:gd name="T7" fmla="*/ 4 h 37"/>
                <a:gd name="T8" fmla="*/ 5 w 22"/>
                <a:gd name="T9" fmla="*/ 4 h 37"/>
                <a:gd name="T10" fmla="*/ 5 w 22"/>
                <a:gd name="T11" fmla="*/ 14 h 37"/>
                <a:gd name="T12" fmla="*/ 19 w 22"/>
                <a:gd name="T13" fmla="*/ 14 h 37"/>
                <a:gd name="T14" fmla="*/ 19 w 22"/>
                <a:gd name="T15" fmla="*/ 19 h 37"/>
                <a:gd name="T16" fmla="*/ 5 w 22"/>
                <a:gd name="T17" fmla="*/ 19 h 37"/>
                <a:gd name="T18" fmla="*/ 5 w 22"/>
                <a:gd name="T19" fmla="*/ 32 h 37"/>
                <a:gd name="T20" fmla="*/ 22 w 22"/>
                <a:gd name="T21" fmla="*/ 32 h 37"/>
                <a:gd name="T22" fmla="*/ 22 w 22"/>
                <a:gd name="T23" fmla="*/ 37 h 37"/>
                <a:gd name="T24" fmla="*/ 0 w 22"/>
                <a:gd name="T25"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 h="37">
                  <a:moveTo>
                    <a:pt x="0" y="37"/>
                  </a:moveTo>
                  <a:lnTo>
                    <a:pt x="0" y="0"/>
                  </a:lnTo>
                  <a:lnTo>
                    <a:pt x="22" y="0"/>
                  </a:lnTo>
                  <a:lnTo>
                    <a:pt x="22" y="4"/>
                  </a:lnTo>
                  <a:lnTo>
                    <a:pt x="5" y="4"/>
                  </a:lnTo>
                  <a:lnTo>
                    <a:pt x="5" y="14"/>
                  </a:lnTo>
                  <a:lnTo>
                    <a:pt x="19" y="14"/>
                  </a:lnTo>
                  <a:lnTo>
                    <a:pt x="19" y="19"/>
                  </a:lnTo>
                  <a:lnTo>
                    <a:pt x="5" y="19"/>
                  </a:lnTo>
                  <a:lnTo>
                    <a:pt x="5" y="32"/>
                  </a:lnTo>
                  <a:lnTo>
                    <a:pt x="22" y="32"/>
                  </a:lnTo>
                  <a:lnTo>
                    <a:pt x="22" y="37"/>
                  </a:lnTo>
                  <a:lnTo>
                    <a:pt x="0"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045"/>
            </a:p>
          </p:txBody>
        </p:sp>
        <p:sp>
          <p:nvSpPr>
            <p:cNvPr id="28" name="Rectangle 23"/>
            <p:cNvSpPr>
              <a:spLocks noChangeArrowheads="1"/>
            </p:cNvSpPr>
            <p:nvPr/>
          </p:nvSpPr>
          <p:spPr bwMode="auto">
            <a:xfrm>
              <a:off x="11002963" y="5518150"/>
              <a:ext cx="7938" cy="587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2045"/>
            </a:p>
          </p:txBody>
        </p:sp>
        <p:sp>
          <p:nvSpPr>
            <p:cNvPr id="29" name="Freeform 24"/>
            <p:cNvSpPr>
              <a:spLocks/>
            </p:cNvSpPr>
            <p:nvPr/>
          </p:nvSpPr>
          <p:spPr bwMode="auto">
            <a:xfrm>
              <a:off x="11037888" y="5518150"/>
              <a:ext cx="33338" cy="58738"/>
            </a:xfrm>
            <a:custGeom>
              <a:avLst/>
              <a:gdLst>
                <a:gd name="T0" fmla="*/ 14 w 21"/>
                <a:gd name="T1" fmla="*/ 4 h 37"/>
                <a:gd name="T2" fmla="*/ 14 w 21"/>
                <a:gd name="T3" fmla="*/ 37 h 37"/>
                <a:gd name="T4" fmla="*/ 9 w 21"/>
                <a:gd name="T5" fmla="*/ 37 h 37"/>
                <a:gd name="T6" fmla="*/ 9 w 21"/>
                <a:gd name="T7" fmla="*/ 4 h 37"/>
                <a:gd name="T8" fmla="*/ 0 w 21"/>
                <a:gd name="T9" fmla="*/ 4 h 37"/>
                <a:gd name="T10" fmla="*/ 0 w 21"/>
                <a:gd name="T11" fmla="*/ 0 h 37"/>
                <a:gd name="T12" fmla="*/ 21 w 21"/>
                <a:gd name="T13" fmla="*/ 0 h 37"/>
                <a:gd name="T14" fmla="*/ 21 w 21"/>
                <a:gd name="T15" fmla="*/ 4 h 37"/>
                <a:gd name="T16" fmla="*/ 14 w 21"/>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 h="37">
                  <a:moveTo>
                    <a:pt x="14" y="4"/>
                  </a:moveTo>
                  <a:lnTo>
                    <a:pt x="14" y="37"/>
                  </a:lnTo>
                  <a:lnTo>
                    <a:pt x="9" y="37"/>
                  </a:lnTo>
                  <a:lnTo>
                    <a:pt x="9" y="4"/>
                  </a:lnTo>
                  <a:lnTo>
                    <a:pt x="0" y="4"/>
                  </a:lnTo>
                  <a:lnTo>
                    <a:pt x="0" y="0"/>
                  </a:lnTo>
                  <a:lnTo>
                    <a:pt x="21" y="0"/>
                  </a:lnTo>
                  <a:lnTo>
                    <a:pt x="21" y="4"/>
                  </a:lnTo>
                  <a:lnTo>
                    <a:pt x="14"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045"/>
            </a:p>
          </p:txBody>
        </p:sp>
        <p:sp>
          <p:nvSpPr>
            <p:cNvPr id="30" name="Freeform 25"/>
            <p:cNvSpPr>
              <a:spLocks/>
            </p:cNvSpPr>
            <p:nvPr/>
          </p:nvSpPr>
          <p:spPr bwMode="auto">
            <a:xfrm>
              <a:off x="11095038" y="5518150"/>
              <a:ext cx="33338" cy="58738"/>
            </a:xfrm>
            <a:custGeom>
              <a:avLst/>
              <a:gdLst>
                <a:gd name="T0" fmla="*/ 5 w 9"/>
                <a:gd name="T1" fmla="*/ 15 h 15"/>
                <a:gd name="T2" fmla="*/ 0 w 9"/>
                <a:gd name="T3" fmla="*/ 13 h 15"/>
                <a:gd name="T4" fmla="*/ 1 w 9"/>
                <a:gd name="T5" fmla="*/ 11 h 15"/>
                <a:gd name="T6" fmla="*/ 5 w 9"/>
                <a:gd name="T7" fmla="*/ 13 h 15"/>
                <a:gd name="T8" fmla="*/ 7 w 9"/>
                <a:gd name="T9" fmla="*/ 11 h 15"/>
                <a:gd name="T10" fmla="*/ 7 w 9"/>
                <a:gd name="T11" fmla="*/ 9 h 15"/>
                <a:gd name="T12" fmla="*/ 5 w 9"/>
                <a:gd name="T13" fmla="*/ 8 h 15"/>
                <a:gd name="T14" fmla="*/ 4 w 9"/>
                <a:gd name="T15" fmla="*/ 8 h 15"/>
                <a:gd name="T16" fmla="*/ 1 w 9"/>
                <a:gd name="T17" fmla="*/ 7 h 15"/>
                <a:gd name="T18" fmla="*/ 0 w 9"/>
                <a:gd name="T19" fmla="*/ 4 h 15"/>
                <a:gd name="T20" fmla="*/ 5 w 9"/>
                <a:gd name="T21" fmla="*/ 0 h 15"/>
                <a:gd name="T22" fmla="*/ 9 w 9"/>
                <a:gd name="T23" fmla="*/ 2 h 15"/>
                <a:gd name="T24" fmla="*/ 8 w 9"/>
                <a:gd name="T25" fmla="*/ 3 h 15"/>
                <a:gd name="T26" fmla="*/ 5 w 9"/>
                <a:gd name="T27" fmla="*/ 2 h 15"/>
                <a:gd name="T28" fmla="*/ 2 w 9"/>
                <a:gd name="T29" fmla="*/ 4 h 15"/>
                <a:gd name="T30" fmla="*/ 3 w 9"/>
                <a:gd name="T31" fmla="*/ 5 h 15"/>
                <a:gd name="T32" fmla="*/ 4 w 9"/>
                <a:gd name="T33" fmla="*/ 6 h 15"/>
                <a:gd name="T34" fmla="*/ 6 w 9"/>
                <a:gd name="T35" fmla="*/ 6 h 15"/>
                <a:gd name="T36" fmla="*/ 8 w 9"/>
                <a:gd name="T37" fmla="*/ 8 h 15"/>
                <a:gd name="T38" fmla="*/ 9 w 9"/>
                <a:gd name="T39" fmla="*/ 11 h 15"/>
                <a:gd name="T40" fmla="*/ 5 w 9"/>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 h="15">
                  <a:moveTo>
                    <a:pt x="5" y="15"/>
                  </a:moveTo>
                  <a:cubicBezTo>
                    <a:pt x="3" y="15"/>
                    <a:pt x="1" y="14"/>
                    <a:pt x="0" y="13"/>
                  </a:cubicBezTo>
                  <a:cubicBezTo>
                    <a:pt x="1" y="11"/>
                    <a:pt x="1" y="11"/>
                    <a:pt x="1" y="11"/>
                  </a:cubicBezTo>
                  <a:cubicBezTo>
                    <a:pt x="2" y="13"/>
                    <a:pt x="3" y="13"/>
                    <a:pt x="5" y="13"/>
                  </a:cubicBezTo>
                  <a:cubicBezTo>
                    <a:pt x="6" y="13"/>
                    <a:pt x="7" y="12"/>
                    <a:pt x="7" y="11"/>
                  </a:cubicBezTo>
                  <a:cubicBezTo>
                    <a:pt x="7" y="10"/>
                    <a:pt x="7" y="9"/>
                    <a:pt x="7" y="9"/>
                  </a:cubicBezTo>
                  <a:cubicBezTo>
                    <a:pt x="7" y="9"/>
                    <a:pt x="6" y="9"/>
                    <a:pt x="5" y="8"/>
                  </a:cubicBezTo>
                  <a:cubicBezTo>
                    <a:pt x="4" y="8"/>
                    <a:pt x="4" y="8"/>
                    <a:pt x="4" y="8"/>
                  </a:cubicBezTo>
                  <a:cubicBezTo>
                    <a:pt x="3" y="8"/>
                    <a:pt x="2" y="8"/>
                    <a:pt x="1" y="7"/>
                  </a:cubicBezTo>
                  <a:cubicBezTo>
                    <a:pt x="1" y="6"/>
                    <a:pt x="0" y="5"/>
                    <a:pt x="0" y="4"/>
                  </a:cubicBezTo>
                  <a:cubicBezTo>
                    <a:pt x="0" y="2"/>
                    <a:pt x="2" y="0"/>
                    <a:pt x="5" y="0"/>
                  </a:cubicBezTo>
                  <a:cubicBezTo>
                    <a:pt x="7" y="0"/>
                    <a:pt x="8" y="0"/>
                    <a:pt x="9" y="2"/>
                  </a:cubicBezTo>
                  <a:cubicBezTo>
                    <a:pt x="8" y="3"/>
                    <a:pt x="8" y="3"/>
                    <a:pt x="8" y="3"/>
                  </a:cubicBezTo>
                  <a:cubicBezTo>
                    <a:pt x="7" y="2"/>
                    <a:pt x="6" y="2"/>
                    <a:pt x="5" y="2"/>
                  </a:cubicBezTo>
                  <a:cubicBezTo>
                    <a:pt x="3" y="2"/>
                    <a:pt x="2" y="3"/>
                    <a:pt x="2" y="4"/>
                  </a:cubicBezTo>
                  <a:cubicBezTo>
                    <a:pt x="2" y="5"/>
                    <a:pt x="2" y="5"/>
                    <a:pt x="3" y="5"/>
                  </a:cubicBezTo>
                  <a:cubicBezTo>
                    <a:pt x="3" y="6"/>
                    <a:pt x="4" y="6"/>
                    <a:pt x="4" y="6"/>
                  </a:cubicBezTo>
                  <a:cubicBezTo>
                    <a:pt x="6" y="6"/>
                    <a:pt x="6" y="6"/>
                    <a:pt x="6" y="6"/>
                  </a:cubicBezTo>
                  <a:cubicBezTo>
                    <a:pt x="7" y="7"/>
                    <a:pt x="8" y="7"/>
                    <a:pt x="8" y="8"/>
                  </a:cubicBezTo>
                  <a:cubicBezTo>
                    <a:pt x="9" y="8"/>
                    <a:pt x="9" y="9"/>
                    <a:pt x="9" y="11"/>
                  </a:cubicBezTo>
                  <a:cubicBezTo>
                    <a:pt x="9" y="13"/>
                    <a:pt x="7"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045"/>
            </a:p>
          </p:txBody>
        </p:sp>
        <p:sp>
          <p:nvSpPr>
            <p:cNvPr id="31" name="Freeform 26"/>
            <p:cNvSpPr>
              <a:spLocks noEditPoints="1"/>
            </p:cNvSpPr>
            <p:nvPr/>
          </p:nvSpPr>
          <p:spPr bwMode="auto">
            <a:xfrm>
              <a:off x="11174413" y="5518150"/>
              <a:ext cx="41275" cy="58738"/>
            </a:xfrm>
            <a:custGeom>
              <a:avLst/>
              <a:gdLst>
                <a:gd name="T0" fmla="*/ 9 w 11"/>
                <a:gd name="T1" fmla="*/ 15 h 15"/>
                <a:gd name="T2" fmla="*/ 8 w 11"/>
                <a:gd name="T3" fmla="*/ 13 h 15"/>
                <a:gd name="T4" fmla="*/ 4 w 11"/>
                <a:gd name="T5" fmla="*/ 15 h 15"/>
                <a:gd name="T6" fmla="*/ 0 w 11"/>
                <a:gd name="T7" fmla="*/ 10 h 15"/>
                <a:gd name="T8" fmla="*/ 2 w 11"/>
                <a:gd name="T9" fmla="*/ 6 h 15"/>
                <a:gd name="T10" fmla="*/ 1 w 11"/>
                <a:gd name="T11" fmla="*/ 3 h 15"/>
                <a:gd name="T12" fmla="*/ 4 w 11"/>
                <a:gd name="T13" fmla="*/ 0 h 15"/>
                <a:gd name="T14" fmla="*/ 7 w 11"/>
                <a:gd name="T15" fmla="*/ 3 h 15"/>
                <a:gd name="T16" fmla="*/ 6 w 11"/>
                <a:gd name="T17" fmla="*/ 6 h 15"/>
                <a:gd name="T18" fmla="*/ 5 w 11"/>
                <a:gd name="T19" fmla="*/ 7 h 15"/>
                <a:gd name="T20" fmla="*/ 8 w 11"/>
                <a:gd name="T21" fmla="*/ 10 h 15"/>
                <a:gd name="T22" fmla="*/ 8 w 11"/>
                <a:gd name="T23" fmla="*/ 7 h 15"/>
                <a:gd name="T24" fmla="*/ 10 w 11"/>
                <a:gd name="T25" fmla="*/ 7 h 15"/>
                <a:gd name="T26" fmla="*/ 9 w 11"/>
                <a:gd name="T27" fmla="*/ 12 h 15"/>
                <a:gd name="T28" fmla="*/ 11 w 11"/>
                <a:gd name="T29" fmla="*/ 15 h 15"/>
                <a:gd name="T30" fmla="*/ 9 w 11"/>
                <a:gd name="T31" fmla="*/ 15 h 15"/>
                <a:gd name="T32" fmla="*/ 3 w 11"/>
                <a:gd name="T33" fmla="*/ 8 h 15"/>
                <a:gd name="T34" fmla="*/ 2 w 11"/>
                <a:gd name="T35" fmla="*/ 10 h 15"/>
                <a:gd name="T36" fmla="*/ 4 w 11"/>
                <a:gd name="T37" fmla="*/ 13 h 15"/>
                <a:gd name="T38" fmla="*/ 6 w 11"/>
                <a:gd name="T39" fmla="*/ 12 h 15"/>
                <a:gd name="T40" fmla="*/ 3 w 11"/>
                <a:gd name="T41" fmla="*/ 8 h 15"/>
                <a:gd name="T42" fmla="*/ 4 w 11"/>
                <a:gd name="T43" fmla="*/ 2 h 15"/>
                <a:gd name="T44" fmla="*/ 3 w 11"/>
                <a:gd name="T45" fmla="*/ 3 h 15"/>
                <a:gd name="T46" fmla="*/ 4 w 11"/>
                <a:gd name="T47" fmla="*/ 5 h 15"/>
                <a:gd name="T48" fmla="*/ 5 w 11"/>
                <a:gd name="T49" fmla="*/ 5 h 15"/>
                <a:gd name="T50" fmla="*/ 5 w 11"/>
                <a:gd name="T51" fmla="*/ 3 h 15"/>
                <a:gd name="T52" fmla="*/ 4 w 11"/>
                <a:gd name="T5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1" h="15">
                  <a:moveTo>
                    <a:pt x="9" y="15"/>
                  </a:moveTo>
                  <a:cubicBezTo>
                    <a:pt x="8" y="13"/>
                    <a:pt x="8" y="13"/>
                    <a:pt x="8" y="13"/>
                  </a:cubicBezTo>
                  <a:cubicBezTo>
                    <a:pt x="7" y="14"/>
                    <a:pt x="6" y="15"/>
                    <a:pt x="4" y="15"/>
                  </a:cubicBezTo>
                  <a:cubicBezTo>
                    <a:pt x="1" y="15"/>
                    <a:pt x="0" y="13"/>
                    <a:pt x="0" y="10"/>
                  </a:cubicBezTo>
                  <a:cubicBezTo>
                    <a:pt x="0" y="8"/>
                    <a:pt x="1" y="7"/>
                    <a:pt x="2" y="6"/>
                  </a:cubicBezTo>
                  <a:cubicBezTo>
                    <a:pt x="2" y="6"/>
                    <a:pt x="1" y="5"/>
                    <a:pt x="1" y="3"/>
                  </a:cubicBezTo>
                  <a:cubicBezTo>
                    <a:pt x="1" y="1"/>
                    <a:pt x="2" y="0"/>
                    <a:pt x="4" y="0"/>
                  </a:cubicBezTo>
                  <a:cubicBezTo>
                    <a:pt x="6" y="0"/>
                    <a:pt x="7" y="1"/>
                    <a:pt x="7" y="3"/>
                  </a:cubicBezTo>
                  <a:cubicBezTo>
                    <a:pt x="7" y="4"/>
                    <a:pt x="7" y="5"/>
                    <a:pt x="6" y="6"/>
                  </a:cubicBezTo>
                  <a:cubicBezTo>
                    <a:pt x="6" y="6"/>
                    <a:pt x="5" y="6"/>
                    <a:pt x="5" y="7"/>
                  </a:cubicBezTo>
                  <a:cubicBezTo>
                    <a:pt x="8" y="10"/>
                    <a:pt x="8" y="10"/>
                    <a:pt x="8" y="10"/>
                  </a:cubicBezTo>
                  <a:cubicBezTo>
                    <a:pt x="8" y="9"/>
                    <a:pt x="8" y="9"/>
                    <a:pt x="8" y="7"/>
                  </a:cubicBezTo>
                  <a:cubicBezTo>
                    <a:pt x="10" y="7"/>
                    <a:pt x="10" y="7"/>
                    <a:pt x="10" y="7"/>
                  </a:cubicBezTo>
                  <a:cubicBezTo>
                    <a:pt x="10" y="9"/>
                    <a:pt x="10" y="11"/>
                    <a:pt x="9" y="12"/>
                  </a:cubicBezTo>
                  <a:cubicBezTo>
                    <a:pt x="11" y="15"/>
                    <a:pt x="11" y="15"/>
                    <a:pt x="11" y="15"/>
                  </a:cubicBezTo>
                  <a:lnTo>
                    <a:pt x="9" y="15"/>
                  </a:lnTo>
                  <a:close/>
                  <a:moveTo>
                    <a:pt x="3" y="8"/>
                  </a:moveTo>
                  <a:cubicBezTo>
                    <a:pt x="2" y="8"/>
                    <a:pt x="2" y="9"/>
                    <a:pt x="2" y="10"/>
                  </a:cubicBezTo>
                  <a:cubicBezTo>
                    <a:pt x="2" y="12"/>
                    <a:pt x="3" y="13"/>
                    <a:pt x="4" y="13"/>
                  </a:cubicBezTo>
                  <a:cubicBezTo>
                    <a:pt x="5" y="13"/>
                    <a:pt x="6" y="13"/>
                    <a:pt x="6" y="12"/>
                  </a:cubicBezTo>
                  <a:lnTo>
                    <a:pt x="3" y="8"/>
                  </a:lnTo>
                  <a:close/>
                  <a:moveTo>
                    <a:pt x="4" y="2"/>
                  </a:moveTo>
                  <a:cubicBezTo>
                    <a:pt x="3" y="2"/>
                    <a:pt x="3" y="2"/>
                    <a:pt x="3" y="3"/>
                  </a:cubicBezTo>
                  <a:cubicBezTo>
                    <a:pt x="3" y="4"/>
                    <a:pt x="3" y="4"/>
                    <a:pt x="4" y="5"/>
                  </a:cubicBezTo>
                  <a:cubicBezTo>
                    <a:pt x="4" y="5"/>
                    <a:pt x="5" y="5"/>
                    <a:pt x="5" y="5"/>
                  </a:cubicBezTo>
                  <a:cubicBezTo>
                    <a:pt x="5" y="4"/>
                    <a:pt x="5" y="4"/>
                    <a:pt x="5" y="3"/>
                  </a:cubicBezTo>
                  <a:cubicBezTo>
                    <a:pt x="5" y="2"/>
                    <a:pt x="5" y="2"/>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045"/>
            </a:p>
          </p:txBody>
        </p:sp>
        <p:sp>
          <p:nvSpPr>
            <p:cNvPr id="32" name="Freeform 27"/>
            <p:cNvSpPr>
              <a:spLocks/>
            </p:cNvSpPr>
            <p:nvPr/>
          </p:nvSpPr>
          <p:spPr bwMode="auto">
            <a:xfrm>
              <a:off x="11256963" y="5518150"/>
              <a:ext cx="34925" cy="58738"/>
            </a:xfrm>
            <a:custGeom>
              <a:avLst/>
              <a:gdLst>
                <a:gd name="T0" fmla="*/ 12 w 22"/>
                <a:gd name="T1" fmla="*/ 4 h 37"/>
                <a:gd name="T2" fmla="*/ 12 w 22"/>
                <a:gd name="T3" fmla="*/ 37 h 37"/>
                <a:gd name="T4" fmla="*/ 7 w 22"/>
                <a:gd name="T5" fmla="*/ 37 h 37"/>
                <a:gd name="T6" fmla="*/ 7 w 22"/>
                <a:gd name="T7" fmla="*/ 4 h 37"/>
                <a:gd name="T8" fmla="*/ 0 w 22"/>
                <a:gd name="T9" fmla="*/ 4 h 37"/>
                <a:gd name="T10" fmla="*/ 0 w 22"/>
                <a:gd name="T11" fmla="*/ 0 h 37"/>
                <a:gd name="T12" fmla="*/ 22 w 22"/>
                <a:gd name="T13" fmla="*/ 0 h 37"/>
                <a:gd name="T14" fmla="*/ 22 w 22"/>
                <a:gd name="T15" fmla="*/ 4 h 37"/>
                <a:gd name="T16" fmla="*/ 12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2" y="4"/>
                  </a:moveTo>
                  <a:lnTo>
                    <a:pt x="12" y="37"/>
                  </a:lnTo>
                  <a:lnTo>
                    <a:pt x="7" y="37"/>
                  </a:lnTo>
                  <a:lnTo>
                    <a:pt x="7" y="4"/>
                  </a:lnTo>
                  <a:lnTo>
                    <a:pt x="0" y="4"/>
                  </a:lnTo>
                  <a:lnTo>
                    <a:pt x="0" y="0"/>
                  </a:lnTo>
                  <a:lnTo>
                    <a:pt x="22" y="0"/>
                  </a:lnTo>
                  <a:lnTo>
                    <a:pt x="22" y="4"/>
                  </a:lnTo>
                  <a:lnTo>
                    <a:pt x="12"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045"/>
            </a:p>
          </p:txBody>
        </p:sp>
        <p:sp>
          <p:nvSpPr>
            <p:cNvPr id="33" name="Freeform 28"/>
            <p:cNvSpPr>
              <a:spLocks noEditPoints="1"/>
            </p:cNvSpPr>
            <p:nvPr/>
          </p:nvSpPr>
          <p:spPr bwMode="auto">
            <a:xfrm>
              <a:off x="11318875"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045"/>
            </a:p>
          </p:txBody>
        </p:sp>
        <p:sp>
          <p:nvSpPr>
            <p:cNvPr id="34" name="Freeform 29"/>
            <p:cNvSpPr>
              <a:spLocks/>
            </p:cNvSpPr>
            <p:nvPr/>
          </p:nvSpPr>
          <p:spPr bwMode="auto">
            <a:xfrm>
              <a:off x="11379200" y="5518150"/>
              <a:ext cx="38100" cy="58738"/>
            </a:xfrm>
            <a:custGeom>
              <a:avLst/>
              <a:gdLst>
                <a:gd name="T0" fmla="*/ 5 w 10"/>
                <a:gd name="T1" fmla="*/ 15 h 15"/>
                <a:gd name="T2" fmla="*/ 0 w 10"/>
                <a:gd name="T3" fmla="*/ 10 h 15"/>
                <a:gd name="T4" fmla="*/ 0 w 10"/>
                <a:gd name="T5" fmla="*/ 0 h 15"/>
                <a:gd name="T6" fmla="*/ 2 w 10"/>
                <a:gd name="T7" fmla="*/ 0 h 15"/>
                <a:gd name="T8" fmla="*/ 2 w 10"/>
                <a:gd name="T9" fmla="*/ 10 h 15"/>
                <a:gd name="T10" fmla="*/ 5 w 10"/>
                <a:gd name="T11" fmla="*/ 13 h 15"/>
                <a:gd name="T12" fmla="*/ 8 w 10"/>
                <a:gd name="T13" fmla="*/ 10 h 15"/>
                <a:gd name="T14" fmla="*/ 8 w 10"/>
                <a:gd name="T15" fmla="*/ 0 h 15"/>
                <a:gd name="T16" fmla="*/ 10 w 10"/>
                <a:gd name="T17" fmla="*/ 0 h 15"/>
                <a:gd name="T18" fmla="*/ 10 w 10"/>
                <a:gd name="T19" fmla="*/ 10 h 15"/>
                <a:gd name="T20" fmla="*/ 5 w 10"/>
                <a:gd name="T2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 h="15">
                  <a:moveTo>
                    <a:pt x="5" y="15"/>
                  </a:moveTo>
                  <a:cubicBezTo>
                    <a:pt x="2" y="15"/>
                    <a:pt x="0" y="13"/>
                    <a:pt x="0" y="10"/>
                  </a:cubicBezTo>
                  <a:cubicBezTo>
                    <a:pt x="0" y="0"/>
                    <a:pt x="0" y="0"/>
                    <a:pt x="0" y="0"/>
                  </a:cubicBezTo>
                  <a:cubicBezTo>
                    <a:pt x="2" y="0"/>
                    <a:pt x="2" y="0"/>
                    <a:pt x="2" y="0"/>
                  </a:cubicBezTo>
                  <a:cubicBezTo>
                    <a:pt x="2" y="10"/>
                    <a:pt x="2" y="10"/>
                    <a:pt x="2" y="10"/>
                  </a:cubicBezTo>
                  <a:cubicBezTo>
                    <a:pt x="2" y="12"/>
                    <a:pt x="3" y="13"/>
                    <a:pt x="5" y="13"/>
                  </a:cubicBezTo>
                  <a:cubicBezTo>
                    <a:pt x="7" y="13"/>
                    <a:pt x="8" y="12"/>
                    <a:pt x="8" y="10"/>
                  </a:cubicBezTo>
                  <a:cubicBezTo>
                    <a:pt x="8" y="0"/>
                    <a:pt x="8" y="0"/>
                    <a:pt x="8" y="0"/>
                  </a:cubicBezTo>
                  <a:cubicBezTo>
                    <a:pt x="10" y="0"/>
                    <a:pt x="10" y="0"/>
                    <a:pt x="10" y="0"/>
                  </a:cubicBezTo>
                  <a:cubicBezTo>
                    <a:pt x="10" y="10"/>
                    <a:pt x="10" y="10"/>
                    <a:pt x="10" y="10"/>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045"/>
            </a:p>
          </p:txBody>
        </p:sp>
        <p:sp>
          <p:nvSpPr>
            <p:cNvPr id="35" name="Freeform 30"/>
            <p:cNvSpPr>
              <a:spLocks/>
            </p:cNvSpPr>
            <p:nvPr/>
          </p:nvSpPr>
          <p:spPr bwMode="auto">
            <a:xfrm>
              <a:off x="11439525" y="5518150"/>
              <a:ext cx="38100" cy="58738"/>
            </a:xfrm>
            <a:custGeom>
              <a:avLst/>
              <a:gdLst>
                <a:gd name="T0" fmla="*/ 5 w 10"/>
                <a:gd name="T1" fmla="*/ 15 h 15"/>
                <a:gd name="T2" fmla="*/ 0 w 10"/>
                <a:gd name="T3" fmla="*/ 13 h 15"/>
                <a:gd name="T4" fmla="*/ 2 w 10"/>
                <a:gd name="T5" fmla="*/ 11 h 15"/>
                <a:gd name="T6" fmla="*/ 5 w 10"/>
                <a:gd name="T7" fmla="*/ 13 h 15"/>
                <a:gd name="T8" fmla="*/ 8 w 10"/>
                <a:gd name="T9" fmla="*/ 11 h 15"/>
                <a:gd name="T10" fmla="*/ 7 w 10"/>
                <a:gd name="T11" fmla="*/ 9 h 15"/>
                <a:gd name="T12" fmla="*/ 6 w 10"/>
                <a:gd name="T13" fmla="*/ 8 h 15"/>
                <a:gd name="T14" fmla="*/ 4 w 10"/>
                <a:gd name="T15" fmla="*/ 8 h 15"/>
                <a:gd name="T16" fmla="*/ 2 w 10"/>
                <a:gd name="T17" fmla="*/ 7 h 15"/>
                <a:gd name="T18" fmla="*/ 1 w 10"/>
                <a:gd name="T19" fmla="*/ 4 h 15"/>
                <a:gd name="T20" fmla="*/ 5 w 10"/>
                <a:gd name="T21" fmla="*/ 0 h 15"/>
                <a:gd name="T22" fmla="*/ 9 w 10"/>
                <a:gd name="T23" fmla="*/ 2 h 15"/>
                <a:gd name="T24" fmla="*/ 8 w 10"/>
                <a:gd name="T25" fmla="*/ 3 h 15"/>
                <a:gd name="T26" fmla="*/ 5 w 10"/>
                <a:gd name="T27" fmla="*/ 2 h 15"/>
                <a:gd name="T28" fmla="*/ 3 w 10"/>
                <a:gd name="T29" fmla="*/ 4 h 15"/>
                <a:gd name="T30" fmla="*/ 3 w 10"/>
                <a:gd name="T31" fmla="*/ 5 h 15"/>
                <a:gd name="T32" fmla="*/ 5 w 10"/>
                <a:gd name="T33" fmla="*/ 6 h 15"/>
                <a:gd name="T34" fmla="*/ 6 w 10"/>
                <a:gd name="T35" fmla="*/ 6 h 15"/>
                <a:gd name="T36" fmla="*/ 9 w 10"/>
                <a:gd name="T37" fmla="*/ 8 h 15"/>
                <a:gd name="T38" fmla="*/ 10 w 10"/>
                <a:gd name="T39" fmla="*/ 11 h 15"/>
                <a:gd name="T40" fmla="*/ 5 w 10"/>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 h="15">
                  <a:moveTo>
                    <a:pt x="5" y="15"/>
                  </a:moveTo>
                  <a:cubicBezTo>
                    <a:pt x="3" y="15"/>
                    <a:pt x="2" y="14"/>
                    <a:pt x="0" y="13"/>
                  </a:cubicBezTo>
                  <a:cubicBezTo>
                    <a:pt x="2" y="11"/>
                    <a:pt x="2" y="11"/>
                    <a:pt x="2" y="11"/>
                  </a:cubicBezTo>
                  <a:cubicBezTo>
                    <a:pt x="3" y="13"/>
                    <a:pt x="4" y="13"/>
                    <a:pt x="5" y="13"/>
                  </a:cubicBezTo>
                  <a:cubicBezTo>
                    <a:pt x="7" y="13"/>
                    <a:pt x="8" y="12"/>
                    <a:pt x="8" y="11"/>
                  </a:cubicBezTo>
                  <a:cubicBezTo>
                    <a:pt x="8" y="10"/>
                    <a:pt x="8" y="9"/>
                    <a:pt x="7" y="9"/>
                  </a:cubicBezTo>
                  <a:cubicBezTo>
                    <a:pt x="7" y="9"/>
                    <a:pt x="7" y="9"/>
                    <a:pt x="6" y="8"/>
                  </a:cubicBezTo>
                  <a:cubicBezTo>
                    <a:pt x="4" y="8"/>
                    <a:pt x="4" y="8"/>
                    <a:pt x="4" y="8"/>
                  </a:cubicBezTo>
                  <a:cubicBezTo>
                    <a:pt x="3" y="8"/>
                    <a:pt x="2" y="8"/>
                    <a:pt x="2" y="7"/>
                  </a:cubicBezTo>
                  <a:cubicBezTo>
                    <a:pt x="1" y="6"/>
                    <a:pt x="1" y="5"/>
                    <a:pt x="1" y="4"/>
                  </a:cubicBezTo>
                  <a:cubicBezTo>
                    <a:pt x="1" y="2"/>
                    <a:pt x="2" y="0"/>
                    <a:pt x="5" y="0"/>
                  </a:cubicBezTo>
                  <a:cubicBezTo>
                    <a:pt x="7" y="0"/>
                    <a:pt x="8" y="0"/>
                    <a:pt x="9" y="2"/>
                  </a:cubicBezTo>
                  <a:cubicBezTo>
                    <a:pt x="8" y="3"/>
                    <a:pt x="8" y="3"/>
                    <a:pt x="8" y="3"/>
                  </a:cubicBezTo>
                  <a:cubicBezTo>
                    <a:pt x="7" y="2"/>
                    <a:pt x="6" y="2"/>
                    <a:pt x="5" y="2"/>
                  </a:cubicBezTo>
                  <a:cubicBezTo>
                    <a:pt x="4" y="2"/>
                    <a:pt x="3" y="3"/>
                    <a:pt x="3" y="4"/>
                  </a:cubicBezTo>
                  <a:cubicBezTo>
                    <a:pt x="3" y="5"/>
                    <a:pt x="3" y="5"/>
                    <a:pt x="3" y="5"/>
                  </a:cubicBezTo>
                  <a:cubicBezTo>
                    <a:pt x="4" y="6"/>
                    <a:pt x="4" y="6"/>
                    <a:pt x="5" y="6"/>
                  </a:cubicBezTo>
                  <a:cubicBezTo>
                    <a:pt x="6" y="6"/>
                    <a:pt x="6" y="6"/>
                    <a:pt x="6" y="6"/>
                  </a:cubicBezTo>
                  <a:cubicBezTo>
                    <a:pt x="8" y="7"/>
                    <a:pt x="8" y="7"/>
                    <a:pt x="9" y="8"/>
                  </a:cubicBezTo>
                  <a:cubicBezTo>
                    <a:pt x="9" y="8"/>
                    <a:pt x="10" y="9"/>
                    <a:pt x="10" y="11"/>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045"/>
            </a:p>
          </p:txBody>
        </p:sp>
        <p:sp>
          <p:nvSpPr>
            <p:cNvPr id="36" name="Freeform 31"/>
            <p:cNvSpPr>
              <a:spLocks/>
            </p:cNvSpPr>
            <p:nvPr/>
          </p:nvSpPr>
          <p:spPr bwMode="auto">
            <a:xfrm>
              <a:off x="11499850" y="5518150"/>
              <a:ext cx="34925" cy="58738"/>
            </a:xfrm>
            <a:custGeom>
              <a:avLst/>
              <a:gdLst>
                <a:gd name="T0" fmla="*/ 15 w 22"/>
                <a:gd name="T1" fmla="*/ 4 h 37"/>
                <a:gd name="T2" fmla="*/ 15 w 22"/>
                <a:gd name="T3" fmla="*/ 37 h 37"/>
                <a:gd name="T4" fmla="*/ 10 w 22"/>
                <a:gd name="T5" fmla="*/ 37 h 37"/>
                <a:gd name="T6" fmla="*/ 10 w 22"/>
                <a:gd name="T7" fmla="*/ 4 h 37"/>
                <a:gd name="T8" fmla="*/ 0 w 22"/>
                <a:gd name="T9" fmla="*/ 4 h 37"/>
                <a:gd name="T10" fmla="*/ 0 w 22"/>
                <a:gd name="T11" fmla="*/ 0 h 37"/>
                <a:gd name="T12" fmla="*/ 22 w 22"/>
                <a:gd name="T13" fmla="*/ 0 h 37"/>
                <a:gd name="T14" fmla="*/ 22 w 22"/>
                <a:gd name="T15" fmla="*/ 4 h 37"/>
                <a:gd name="T16" fmla="*/ 15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5" y="4"/>
                  </a:moveTo>
                  <a:lnTo>
                    <a:pt x="15" y="37"/>
                  </a:lnTo>
                  <a:lnTo>
                    <a:pt x="10" y="37"/>
                  </a:lnTo>
                  <a:lnTo>
                    <a:pt x="10" y="4"/>
                  </a:lnTo>
                  <a:lnTo>
                    <a:pt x="0" y="4"/>
                  </a:lnTo>
                  <a:lnTo>
                    <a:pt x="0" y="0"/>
                  </a:lnTo>
                  <a:lnTo>
                    <a:pt x="22" y="0"/>
                  </a:lnTo>
                  <a:lnTo>
                    <a:pt x="22" y="4"/>
                  </a:lnTo>
                  <a:lnTo>
                    <a:pt x="15"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045"/>
            </a:p>
          </p:txBody>
        </p:sp>
        <p:sp>
          <p:nvSpPr>
            <p:cNvPr id="37" name="Freeform 32"/>
            <p:cNvSpPr>
              <a:spLocks/>
            </p:cNvSpPr>
            <p:nvPr/>
          </p:nvSpPr>
          <p:spPr bwMode="auto">
            <a:xfrm>
              <a:off x="11212513" y="5289550"/>
              <a:ext cx="322263" cy="173038"/>
            </a:xfrm>
            <a:custGeom>
              <a:avLst/>
              <a:gdLst>
                <a:gd name="T0" fmla="*/ 203 w 203"/>
                <a:gd name="T1" fmla="*/ 109 h 109"/>
                <a:gd name="T2" fmla="*/ 203 w 203"/>
                <a:gd name="T3" fmla="*/ 109 h 109"/>
                <a:gd name="T4" fmla="*/ 67 w 203"/>
                <a:gd name="T5" fmla="*/ 0 h 109"/>
                <a:gd name="T6" fmla="*/ 0 w 203"/>
                <a:gd name="T7" fmla="*/ 106 h 109"/>
                <a:gd name="T8" fmla="*/ 0 w 203"/>
                <a:gd name="T9" fmla="*/ 109 h 109"/>
                <a:gd name="T10" fmla="*/ 67 w 203"/>
                <a:gd name="T11" fmla="*/ 35 h 109"/>
                <a:gd name="T12" fmla="*/ 203 w 203"/>
                <a:gd name="T13" fmla="*/ 109 h 109"/>
              </a:gdLst>
              <a:ahLst/>
              <a:cxnLst>
                <a:cxn ang="0">
                  <a:pos x="T0" y="T1"/>
                </a:cxn>
                <a:cxn ang="0">
                  <a:pos x="T2" y="T3"/>
                </a:cxn>
                <a:cxn ang="0">
                  <a:pos x="T4" y="T5"/>
                </a:cxn>
                <a:cxn ang="0">
                  <a:pos x="T6" y="T7"/>
                </a:cxn>
                <a:cxn ang="0">
                  <a:pos x="T8" y="T9"/>
                </a:cxn>
                <a:cxn ang="0">
                  <a:pos x="T10" y="T11"/>
                </a:cxn>
                <a:cxn ang="0">
                  <a:pos x="T12" y="T13"/>
                </a:cxn>
              </a:cxnLst>
              <a:rect l="0" t="0" r="r" b="b"/>
              <a:pathLst>
                <a:path w="203" h="109">
                  <a:moveTo>
                    <a:pt x="203" y="109"/>
                  </a:moveTo>
                  <a:lnTo>
                    <a:pt x="203" y="109"/>
                  </a:lnTo>
                  <a:lnTo>
                    <a:pt x="67" y="0"/>
                  </a:lnTo>
                  <a:lnTo>
                    <a:pt x="0" y="106"/>
                  </a:lnTo>
                  <a:lnTo>
                    <a:pt x="0" y="109"/>
                  </a:lnTo>
                  <a:lnTo>
                    <a:pt x="67" y="35"/>
                  </a:lnTo>
                  <a:lnTo>
                    <a:pt x="203" y="10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045"/>
            </a:p>
          </p:txBody>
        </p:sp>
        <p:sp>
          <p:nvSpPr>
            <p:cNvPr id="38" name="Freeform 33"/>
            <p:cNvSpPr>
              <a:spLocks/>
            </p:cNvSpPr>
            <p:nvPr/>
          </p:nvSpPr>
          <p:spPr bwMode="auto">
            <a:xfrm>
              <a:off x="11212513" y="5364163"/>
              <a:ext cx="322263" cy="109538"/>
            </a:xfrm>
            <a:custGeom>
              <a:avLst/>
              <a:gdLst>
                <a:gd name="T0" fmla="*/ 0 w 203"/>
                <a:gd name="T1" fmla="*/ 67 h 69"/>
                <a:gd name="T2" fmla="*/ 0 w 203"/>
                <a:gd name="T3" fmla="*/ 69 h 69"/>
                <a:gd name="T4" fmla="*/ 67 w 203"/>
                <a:gd name="T5" fmla="*/ 25 h 69"/>
                <a:gd name="T6" fmla="*/ 203 w 203"/>
                <a:gd name="T7" fmla="*/ 69 h 69"/>
                <a:gd name="T8" fmla="*/ 203 w 203"/>
                <a:gd name="T9" fmla="*/ 67 h 69"/>
                <a:gd name="T10" fmla="*/ 67 w 203"/>
                <a:gd name="T11" fmla="*/ 0 h 69"/>
                <a:gd name="T12" fmla="*/ 0 w 203"/>
                <a:gd name="T13" fmla="*/ 67 h 69"/>
              </a:gdLst>
              <a:ahLst/>
              <a:cxnLst>
                <a:cxn ang="0">
                  <a:pos x="T0" y="T1"/>
                </a:cxn>
                <a:cxn ang="0">
                  <a:pos x="T2" y="T3"/>
                </a:cxn>
                <a:cxn ang="0">
                  <a:pos x="T4" y="T5"/>
                </a:cxn>
                <a:cxn ang="0">
                  <a:pos x="T6" y="T7"/>
                </a:cxn>
                <a:cxn ang="0">
                  <a:pos x="T8" y="T9"/>
                </a:cxn>
                <a:cxn ang="0">
                  <a:pos x="T10" y="T11"/>
                </a:cxn>
                <a:cxn ang="0">
                  <a:pos x="T12" y="T13"/>
                </a:cxn>
              </a:cxnLst>
              <a:rect l="0" t="0" r="r" b="b"/>
              <a:pathLst>
                <a:path w="203" h="69">
                  <a:moveTo>
                    <a:pt x="0" y="67"/>
                  </a:moveTo>
                  <a:lnTo>
                    <a:pt x="0" y="69"/>
                  </a:lnTo>
                  <a:lnTo>
                    <a:pt x="67" y="25"/>
                  </a:lnTo>
                  <a:lnTo>
                    <a:pt x="203" y="69"/>
                  </a:lnTo>
                  <a:lnTo>
                    <a:pt x="203" y="67"/>
                  </a:lnTo>
                  <a:lnTo>
                    <a:pt x="67" y="0"/>
                  </a:lnTo>
                  <a:lnTo>
                    <a:pt x="0"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045"/>
            </a:p>
          </p:txBody>
        </p:sp>
        <p:sp>
          <p:nvSpPr>
            <p:cNvPr id="39" name="Freeform 34"/>
            <p:cNvSpPr>
              <a:spLocks/>
            </p:cNvSpPr>
            <p:nvPr/>
          </p:nvSpPr>
          <p:spPr bwMode="auto">
            <a:xfrm>
              <a:off x="11212513" y="5414963"/>
              <a:ext cx="322263" cy="66675"/>
            </a:xfrm>
            <a:custGeom>
              <a:avLst/>
              <a:gdLst>
                <a:gd name="T0" fmla="*/ 0 w 203"/>
                <a:gd name="T1" fmla="*/ 42 h 42"/>
                <a:gd name="T2" fmla="*/ 0 w 203"/>
                <a:gd name="T3" fmla="*/ 42 h 42"/>
                <a:gd name="T4" fmla="*/ 67 w 203"/>
                <a:gd name="T5" fmla="*/ 25 h 42"/>
                <a:gd name="T6" fmla="*/ 203 w 203"/>
                <a:gd name="T7" fmla="*/ 42 h 42"/>
                <a:gd name="T8" fmla="*/ 203 w 203"/>
                <a:gd name="T9" fmla="*/ 42 h 42"/>
                <a:gd name="T10" fmla="*/ 67 w 203"/>
                <a:gd name="T11" fmla="*/ 0 h 42"/>
                <a:gd name="T12" fmla="*/ 0 w 203"/>
                <a:gd name="T13" fmla="*/ 42 h 42"/>
              </a:gdLst>
              <a:ahLst/>
              <a:cxnLst>
                <a:cxn ang="0">
                  <a:pos x="T0" y="T1"/>
                </a:cxn>
                <a:cxn ang="0">
                  <a:pos x="T2" y="T3"/>
                </a:cxn>
                <a:cxn ang="0">
                  <a:pos x="T4" y="T5"/>
                </a:cxn>
                <a:cxn ang="0">
                  <a:pos x="T6" y="T7"/>
                </a:cxn>
                <a:cxn ang="0">
                  <a:pos x="T8" y="T9"/>
                </a:cxn>
                <a:cxn ang="0">
                  <a:pos x="T10" y="T11"/>
                </a:cxn>
                <a:cxn ang="0">
                  <a:pos x="T12" y="T13"/>
                </a:cxn>
              </a:cxnLst>
              <a:rect l="0" t="0" r="r" b="b"/>
              <a:pathLst>
                <a:path w="203" h="42">
                  <a:moveTo>
                    <a:pt x="0" y="42"/>
                  </a:moveTo>
                  <a:lnTo>
                    <a:pt x="0" y="42"/>
                  </a:lnTo>
                  <a:lnTo>
                    <a:pt x="67" y="25"/>
                  </a:lnTo>
                  <a:lnTo>
                    <a:pt x="203" y="42"/>
                  </a:lnTo>
                  <a:lnTo>
                    <a:pt x="203" y="42"/>
                  </a:lnTo>
                  <a:lnTo>
                    <a:pt x="67" y="0"/>
                  </a:lnTo>
                  <a:lnTo>
                    <a:pt x="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045"/>
            </a:p>
          </p:txBody>
        </p:sp>
        <p:sp>
          <p:nvSpPr>
            <p:cNvPr id="40" name="Freeform 35"/>
            <p:cNvSpPr>
              <a:spLocks/>
            </p:cNvSpPr>
            <p:nvPr/>
          </p:nvSpPr>
          <p:spPr bwMode="auto">
            <a:xfrm>
              <a:off x="11212513" y="5470525"/>
              <a:ext cx="322263" cy="23813"/>
            </a:xfrm>
            <a:custGeom>
              <a:avLst/>
              <a:gdLst>
                <a:gd name="T0" fmla="*/ 0 w 203"/>
                <a:gd name="T1" fmla="*/ 12 h 15"/>
                <a:gd name="T2" fmla="*/ 0 w 203"/>
                <a:gd name="T3" fmla="*/ 15 h 15"/>
                <a:gd name="T4" fmla="*/ 203 w 203"/>
                <a:gd name="T5" fmla="*/ 15 h 15"/>
                <a:gd name="T6" fmla="*/ 203 w 203"/>
                <a:gd name="T7" fmla="*/ 12 h 15"/>
                <a:gd name="T8" fmla="*/ 67 w 203"/>
                <a:gd name="T9" fmla="*/ 0 h 15"/>
                <a:gd name="T10" fmla="*/ 0 w 203"/>
                <a:gd name="T11" fmla="*/ 12 h 15"/>
              </a:gdLst>
              <a:ahLst/>
              <a:cxnLst>
                <a:cxn ang="0">
                  <a:pos x="T0" y="T1"/>
                </a:cxn>
                <a:cxn ang="0">
                  <a:pos x="T2" y="T3"/>
                </a:cxn>
                <a:cxn ang="0">
                  <a:pos x="T4" y="T5"/>
                </a:cxn>
                <a:cxn ang="0">
                  <a:pos x="T6" y="T7"/>
                </a:cxn>
                <a:cxn ang="0">
                  <a:pos x="T8" y="T9"/>
                </a:cxn>
                <a:cxn ang="0">
                  <a:pos x="T10" y="T11"/>
                </a:cxn>
              </a:cxnLst>
              <a:rect l="0" t="0" r="r" b="b"/>
              <a:pathLst>
                <a:path w="203" h="15">
                  <a:moveTo>
                    <a:pt x="0" y="12"/>
                  </a:moveTo>
                  <a:lnTo>
                    <a:pt x="0" y="15"/>
                  </a:lnTo>
                  <a:lnTo>
                    <a:pt x="203" y="15"/>
                  </a:lnTo>
                  <a:lnTo>
                    <a:pt x="203" y="12"/>
                  </a:lnTo>
                  <a:lnTo>
                    <a:pt x="67" y="0"/>
                  </a:lnTo>
                  <a:lnTo>
                    <a:pt x="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045"/>
            </a:p>
          </p:txBody>
        </p:sp>
      </p:grpSp>
      <p:grpSp>
        <p:nvGrpSpPr>
          <p:cNvPr id="43" name="그룹 42"/>
          <p:cNvGrpSpPr/>
          <p:nvPr userDrawn="1"/>
        </p:nvGrpSpPr>
        <p:grpSpPr>
          <a:xfrm>
            <a:off x="9276077" y="6972575"/>
            <a:ext cx="1110305" cy="316737"/>
            <a:chOff x="10506075" y="5289550"/>
            <a:chExt cx="1028701" cy="287338"/>
          </a:xfrm>
          <a:solidFill>
            <a:schemeClr val="bg1">
              <a:lumMod val="75000"/>
            </a:schemeClr>
          </a:solidFill>
        </p:grpSpPr>
        <p:sp>
          <p:nvSpPr>
            <p:cNvPr id="44" name="Freeform 5"/>
            <p:cNvSpPr>
              <a:spLocks noEditPoints="1"/>
            </p:cNvSpPr>
            <p:nvPr/>
          </p:nvSpPr>
          <p:spPr bwMode="auto">
            <a:xfrm>
              <a:off x="10585450"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5" y="0"/>
                    <a:pt x="0" y="6"/>
                    <a:pt x="0" y="13"/>
                  </a:cubicBezTo>
                  <a:cubicBezTo>
                    <a:pt x="0" y="20"/>
                    <a:pt x="5"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045"/>
            </a:p>
          </p:txBody>
        </p:sp>
        <p:sp>
          <p:nvSpPr>
            <p:cNvPr id="45" name="Freeform 6"/>
            <p:cNvSpPr>
              <a:spLocks noEditPoints="1"/>
            </p:cNvSpPr>
            <p:nvPr/>
          </p:nvSpPr>
          <p:spPr bwMode="auto">
            <a:xfrm>
              <a:off x="11071225"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6" y="0"/>
                    <a:pt x="0" y="6"/>
                    <a:pt x="0" y="13"/>
                  </a:cubicBezTo>
                  <a:cubicBezTo>
                    <a:pt x="0" y="20"/>
                    <a:pt x="6"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045"/>
            </a:p>
          </p:txBody>
        </p:sp>
        <p:sp>
          <p:nvSpPr>
            <p:cNvPr id="46" name="Freeform 7"/>
            <p:cNvSpPr>
              <a:spLocks/>
            </p:cNvSpPr>
            <p:nvPr/>
          </p:nvSpPr>
          <p:spPr bwMode="auto">
            <a:xfrm>
              <a:off x="10710863" y="5399088"/>
              <a:ext cx="65088" cy="63500"/>
            </a:xfrm>
            <a:custGeom>
              <a:avLst/>
              <a:gdLst>
                <a:gd name="T0" fmla="*/ 7 w 17"/>
                <a:gd name="T1" fmla="*/ 16 h 16"/>
                <a:gd name="T2" fmla="*/ 9 w 17"/>
                <a:gd name="T3" fmla="*/ 16 h 16"/>
                <a:gd name="T4" fmla="*/ 17 w 17"/>
                <a:gd name="T5" fmla="*/ 8 h 16"/>
                <a:gd name="T6" fmla="*/ 9 w 17"/>
                <a:gd name="T7" fmla="*/ 0 h 16"/>
                <a:gd name="T8" fmla="*/ 0 w 17"/>
                <a:gd name="T9" fmla="*/ 0 h 16"/>
                <a:gd name="T10" fmla="*/ 1 w 17"/>
                <a:gd name="T11" fmla="*/ 5 h 16"/>
                <a:gd name="T12" fmla="*/ 8 w 17"/>
                <a:gd name="T13" fmla="*/ 5 h 16"/>
                <a:gd name="T14" fmla="*/ 11 w 17"/>
                <a:gd name="T15" fmla="*/ 8 h 16"/>
                <a:gd name="T16" fmla="*/ 8 w 17"/>
                <a:gd name="T17" fmla="*/ 12 h 16"/>
                <a:gd name="T18" fmla="*/ 4 w 17"/>
                <a:gd name="T19" fmla="*/ 1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7" y="16"/>
                  </a:moveTo>
                  <a:cubicBezTo>
                    <a:pt x="9" y="16"/>
                    <a:pt x="9" y="16"/>
                    <a:pt x="9" y="16"/>
                  </a:cubicBezTo>
                  <a:cubicBezTo>
                    <a:pt x="14" y="16"/>
                    <a:pt x="17" y="13"/>
                    <a:pt x="17" y="8"/>
                  </a:cubicBezTo>
                  <a:cubicBezTo>
                    <a:pt x="17" y="4"/>
                    <a:pt x="14" y="0"/>
                    <a:pt x="9" y="0"/>
                  </a:cubicBezTo>
                  <a:cubicBezTo>
                    <a:pt x="0" y="0"/>
                    <a:pt x="0" y="0"/>
                    <a:pt x="0" y="0"/>
                  </a:cubicBezTo>
                  <a:cubicBezTo>
                    <a:pt x="1" y="5"/>
                    <a:pt x="1" y="5"/>
                    <a:pt x="1" y="5"/>
                  </a:cubicBezTo>
                  <a:cubicBezTo>
                    <a:pt x="8" y="5"/>
                    <a:pt x="8" y="5"/>
                    <a:pt x="8" y="5"/>
                  </a:cubicBezTo>
                  <a:cubicBezTo>
                    <a:pt x="10" y="5"/>
                    <a:pt x="11" y="7"/>
                    <a:pt x="11" y="8"/>
                  </a:cubicBezTo>
                  <a:cubicBezTo>
                    <a:pt x="11" y="10"/>
                    <a:pt x="10" y="12"/>
                    <a:pt x="8" y="12"/>
                  </a:cubicBezTo>
                  <a:cubicBezTo>
                    <a:pt x="4" y="12"/>
                    <a:pt x="4" y="12"/>
                    <a:pt x="4" y="1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045"/>
            </a:p>
          </p:txBody>
        </p:sp>
        <p:sp>
          <p:nvSpPr>
            <p:cNvPr id="47" name="Rectangle 8"/>
            <p:cNvSpPr>
              <a:spLocks noChangeArrowheads="1"/>
            </p:cNvSpPr>
            <p:nvPr/>
          </p:nvSpPr>
          <p:spPr bwMode="auto">
            <a:xfrm>
              <a:off x="10506075" y="5399088"/>
              <a:ext cx="23813"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2045"/>
            </a:p>
          </p:txBody>
        </p:sp>
        <p:sp>
          <p:nvSpPr>
            <p:cNvPr id="48" name="Rectangle 9"/>
            <p:cNvSpPr>
              <a:spLocks noChangeArrowheads="1"/>
            </p:cNvSpPr>
            <p:nvPr/>
          </p:nvSpPr>
          <p:spPr bwMode="auto">
            <a:xfrm>
              <a:off x="10696575" y="5399088"/>
              <a:ext cx="22225"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2045"/>
            </a:p>
          </p:txBody>
        </p:sp>
        <p:sp>
          <p:nvSpPr>
            <p:cNvPr id="49" name="Freeform 10"/>
            <p:cNvSpPr>
              <a:spLocks/>
            </p:cNvSpPr>
            <p:nvPr/>
          </p:nvSpPr>
          <p:spPr bwMode="auto">
            <a:xfrm>
              <a:off x="10877550" y="5399088"/>
              <a:ext cx="31750" cy="98425"/>
            </a:xfrm>
            <a:custGeom>
              <a:avLst/>
              <a:gdLst>
                <a:gd name="T0" fmla="*/ 15 w 20"/>
                <a:gd name="T1" fmla="*/ 62 h 62"/>
                <a:gd name="T2" fmla="*/ 0 w 20"/>
                <a:gd name="T3" fmla="*/ 62 h 62"/>
                <a:gd name="T4" fmla="*/ 5 w 20"/>
                <a:gd name="T5" fmla="*/ 0 h 62"/>
                <a:gd name="T6" fmla="*/ 20 w 20"/>
                <a:gd name="T7" fmla="*/ 0 h 62"/>
                <a:gd name="T8" fmla="*/ 15 w 20"/>
                <a:gd name="T9" fmla="*/ 62 h 62"/>
              </a:gdLst>
              <a:ahLst/>
              <a:cxnLst>
                <a:cxn ang="0">
                  <a:pos x="T0" y="T1"/>
                </a:cxn>
                <a:cxn ang="0">
                  <a:pos x="T2" y="T3"/>
                </a:cxn>
                <a:cxn ang="0">
                  <a:pos x="T4" y="T5"/>
                </a:cxn>
                <a:cxn ang="0">
                  <a:pos x="T6" y="T7"/>
                </a:cxn>
                <a:cxn ang="0">
                  <a:pos x="T8" y="T9"/>
                </a:cxn>
              </a:cxnLst>
              <a:rect l="0" t="0" r="r" b="b"/>
              <a:pathLst>
                <a:path w="20" h="62">
                  <a:moveTo>
                    <a:pt x="15" y="62"/>
                  </a:moveTo>
                  <a:lnTo>
                    <a:pt x="0" y="62"/>
                  </a:lnTo>
                  <a:lnTo>
                    <a:pt x="5" y="0"/>
                  </a:lnTo>
                  <a:lnTo>
                    <a:pt x="20" y="0"/>
                  </a:lnTo>
                  <a:lnTo>
                    <a:pt x="1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045"/>
            </a:p>
          </p:txBody>
        </p:sp>
        <p:sp>
          <p:nvSpPr>
            <p:cNvPr id="50" name="Rectangle 11"/>
            <p:cNvSpPr>
              <a:spLocks noChangeArrowheads="1"/>
            </p:cNvSpPr>
            <p:nvPr/>
          </p:nvSpPr>
          <p:spPr bwMode="auto">
            <a:xfrm>
              <a:off x="10806113" y="5457825"/>
              <a:ext cx="46038" cy="206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2045"/>
            </a:p>
          </p:txBody>
        </p:sp>
        <p:sp>
          <p:nvSpPr>
            <p:cNvPr id="51" name="Freeform 12"/>
            <p:cNvSpPr>
              <a:spLocks/>
            </p:cNvSpPr>
            <p:nvPr/>
          </p:nvSpPr>
          <p:spPr bwMode="auto">
            <a:xfrm>
              <a:off x="10779125" y="5399088"/>
              <a:ext cx="61913" cy="98425"/>
            </a:xfrm>
            <a:custGeom>
              <a:avLst/>
              <a:gdLst>
                <a:gd name="T0" fmla="*/ 17 w 39"/>
                <a:gd name="T1" fmla="*/ 62 h 62"/>
                <a:gd name="T2" fmla="*/ 0 w 39"/>
                <a:gd name="T3" fmla="*/ 62 h 62"/>
                <a:gd name="T4" fmla="*/ 24 w 39"/>
                <a:gd name="T5" fmla="*/ 0 h 62"/>
                <a:gd name="T6" fmla="*/ 39 w 39"/>
                <a:gd name="T7" fmla="*/ 0 h 62"/>
                <a:gd name="T8" fmla="*/ 17 w 39"/>
                <a:gd name="T9" fmla="*/ 62 h 62"/>
              </a:gdLst>
              <a:ahLst/>
              <a:cxnLst>
                <a:cxn ang="0">
                  <a:pos x="T0" y="T1"/>
                </a:cxn>
                <a:cxn ang="0">
                  <a:pos x="T2" y="T3"/>
                </a:cxn>
                <a:cxn ang="0">
                  <a:pos x="T4" y="T5"/>
                </a:cxn>
                <a:cxn ang="0">
                  <a:pos x="T6" y="T7"/>
                </a:cxn>
                <a:cxn ang="0">
                  <a:pos x="T8" y="T9"/>
                </a:cxn>
              </a:cxnLst>
              <a:rect l="0" t="0" r="r" b="b"/>
              <a:pathLst>
                <a:path w="39" h="62">
                  <a:moveTo>
                    <a:pt x="17" y="62"/>
                  </a:moveTo>
                  <a:lnTo>
                    <a:pt x="0" y="62"/>
                  </a:lnTo>
                  <a:lnTo>
                    <a:pt x="24" y="0"/>
                  </a:lnTo>
                  <a:lnTo>
                    <a:pt x="39" y="0"/>
                  </a:lnTo>
                  <a:lnTo>
                    <a:pt x="17"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045"/>
            </a:p>
          </p:txBody>
        </p:sp>
        <p:sp>
          <p:nvSpPr>
            <p:cNvPr id="52" name="Freeform 13"/>
            <p:cNvSpPr>
              <a:spLocks/>
            </p:cNvSpPr>
            <p:nvPr/>
          </p:nvSpPr>
          <p:spPr bwMode="auto">
            <a:xfrm>
              <a:off x="10817225" y="5399088"/>
              <a:ext cx="57150" cy="98425"/>
            </a:xfrm>
            <a:custGeom>
              <a:avLst/>
              <a:gdLst>
                <a:gd name="T0" fmla="*/ 22 w 36"/>
                <a:gd name="T1" fmla="*/ 62 h 62"/>
                <a:gd name="T2" fmla="*/ 36 w 36"/>
                <a:gd name="T3" fmla="*/ 62 h 62"/>
                <a:gd name="T4" fmla="*/ 15 w 36"/>
                <a:gd name="T5" fmla="*/ 0 h 62"/>
                <a:gd name="T6" fmla="*/ 0 w 36"/>
                <a:gd name="T7" fmla="*/ 0 h 62"/>
                <a:gd name="T8" fmla="*/ 22 w 36"/>
                <a:gd name="T9" fmla="*/ 62 h 62"/>
              </a:gdLst>
              <a:ahLst/>
              <a:cxnLst>
                <a:cxn ang="0">
                  <a:pos x="T0" y="T1"/>
                </a:cxn>
                <a:cxn ang="0">
                  <a:pos x="T2" y="T3"/>
                </a:cxn>
                <a:cxn ang="0">
                  <a:pos x="T4" y="T5"/>
                </a:cxn>
                <a:cxn ang="0">
                  <a:pos x="T6" y="T7"/>
                </a:cxn>
                <a:cxn ang="0">
                  <a:pos x="T8" y="T9"/>
                </a:cxn>
              </a:cxnLst>
              <a:rect l="0" t="0" r="r" b="b"/>
              <a:pathLst>
                <a:path w="36" h="62">
                  <a:moveTo>
                    <a:pt x="22" y="62"/>
                  </a:moveTo>
                  <a:lnTo>
                    <a:pt x="36" y="62"/>
                  </a:lnTo>
                  <a:lnTo>
                    <a:pt x="15" y="0"/>
                  </a:lnTo>
                  <a:lnTo>
                    <a:pt x="0" y="0"/>
                  </a:lnTo>
                  <a:lnTo>
                    <a:pt x="22"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045"/>
            </a:p>
          </p:txBody>
        </p:sp>
        <p:sp>
          <p:nvSpPr>
            <p:cNvPr id="53" name="Freeform 14"/>
            <p:cNvSpPr>
              <a:spLocks/>
            </p:cNvSpPr>
            <p:nvPr/>
          </p:nvSpPr>
          <p:spPr bwMode="auto">
            <a:xfrm>
              <a:off x="10885488" y="5399088"/>
              <a:ext cx="49213" cy="98425"/>
            </a:xfrm>
            <a:custGeom>
              <a:avLst/>
              <a:gdLst>
                <a:gd name="T0" fmla="*/ 24 w 31"/>
                <a:gd name="T1" fmla="*/ 62 h 62"/>
                <a:gd name="T2" fmla="*/ 29 w 31"/>
                <a:gd name="T3" fmla="*/ 62 h 62"/>
                <a:gd name="T4" fmla="*/ 31 w 31"/>
                <a:gd name="T5" fmla="*/ 40 h 62"/>
                <a:gd name="T6" fmla="*/ 15 w 31"/>
                <a:gd name="T7" fmla="*/ 0 h 62"/>
                <a:gd name="T8" fmla="*/ 0 w 31"/>
                <a:gd name="T9" fmla="*/ 0 h 62"/>
                <a:gd name="T10" fmla="*/ 24 w 31"/>
                <a:gd name="T11" fmla="*/ 62 h 62"/>
              </a:gdLst>
              <a:ahLst/>
              <a:cxnLst>
                <a:cxn ang="0">
                  <a:pos x="T0" y="T1"/>
                </a:cxn>
                <a:cxn ang="0">
                  <a:pos x="T2" y="T3"/>
                </a:cxn>
                <a:cxn ang="0">
                  <a:pos x="T4" y="T5"/>
                </a:cxn>
                <a:cxn ang="0">
                  <a:pos x="T6" y="T7"/>
                </a:cxn>
                <a:cxn ang="0">
                  <a:pos x="T8" y="T9"/>
                </a:cxn>
                <a:cxn ang="0">
                  <a:pos x="T10" y="T11"/>
                </a:cxn>
              </a:cxnLst>
              <a:rect l="0" t="0" r="r" b="b"/>
              <a:pathLst>
                <a:path w="31" h="62">
                  <a:moveTo>
                    <a:pt x="24" y="62"/>
                  </a:moveTo>
                  <a:lnTo>
                    <a:pt x="29" y="62"/>
                  </a:lnTo>
                  <a:lnTo>
                    <a:pt x="31" y="40"/>
                  </a:lnTo>
                  <a:lnTo>
                    <a:pt x="15" y="0"/>
                  </a:lnTo>
                  <a:lnTo>
                    <a:pt x="0" y="0"/>
                  </a:lnTo>
                  <a:lnTo>
                    <a:pt x="24"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045"/>
            </a:p>
          </p:txBody>
        </p:sp>
        <p:sp>
          <p:nvSpPr>
            <p:cNvPr id="54" name="Freeform 15"/>
            <p:cNvSpPr>
              <a:spLocks/>
            </p:cNvSpPr>
            <p:nvPr/>
          </p:nvSpPr>
          <p:spPr bwMode="auto">
            <a:xfrm>
              <a:off x="10953750" y="5399088"/>
              <a:ext cx="30163" cy="98425"/>
            </a:xfrm>
            <a:custGeom>
              <a:avLst/>
              <a:gdLst>
                <a:gd name="T0" fmla="*/ 5 w 19"/>
                <a:gd name="T1" fmla="*/ 62 h 62"/>
                <a:gd name="T2" fmla="*/ 19 w 19"/>
                <a:gd name="T3" fmla="*/ 62 h 62"/>
                <a:gd name="T4" fmla="*/ 15 w 19"/>
                <a:gd name="T5" fmla="*/ 0 h 62"/>
                <a:gd name="T6" fmla="*/ 0 w 19"/>
                <a:gd name="T7" fmla="*/ 0 h 62"/>
                <a:gd name="T8" fmla="*/ 5 w 19"/>
                <a:gd name="T9" fmla="*/ 62 h 62"/>
              </a:gdLst>
              <a:ahLst/>
              <a:cxnLst>
                <a:cxn ang="0">
                  <a:pos x="T0" y="T1"/>
                </a:cxn>
                <a:cxn ang="0">
                  <a:pos x="T2" y="T3"/>
                </a:cxn>
                <a:cxn ang="0">
                  <a:pos x="T4" y="T5"/>
                </a:cxn>
                <a:cxn ang="0">
                  <a:pos x="T6" y="T7"/>
                </a:cxn>
                <a:cxn ang="0">
                  <a:pos x="T8" y="T9"/>
                </a:cxn>
              </a:cxnLst>
              <a:rect l="0" t="0" r="r" b="b"/>
              <a:pathLst>
                <a:path w="19" h="62">
                  <a:moveTo>
                    <a:pt x="5" y="62"/>
                  </a:moveTo>
                  <a:lnTo>
                    <a:pt x="19" y="62"/>
                  </a:lnTo>
                  <a:lnTo>
                    <a:pt x="15" y="0"/>
                  </a:lnTo>
                  <a:lnTo>
                    <a:pt x="0" y="0"/>
                  </a:lnTo>
                  <a:lnTo>
                    <a:pt x="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045"/>
            </a:p>
          </p:txBody>
        </p:sp>
        <p:sp>
          <p:nvSpPr>
            <p:cNvPr id="55" name="Freeform 16"/>
            <p:cNvSpPr>
              <a:spLocks/>
            </p:cNvSpPr>
            <p:nvPr/>
          </p:nvSpPr>
          <p:spPr bwMode="auto">
            <a:xfrm>
              <a:off x="10926763" y="5399088"/>
              <a:ext cx="50800" cy="98425"/>
            </a:xfrm>
            <a:custGeom>
              <a:avLst/>
              <a:gdLst>
                <a:gd name="T0" fmla="*/ 8 w 32"/>
                <a:gd name="T1" fmla="*/ 62 h 62"/>
                <a:gd name="T2" fmla="*/ 3 w 32"/>
                <a:gd name="T3" fmla="*/ 62 h 62"/>
                <a:gd name="T4" fmla="*/ 0 w 32"/>
                <a:gd name="T5" fmla="*/ 40 h 62"/>
                <a:gd name="T6" fmla="*/ 17 w 32"/>
                <a:gd name="T7" fmla="*/ 0 h 62"/>
                <a:gd name="T8" fmla="*/ 32 w 32"/>
                <a:gd name="T9" fmla="*/ 0 h 62"/>
                <a:gd name="T10" fmla="*/ 8 w 32"/>
                <a:gd name="T11" fmla="*/ 62 h 62"/>
              </a:gdLst>
              <a:ahLst/>
              <a:cxnLst>
                <a:cxn ang="0">
                  <a:pos x="T0" y="T1"/>
                </a:cxn>
                <a:cxn ang="0">
                  <a:pos x="T2" y="T3"/>
                </a:cxn>
                <a:cxn ang="0">
                  <a:pos x="T4" y="T5"/>
                </a:cxn>
                <a:cxn ang="0">
                  <a:pos x="T6" y="T7"/>
                </a:cxn>
                <a:cxn ang="0">
                  <a:pos x="T8" y="T9"/>
                </a:cxn>
                <a:cxn ang="0">
                  <a:pos x="T10" y="T11"/>
                </a:cxn>
              </a:cxnLst>
              <a:rect l="0" t="0" r="r" b="b"/>
              <a:pathLst>
                <a:path w="32" h="62">
                  <a:moveTo>
                    <a:pt x="8" y="62"/>
                  </a:moveTo>
                  <a:lnTo>
                    <a:pt x="3" y="62"/>
                  </a:lnTo>
                  <a:lnTo>
                    <a:pt x="0" y="40"/>
                  </a:lnTo>
                  <a:lnTo>
                    <a:pt x="17" y="0"/>
                  </a:lnTo>
                  <a:lnTo>
                    <a:pt x="32" y="0"/>
                  </a:lnTo>
                  <a:lnTo>
                    <a:pt x="8"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045"/>
            </a:p>
          </p:txBody>
        </p:sp>
        <p:sp>
          <p:nvSpPr>
            <p:cNvPr id="56" name="Freeform 17"/>
            <p:cNvSpPr>
              <a:spLocks/>
            </p:cNvSpPr>
            <p:nvPr/>
          </p:nvSpPr>
          <p:spPr bwMode="auto">
            <a:xfrm>
              <a:off x="10521950" y="5399088"/>
              <a:ext cx="63500" cy="50800"/>
            </a:xfrm>
            <a:custGeom>
              <a:avLst/>
              <a:gdLst>
                <a:gd name="T0" fmla="*/ 17 w 40"/>
                <a:gd name="T1" fmla="*/ 32 h 32"/>
                <a:gd name="T2" fmla="*/ 0 w 40"/>
                <a:gd name="T3" fmla="*/ 32 h 32"/>
                <a:gd name="T4" fmla="*/ 24 w 40"/>
                <a:gd name="T5" fmla="*/ 0 h 32"/>
                <a:gd name="T6" fmla="*/ 40 w 40"/>
                <a:gd name="T7" fmla="*/ 0 h 32"/>
                <a:gd name="T8" fmla="*/ 17 w 40"/>
                <a:gd name="T9" fmla="*/ 32 h 32"/>
              </a:gdLst>
              <a:ahLst/>
              <a:cxnLst>
                <a:cxn ang="0">
                  <a:pos x="T0" y="T1"/>
                </a:cxn>
                <a:cxn ang="0">
                  <a:pos x="T2" y="T3"/>
                </a:cxn>
                <a:cxn ang="0">
                  <a:pos x="T4" y="T5"/>
                </a:cxn>
                <a:cxn ang="0">
                  <a:pos x="T6" y="T7"/>
                </a:cxn>
                <a:cxn ang="0">
                  <a:pos x="T8" y="T9"/>
                </a:cxn>
              </a:cxnLst>
              <a:rect l="0" t="0" r="r" b="b"/>
              <a:pathLst>
                <a:path w="40" h="32">
                  <a:moveTo>
                    <a:pt x="17" y="32"/>
                  </a:moveTo>
                  <a:lnTo>
                    <a:pt x="0" y="32"/>
                  </a:lnTo>
                  <a:lnTo>
                    <a:pt x="24" y="0"/>
                  </a:lnTo>
                  <a:lnTo>
                    <a:pt x="40" y="0"/>
                  </a:lnTo>
                  <a:lnTo>
                    <a:pt x="17"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045"/>
            </a:p>
          </p:txBody>
        </p:sp>
        <p:sp>
          <p:nvSpPr>
            <p:cNvPr id="57" name="Freeform 18"/>
            <p:cNvSpPr>
              <a:spLocks/>
            </p:cNvSpPr>
            <p:nvPr/>
          </p:nvSpPr>
          <p:spPr bwMode="auto">
            <a:xfrm>
              <a:off x="10525125" y="5443538"/>
              <a:ext cx="65088" cy="53975"/>
            </a:xfrm>
            <a:custGeom>
              <a:avLst/>
              <a:gdLst>
                <a:gd name="T0" fmla="*/ 17 w 41"/>
                <a:gd name="T1" fmla="*/ 0 h 34"/>
                <a:gd name="T2" fmla="*/ 0 w 41"/>
                <a:gd name="T3" fmla="*/ 0 h 34"/>
                <a:gd name="T4" fmla="*/ 24 w 41"/>
                <a:gd name="T5" fmla="*/ 34 h 34"/>
                <a:gd name="T6" fmla="*/ 41 w 41"/>
                <a:gd name="T7" fmla="*/ 34 h 34"/>
                <a:gd name="T8" fmla="*/ 17 w 41"/>
                <a:gd name="T9" fmla="*/ 0 h 34"/>
              </a:gdLst>
              <a:ahLst/>
              <a:cxnLst>
                <a:cxn ang="0">
                  <a:pos x="T0" y="T1"/>
                </a:cxn>
                <a:cxn ang="0">
                  <a:pos x="T2" y="T3"/>
                </a:cxn>
                <a:cxn ang="0">
                  <a:pos x="T4" y="T5"/>
                </a:cxn>
                <a:cxn ang="0">
                  <a:pos x="T6" y="T7"/>
                </a:cxn>
                <a:cxn ang="0">
                  <a:pos x="T8" y="T9"/>
                </a:cxn>
              </a:cxnLst>
              <a:rect l="0" t="0" r="r" b="b"/>
              <a:pathLst>
                <a:path w="41" h="34">
                  <a:moveTo>
                    <a:pt x="17" y="0"/>
                  </a:moveTo>
                  <a:lnTo>
                    <a:pt x="0" y="0"/>
                  </a:lnTo>
                  <a:lnTo>
                    <a:pt x="24" y="34"/>
                  </a:lnTo>
                  <a:lnTo>
                    <a:pt x="41" y="34"/>
                  </a:lnTo>
                  <a:lnTo>
                    <a:pt x="1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045"/>
            </a:p>
          </p:txBody>
        </p:sp>
        <p:sp>
          <p:nvSpPr>
            <p:cNvPr id="58" name="Freeform 19"/>
            <p:cNvSpPr>
              <a:spLocks/>
            </p:cNvSpPr>
            <p:nvPr/>
          </p:nvSpPr>
          <p:spPr bwMode="auto">
            <a:xfrm>
              <a:off x="10726738" y="5446713"/>
              <a:ext cx="49213" cy="50800"/>
            </a:xfrm>
            <a:custGeom>
              <a:avLst/>
              <a:gdLst>
                <a:gd name="T0" fmla="*/ 14 w 31"/>
                <a:gd name="T1" fmla="*/ 0 h 32"/>
                <a:gd name="T2" fmla="*/ 0 w 31"/>
                <a:gd name="T3" fmla="*/ 0 h 32"/>
                <a:gd name="T4" fmla="*/ 14 w 31"/>
                <a:gd name="T5" fmla="*/ 32 h 32"/>
                <a:gd name="T6" fmla="*/ 31 w 31"/>
                <a:gd name="T7" fmla="*/ 32 h 32"/>
                <a:gd name="T8" fmla="*/ 14 w 31"/>
                <a:gd name="T9" fmla="*/ 0 h 32"/>
              </a:gdLst>
              <a:ahLst/>
              <a:cxnLst>
                <a:cxn ang="0">
                  <a:pos x="T0" y="T1"/>
                </a:cxn>
                <a:cxn ang="0">
                  <a:pos x="T2" y="T3"/>
                </a:cxn>
                <a:cxn ang="0">
                  <a:pos x="T4" y="T5"/>
                </a:cxn>
                <a:cxn ang="0">
                  <a:pos x="T6" y="T7"/>
                </a:cxn>
                <a:cxn ang="0">
                  <a:pos x="T8" y="T9"/>
                </a:cxn>
              </a:cxnLst>
              <a:rect l="0" t="0" r="r" b="b"/>
              <a:pathLst>
                <a:path w="31" h="32">
                  <a:moveTo>
                    <a:pt x="14" y="0"/>
                  </a:moveTo>
                  <a:lnTo>
                    <a:pt x="0" y="0"/>
                  </a:lnTo>
                  <a:lnTo>
                    <a:pt x="14" y="32"/>
                  </a:lnTo>
                  <a:lnTo>
                    <a:pt x="31" y="32"/>
                  </a:lnTo>
                  <a:lnTo>
                    <a:pt x="1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045"/>
            </a:p>
          </p:txBody>
        </p:sp>
        <p:sp>
          <p:nvSpPr>
            <p:cNvPr id="59" name="Freeform 20"/>
            <p:cNvSpPr>
              <a:spLocks/>
            </p:cNvSpPr>
            <p:nvPr/>
          </p:nvSpPr>
          <p:spPr bwMode="auto">
            <a:xfrm>
              <a:off x="10991850" y="5395913"/>
              <a:ext cx="79375" cy="101600"/>
            </a:xfrm>
            <a:custGeom>
              <a:avLst/>
              <a:gdLst>
                <a:gd name="T0" fmla="*/ 18 w 21"/>
                <a:gd name="T1" fmla="*/ 18 h 26"/>
                <a:gd name="T2" fmla="*/ 13 w 21"/>
                <a:gd name="T3" fmla="*/ 20 h 26"/>
                <a:gd name="T4" fmla="*/ 6 w 21"/>
                <a:gd name="T5" fmla="*/ 13 h 26"/>
                <a:gd name="T6" fmla="*/ 13 w 21"/>
                <a:gd name="T7" fmla="*/ 7 h 26"/>
                <a:gd name="T8" fmla="*/ 18 w 21"/>
                <a:gd name="T9" fmla="*/ 9 h 26"/>
                <a:gd name="T10" fmla="*/ 21 w 21"/>
                <a:gd name="T11" fmla="*/ 3 h 26"/>
                <a:gd name="T12" fmla="*/ 13 w 21"/>
                <a:gd name="T13" fmla="*/ 0 h 26"/>
                <a:gd name="T14" fmla="*/ 0 w 21"/>
                <a:gd name="T15" fmla="*/ 13 h 26"/>
                <a:gd name="T16" fmla="*/ 13 w 21"/>
                <a:gd name="T17" fmla="*/ 26 h 26"/>
                <a:gd name="T18" fmla="*/ 21 w 21"/>
                <a:gd name="T19" fmla="*/ 23 h 26"/>
                <a:gd name="T20" fmla="*/ 18 w 21"/>
                <a:gd name="T21" fmla="*/ 18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26">
                  <a:moveTo>
                    <a:pt x="18" y="18"/>
                  </a:moveTo>
                  <a:cubicBezTo>
                    <a:pt x="17" y="19"/>
                    <a:pt x="15" y="20"/>
                    <a:pt x="13" y="20"/>
                  </a:cubicBezTo>
                  <a:cubicBezTo>
                    <a:pt x="9" y="20"/>
                    <a:pt x="6" y="17"/>
                    <a:pt x="6" y="13"/>
                  </a:cubicBezTo>
                  <a:cubicBezTo>
                    <a:pt x="6" y="10"/>
                    <a:pt x="9" y="7"/>
                    <a:pt x="13" y="7"/>
                  </a:cubicBezTo>
                  <a:cubicBezTo>
                    <a:pt x="15" y="7"/>
                    <a:pt x="17" y="7"/>
                    <a:pt x="18" y="9"/>
                  </a:cubicBezTo>
                  <a:cubicBezTo>
                    <a:pt x="18" y="7"/>
                    <a:pt x="19" y="5"/>
                    <a:pt x="21" y="3"/>
                  </a:cubicBezTo>
                  <a:cubicBezTo>
                    <a:pt x="19" y="1"/>
                    <a:pt x="16" y="0"/>
                    <a:pt x="13" y="0"/>
                  </a:cubicBezTo>
                  <a:cubicBezTo>
                    <a:pt x="6" y="0"/>
                    <a:pt x="0" y="6"/>
                    <a:pt x="0" y="13"/>
                  </a:cubicBezTo>
                  <a:cubicBezTo>
                    <a:pt x="0" y="20"/>
                    <a:pt x="6" y="26"/>
                    <a:pt x="13" y="26"/>
                  </a:cubicBezTo>
                  <a:cubicBezTo>
                    <a:pt x="16" y="26"/>
                    <a:pt x="19" y="25"/>
                    <a:pt x="21" y="23"/>
                  </a:cubicBezTo>
                  <a:cubicBezTo>
                    <a:pt x="19" y="22"/>
                    <a:pt x="18" y="20"/>
                    <a:pt x="18"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045"/>
            </a:p>
          </p:txBody>
        </p:sp>
        <p:sp>
          <p:nvSpPr>
            <p:cNvPr id="60" name="Freeform 21"/>
            <p:cNvSpPr>
              <a:spLocks noEditPoints="1"/>
            </p:cNvSpPr>
            <p:nvPr/>
          </p:nvSpPr>
          <p:spPr bwMode="auto">
            <a:xfrm>
              <a:off x="10882313"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045"/>
            </a:p>
          </p:txBody>
        </p:sp>
        <p:sp>
          <p:nvSpPr>
            <p:cNvPr id="61" name="Freeform 22"/>
            <p:cNvSpPr>
              <a:spLocks/>
            </p:cNvSpPr>
            <p:nvPr/>
          </p:nvSpPr>
          <p:spPr bwMode="auto">
            <a:xfrm>
              <a:off x="10942638" y="5518150"/>
              <a:ext cx="34925" cy="58738"/>
            </a:xfrm>
            <a:custGeom>
              <a:avLst/>
              <a:gdLst>
                <a:gd name="T0" fmla="*/ 0 w 22"/>
                <a:gd name="T1" fmla="*/ 37 h 37"/>
                <a:gd name="T2" fmla="*/ 0 w 22"/>
                <a:gd name="T3" fmla="*/ 0 h 37"/>
                <a:gd name="T4" fmla="*/ 22 w 22"/>
                <a:gd name="T5" fmla="*/ 0 h 37"/>
                <a:gd name="T6" fmla="*/ 22 w 22"/>
                <a:gd name="T7" fmla="*/ 4 h 37"/>
                <a:gd name="T8" fmla="*/ 5 w 22"/>
                <a:gd name="T9" fmla="*/ 4 h 37"/>
                <a:gd name="T10" fmla="*/ 5 w 22"/>
                <a:gd name="T11" fmla="*/ 14 h 37"/>
                <a:gd name="T12" fmla="*/ 19 w 22"/>
                <a:gd name="T13" fmla="*/ 14 h 37"/>
                <a:gd name="T14" fmla="*/ 19 w 22"/>
                <a:gd name="T15" fmla="*/ 19 h 37"/>
                <a:gd name="T16" fmla="*/ 5 w 22"/>
                <a:gd name="T17" fmla="*/ 19 h 37"/>
                <a:gd name="T18" fmla="*/ 5 w 22"/>
                <a:gd name="T19" fmla="*/ 32 h 37"/>
                <a:gd name="T20" fmla="*/ 22 w 22"/>
                <a:gd name="T21" fmla="*/ 32 h 37"/>
                <a:gd name="T22" fmla="*/ 22 w 22"/>
                <a:gd name="T23" fmla="*/ 37 h 37"/>
                <a:gd name="T24" fmla="*/ 0 w 22"/>
                <a:gd name="T25"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 h="37">
                  <a:moveTo>
                    <a:pt x="0" y="37"/>
                  </a:moveTo>
                  <a:lnTo>
                    <a:pt x="0" y="0"/>
                  </a:lnTo>
                  <a:lnTo>
                    <a:pt x="22" y="0"/>
                  </a:lnTo>
                  <a:lnTo>
                    <a:pt x="22" y="4"/>
                  </a:lnTo>
                  <a:lnTo>
                    <a:pt x="5" y="4"/>
                  </a:lnTo>
                  <a:lnTo>
                    <a:pt x="5" y="14"/>
                  </a:lnTo>
                  <a:lnTo>
                    <a:pt x="19" y="14"/>
                  </a:lnTo>
                  <a:lnTo>
                    <a:pt x="19" y="19"/>
                  </a:lnTo>
                  <a:lnTo>
                    <a:pt x="5" y="19"/>
                  </a:lnTo>
                  <a:lnTo>
                    <a:pt x="5" y="32"/>
                  </a:lnTo>
                  <a:lnTo>
                    <a:pt x="22" y="32"/>
                  </a:lnTo>
                  <a:lnTo>
                    <a:pt x="22" y="37"/>
                  </a:lnTo>
                  <a:lnTo>
                    <a:pt x="0"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045"/>
            </a:p>
          </p:txBody>
        </p:sp>
        <p:sp>
          <p:nvSpPr>
            <p:cNvPr id="62" name="Rectangle 23"/>
            <p:cNvSpPr>
              <a:spLocks noChangeArrowheads="1"/>
            </p:cNvSpPr>
            <p:nvPr/>
          </p:nvSpPr>
          <p:spPr bwMode="auto">
            <a:xfrm>
              <a:off x="11002963" y="5518150"/>
              <a:ext cx="7938" cy="587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2045"/>
            </a:p>
          </p:txBody>
        </p:sp>
        <p:sp>
          <p:nvSpPr>
            <p:cNvPr id="63" name="Freeform 24"/>
            <p:cNvSpPr>
              <a:spLocks/>
            </p:cNvSpPr>
            <p:nvPr/>
          </p:nvSpPr>
          <p:spPr bwMode="auto">
            <a:xfrm>
              <a:off x="11037888" y="5518150"/>
              <a:ext cx="33338" cy="58738"/>
            </a:xfrm>
            <a:custGeom>
              <a:avLst/>
              <a:gdLst>
                <a:gd name="T0" fmla="*/ 14 w 21"/>
                <a:gd name="T1" fmla="*/ 4 h 37"/>
                <a:gd name="T2" fmla="*/ 14 w 21"/>
                <a:gd name="T3" fmla="*/ 37 h 37"/>
                <a:gd name="T4" fmla="*/ 9 w 21"/>
                <a:gd name="T5" fmla="*/ 37 h 37"/>
                <a:gd name="T6" fmla="*/ 9 w 21"/>
                <a:gd name="T7" fmla="*/ 4 h 37"/>
                <a:gd name="T8" fmla="*/ 0 w 21"/>
                <a:gd name="T9" fmla="*/ 4 h 37"/>
                <a:gd name="T10" fmla="*/ 0 w 21"/>
                <a:gd name="T11" fmla="*/ 0 h 37"/>
                <a:gd name="T12" fmla="*/ 21 w 21"/>
                <a:gd name="T13" fmla="*/ 0 h 37"/>
                <a:gd name="T14" fmla="*/ 21 w 21"/>
                <a:gd name="T15" fmla="*/ 4 h 37"/>
                <a:gd name="T16" fmla="*/ 14 w 21"/>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 h="37">
                  <a:moveTo>
                    <a:pt x="14" y="4"/>
                  </a:moveTo>
                  <a:lnTo>
                    <a:pt x="14" y="37"/>
                  </a:lnTo>
                  <a:lnTo>
                    <a:pt x="9" y="37"/>
                  </a:lnTo>
                  <a:lnTo>
                    <a:pt x="9" y="4"/>
                  </a:lnTo>
                  <a:lnTo>
                    <a:pt x="0" y="4"/>
                  </a:lnTo>
                  <a:lnTo>
                    <a:pt x="0" y="0"/>
                  </a:lnTo>
                  <a:lnTo>
                    <a:pt x="21" y="0"/>
                  </a:lnTo>
                  <a:lnTo>
                    <a:pt x="21" y="4"/>
                  </a:lnTo>
                  <a:lnTo>
                    <a:pt x="14"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045"/>
            </a:p>
          </p:txBody>
        </p:sp>
        <p:sp>
          <p:nvSpPr>
            <p:cNvPr id="64" name="Freeform 25"/>
            <p:cNvSpPr>
              <a:spLocks/>
            </p:cNvSpPr>
            <p:nvPr/>
          </p:nvSpPr>
          <p:spPr bwMode="auto">
            <a:xfrm>
              <a:off x="11095038" y="5518150"/>
              <a:ext cx="33338" cy="58738"/>
            </a:xfrm>
            <a:custGeom>
              <a:avLst/>
              <a:gdLst>
                <a:gd name="T0" fmla="*/ 5 w 9"/>
                <a:gd name="T1" fmla="*/ 15 h 15"/>
                <a:gd name="T2" fmla="*/ 0 w 9"/>
                <a:gd name="T3" fmla="*/ 13 h 15"/>
                <a:gd name="T4" fmla="*/ 1 w 9"/>
                <a:gd name="T5" fmla="*/ 11 h 15"/>
                <a:gd name="T6" fmla="*/ 5 w 9"/>
                <a:gd name="T7" fmla="*/ 13 h 15"/>
                <a:gd name="T8" fmla="*/ 7 w 9"/>
                <a:gd name="T9" fmla="*/ 11 h 15"/>
                <a:gd name="T10" fmla="*/ 7 w 9"/>
                <a:gd name="T11" fmla="*/ 9 h 15"/>
                <a:gd name="T12" fmla="*/ 5 w 9"/>
                <a:gd name="T13" fmla="*/ 8 h 15"/>
                <a:gd name="T14" fmla="*/ 4 w 9"/>
                <a:gd name="T15" fmla="*/ 8 h 15"/>
                <a:gd name="T16" fmla="*/ 1 w 9"/>
                <a:gd name="T17" fmla="*/ 7 h 15"/>
                <a:gd name="T18" fmla="*/ 0 w 9"/>
                <a:gd name="T19" fmla="*/ 4 h 15"/>
                <a:gd name="T20" fmla="*/ 5 w 9"/>
                <a:gd name="T21" fmla="*/ 0 h 15"/>
                <a:gd name="T22" fmla="*/ 9 w 9"/>
                <a:gd name="T23" fmla="*/ 2 h 15"/>
                <a:gd name="T24" fmla="*/ 8 w 9"/>
                <a:gd name="T25" fmla="*/ 3 h 15"/>
                <a:gd name="T26" fmla="*/ 5 w 9"/>
                <a:gd name="T27" fmla="*/ 2 h 15"/>
                <a:gd name="T28" fmla="*/ 2 w 9"/>
                <a:gd name="T29" fmla="*/ 4 h 15"/>
                <a:gd name="T30" fmla="*/ 3 w 9"/>
                <a:gd name="T31" fmla="*/ 5 h 15"/>
                <a:gd name="T32" fmla="*/ 4 w 9"/>
                <a:gd name="T33" fmla="*/ 6 h 15"/>
                <a:gd name="T34" fmla="*/ 6 w 9"/>
                <a:gd name="T35" fmla="*/ 6 h 15"/>
                <a:gd name="T36" fmla="*/ 8 w 9"/>
                <a:gd name="T37" fmla="*/ 8 h 15"/>
                <a:gd name="T38" fmla="*/ 9 w 9"/>
                <a:gd name="T39" fmla="*/ 11 h 15"/>
                <a:gd name="T40" fmla="*/ 5 w 9"/>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 h="15">
                  <a:moveTo>
                    <a:pt x="5" y="15"/>
                  </a:moveTo>
                  <a:cubicBezTo>
                    <a:pt x="3" y="15"/>
                    <a:pt x="1" y="14"/>
                    <a:pt x="0" y="13"/>
                  </a:cubicBezTo>
                  <a:cubicBezTo>
                    <a:pt x="1" y="11"/>
                    <a:pt x="1" y="11"/>
                    <a:pt x="1" y="11"/>
                  </a:cubicBezTo>
                  <a:cubicBezTo>
                    <a:pt x="2" y="13"/>
                    <a:pt x="3" y="13"/>
                    <a:pt x="5" y="13"/>
                  </a:cubicBezTo>
                  <a:cubicBezTo>
                    <a:pt x="6" y="13"/>
                    <a:pt x="7" y="12"/>
                    <a:pt x="7" y="11"/>
                  </a:cubicBezTo>
                  <a:cubicBezTo>
                    <a:pt x="7" y="10"/>
                    <a:pt x="7" y="9"/>
                    <a:pt x="7" y="9"/>
                  </a:cubicBezTo>
                  <a:cubicBezTo>
                    <a:pt x="7" y="9"/>
                    <a:pt x="6" y="9"/>
                    <a:pt x="5" y="8"/>
                  </a:cubicBezTo>
                  <a:cubicBezTo>
                    <a:pt x="4" y="8"/>
                    <a:pt x="4" y="8"/>
                    <a:pt x="4" y="8"/>
                  </a:cubicBezTo>
                  <a:cubicBezTo>
                    <a:pt x="3" y="8"/>
                    <a:pt x="2" y="8"/>
                    <a:pt x="1" y="7"/>
                  </a:cubicBezTo>
                  <a:cubicBezTo>
                    <a:pt x="1" y="6"/>
                    <a:pt x="0" y="5"/>
                    <a:pt x="0" y="4"/>
                  </a:cubicBezTo>
                  <a:cubicBezTo>
                    <a:pt x="0" y="2"/>
                    <a:pt x="2" y="0"/>
                    <a:pt x="5" y="0"/>
                  </a:cubicBezTo>
                  <a:cubicBezTo>
                    <a:pt x="7" y="0"/>
                    <a:pt x="8" y="0"/>
                    <a:pt x="9" y="2"/>
                  </a:cubicBezTo>
                  <a:cubicBezTo>
                    <a:pt x="8" y="3"/>
                    <a:pt x="8" y="3"/>
                    <a:pt x="8" y="3"/>
                  </a:cubicBezTo>
                  <a:cubicBezTo>
                    <a:pt x="7" y="2"/>
                    <a:pt x="6" y="2"/>
                    <a:pt x="5" y="2"/>
                  </a:cubicBezTo>
                  <a:cubicBezTo>
                    <a:pt x="3" y="2"/>
                    <a:pt x="2" y="3"/>
                    <a:pt x="2" y="4"/>
                  </a:cubicBezTo>
                  <a:cubicBezTo>
                    <a:pt x="2" y="5"/>
                    <a:pt x="2" y="5"/>
                    <a:pt x="3" y="5"/>
                  </a:cubicBezTo>
                  <a:cubicBezTo>
                    <a:pt x="3" y="6"/>
                    <a:pt x="4" y="6"/>
                    <a:pt x="4" y="6"/>
                  </a:cubicBezTo>
                  <a:cubicBezTo>
                    <a:pt x="6" y="6"/>
                    <a:pt x="6" y="6"/>
                    <a:pt x="6" y="6"/>
                  </a:cubicBezTo>
                  <a:cubicBezTo>
                    <a:pt x="7" y="7"/>
                    <a:pt x="8" y="7"/>
                    <a:pt x="8" y="8"/>
                  </a:cubicBezTo>
                  <a:cubicBezTo>
                    <a:pt x="9" y="8"/>
                    <a:pt x="9" y="9"/>
                    <a:pt x="9" y="11"/>
                  </a:cubicBezTo>
                  <a:cubicBezTo>
                    <a:pt x="9" y="13"/>
                    <a:pt x="7"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045"/>
            </a:p>
          </p:txBody>
        </p:sp>
        <p:sp>
          <p:nvSpPr>
            <p:cNvPr id="65" name="Freeform 26"/>
            <p:cNvSpPr>
              <a:spLocks noEditPoints="1"/>
            </p:cNvSpPr>
            <p:nvPr/>
          </p:nvSpPr>
          <p:spPr bwMode="auto">
            <a:xfrm>
              <a:off x="11174413" y="5518150"/>
              <a:ext cx="41275" cy="58738"/>
            </a:xfrm>
            <a:custGeom>
              <a:avLst/>
              <a:gdLst>
                <a:gd name="T0" fmla="*/ 9 w 11"/>
                <a:gd name="T1" fmla="*/ 15 h 15"/>
                <a:gd name="T2" fmla="*/ 8 w 11"/>
                <a:gd name="T3" fmla="*/ 13 h 15"/>
                <a:gd name="T4" fmla="*/ 4 w 11"/>
                <a:gd name="T5" fmla="*/ 15 h 15"/>
                <a:gd name="T6" fmla="*/ 0 w 11"/>
                <a:gd name="T7" fmla="*/ 10 h 15"/>
                <a:gd name="T8" fmla="*/ 2 w 11"/>
                <a:gd name="T9" fmla="*/ 6 h 15"/>
                <a:gd name="T10" fmla="*/ 1 w 11"/>
                <a:gd name="T11" fmla="*/ 3 h 15"/>
                <a:gd name="T12" fmla="*/ 4 w 11"/>
                <a:gd name="T13" fmla="*/ 0 h 15"/>
                <a:gd name="T14" fmla="*/ 7 w 11"/>
                <a:gd name="T15" fmla="*/ 3 h 15"/>
                <a:gd name="T16" fmla="*/ 6 w 11"/>
                <a:gd name="T17" fmla="*/ 6 h 15"/>
                <a:gd name="T18" fmla="*/ 5 w 11"/>
                <a:gd name="T19" fmla="*/ 7 h 15"/>
                <a:gd name="T20" fmla="*/ 8 w 11"/>
                <a:gd name="T21" fmla="*/ 10 h 15"/>
                <a:gd name="T22" fmla="*/ 8 w 11"/>
                <a:gd name="T23" fmla="*/ 7 h 15"/>
                <a:gd name="T24" fmla="*/ 10 w 11"/>
                <a:gd name="T25" fmla="*/ 7 h 15"/>
                <a:gd name="T26" fmla="*/ 9 w 11"/>
                <a:gd name="T27" fmla="*/ 12 h 15"/>
                <a:gd name="T28" fmla="*/ 11 w 11"/>
                <a:gd name="T29" fmla="*/ 15 h 15"/>
                <a:gd name="T30" fmla="*/ 9 w 11"/>
                <a:gd name="T31" fmla="*/ 15 h 15"/>
                <a:gd name="T32" fmla="*/ 3 w 11"/>
                <a:gd name="T33" fmla="*/ 8 h 15"/>
                <a:gd name="T34" fmla="*/ 2 w 11"/>
                <a:gd name="T35" fmla="*/ 10 h 15"/>
                <a:gd name="T36" fmla="*/ 4 w 11"/>
                <a:gd name="T37" fmla="*/ 13 h 15"/>
                <a:gd name="T38" fmla="*/ 6 w 11"/>
                <a:gd name="T39" fmla="*/ 12 h 15"/>
                <a:gd name="T40" fmla="*/ 3 w 11"/>
                <a:gd name="T41" fmla="*/ 8 h 15"/>
                <a:gd name="T42" fmla="*/ 4 w 11"/>
                <a:gd name="T43" fmla="*/ 2 h 15"/>
                <a:gd name="T44" fmla="*/ 3 w 11"/>
                <a:gd name="T45" fmla="*/ 3 h 15"/>
                <a:gd name="T46" fmla="*/ 4 w 11"/>
                <a:gd name="T47" fmla="*/ 5 h 15"/>
                <a:gd name="T48" fmla="*/ 5 w 11"/>
                <a:gd name="T49" fmla="*/ 5 h 15"/>
                <a:gd name="T50" fmla="*/ 5 w 11"/>
                <a:gd name="T51" fmla="*/ 3 h 15"/>
                <a:gd name="T52" fmla="*/ 4 w 11"/>
                <a:gd name="T5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1" h="15">
                  <a:moveTo>
                    <a:pt x="9" y="15"/>
                  </a:moveTo>
                  <a:cubicBezTo>
                    <a:pt x="8" y="13"/>
                    <a:pt x="8" y="13"/>
                    <a:pt x="8" y="13"/>
                  </a:cubicBezTo>
                  <a:cubicBezTo>
                    <a:pt x="7" y="14"/>
                    <a:pt x="6" y="15"/>
                    <a:pt x="4" y="15"/>
                  </a:cubicBezTo>
                  <a:cubicBezTo>
                    <a:pt x="1" y="15"/>
                    <a:pt x="0" y="13"/>
                    <a:pt x="0" y="10"/>
                  </a:cubicBezTo>
                  <a:cubicBezTo>
                    <a:pt x="0" y="8"/>
                    <a:pt x="1" y="7"/>
                    <a:pt x="2" y="6"/>
                  </a:cubicBezTo>
                  <a:cubicBezTo>
                    <a:pt x="2" y="6"/>
                    <a:pt x="1" y="5"/>
                    <a:pt x="1" y="3"/>
                  </a:cubicBezTo>
                  <a:cubicBezTo>
                    <a:pt x="1" y="1"/>
                    <a:pt x="2" y="0"/>
                    <a:pt x="4" y="0"/>
                  </a:cubicBezTo>
                  <a:cubicBezTo>
                    <a:pt x="6" y="0"/>
                    <a:pt x="7" y="1"/>
                    <a:pt x="7" y="3"/>
                  </a:cubicBezTo>
                  <a:cubicBezTo>
                    <a:pt x="7" y="4"/>
                    <a:pt x="7" y="5"/>
                    <a:pt x="6" y="6"/>
                  </a:cubicBezTo>
                  <a:cubicBezTo>
                    <a:pt x="6" y="6"/>
                    <a:pt x="5" y="6"/>
                    <a:pt x="5" y="7"/>
                  </a:cubicBezTo>
                  <a:cubicBezTo>
                    <a:pt x="8" y="10"/>
                    <a:pt x="8" y="10"/>
                    <a:pt x="8" y="10"/>
                  </a:cubicBezTo>
                  <a:cubicBezTo>
                    <a:pt x="8" y="9"/>
                    <a:pt x="8" y="9"/>
                    <a:pt x="8" y="7"/>
                  </a:cubicBezTo>
                  <a:cubicBezTo>
                    <a:pt x="10" y="7"/>
                    <a:pt x="10" y="7"/>
                    <a:pt x="10" y="7"/>
                  </a:cubicBezTo>
                  <a:cubicBezTo>
                    <a:pt x="10" y="9"/>
                    <a:pt x="10" y="11"/>
                    <a:pt x="9" y="12"/>
                  </a:cubicBezTo>
                  <a:cubicBezTo>
                    <a:pt x="11" y="15"/>
                    <a:pt x="11" y="15"/>
                    <a:pt x="11" y="15"/>
                  </a:cubicBezTo>
                  <a:lnTo>
                    <a:pt x="9" y="15"/>
                  </a:lnTo>
                  <a:close/>
                  <a:moveTo>
                    <a:pt x="3" y="8"/>
                  </a:moveTo>
                  <a:cubicBezTo>
                    <a:pt x="2" y="8"/>
                    <a:pt x="2" y="9"/>
                    <a:pt x="2" y="10"/>
                  </a:cubicBezTo>
                  <a:cubicBezTo>
                    <a:pt x="2" y="12"/>
                    <a:pt x="3" y="13"/>
                    <a:pt x="4" y="13"/>
                  </a:cubicBezTo>
                  <a:cubicBezTo>
                    <a:pt x="5" y="13"/>
                    <a:pt x="6" y="13"/>
                    <a:pt x="6" y="12"/>
                  </a:cubicBezTo>
                  <a:lnTo>
                    <a:pt x="3" y="8"/>
                  </a:lnTo>
                  <a:close/>
                  <a:moveTo>
                    <a:pt x="4" y="2"/>
                  </a:moveTo>
                  <a:cubicBezTo>
                    <a:pt x="3" y="2"/>
                    <a:pt x="3" y="2"/>
                    <a:pt x="3" y="3"/>
                  </a:cubicBezTo>
                  <a:cubicBezTo>
                    <a:pt x="3" y="4"/>
                    <a:pt x="3" y="4"/>
                    <a:pt x="4" y="5"/>
                  </a:cubicBezTo>
                  <a:cubicBezTo>
                    <a:pt x="4" y="5"/>
                    <a:pt x="5" y="5"/>
                    <a:pt x="5" y="5"/>
                  </a:cubicBezTo>
                  <a:cubicBezTo>
                    <a:pt x="5" y="4"/>
                    <a:pt x="5" y="4"/>
                    <a:pt x="5" y="3"/>
                  </a:cubicBezTo>
                  <a:cubicBezTo>
                    <a:pt x="5" y="2"/>
                    <a:pt x="5" y="2"/>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045"/>
            </a:p>
          </p:txBody>
        </p:sp>
        <p:sp>
          <p:nvSpPr>
            <p:cNvPr id="66" name="Freeform 27"/>
            <p:cNvSpPr>
              <a:spLocks/>
            </p:cNvSpPr>
            <p:nvPr/>
          </p:nvSpPr>
          <p:spPr bwMode="auto">
            <a:xfrm>
              <a:off x="11256963" y="5518150"/>
              <a:ext cx="34925" cy="58738"/>
            </a:xfrm>
            <a:custGeom>
              <a:avLst/>
              <a:gdLst>
                <a:gd name="T0" fmla="*/ 12 w 22"/>
                <a:gd name="T1" fmla="*/ 4 h 37"/>
                <a:gd name="T2" fmla="*/ 12 w 22"/>
                <a:gd name="T3" fmla="*/ 37 h 37"/>
                <a:gd name="T4" fmla="*/ 7 w 22"/>
                <a:gd name="T5" fmla="*/ 37 h 37"/>
                <a:gd name="T6" fmla="*/ 7 w 22"/>
                <a:gd name="T7" fmla="*/ 4 h 37"/>
                <a:gd name="T8" fmla="*/ 0 w 22"/>
                <a:gd name="T9" fmla="*/ 4 h 37"/>
                <a:gd name="T10" fmla="*/ 0 w 22"/>
                <a:gd name="T11" fmla="*/ 0 h 37"/>
                <a:gd name="T12" fmla="*/ 22 w 22"/>
                <a:gd name="T13" fmla="*/ 0 h 37"/>
                <a:gd name="T14" fmla="*/ 22 w 22"/>
                <a:gd name="T15" fmla="*/ 4 h 37"/>
                <a:gd name="T16" fmla="*/ 12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2" y="4"/>
                  </a:moveTo>
                  <a:lnTo>
                    <a:pt x="12" y="37"/>
                  </a:lnTo>
                  <a:lnTo>
                    <a:pt x="7" y="37"/>
                  </a:lnTo>
                  <a:lnTo>
                    <a:pt x="7" y="4"/>
                  </a:lnTo>
                  <a:lnTo>
                    <a:pt x="0" y="4"/>
                  </a:lnTo>
                  <a:lnTo>
                    <a:pt x="0" y="0"/>
                  </a:lnTo>
                  <a:lnTo>
                    <a:pt x="22" y="0"/>
                  </a:lnTo>
                  <a:lnTo>
                    <a:pt x="22" y="4"/>
                  </a:lnTo>
                  <a:lnTo>
                    <a:pt x="12"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045"/>
            </a:p>
          </p:txBody>
        </p:sp>
        <p:sp>
          <p:nvSpPr>
            <p:cNvPr id="67" name="Freeform 28"/>
            <p:cNvSpPr>
              <a:spLocks noEditPoints="1"/>
            </p:cNvSpPr>
            <p:nvPr/>
          </p:nvSpPr>
          <p:spPr bwMode="auto">
            <a:xfrm>
              <a:off x="11318875"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045"/>
            </a:p>
          </p:txBody>
        </p:sp>
        <p:sp>
          <p:nvSpPr>
            <p:cNvPr id="68" name="Freeform 29"/>
            <p:cNvSpPr>
              <a:spLocks/>
            </p:cNvSpPr>
            <p:nvPr/>
          </p:nvSpPr>
          <p:spPr bwMode="auto">
            <a:xfrm>
              <a:off x="11379200" y="5518150"/>
              <a:ext cx="38100" cy="58738"/>
            </a:xfrm>
            <a:custGeom>
              <a:avLst/>
              <a:gdLst>
                <a:gd name="T0" fmla="*/ 5 w 10"/>
                <a:gd name="T1" fmla="*/ 15 h 15"/>
                <a:gd name="T2" fmla="*/ 0 w 10"/>
                <a:gd name="T3" fmla="*/ 10 h 15"/>
                <a:gd name="T4" fmla="*/ 0 w 10"/>
                <a:gd name="T5" fmla="*/ 0 h 15"/>
                <a:gd name="T6" fmla="*/ 2 w 10"/>
                <a:gd name="T7" fmla="*/ 0 h 15"/>
                <a:gd name="T8" fmla="*/ 2 w 10"/>
                <a:gd name="T9" fmla="*/ 10 h 15"/>
                <a:gd name="T10" fmla="*/ 5 w 10"/>
                <a:gd name="T11" fmla="*/ 13 h 15"/>
                <a:gd name="T12" fmla="*/ 8 w 10"/>
                <a:gd name="T13" fmla="*/ 10 h 15"/>
                <a:gd name="T14" fmla="*/ 8 w 10"/>
                <a:gd name="T15" fmla="*/ 0 h 15"/>
                <a:gd name="T16" fmla="*/ 10 w 10"/>
                <a:gd name="T17" fmla="*/ 0 h 15"/>
                <a:gd name="T18" fmla="*/ 10 w 10"/>
                <a:gd name="T19" fmla="*/ 10 h 15"/>
                <a:gd name="T20" fmla="*/ 5 w 10"/>
                <a:gd name="T2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 h="15">
                  <a:moveTo>
                    <a:pt x="5" y="15"/>
                  </a:moveTo>
                  <a:cubicBezTo>
                    <a:pt x="2" y="15"/>
                    <a:pt x="0" y="13"/>
                    <a:pt x="0" y="10"/>
                  </a:cubicBezTo>
                  <a:cubicBezTo>
                    <a:pt x="0" y="0"/>
                    <a:pt x="0" y="0"/>
                    <a:pt x="0" y="0"/>
                  </a:cubicBezTo>
                  <a:cubicBezTo>
                    <a:pt x="2" y="0"/>
                    <a:pt x="2" y="0"/>
                    <a:pt x="2" y="0"/>
                  </a:cubicBezTo>
                  <a:cubicBezTo>
                    <a:pt x="2" y="10"/>
                    <a:pt x="2" y="10"/>
                    <a:pt x="2" y="10"/>
                  </a:cubicBezTo>
                  <a:cubicBezTo>
                    <a:pt x="2" y="12"/>
                    <a:pt x="3" y="13"/>
                    <a:pt x="5" y="13"/>
                  </a:cubicBezTo>
                  <a:cubicBezTo>
                    <a:pt x="7" y="13"/>
                    <a:pt x="8" y="12"/>
                    <a:pt x="8" y="10"/>
                  </a:cubicBezTo>
                  <a:cubicBezTo>
                    <a:pt x="8" y="0"/>
                    <a:pt x="8" y="0"/>
                    <a:pt x="8" y="0"/>
                  </a:cubicBezTo>
                  <a:cubicBezTo>
                    <a:pt x="10" y="0"/>
                    <a:pt x="10" y="0"/>
                    <a:pt x="10" y="0"/>
                  </a:cubicBezTo>
                  <a:cubicBezTo>
                    <a:pt x="10" y="10"/>
                    <a:pt x="10" y="10"/>
                    <a:pt x="10" y="10"/>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045"/>
            </a:p>
          </p:txBody>
        </p:sp>
        <p:sp>
          <p:nvSpPr>
            <p:cNvPr id="69" name="Freeform 30"/>
            <p:cNvSpPr>
              <a:spLocks/>
            </p:cNvSpPr>
            <p:nvPr/>
          </p:nvSpPr>
          <p:spPr bwMode="auto">
            <a:xfrm>
              <a:off x="11439525" y="5518150"/>
              <a:ext cx="38100" cy="58738"/>
            </a:xfrm>
            <a:custGeom>
              <a:avLst/>
              <a:gdLst>
                <a:gd name="T0" fmla="*/ 5 w 10"/>
                <a:gd name="T1" fmla="*/ 15 h 15"/>
                <a:gd name="T2" fmla="*/ 0 w 10"/>
                <a:gd name="T3" fmla="*/ 13 h 15"/>
                <a:gd name="T4" fmla="*/ 2 w 10"/>
                <a:gd name="T5" fmla="*/ 11 h 15"/>
                <a:gd name="T6" fmla="*/ 5 w 10"/>
                <a:gd name="T7" fmla="*/ 13 h 15"/>
                <a:gd name="T8" fmla="*/ 8 w 10"/>
                <a:gd name="T9" fmla="*/ 11 h 15"/>
                <a:gd name="T10" fmla="*/ 7 w 10"/>
                <a:gd name="T11" fmla="*/ 9 h 15"/>
                <a:gd name="T12" fmla="*/ 6 w 10"/>
                <a:gd name="T13" fmla="*/ 8 h 15"/>
                <a:gd name="T14" fmla="*/ 4 w 10"/>
                <a:gd name="T15" fmla="*/ 8 h 15"/>
                <a:gd name="T16" fmla="*/ 2 w 10"/>
                <a:gd name="T17" fmla="*/ 7 h 15"/>
                <a:gd name="T18" fmla="*/ 1 w 10"/>
                <a:gd name="T19" fmla="*/ 4 h 15"/>
                <a:gd name="T20" fmla="*/ 5 w 10"/>
                <a:gd name="T21" fmla="*/ 0 h 15"/>
                <a:gd name="T22" fmla="*/ 9 w 10"/>
                <a:gd name="T23" fmla="*/ 2 h 15"/>
                <a:gd name="T24" fmla="*/ 8 w 10"/>
                <a:gd name="T25" fmla="*/ 3 h 15"/>
                <a:gd name="T26" fmla="*/ 5 w 10"/>
                <a:gd name="T27" fmla="*/ 2 h 15"/>
                <a:gd name="T28" fmla="*/ 3 w 10"/>
                <a:gd name="T29" fmla="*/ 4 h 15"/>
                <a:gd name="T30" fmla="*/ 3 w 10"/>
                <a:gd name="T31" fmla="*/ 5 h 15"/>
                <a:gd name="T32" fmla="*/ 5 w 10"/>
                <a:gd name="T33" fmla="*/ 6 h 15"/>
                <a:gd name="T34" fmla="*/ 6 w 10"/>
                <a:gd name="T35" fmla="*/ 6 h 15"/>
                <a:gd name="T36" fmla="*/ 9 w 10"/>
                <a:gd name="T37" fmla="*/ 8 h 15"/>
                <a:gd name="T38" fmla="*/ 10 w 10"/>
                <a:gd name="T39" fmla="*/ 11 h 15"/>
                <a:gd name="T40" fmla="*/ 5 w 10"/>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 h="15">
                  <a:moveTo>
                    <a:pt x="5" y="15"/>
                  </a:moveTo>
                  <a:cubicBezTo>
                    <a:pt x="3" y="15"/>
                    <a:pt x="2" y="14"/>
                    <a:pt x="0" y="13"/>
                  </a:cubicBezTo>
                  <a:cubicBezTo>
                    <a:pt x="2" y="11"/>
                    <a:pt x="2" y="11"/>
                    <a:pt x="2" y="11"/>
                  </a:cubicBezTo>
                  <a:cubicBezTo>
                    <a:pt x="3" y="13"/>
                    <a:pt x="4" y="13"/>
                    <a:pt x="5" y="13"/>
                  </a:cubicBezTo>
                  <a:cubicBezTo>
                    <a:pt x="7" y="13"/>
                    <a:pt x="8" y="12"/>
                    <a:pt x="8" y="11"/>
                  </a:cubicBezTo>
                  <a:cubicBezTo>
                    <a:pt x="8" y="10"/>
                    <a:pt x="8" y="9"/>
                    <a:pt x="7" y="9"/>
                  </a:cubicBezTo>
                  <a:cubicBezTo>
                    <a:pt x="7" y="9"/>
                    <a:pt x="7" y="9"/>
                    <a:pt x="6" y="8"/>
                  </a:cubicBezTo>
                  <a:cubicBezTo>
                    <a:pt x="4" y="8"/>
                    <a:pt x="4" y="8"/>
                    <a:pt x="4" y="8"/>
                  </a:cubicBezTo>
                  <a:cubicBezTo>
                    <a:pt x="3" y="8"/>
                    <a:pt x="2" y="8"/>
                    <a:pt x="2" y="7"/>
                  </a:cubicBezTo>
                  <a:cubicBezTo>
                    <a:pt x="1" y="6"/>
                    <a:pt x="1" y="5"/>
                    <a:pt x="1" y="4"/>
                  </a:cubicBezTo>
                  <a:cubicBezTo>
                    <a:pt x="1" y="2"/>
                    <a:pt x="2" y="0"/>
                    <a:pt x="5" y="0"/>
                  </a:cubicBezTo>
                  <a:cubicBezTo>
                    <a:pt x="7" y="0"/>
                    <a:pt x="8" y="0"/>
                    <a:pt x="9" y="2"/>
                  </a:cubicBezTo>
                  <a:cubicBezTo>
                    <a:pt x="8" y="3"/>
                    <a:pt x="8" y="3"/>
                    <a:pt x="8" y="3"/>
                  </a:cubicBezTo>
                  <a:cubicBezTo>
                    <a:pt x="7" y="2"/>
                    <a:pt x="6" y="2"/>
                    <a:pt x="5" y="2"/>
                  </a:cubicBezTo>
                  <a:cubicBezTo>
                    <a:pt x="4" y="2"/>
                    <a:pt x="3" y="3"/>
                    <a:pt x="3" y="4"/>
                  </a:cubicBezTo>
                  <a:cubicBezTo>
                    <a:pt x="3" y="5"/>
                    <a:pt x="3" y="5"/>
                    <a:pt x="3" y="5"/>
                  </a:cubicBezTo>
                  <a:cubicBezTo>
                    <a:pt x="4" y="6"/>
                    <a:pt x="4" y="6"/>
                    <a:pt x="5" y="6"/>
                  </a:cubicBezTo>
                  <a:cubicBezTo>
                    <a:pt x="6" y="6"/>
                    <a:pt x="6" y="6"/>
                    <a:pt x="6" y="6"/>
                  </a:cubicBezTo>
                  <a:cubicBezTo>
                    <a:pt x="8" y="7"/>
                    <a:pt x="8" y="7"/>
                    <a:pt x="9" y="8"/>
                  </a:cubicBezTo>
                  <a:cubicBezTo>
                    <a:pt x="9" y="8"/>
                    <a:pt x="10" y="9"/>
                    <a:pt x="10" y="11"/>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045"/>
            </a:p>
          </p:txBody>
        </p:sp>
        <p:sp>
          <p:nvSpPr>
            <p:cNvPr id="70" name="Freeform 31"/>
            <p:cNvSpPr>
              <a:spLocks/>
            </p:cNvSpPr>
            <p:nvPr/>
          </p:nvSpPr>
          <p:spPr bwMode="auto">
            <a:xfrm>
              <a:off x="11499850" y="5518150"/>
              <a:ext cx="34925" cy="58738"/>
            </a:xfrm>
            <a:custGeom>
              <a:avLst/>
              <a:gdLst>
                <a:gd name="T0" fmla="*/ 15 w 22"/>
                <a:gd name="T1" fmla="*/ 4 h 37"/>
                <a:gd name="T2" fmla="*/ 15 w 22"/>
                <a:gd name="T3" fmla="*/ 37 h 37"/>
                <a:gd name="T4" fmla="*/ 10 w 22"/>
                <a:gd name="T5" fmla="*/ 37 h 37"/>
                <a:gd name="T6" fmla="*/ 10 w 22"/>
                <a:gd name="T7" fmla="*/ 4 h 37"/>
                <a:gd name="T8" fmla="*/ 0 w 22"/>
                <a:gd name="T9" fmla="*/ 4 h 37"/>
                <a:gd name="T10" fmla="*/ 0 w 22"/>
                <a:gd name="T11" fmla="*/ 0 h 37"/>
                <a:gd name="T12" fmla="*/ 22 w 22"/>
                <a:gd name="T13" fmla="*/ 0 h 37"/>
                <a:gd name="T14" fmla="*/ 22 w 22"/>
                <a:gd name="T15" fmla="*/ 4 h 37"/>
                <a:gd name="T16" fmla="*/ 15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5" y="4"/>
                  </a:moveTo>
                  <a:lnTo>
                    <a:pt x="15" y="37"/>
                  </a:lnTo>
                  <a:lnTo>
                    <a:pt x="10" y="37"/>
                  </a:lnTo>
                  <a:lnTo>
                    <a:pt x="10" y="4"/>
                  </a:lnTo>
                  <a:lnTo>
                    <a:pt x="0" y="4"/>
                  </a:lnTo>
                  <a:lnTo>
                    <a:pt x="0" y="0"/>
                  </a:lnTo>
                  <a:lnTo>
                    <a:pt x="22" y="0"/>
                  </a:lnTo>
                  <a:lnTo>
                    <a:pt x="22" y="4"/>
                  </a:lnTo>
                  <a:lnTo>
                    <a:pt x="15"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045"/>
            </a:p>
          </p:txBody>
        </p:sp>
        <p:sp>
          <p:nvSpPr>
            <p:cNvPr id="71" name="Freeform 32"/>
            <p:cNvSpPr>
              <a:spLocks/>
            </p:cNvSpPr>
            <p:nvPr/>
          </p:nvSpPr>
          <p:spPr bwMode="auto">
            <a:xfrm>
              <a:off x="11212513" y="5289550"/>
              <a:ext cx="322263" cy="173038"/>
            </a:xfrm>
            <a:custGeom>
              <a:avLst/>
              <a:gdLst>
                <a:gd name="T0" fmla="*/ 203 w 203"/>
                <a:gd name="T1" fmla="*/ 109 h 109"/>
                <a:gd name="T2" fmla="*/ 203 w 203"/>
                <a:gd name="T3" fmla="*/ 109 h 109"/>
                <a:gd name="T4" fmla="*/ 67 w 203"/>
                <a:gd name="T5" fmla="*/ 0 h 109"/>
                <a:gd name="T6" fmla="*/ 0 w 203"/>
                <a:gd name="T7" fmla="*/ 106 h 109"/>
                <a:gd name="T8" fmla="*/ 0 w 203"/>
                <a:gd name="T9" fmla="*/ 109 h 109"/>
                <a:gd name="T10" fmla="*/ 67 w 203"/>
                <a:gd name="T11" fmla="*/ 35 h 109"/>
                <a:gd name="T12" fmla="*/ 203 w 203"/>
                <a:gd name="T13" fmla="*/ 109 h 109"/>
              </a:gdLst>
              <a:ahLst/>
              <a:cxnLst>
                <a:cxn ang="0">
                  <a:pos x="T0" y="T1"/>
                </a:cxn>
                <a:cxn ang="0">
                  <a:pos x="T2" y="T3"/>
                </a:cxn>
                <a:cxn ang="0">
                  <a:pos x="T4" y="T5"/>
                </a:cxn>
                <a:cxn ang="0">
                  <a:pos x="T6" y="T7"/>
                </a:cxn>
                <a:cxn ang="0">
                  <a:pos x="T8" y="T9"/>
                </a:cxn>
                <a:cxn ang="0">
                  <a:pos x="T10" y="T11"/>
                </a:cxn>
                <a:cxn ang="0">
                  <a:pos x="T12" y="T13"/>
                </a:cxn>
              </a:cxnLst>
              <a:rect l="0" t="0" r="r" b="b"/>
              <a:pathLst>
                <a:path w="203" h="109">
                  <a:moveTo>
                    <a:pt x="203" y="109"/>
                  </a:moveTo>
                  <a:lnTo>
                    <a:pt x="203" y="109"/>
                  </a:lnTo>
                  <a:lnTo>
                    <a:pt x="67" y="0"/>
                  </a:lnTo>
                  <a:lnTo>
                    <a:pt x="0" y="106"/>
                  </a:lnTo>
                  <a:lnTo>
                    <a:pt x="0" y="109"/>
                  </a:lnTo>
                  <a:lnTo>
                    <a:pt x="67" y="35"/>
                  </a:lnTo>
                  <a:lnTo>
                    <a:pt x="203" y="10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045"/>
            </a:p>
          </p:txBody>
        </p:sp>
        <p:sp>
          <p:nvSpPr>
            <p:cNvPr id="72" name="Freeform 33"/>
            <p:cNvSpPr>
              <a:spLocks/>
            </p:cNvSpPr>
            <p:nvPr/>
          </p:nvSpPr>
          <p:spPr bwMode="auto">
            <a:xfrm>
              <a:off x="11212513" y="5364163"/>
              <a:ext cx="322263" cy="109538"/>
            </a:xfrm>
            <a:custGeom>
              <a:avLst/>
              <a:gdLst>
                <a:gd name="T0" fmla="*/ 0 w 203"/>
                <a:gd name="T1" fmla="*/ 67 h 69"/>
                <a:gd name="T2" fmla="*/ 0 w 203"/>
                <a:gd name="T3" fmla="*/ 69 h 69"/>
                <a:gd name="T4" fmla="*/ 67 w 203"/>
                <a:gd name="T5" fmla="*/ 25 h 69"/>
                <a:gd name="T6" fmla="*/ 203 w 203"/>
                <a:gd name="T7" fmla="*/ 69 h 69"/>
                <a:gd name="T8" fmla="*/ 203 w 203"/>
                <a:gd name="T9" fmla="*/ 67 h 69"/>
                <a:gd name="T10" fmla="*/ 67 w 203"/>
                <a:gd name="T11" fmla="*/ 0 h 69"/>
                <a:gd name="T12" fmla="*/ 0 w 203"/>
                <a:gd name="T13" fmla="*/ 67 h 69"/>
              </a:gdLst>
              <a:ahLst/>
              <a:cxnLst>
                <a:cxn ang="0">
                  <a:pos x="T0" y="T1"/>
                </a:cxn>
                <a:cxn ang="0">
                  <a:pos x="T2" y="T3"/>
                </a:cxn>
                <a:cxn ang="0">
                  <a:pos x="T4" y="T5"/>
                </a:cxn>
                <a:cxn ang="0">
                  <a:pos x="T6" y="T7"/>
                </a:cxn>
                <a:cxn ang="0">
                  <a:pos x="T8" y="T9"/>
                </a:cxn>
                <a:cxn ang="0">
                  <a:pos x="T10" y="T11"/>
                </a:cxn>
                <a:cxn ang="0">
                  <a:pos x="T12" y="T13"/>
                </a:cxn>
              </a:cxnLst>
              <a:rect l="0" t="0" r="r" b="b"/>
              <a:pathLst>
                <a:path w="203" h="69">
                  <a:moveTo>
                    <a:pt x="0" y="67"/>
                  </a:moveTo>
                  <a:lnTo>
                    <a:pt x="0" y="69"/>
                  </a:lnTo>
                  <a:lnTo>
                    <a:pt x="67" y="25"/>
                  </a:lnTo>
                  <a:lnTo>
                    <a:pt x="203" y="69"/>
                  </a:lnTo>
                  <a:lnTo>
                    <a:pt x="203" y="67"/>
                  </a:lnTo>
                  <a:lnTo>
                    <a:pt x="67" y="0"/>
                  </a:lnTo>
                  <a:lnTo>
                    <a:pt x="0"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045"/>
            </a:p>
          </p:txBody>
        </p:sp>
        <p:sp>
          <p:nvSpPr>
            <p:cNvPr id="73" name="Freeform 34"/>
            <p:cNvSpPr>
              <a:spLocks/>
            </p:cNvSpPr>
            <p:nvPr/>
          </p:nvSpPr>
          <p:spPr bwMode="auto">
            <a:xfrm>
              <a:off x="11212513" y="5414963"/>
              <a:ext cx="322263" cy="66675"/>
            </a:xfrm>
            <a:custGeom>
              <a:avLst/>
              <a:gdLst>
                <a:gd name="T0" fmla="*/ 0 w 203"/>
                <a:gd name="T1" fmla="*/ 42 h 42"/>
                <a:gd name="T2" fmla="*/ 0 w 203"/>
                <a:gd name="T3" fmla="*/ 42 h 42"/>
                <a:gd name="T4" fmla="*/ 67 w 203"/>
                <a:gd name="T5" fmla="*/ 25 h 42"/>
                <a:gd name="T6" fmla="*/ 203 w 203"/>
                <a:gd name="T7" fmla="*/ 42 h 42"/>
                <a:gd name="T8" fmla="*/ 203 w 203"/>
                <a:gd name="T9" fmla="*/ 42 h 42"/>
                <a:gd name="T10" fmla="*/ 67 w 203"/>
                <a:gd name="T11" fmla="*/ 0 h 42"/>
                <a:gd name="T12" fmla="*/ 0 w 203"/>
                <a:gd name="T13" fmla="*/ 42 h 42"/>
              </a:gdLst>
              <a:ahLst/>
              <a:cxnLst>
                <a:cxn ang="0">
                  <a:pos x="T0" y="T1"/>
                </a:cxn>
                <a:cxn ang="0">
                  <a:pos x="T2" y="T3"/>
                </a:cxn>
                <a:cxn ang="0">
                  <a:pos x="T4" y="T5"/>
                </a:cxn>
                <a:cxn ang="0">
                  <a:pos x="T6" y="T7"/>
                </a:cxn>
                <a:cxn ang="0">
                  <a:pos x="T8" y="T9"/>
                </a:cxn>
                <a:cxn ang="0">
                  <a:pos x="T10" y="T11"/>
                </a:cxn>
                <a:cxn ang="0">
                  <a:pos x="T12" y="T13"/>
                </a:cxn>
              </a:cxnLst>
              <a:rect l="0" t="0" r="r" b="b"/>
              <a:pathLst>
                <a:path w="203" h="42">
                  <a:moveTo>
                    <a:pt x="0" y="42"/>
                  </a:moveTo>
                  <a:lnTo>
                    <a:pt x="0" y="42"/>
                  </a:lnTo>
                  <a:lnTo>
                    <a:pt x="67" y="25"/>
                  </a:lnTo>
                  <a:lnTo>
                    <a:pt x="203" y="42"/>
                  </a:lnTo>
                  <a:lnTo>
                    <a:pt x="203" y="42"/>
                  </a:lnTo>
                  <a:lnTo>
                    <a:pt x="67" y="0"/>
                  </a:lnTo>
                  <a:lnTo>
                    <a:pt x="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045"/>
            </a:p>
          </p:txBody>
        </p:sp>
        <p:sp>
          <p:nvSpPr>
            <p:cNvPr id="74" name="Freeform 35"/>
            <p:cNvSpPr>
              <a:spLocks/>
            </p:cNvSpPr>
            <p:nvPr/>
          </p:nvSpPr>
          <p:spPr bwMode="auto">
            <a:xfrm>
              <a:off x="11212513" y="5470525"/>
              <a:ext cx="322263" cy="23813"/>
            </a:xfrm>
            <a:custGeom>
              <a:avLst/>
              <a:gdLst>
                <a:gd name="T0" fmla="*/ 0 w 203"/>
                <a:gd name="T1" fmla="*/ 12 h 15"/>
                <a:gd name="T2" fmla="*/ 0 w 203"/>
                <a:gd name="T3" fmla="*/ 15 h 15"/>
                <a:gd name="T4" fmla="*/ 203 w 203"/>
                <a:gd name="T5" fmla="*/ 15 h 15"/>
                <a:gd name="T6" fmla="*/ 203 w 203"/>
                <a:gd name="T7" fmla="*/ 12 h 15"/>
                <a:gd name="T8" fmla="*/ 67 w 203"/>
                <a:gd name="T9" fmla="*/ 0 h 15"/>
                <a:gd name="T10" fmla="*/ 0 w 203"/>
                <a:gd name="T11" fmla="*/ 12 h 15"/>
              </a:gdLst>
              <a:ahLst/>
              <a:cxnLst>
                <a:cxn ang="0">
                  <a:pos x="T0" y="T1"/>
                </a:cxn>
                <a:cxn ang="0">
                  <a:pos x="T2" y="T3"/>
                </a:cxn>
                <a:cxn ang="0">
                  <a:pos x="T4" y="T5"/>
                </a:cxn>
                <a:cxn ang="0">
                  <a:pos x="T6" y="T7"/>
                </a:cxn>
                <a:cxn ang="0">
                  <a:pos x="T8" y="T9"/>
                </a:cxn>
                <a:cxn ang="0">
                  <a:pos x="T10" y="T11"/>
                </a:cxn>
              </a:cxnLst>
              <a:rect l="0" t="0" r="r" b="b"/>
              <a:pathLst>
                <a:path w="203" h="15">
                  <a:moveTo>
                    <a:pt x="0" y="12"/>
                  </a:moveTo>
                  <a:lnTo>
                    <a:pt x="0" y="15"/>
                  </a:lnTo>
                  <a:lnTo>
                    <a:pt x="203" y="15"/>
                  </a:lnTo>
                  <a:lnTo>
                    <a:pt x="203" y="12"/>
                  </a:lnTo>
                  <a:lnTo>
                    <a:pt x="67" y="0"/>
                  </a:lnTo>
                  <a:lnTo>
                    <a:pt x="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045"/>
            </a:p>
          </p:txBody>
        </p:sp>
      </p:grpSp>
      <p:cxnSp>
        <p:nvCxnSpPr>
          <p:cNvPr id="80" name="직선 연결선 79"/>
          <p:cNvCxnSpPr/>
          <p:nvPr userDrawn="1"/>
        </p:nvCxnSpPr>
        <p:spPr>
          <a:xfrm>
            <a:off x="462200" y="7173747"/>
            <a:ext cx="8503332"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8881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
          <p15:clr>
            <a:srgbClr val="FBAE40"/>
          </p15:clr>
        </p15:guide>
        <p15:guide id="2" pos="6019">
          <p15:clr>
            <a:srgbClr val="FBAE40"/>
          </p15:clr>
        </p15:guide>
        <p15:guide id="3" pos="5233">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2_5.Appendix">
    <p:spTree>
      <p:nvGrpSpPr>
        <p:cNvPr id="1" name=""/>
        <p:cNvGrpSpPr/>
        <p:nvPr/>
      </p:nvGrpSpPr>
      <p:grpSpPr>
        <a:xfrm>
          <a:off x="0" y="0"/>
          <a:ext cx="0" cy="0"/>
          <a:chOff x="0" y="0"/>
          <a:chExt cx="0" cy="0"/>
        </a:xfrm>
      </p:grpSpPr>
      <p:sp>
        <p:nvSpPr>
          <p:cNvPr id="23" name="자유형 22"/>
          <p:cNvSpPr>
            <a:spLocks/>
          </p:cNvSpPr>
          <p:nvPr userDrawn="1"/>
        </p:nvSpPr>
        <p:spPr bwMode="auto">
          <a:xfrm>
            <a:off x="6623051" y="1"/>
            <a:ext cx="4068763" cy="1890000"/>
          </a:xfrm>
          <a:custGeom>
            <a:avLst/>
            <a:gdLst>
              <a:gd name="connsiteX0" fmla="*/ 2628900 w 4068763"/>
              <a:gd name="connsiteY0" fmla="*/ 1635124 h 1890000"/>
              <a:gd name="connsiteX1" fmla="*/ 4068763 w 4068763"/>
              <a:gd name="connsiteY1" fmla="*/ 1780886 h 1890000"/>
              <a:gd name="connsiteX2" fmla="*/ 4068763 w 4068763"/>
              <a:gd name="connsiteY2" fmla="*/ 1890000 h 1890000"/>
              <a:gd name="connsiteX3" fmla="*/ 1433222 w 4068763"/>
              <a:gd name="connsiteY3" fmla="*/ 1890000 h 1890000"/>
              <a:gd name="connsiteX4" fmla="*/ 2628900 w 4068763"/>
              <a:gd name="connsiteY4" fmla="*/ 344487 h 1890000"/>
              <a:gd name="connsiteX5" fmla="*/ 4068763 w 4068763"/>
              <a:gd name="connsiteY5" fmla="*/ 763604 h 1890000"/>
              <a:gd name="connsiteX6" fmla="*/ 4068763 w 4068763"/>
              <a:gd name="connsiteY6" fmla="*/ 1489052 h 1890000"/>
              <a:gd name="connsiteX7" fmla="*/ 2628900 w 4068763"/>
              <a:gd name="connsiteY7" fmla="*/ 1316037 h 1890000"/>
              <a:gd name="connsiteX8" fmla="*/ 360447 w 4068763"/>
              <a:gd name="connsiteY8" fmla="*/ 1890000 h 1890000"/>
              <a:gd name="connsiteX9" fmla="*/ 84797 w 4068763"/>
              <a:gd name="connsiteY9" fmla="*/ 1890000 h 1890000"/>
              <a:gd name="connsiteX10" fmla="*/ 1663341 w 4068763"/>
              <a:gd name="connsiteY10" fmla="*/ 0 h 1890000"/>
              <a:gd name="connsiteX11" fmla="*/ 4068763 w 4068763"/>
              <a:gd name="connsiteY11" fmla="*/ 0 h 1890000"/>
              <a:gd name="connsiteX12" fmla="*/ 4068763 w 4068763"/>
              <a:gd name="connsiteY12" fmla="*/ 472182 h 1890000"/>
              <a:gd name="connsiteX13" fmla="*/ 2628900 w 4068763"/>
              <a:gd name="connsiteY13" fmla="*/ 25399 h 1890000"/>
              <a:gd name="connsiteX14" fmla="*/ 0 w 4068763"/>
              <a:gd name="connsiteY14" fmla="*/ 1728787 h 1890000"/>
              <a:gd name="connsiteX15" fmla="*/ 0 w 4068763"/>
              <a:gd name="connsiteY15" fmla="*/ 1676399 h 1890000"/>
              <a:gd name="connsiteX16" fmla="*/ 903180 w 4068763"/>
              <a:gd name="connsiteY16" fmla="*/ 0 h 1890000"/>
              <a:gd name="connsiteX17" fmla="*/ 1336950 w 4068763"/>
              <a:gd name="connsiteY17" fmla="*/ 0 h 1890000"/>
              <a:gd name="connsiteX18" fmla="*/ 0 w 4068763"/>
              <a:gd name="connsiteY18" fmla="*/ 1462087 h 1890000"/>
              <a:gd name="connsiteX19" fmla="*/ 0 w 4068763"/>
              <a:gd name="connsiteY19" fmla="*/ 1422399 h 189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068763" h="1890000">
                <a:moveTo>
                  <a:pt x="2628900" y="1635124"/>
                </a:moveTo>
                <a:lnTo>
                  <a:pt x="4068763" y="1780886"/>
                </a:lnTo>
                <a:lnTo>
                  <a:pt x="4068763" y="1890000"/>
                </a:lnTo>
                <a:lnTo>
                  <a:pt x="1433222" y="1890000"/>
                </a:lnTo>
                <a:close/>
                <a:moveTo>
                  <a:pt x="2628900" y="344487"/>
                </a:moveTo>
                <a:lnTo>
                  <a:pt x="4068763" y="763604"/>
                </a:lnTo>
                <a:lnTo>
                  <a:pt x="4068763" y="1489052"/>
                </a:lnTo>
                <a:lnTo>
                  <a:pt x="2628900" y="1316037"/>
                </a:lnTo>
                <a:lnTo>
                  <a:pt x="360447" y="1890000"/>
                </a:lnTo>
                <a:lnTo>
                  <a:pt x="84797" y="1890000"/>
                </a:lnTo>
                <a:close/>
                <a:moveTo>
                  <a:pt x="1663341" y="0"/>
                </a:moveTo>
                <a:lnTo>
                  <a:pt x="4068763" y="0"/>
                </a:lnTo>
                <a:lnTo>
                  <a:pt x="4068763" y="472182"/>
                </a:lnTo>
                <a:lnTo>
                  <a:pt x="2628900" y="25399"/>
                </a:lnTo>
                <a:lnTo>
                  <a:pt x="0" y="1728787"/>
                </a:lnTo>
                <a:lnTo>
                  <a:pt x="0" y="1676399"/>
                </a:lnTo>
                <a:close/>
                <a:moveTo>
                  <a:pt x="903180" y="0"/>
                </a:moveTo>
                <a:lnTo>
                  <a:pt x="1336950" y="0"/>
                </a:lnTo>
                <a:lnTo>
                  <a:pt x="0" y="1462087"/>
                </a:lnTo>
                <a:lnTo>
                  <a:pt x="0" y="1422399"/>
                </a:lnTo>
                <a:close/>
              </a:path>
            </a:pathLst>
          </a:custGeom>
          <a:solidFill>
            <a:schemeClr val="bg1">
              <a:alpha val="18000"/>
            </a:schemeClr>
          </a:solidFill>
          <a:ln>
            <a:noFill/>
          </a:ln>
        </p:spPr>
        <p:txBody>
          <a:bodyPr vert="horz" wrap="square" lIns="80135" tIns="40068" rIns="80135" bIns="40068" numCol="1" anchor="t" anchorCtr="0" compatLnSpc="1">
            <a:prstTxWarp prst="textNoShape">
              <a:avLst/>
            </a:prstTxWarp>
            <a:noAutofit/>
          </a:bodyPr>
          <a:lstStyle/>
          <a:p>
            <a:pPr lvl="0"/>
            <a:endParaRPr lang="ko-KR" altLang="en-US" sz="2053">
              <a:solidFill>
                <a:schemeClr val="tx1"/>
              </a:solidFill>
            </a:endParaRPr>
          </a:p>
        </p:txBody>
      </p:sp>
      <p:pic>
        <p:nvPicPr>
          <p:cNvPr id="5" name="Picture 6" descr="CI기본형"/>
          <p:cNvPicPr>
            <a:picLocks noChangeAspect="1" noChangeArrowheads="1"/>
          </p:cNvPicPr>
          <p:nvPr userDrawn="1"/>
        </p:nvPicPr>
        <p:blipFill>
          <a:blip r:embed="rId3" cstate="print">
            <a:extLst>
              <a:ext uri="{28A0092B-C50C-407E-A947-70E740481C1C}">
                <a14:useLocalDpi xmlns:a14="http://schemas.microsoft.com/office/drawing/2010/main" val="0"/>
              </a:ext>
            </a:extLst>
          </a:blip>
          <a:stretch>
            <a:fillRect/>
          </a:stretch>
        </p:blipFill>
        <p:spPr bwMode="auto">
          <a:xfrm>
            <a:off x="101454" y="7181116"/>
            <a:ext cx="866218" cy="332336"/>
          </a:xfrm>
          <a:prstGeom prst="rect">
            <a:avLst/>
          </a:prstGeom>
          <a:noFill/>
          <a:ln>
            <a:noFill/>
          </a:ln>
        </p:spPr>
      </p:pic>
      <p:cxnSp>
        <p:nvCxnSpPr>
          <p:cNvPr id="7" name="직선 연결선 6"/>
          <p:cNvCxnSpPr/>
          <p:nvPr userDrawn="1"/>
        </p:nvCxnSpPr>
        <p:spPr>
          <a:xfrm>
            <a:off x="269875" y="922338"/>
            <a:ext cx="10152063"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Rectangle 47"/>
          <p:cNvSpPr>
            <a:spLocks noChangeArrowheads="1"/>
          </p:cNvSpPr>
          <p:nvPr userDrawn="1">
            <p:custDataLst>
              <p:tags r:id="rId1"/>
            </p:custDataLst>
          </p:nvPr>
        </p:nvSpPr>
        <p:spPr bwMode="auto">
          <a:xfrm>
            <a:off x="5602863" y="7299140"/>
            <a:ext cx="4836537" cy="214312"/>
          </a:xfrm>
          <a:prstGeom prst="rect">
            <a:avLst/>
          </a:prstGeom>
          <a:noFill/>
          <a:ln w="9525">
            <a:noFill/>
            <a:miter lim="800000"/>
            <a:headEnd/>
            <a:tailEnd/>
          </a:ln>
          <a:effectLst/>
        </p:spPr>
        <p:txBody>
          <a:bodyPr rIns="0"/>
          <a:lstStyle/>
          <a:p>
            <a:pPr marL="0" marR="0" lvl="0" indent="0" algn="r" defTabSz="914061" rtl="0" eaLnBrk="1" fontAlgn="auto" latinLnBrk="1" hangingPunct="1">
              <a:lnSpc>
                <a:spcPct val="100000"/>
              </a:lnSpc>
              <a:spcBef>
                <a:spcPts val="0"/>
              </a:spcBef>
              <a:spcAft>
                <a:spcPts val="0"/>
              </a:spcAft>
              <a:buClrTx/>
              <a:buSzTx/>
              <a:buFontTx/>
              <a:buNone/>
              <a:tabLst/>
              <a:defRPr/>
            </a:pPr>
            <a:r>
              <a:rPr lang="ko-KR" altLang="en-US" sz="600">
                <a:solidFill>
                  <a:schemeClr val="tx1">
                    <a:lumMod val="85000"/>
                    <a:lumOff val="1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r>
              <a:rPr lang="ko-KR" altLang="en-US" sz="600" dirty="0" err="1">
                <a:solidFill>
                  <a:schemeClr val="tx1">
                    <a:lumMod val="85000"/>
                    <a:lumOff val="1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코람코라이프인프라위탁관리부동산투자회사</a:t>
            </a:r>
            <a:r>
              <a:rPr lang="ko-KR" altLang="en-US" sz="600" dirty="0">
                <a:solidFill>
                  <a:srgbClr val="000000">
                    <a:lumMod val="65000"/>
                    <a:lumOff val="35000"/>
                  </a:srgbClr>
                </a:solidFill>
                <a:latin typeface="KoPubWorld돋움체 Light" panose="00000300000000000000" pitchFamily="2" charset="-127"/>
                <a:ea typeface="KoPubWorld돋움체 Light" panose="00000300000000000000" pitchFamily="2" charset="-127"/>
                <a:cs typeface="Arial" pitchFamily="34" charset="0"/>
              </a:rPr>
              <a:t>│</a:t>
            </a:r>
            <a:r>
              <a:rPr lang="en-US" altLang="ko-KR" sz="600" baseline="0" dirty="0">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IR</a:t>
            </a:r>
            <a:r>
              <a:rPr lang="ko-KR" altLang="en-US" sz="600" baseline="0" dirty="0">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자료 </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fld id="{AC62A5EC-D10B-4D96-80FB-7B5CF2531C58}" type="slidenum">
              <a:rPr lang="en-US" altLang="ko-KR" sz="600" b="0" smtClean="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pPr marL="0" marR="0" lvl="0" indent="0" algn="r" defTabSz="914061" rtl="0" eaLnBrk="1" fontAlgn="auto" latinLnBrk="1" hangingPunct="1">
                <a:lnSpc>
                  <a:spcPct val="100000"/>
                </a:lnSpc>
                <a:spcBef>
                  <a:spcPts val="0"/>
                </a:spcBef>
                <a:spcAft>
                  <a:spcPts val="0"/>
                </a:spcAft>
                <a:buClrTx/>
                <a:buSzTx/>
                <a:buFontTx/>
                <a:buNone/>
                <a:tabLst/>
                <a:defRPr/>
              </a:pPr>
              <a:t>‹#›</a:t>
            </a:fld>
            <a:endParaRPr lang="en-US" altLang="ko-KR" sz="600" b="1" dirty="0">
              <a:solidFill>
                <a:srgbClr val="006D52"/>
              </a:solidFill>
              <a:latin typeface="KoPubWorld돋움체 Light" panose="00000300000000000000" pitchFamily="2" charset="-127"/>
              <a:ea typeface="KoPubWorld돋움체 Light" panose="00000300000000000000" pitchFamily="2" charset="-127"/>
              <a:cs typeface="Arial" pitchFamily="34" charset="0"/>
            </a:endParaRPr>
          </a:p>
        </p:txBody>
      </p:sp>
      <p:pic>
        <p:nvPicPr>
          <p:cNvPr id="9" name="그림 8"/>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9645402" y="606172"/>
            <a:ext cx="776536" cy="233565"/>
          </a:xfrm>
          <a:prstGeom prst="rect">
            <a:avLst/>
          </a:prstGeom>
        </p:spPr>
      </p:pic>
    </p:spTree>
    <p:extLst>
      <p:ext uri="{BB962C8B-B14F-4D97-AF65-F5344CB8AC3E}">
        <p14:creationId xmlns:p14="http://schemas.microsoft.com/office/powerpoint/2010/main" val="24836415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3_5.Appendix">
    <p:spTree>
      <p:nvGrpSpPr>
        <p:cNvPr id="1" name=""/>
        <p:cNvGrpSpPr/>
        <p:nvPr/>
      </p:nvGrpSpPr>
      <p:grpSpPr>
        <a:xfrm>
          <a:off x="0" y="0"/>
          <a:ext cx="0" cy="0"/>
          <a:chOff x="0" y="0"/>
          <a:chExt cx="0" cy="0"/>
        </a:xfrm>
      </p:grpSpPr>
      <p:pic>
        <p:nvPicPr>
          <p:cNvPr id="5" name="Picture 6" descr="CI기본형"/>
          <p:cNvPicPr>
            <a:picLocks noChangeAspect="1" noChangeArrowheads="1"/>
          </p:cNvPicPr>
          <p:nvPr userDrawn="1"/>
        </p:nvPicPr>
        <p:blipFill>
          <a:blip r:embed="rId3" cstate="print">
            <a:extLst>
              <a:ext uri="{28A0092B-C50C-407E-A947-70E740481C1C}">
                <a14:useLocalDpi xmlns:a14="http://schemas.microsoft.com/office/drawing/2010/main" val="0"/>
              </a:ext>
            </a:extLst>
          </a:blip>
          <a:stretch>
            <a:fillRect/>
          </a:stretch>
        </p:blipFill>
        <p:spPr bwMode="auto">
          <a:xfrm>
            <a:off x="101454" y="7181116"/>
            <a:ext cx="866218" cy="332336"/>
          </a:xfrm>
          <a:prstGeom prst="rect">
            <a:avLst/>
          </a:prstGeom>
          <a:noFill/>
          <a:ln>
            <a:noFill/>
          </a:ln>
        </p:spPr>
      </p:pic>
      <p:cxnSp>
        <p:nvCxnSpPr>
          <p:cNvPr id="7" name="직선 연결선 6"/>
          <p:cNvCxnSpPr/>
          <p:nvPr userDrawn="1"/>
        </p:nvCxnSpPr>
        <p:spPr>
          <a:xfrm>
            <a:off x="269875" y="922338"/>
            <a:ext cx="10152063"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Rectangle 47"/>
          <p:cNvSpPr>
            <a:spLocks noChangeArrowheads="1"/>
          </p:cNvSpPr>
          <p:nvPr userDrawn="1">
            <p:custDataLst>
              <p:tags r:id="rId1"/>
            </p:custDataLst>
          </p:nvPr>
        </p:nvSpPr>
        <p:spPr bwMode="auto">
          <a:xfrm>
            <a:off x="5602863" y="7299140"/>
            <a:ext cx="4836537" cy="214312"/>
          </a:xfrm>
          <a:prstGeom prst="rect">
            <a:avLst/>
          </a:prstGeom>
          <a:noFill/>
          <a:ln w="9525">
            <a:noFill/>
            <a:miter lim="800000"/>
            <a:headEnd/>
            <a:tailEnd/>
          </a:ln>
          <a:effectLst/>
        </p:spPr>
        <p:txBody>
          <a:bodyPr rIns="0"/>
          <a:lstStyle/>
          <a:p>
            <a:pPr marL="0" marR="0" lvl="0" indent="0" algn="r" defTabSz="914061" rtl="0" eaLnBrk="1" fontAlgn="auto" latinLnBrk="1" hangingPunct="1">
              <a:lnSpc>
                <a:spcPct val="100000"/>
              </a:lnSpc>
              <a:spcBef>
                <a:spcPts val="0"/>
              </a:spcBef>
              <a:spcAft>
                <a:spcPts val="0"/>
              </a:spcAft>
              <a:buClrTx/>
              <a:buSzTx/>
              <a:buFontTx/>
              <a:buNone/>
              <a:tabLst/>
              <a:defRPr/>
            </a:pPr>
            <a:r>
              <a:rPr lang="ko-KR" altLang="en-US" sz="600">
                <a:solidFill>
                  <a:schemeClr val="tx1">
                    <a:lumMod val="85000"/>
                    <a:lumOff val="1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r>
              <a:rPr lang="ko-KR" altLang="en-US" sz="600" dirty="0" err="1">
                <a:solidFill>
                  <a:schemeClr val="tx1">
                    <a:lumMod val="85000"/>
                    <a:lumOff val="1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코람코자산신탁</a:t>
            </a:r>
            <a:r>
              <a:rPr lang="ko-KR" altLang="en-US" sz="600" dirty="0" err="1">
                <a:solidFill>
                  <a:srgbClr val="000000">
                    <a:lumMod val="65000"/>
                    <a:lumOff val="35000"/>
                  </a:srgbClr>
                </a:solidFill>
                <a:latin typeface="KoPubWorld돋움체 Light" panose="00000300000000000000" pitchFamily="2" charset="-127"/>
                <a:ea typeface="KoPubWorld돋움체 Light" panose="00000300000000000000" pitchFamily="2" charset="-127"/>
                <a:cs typeface="Arial" pitchFamily="34" charset="0"/>
              </a:rPr>
              <a:t>│</a:t>
            </a:r>
            <a:r>
              <a:rPr lang="ko-KR" altLang="en-US" sz="600" baseline="0" dirty="0" err="1">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보고자료</a:t>
            </a:r>
            <a:r>
              <a:rPr lang="ko-KR" altLang="en-US" sz="600" baseline="0" dirty="0">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fld id="{AC62A5EC-D10B-4D96-80FB-7B5CF2531C58}" type="slidenum">
              <a:rPr lang="en-US" altLang="ko-KR" sz="600" b="0" smtClean="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pPr marL="0" marR="0" lvl="0" indent="0" algn="r" defTabSz="914061" rtl="0" eaLnBrk="1" fontAlgn="auto" latinLnBrk="1" hangingPunct="1">
                <a:lnSpc>
                  <a:spcPct val="100000"/>
                </a:lnSpc>
                <a:spcBef>
                  <a:spcPts val="0"/>
                </a:spcBef>
                <a:spcAft>
                  <a:spcPts val="0"/>
                </a:spcAft>
                <a:buClrTx/>
                <a:buSzTx/>
                <a:buFontTx/>
                <a:buNone/>
                <a:tabLst/>
                <a:defRPr/>
              </a:pPr>
              <a:t>‹#›</a:t>
            </a:fld>
            <a:endParaRPr lang="en-US" altLang="ko-KR" sz="600" b="1" dirty="0">
              <a:solidFill>
                <a:srgbClr val="006D52"/>
              </a:solidFill>
              <a:latin typeface="KoPubWorld돋움체 Light" panose="00000300000000000000" pitchFamily="2" charset="-127"/>
              <a:ea typeface="KoPubWorld돋움체 Light" panose="00000300000000000000" pitchFamily="2" charset="-127"/>
              <a:cs typeface="Arial" pitchFamily="34" charset="0"/>
            </a:endParaRPr>
          </a:p>
        </p:txBody>
      </p:sp>
    </p:spTree>
    <p:extLst>
      <p:ext uri="{BB962C8B-B14F-4D97-AF65-F5344CB8AC3E}">
        <p14:creationId xmlns:p14="http://schemas.microsoft.com/office/powerpoint/2010/main" val="23780818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4_5.Appendix">
    <p:spTree>
      <p:nvGrpSpPr>
        <p:cNvPr id="1" name=""/>
        <p:cNvGrpSpPr/>
        <p:nvPr/>
      </p:nvGrpSpPr>
      <p:grpSpPr>
        <a:xfrm>
          <a:off x="0" y="0"/>
          <a:ext cx="0" cy="0"/>
          <a:chOff x="0" y="0"/>
          <a:chExt cx="0" cy="0"/>
        </a:xfrm>
      </p:grpSpPr>
      <p:cxnSp>
        <p:nvCxnSpPr>
          <p:cNvPr id="7" name="직선 연결선 6"/>
          <p:cNvCxnSpPr/>
          <p:nvPr userDrawn="1"/>
        </p:nvCxnSpPr>
        <p:spPr>
          <a:xfrm>
            <a:off x="269875" y="922338"/>
            <a:ext cx="10152063"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pic>
        <p:nvPicPr>
          <p:cNvPr id="10" name="그림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645402" y="606172"/>
            <a:ext cx="776536" cy="233565"/>
          </a:xfrm>
          <a:prstGeom prst="rect">
            <a:avLst/>
          </a:prstGeom>
        </p:spPr>
      </p:pic>
      <p:sp>
        <p:nvSpPr>
          <p:cNvPr id="9" name="Rectangle 47"/>
          <p:cNvSpPr>
            <a:spLocks noChangeArrowheads="1"/>
          </p:cNvSpPr>
          <p:nvPr userDrawn="1">
            <p:custDataLst>
              <p:tags r:id="rId1"/>
            </p:custDataLst>
          </p:nvPr>
        </p:nvSpPr>
        <p:spPr bwMode="auto">
          <a:xfrm>
            <a:off x="5602863" y="7299140"/>
            <a:ext cx="4836537" cy="214312"/>
          </a:xfrm>
          <a:prstGeom prst="rect">
            <a:avLst/>
          </a:prstGeom>
          <a:noFill/>
          <a:ln w="9525">
            <a:noFill/>
            <a:miter lim="800000"/>
            <a:headEnd/>
            <a:tailEnd/>
          </a:ln>
          <a:effectLst/>
        </p:spPr>
        <p:txBody>
          <a:bodyPr rIns="0"/>
          <a:lstStyle/>
          <a:p>
            <a:pPr marL="0" marR="0" lvl="0" indent="0" algn="r" defTabSz="914061" rtl="0" eaLnBrk="1" fontAlgn="auto" latinLnBrk="1" hangingPunct="1">
              <a:lnSpc>
                <a:spcPct val="100000"/>
              </a:lnSpc>
              <a:spcBef>
                <a:spcPts val="0"/>
              </a:spcBef>
              <a:spcAft>
                <a:spcPts val="0"/>
              </a:spcAft>
              <a:buClrTx/>
              <a:buSzTx/>
              <a:buFontTx/>
              <a:buNone/>
              <a:tabLst/>
              <a:defRPr/>
            </a:pPr>
            <a:r>
              <a:rPr lang="ko-KR" altLang="en-US"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신규 </a:t>
            </a:r>
            <a:r>
              <a:rPr lang="ko-KR" altLang="en-US" sz="600" dirty="0" err="1">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편입자산</a:t>
            </a:r>
            <a:r>
              <a:rPr lang="ko-KR" altLang="en-US"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투자 설명자료 </a:t>
            </a:r>
            <a:r>
              <a:rPr lang="en-US" altLang="ko-KR"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l </a:t>
            </a:r>
            <a:r>
              <a:rPr lang="ko-KR" altLang="en-US" sz="600" dirty="0">
                <a:solidFill>
                  <a:schemeClr val="tx1">
                    <a:lumMod val="85000"/>
                    <a:lumOff val="1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r>
              <a:rPr lang="ko-KR" altLang="en-US" sz="600" dirty="0" err="1">
                <a:solidFill>
                  <a:schemeClr val="tx1">
                    <a:lumMod val="85000"/>
                    <a:lumOff val="1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코람코라이프인프라위탁관리부동산투자회사</a:t>
            </a:r>
            <a:r>
              <a:rPr lang="ko-KR" altLang="en-US" sz="600" dirty="0">
                <a:solidFill>
                  <a:srgbClr val="000000">
                    <a:lumMod val="65000"/>
                    <a:lumOff val="35000"/>
                  </a:srgbClr>
                </a:solidFill>
                <a:latin typeface="KoPubWorld돋움체 Light" panose="00000300000000000000" pitchFamily="2" charset="-127"/>
                <a:ea typeface="KoPubWorld돋움체 Light" panose="00000300000000000000" pitchFamily="2" charset="-127"/>
                <a:cs typeface="Arial" pitchFamily="34" charset="0"/>
              </a:rPr>
              <a:t>│</a:t>
            </a:r>
            <a:r>
              <a:rPr lang="en-US" altLang="ko-KR" sz="600" baseline="0" dirty="0">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IR</a:t>
            </a:r>
            <a:r>
              <a:rPr lang="ko-KR" altLang="en-US" sz="600" baseline="0" dirty="0">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자료 </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fld id="{AC62A5EC-D10B-4D96-80FB-7B5CF2531C58}" type="slidenum">
              <a:rPr lang="en-US" altLang="ko-KR" sz="600" b="0" smtClean="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pPr marL="0" marR="0" lvl="0" indent="0" algn="r" defTabSz="914061" rtl="0" eaLnBrk="1" fontAlgn="auto" latinLnBrk="1" hangingPunct="1">
                <a:lnSpc>
                  <a:spcPct val="100000"/>
                </a:lnSpc>
                <a:spcBef>
                  <a:spcPts val="0"/>
                </a:spcBef>
                <a:spcAft>
                  <a:spcPts val="0"/>
                </a:spcAft>
                <a:buClrTx/>
                <a:buSzTx/>
                <a:buFontTx/>
                <a:buNone/>
                <a:tabLst/>
                <a:defRPr/>
              </a:pPr>
              <a:t>‹#›</a:t>
            </a:fld>
            <a:endParaRPr lang="en-US" altLang="ko-KR" sz="600" b="1" dirty="0">
              <a:solidFill>
                <a:srgbClr val="006D52"/>
              </a:solidFill>
              <a:latin typeface="KoPubWorld돋움체 Light" panose="00000300000000000000" pitchFamily="2" charset="-127"/>
              <a:ea typeface="KoPubWorld돋움체 Light" panose="00000300000000000000" pitchFamily="2" charset="-127"/>
              <a:cs typeface="Arial" pitchFamily="34" charset="0"/>
            </a:endParaRPr>
          </a:p>
        </p:txBody>
      </p:sp>
      <p:sp>
        <p:nvSpPr>
          <p:cNvPr id="14" name="직사각형 13"/>
          <p:cNvSpPr/>
          <p:nvPr userDrawn="1"/>
        </p:nvSpPr>
        <p:spPr>
          <a:xfrm>
            <a:off x="370064" y="1816639"/>
            <a:ext cx="10069336"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Tree>
    <p:extLst>
      <p:ext uri="{BB962C8B-B14F-4D97-AF65-F5344CB8AC3E}">
        <p14:creationId xmlns:p14="http://schemas.microsoft.com/office/powerpoint/2010/main" val="32021603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7_5.Appendix">
    <p:spTree>
      <p:nvGrpSpPr>
        <p:cNvPr id="1" name=""/>
        <p:cNvGrpSpPr/>
        <p:nvPr/>
      </p:nvGrpSpPr>
      <p:grpSpPr>
        <a:xfrm>
          <a:off x="0" y="0"/>
          <a:ext cx="0" cy="0"/>
          <a:chOff x="0" y="0"/>
          <a:chExt cx="0" cy="0"/>
        </a:xfrm>
      </p:grpSpPr>
      <p:cxnSp>
        <p:nvCxnSpPr>
          <p:cNvPr id="7" name="직선 연결선 6"/>
          <p:cNvCxnSpPr/>
          <p:nvPr userDrawn="1"/>
        </p:nvCxnSpPr>
        <p:spPr>
          <a:xfrm>
            <a:off x="269875" y="922338"/>
            <a:ext cx="10152063"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pic>
        <p:nvPicPr>
          <p:cNvPr id="10" name="그림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645402" y="606172"/>
            <a:ext cx="776536" cy="233565"/>
          </a:xfrm>
          <a:prstGeom prst="rect">
            <a:avLst/>
          </a:prstGeom>
        </p:spPr>
      </p:pic>
      <p:sp>
        <p:nvSpPr>
          <p:cNvPr id="9" name="Rectangle 47"/>
          <p:cNvSpPr>
            <a:spLocks noChangeArrowheads="1"/>
          </p:cNvSpPr>
          <p:nvPr userDrawn="1">
            <p:custDataLst>
              <p:tags r:id="rId1"/>
            </p:custDataLst>
          </p:nvPr>
        </p:nvSpPr>
        <p:spPr bwMode="auto">
          <a:xfrm>
            <a:off x="5602863" y="7299140"/>
            <a:ext cx="4836537" cy="214312"/>
          </a:xfrm>
          <a:prstGeom prst="rect">
            <a:avLst/>
          </a:prstGeom>
          <a:noFill/>
          <a:ln w="9525">
            <a:noFill/>
            <a:miter lim="800000"/>
            <a:headEnd/>
            <a:tailEnd/>
          </a:ln>
          <a:effectLst/>
        </p:spPr>
        <p:txBody>
          <a:bodyPr rIns="0"/>
          <a:lstStyle/>
          <a:p>
            <a:pPr marL="0" marR="0" lvl="0" indent="0" algn="r" defTabSz="914061" rtl="0" eaLnBrk="1" fontAlgn="auto" latinLnBrk="1" hangingPunct="1">
              <a:lnSpc>
                <a:spcPct val="100000"/>
              </a:lnSpc>
              <a:spcBef>
                <a:spcPts val="0"/>
              </a:spcBef>
              <a:spcAft>
                <a:spcPts val="0"/>
              </a:spcAft>
              <a:buClrTx/>
              <a:buSzTx/>
              <a:buFontTx/>
              <a:buNone/>
              <a:tabLst/>
              <a:defRPr/>
            </a:pPr>
            <a:r>
              <a:rPr lang="ko-KR" altLang="en-US"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신규 </a:t>
            </a:r>
            <a:r>
              <a:rPr lang="ko-KR" altLang="en-US" sz="600" dirty="0" err="1">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편입자산</a:t>
            </a:r>
            <a:r>
              <a:rPr lang="ko-KR" altLang="en-US"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투자 설명자료 </a:t>
            </a:r>
            <a:r>
              <a:rPr lang="en-US" altLang="ko-KR"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l </a:t>
            </a:r>
            <a:r>
              <a:rPr lang="ko-KR" altLang="en-US" sz="600" dirty="0">
                <a:solidFill>
                  <a:schemeClr val="tx1">
                    <a:lumMod val="85000"/>
                    <a:lumOff val="1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r>
              <a:rPr lang="ko-KR" altLang="en-US" sz="600" dirty="0" err="1">
                <a:solidFill>
                  <a:schemeClr val="tx1">
                    <a:lumMod val="85000"/>
                    <a:lumOff val="1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코람코라이프인프라위탁관리부동산투자회사</a:t>
            </a:r>
            <a:r>
              <a:rPr lang="ko-KR" altLang="en-US" sz="600" dirty="0">
                <a:solidFill>
                  <a:srgbClr val="000000">
                    <a:lumMod val="65000"/>
                    <a:lumOff val="35000"/>
                  </a:srgbClr>
                </a:solidFill>
                <a:latin typeface="KoPubWorld돋움체 Light" panose="00000300000000000000" pitchFamily="2" charset="-127"/>
                <a:ea typeface="KoPubWorld돋움체 Light" panose="00000300000000000000" pitchFamily="2" charset="-127"/>
                <a:cs typeface="Arial" pitchFamily="34" charset="0"/>
              </a:rPr>
              <a:t>│</a:t>
            </a:r>
            <a:r>
              <a:rPr lang="en-US" altLang="ko-KR" sz="600" baseline="0" dirty="0">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IR</a:t>
            </a:r>
            <a:r>
              <a:rPr lang="ko-KR" altLang="en-US" sz="600" baseline="0" dirty="0">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자료 </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fld id="{AC62A5EC-D10B-4D96-80FB-7B5CF2531C58}" type="slidenum">
              <a:rPr lang="en-US" altLang="ko-KR" sz="600" b="0" smtClean="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pPr marL="0" marR="0" lvl="0" indent="0" algn="r" defTabSz="914061" rtl="0" eaLnBrk="1" fontAlgn="auto" latinLnBrk="1" hangingPunct="1">
                <a:lnSpc>
                  <a:spcPct val="100000"/>
                </a:lnSpc>
                <a:spcBef>
                  <a:spcPts val="0"/>
                </a:spcBef>
                <a:spcAft>
                  <a:spcPts val="0"/>
                </a:spcAft>
                <a:buClrTx/>
                <a:buSzTx/>
                <a:buFontTx/>
                <a:buNone/>
                <a:tabLst/>
                <a:defRPr/>
              </a:pPr>
              <a:t>‹#›</a:t>
            </a:fld>
            <a:endParaRPr lang="en-US" altLang="ko-KR" sz="600" b="1" dirty="0">
              <a:solidFill>
                <a:srgbClr val="006D52"/>
              </a:solidFill>
              <a:latin typeface="KoPubWorld돋움체 Light" panose="00000300000000000000" pitchFamily="2" charset="-127"/>
              <a:ea typeface="KoPubWorld돋움체 Light" panose="00000300000000000000" pitchFamily="2" charset="-127"/>
              <a:cs typeface="Arial" pitchFamily="34" charset="0"/>
            </a:endParaRPr>
          </a:p>
        </p:txBody>
      </p:sp>
      <p:cxnSp>
        <p:nvCxnSpPr>
          <p:cNvPr id="12" name="직선 연결선 11"/>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4" name="직사각형 13"/>
          <p:cNvSpPr/>
          <p:nvPr userDrawn="1"/>
        </p:nvSpPr>
        <p:spPr>
          <a:xfrm>
            <a:off x="370064" y="1816639"/>
            <a:ext cx="10069336"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Tree>
    <p:extLst>
      <p:ext uri="{BB962C8B-B14F-4D97-AF65-F5344CB8AC3E}">
        <p14:creationId xmlns:p14="http://schemas.microsoft.com/office/powerpoint/2010/main" val="2317051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8_5.Appendix">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F5C5F827-B8CC-F5CA-2B14-D76D335B5DD5}"/>
              </a:ext>
            </a:extLst>
          </p:cNvPr>
          <p:cNvSpPr/>
          <p:nvPr userDrawn="1"/>
        </p:nvSpPr>
        <p:spPr>
          <a:xfrm>
            <a:off x="0" y="4447437"/>
            <a:ext cx="10691813" cy="318208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7" name="직선 연결선 6"/>
          <p:cNvCxnSpPr/>
          <p:nvPr userDrawn="1"/>
        </p:nvCxnSpPr>
        <p:spPr>
          <a:xfrm>
            <a:off x="269875" y="922338"/>
            <a:ext cx="10152063"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pic>
        <p:nvPicPr>
          <p:cNvPr id="10" name="그림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645402" y="606172"/>
            <a:ext cx="776536" cy="233565"/>
          </a:xfrm>
          <a:prstGeom prst="rect">
            <a:avLst/>
          </a:prstGeom>
        </p:spPr>
      </p:pic>
      <p:sp>
        <p:nvSpPr>
          <p:cNvPr id="9" name="Rectangle 47"/>
          <p:cNvSpPr>
            <a:spLocks noChangeArrowheads="1"/>
          </p:cNvSpPr>
          <p:nvPr userDrawn="1">
            <p:custDataLst>
              <p:tags r:id="rId1"/>
            </p:custDataLst>
          </p:nvPr>
        </p:nvSpPr>
        <p:spPr bwMode="auto">
          <a:xfrm>
            <a:off x="5602863" y="7299140"/>
            <a:ext cx="4836537" cy="214312"/>
          </a:xfrm>
          <a:prstGeom prst="rect">
            <a:avLst/>
          </a:prstGeom>
          <a:noFill/>
          <a:ln w="9525">
            <a:noFill/>
            <a:miter lim="800000"/>
            <a:headEnd/>
            <a:tailEnd/>
          </a:ln>
          <a:effectLst/>
        </p:spPr>
        <p:txBody>
          <a:bodyPr rIns="0"/>
          <a:lstStyle/>
          <a:p>
            <a:pPr marL="0" marR="0" lvl="0" indent="0" algn="r" defTabSz="914061" rtl="0" eaLnBrk="1" fontAlgn="auto" latinLnBrk="1" hangingPunct="1">
              <a:lnSpc>
                <a:spcPct val="100000"/>
              </a:lnSpc>
              <a:spcBef>
                <a:spcPts val="0"/>
              </a:spcBef>
              <a:spcAft>
                <a:spcPts val="0"/>
              </a:spcAft>
              <a:buClrTx/>
              <a:buSzTx/>
              <a:buFontTx/>
              <a:buNone/>
              <a:tabLst/>
              <a:defRPr/>
            </a:pPr>
            <a:r>
              <a:rPr lang="ko-KR" altLang="en-US"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신규 </a:t>
            </a:r>
            <a:r>
              <a:rPr lang="ko-KR" altLang="en-US" sz="600" dirty="0" err="1">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편입자산</a:t>
            </a:r>
            <a:r>
              <a:rPr lang="ko-KR" altLang="en-US"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투자 설명자료 </a:t>
            </a:r>
            <a:r>
              <a:rPr lang="en-US" altLang="ko-KR"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l </a:t>
            </a:r>
            <a:r>
              <a:rPr lang="ko-KR" altLang="en-US" sz="600" dirty="0">
                <a:solidFill>
                  <a:schemeClr val="tx1">
                    <a:lumMod val="85000"/>
                    <a:lumOff val="1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r>
              <a:rPr lang="ko-KR" altLang="en-US" sz="600" dirty="0" err="1">
                <a:solidFill>
                  <a:schemeClr val="tx1">
                    <a:lumMod val="85000"/>
                    <a:lumOff val="1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코람코라이프인프라위탁관리부동산투자회사</a:t>
            </a:r>
            <a:r>
              <a:rPr lang="ko-KR" altLang="en-US" sz="600" dirty="0">
                <a:solidFill>
                  <a:srgbClr val="000000">
                    <a:lumMod val="65000"/>
                    <a:lumOff val="35000"/>
                  </a:srgbClr>
                </a:solidFill>
                <a:latin typeface="KoPubWorld돋움체 Light" panose="00000300000000000000" pitchFamily="2" charset="-127"/>
                <a:ea typeface="KoPubWorld돋움체 Light" panose="00000300000000000000" pitchFamily="2" charset="-127"/>
                <a:cs typeface="Arial" pitchFamily="34" charset="0"/>
              </a:rPr>
              <a:t>│</a:t>
            </a:r>
            <a:r>
              <a:rPr lang="en-US" altLang="ko-KR" sz="600" baseline="0" dirty="0">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IR</a:t>
            </a:r>
            <a:r>
              <a:rPr lang="ko-KR" altLang="en-US" sz="600" baseline="0" dirty="0">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자료 </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fld id="{AC62A5EC-D10B-4D96-80FB-7B5CF2531C58}" type="slidenum">
              <a:rPr lang="en-US" altLang="ko-KR" sz="600" b="0" smtClean="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pPr marL="0" marR="0" lvl="0" indent="0" algn="r" defTabSz="914061" rtl="0" eaLnBrk="1" fontAlgn="auto" latinLnBrk="1" hangingPunct="1">
                <a:lnSpc>
                  <a:spcPct val="100000"/>
                </a:lnSpc>
                <a:spcBef>
                  <a:spcPts val="0"/>
                </a:spcBef>
                <a:spcAft>
                  <a:spcPts val="0"/>
                </a:spcAft>
                <a:buClrTx/>
                <a:buSzTx/>
                <a:buFontTx/>
                <a:buNone/>
                <a:tabLst/>
                <a:defRPr/>
              </a:pPr>
              <a:t>‹#›</a:t>
            </a:fld>
            <a:endParaRPr lang="en-US" altLang="ko-KR" sz="600" b="1" dirty="0">
              <a:solidFill>
                <a:srgbClr val="006D52"/>
              </a:solidFill>
              <a:latin typeface="KoPubWorld돋움체 Light" panose="00000300000000000000" pitchFamily="2" charset="-127"/>
              <a:ea typeface="KoPubWorld돋움체 Light" panose="00000300000000000000" pitchFamily="2" charset="-127"/>
              <a:cs typeface="Arial" pitchFamily="34" charset="0"/>
            </a:endParaRPr>
          </a:p>
        </p:txBody>
      </p:sp>
      <p:cxnSp>
        <p:nvCxnSpPr>
          <p:cNvPr id="12" name="직선 연결선 11"/>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4" name="직사각형 13"/>
          <p:cNvSpPr/>
          <p:nvPr userDrawn="1"/>
        </p:nvSpPr>
        <p:spPr>
          <a:xfrm>
            <a:off x="370064" y="1816639"/>
            <a:ext cx="10069336"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Tree>
    <p:extLst>
      <p:ext uri="{BB962C8B-B14F-4D97-AF65-F5344CB8AC3E}">
        <p14:creationId xmlns:p14="http://schemas.microsoft.com/office/powerpoint/2010/main" val="1216181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6_5.Appendix">
    <p:spTree>
      <p:nvGrpSpPr>
        <p:cNvPr id="1" name=""/>
        <p:cNvGrpSpPr/>
        <p:nvPr/>
      </p:nvGrpSpPr>
      <p:grpSpPr>
        <a:xfrm>
          <a:off x="0" y="0"/>
          <a:ext cx="0" cy="0"/>
          <a:chOff x="0" y="0"/>
          <a:chExt cx="0" cy="0"/>
        </a:xfrm>
      </p:grpSpPr>
      <p:pic>
        <p:nvPicPr>
          <p:cNvPr id="5" name="Picture 6" descr="CI기본형"/>
          <p:cNvPicPr>
            <a:picLocks noChangeAspect="1" noChangeArrowheads="1"/>
          </p:cNvPicPr>
          <p:nvPr userDrawn="1"/>
        </p:nvPicPr>
        <p:blipFill>
          <a:blip r:embed="rId3" cstate="print">
            <a:extLst>
              <a:ext uri="{28A0092B-C50C-407E-A947-70E740481C1C}">
                <a14:useLocalDpi xmlns:a14="http://schemas.microsoft.com/office/drawing/2010/main" val="0"/>
              </a:ext>
            </a:extLst>
          </a:blip>
          <a:stretch>
            <a:fillRect/>
          </a:stretch>
        </p:blipFill>
        <p:spPr bwMode="auto">
          <a:xfrm>
            <a:off x="101454" y="7181116"/>
            <a:ext cx="866218" cy="332336"/>
          </a:xfrm>
          <a:prstGeom prst="rect">
            <a:avLst/>
          </a:prstGeom>
          <a:noFill/>
          <a:ln>
            <a:noFill/>
          </a:ln>
        </p:spPr>
      </p:pic>
      <p:cxnSp>
        <p:nvCxnSpPr>
          <p:cNvPr id="7" name="직선 연결선 6"/>
          <p:cNvCxnSpPr/>
          <p:nvPr userDrawn="1"/>
        </p:nvCxnSpPr>
        <p:spPr>
          <a:xfrm>
            <a:off x="269875" y="922338"/>
            <a:ext cx="10152063"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Box 7"/>
          <p:cNvSpPr txBox="1"/>
          <p:nvPr userDrawn="1"/>
        </p:nvSpPr>
        <p:spPr>
          <a:xfrm>
            <a:off x="342623" y="375340"/>
            <a:ext cx="622286" cy="230832"/>
          </a:xfrm>
          <a:prstGeom prst="rect">
            <a:avLst/>
          </a:prstGeom>
          <a:noFill/>
        </p:spPr>
        <p:txBody>
          <a:bodyPr wrap="none" rtlCol="0">
            <a:spAutoFit/>
          </a:bodyPr>
          <a:lstStyle/>
          <a:p>
            <a:r>
              <a:rPr lang="ko-KR" altLang="en-US" sz="900" dirty="0">
                <a:solidFill>
                  <a:schemeClr val="bg1">
                    <a:lumMod val="65000"/>
                  </a:schemeClr>
                </a:solidFill>
                <a:latin typeface="KoPubWorld돋움체 Medium" panose="00000600000000000000" pitchFamily="2" charset="-127"/>
                <a:ea typeface="KoPubWorld돋움체 Medium" panose="00000600000000000000" pitchFamily="2" charset="-127"/>
              </a:rPr>
              <a:t>리츠 운용</a:t>
            </a:r>
          </a:p>
        </p:txBody>
      </p:sp>
      <p:pic>
        <p:nvPicPr>
          <p:cNvPr id="10" name="그림 9"/>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9645402" y="606172"/>
            <a:ext cx="776536" cy="233565"/>
          </a:xfrm>
          <a:prstGeom prst="rect">
            <a:avLst/>
          </a:prstGeom>
        </p:spPr>
      </p:pic>
      <p:sp>
        <p:nvSpPr>
          <p:cNvPr id="9" name="Rectangle 47"/>
          <p:cNvSpPr>
            <a:spLocks noChangeArrowheads="1"/>
          </p:cNvSpPr>
          <p:nvPr userDrawn="1">
            <p:custDataLst>
              <p:tags r:id="rId1"/>
            </p:custDataLst>
          </p:nvPr>
        </p:nvSpPr>
        <p:spPr bwMode="auto">
          <a:xfrm>
            <a:off x="5602863" y="7299140"/>
            <a:ext cx="4836537" cy="214312"/>
          </a:xfrm>
          <a:prstGeom prst="rect">
            <a:avLst/>
          </a:prstGeom>
          <a:noFill/>
          <a:ln w="9525">
            <a:noFill/>
            <a:miter lim="800000"/>
            <a:headEnd/>
            <a:tailEnd/>
          </a:ln>
          <a:effectLst/>
        </p:spPr>
        <p:txBody>
          <a:bodyPr rIns="0"/>
          <a:lstStyle/>
          <a:p>
            <a:pPr marL="0" marR="0" lvl="0" indent="0" algn="r" defTabSz="914061" rtl="0" eaLnBrk="1" fontAlgn="auto" latinLnBrk="1" hangingPunct="1">
              <a:lnSpc>
                <a:spcPct val="100000"/>
              </a:lnSpc>
              <a:spcBef>
                <a:spcPts val="0"/>
              </a:spcBef>
              <a:spcAft>
                <a:spcPts val="0"/>
              </a:spcAft>
              <a:buClrTx/>
              <a:buSzTx/>
              <a:buFontTx/>
              <a:buNone/>
              <a:tabLst/>
              <a:defRPr/>
            </a:pPr>
            <a:r>
              <a:rPr lang="ko-KR" altLang="en-US"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신규 </a:t>
            </a:r>
            <a:r>
              <a:rPr lang="ko-KR" altLang="en-US" sz="600" dirty="0" err="1">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편입자산</a:t>
            </a:r>
            <a:r>
              <a:rPr lang="ko-KR" altLang="en-US"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투자 설명자료 </a:t>
            </a:r>
            <a:r>
              <a:rPr lang="en-US" altLang="ko-KR"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l </a:t>
            </a:r>
            <a:r>
              <a:rPr lang="ko-KR" altLang="en-US" sz="600" dirty="0">
                <a:solidFill>
                  <a:schemeClr val="tx1">
                    <a:lumMod val="85000"/>
                    <a:lumOff val="1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r>
              <a:rPr lang="ko-KR" altLang="en-US" sz="600" dirty="0" err="1">
                <a:solidFill>
                  <a:schemeClr val="tx1">
                    <a:lumMod val="85000"/>
                    <a:lumOff val="1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코람코라이프인프라위탁관리부동산투자회사</a:t>
            </a:r>
            <a:r>
              <a:rPr lang="ko-KR" altLang="en-US" sz="600" dirty="0">
                <a:solidFill>
                  <a:srgbClr val="000000">
                    <a:lumMod val="65000"/>
                    <a:lumOff val="35000"/>
                  </a:srgbClr>
                </a:solidFill>
                <a:latin typeface="KoPubWorld돋움체 Light" panose="00000300000000000000" pitchFamily="2" charset="-127"/>
                <a:ea typeface="KoPubWorld돋움체 Light" panose="00000300000000000000" pitchFamily="2" charset="-127"/>
                <a:cs typeface="Arial" pitchFamily="34" charset="0"/>
              </a:rPr>
              <a:t>│</a:t>
            </a:r>
            <a:r>
              <a:rPr lang="en-US" altLang="ko-KR" sz="600" baseline="0" dirty="0">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IR</a:t>
            </a:r>
            <a:r>
              <a:rPr lang="ko-KR" altLang="en-US" sz="600" baseline="0" dirty="0">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자료 </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fld id="{AC62A5EC-D10B-4D96-80FB-7B5CF2531C58}" type="slidenum">
              <a:rPr lang="en-US" altLang="ko-KR" sz="600" b="0" smtClean="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pPr marL="0" marR="0" lvl="0" indent="0" algn="r" defTabSz="914061" rtl="0" eaLnBrk="1" fontAlgn="auto" latinLnBrk="1" hangingPunct="1">
                <a:lnSpc>
                  <a:spcPct val="100000"/>
                </a:lnSpc>
                <a:spcBef>
                  <a:spcPts val="0"/>
                </a:spcBef>
                <a:spcAft>
                  <a:spcPts val="0"/>
                </a:spcAft>
                <a:buClrTx/>
                <a:buSzTx/>
                <a:buFontTx/>
                <a:buNone/>
                <a:tabLst/>
                <a:defRPr/>
              </a:pPr>
              <a:t>‹#›</a:t>
            </a:fld>
            <a:endParaRPr lang="en-US" altLang="ko-KR" sz="600" b="1" dirty="0">
              <a:solidFill>
                <a:srgbClr val="006D52"/>
              </a:solidFill>
              <a:latin typeface="KoPubWorld돋움체 Light" panose="00000300000000000000" pitchFamily="2" charset="-127"/>
              <a:ea typeface="KoPubWorld돋움체 Light" panose="00000300000000000000" pitchFamily="2" charset="-127"/>
              <a:cs typeface="Arial" pitchFamily="34" charset="0"/>
            </a:endParaRPr>
          </a:p>
        </p:txBody>
      </p:sp>
      <p:cxnSp>
        <p:nvCxnSpPr>
          <p:cNvPr id="12" name="직선 연결선 11"/>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367920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179" userDrawn="1">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5_5.Appendix">
    <p:spTree>
      <p:nvGrpSpPr>
        <p:cNvPr id="1" name=""/>
        <p:cNvGrpSpPr/>
        <p:nvPr/>
      </p:nvGrpSpPr>
      <p:grpSpPr>
        <a:xfrm>
          <a:off x="0" y="0"/>
          <a:ext cx="0" cy="0"/>
          <a:chOff x="0" y="0"/>
          <a:chExt cx="0" cy="0"/>
        </a:xfrm>
      </p:grpSpPr>
      <p:pic>
        <p:nvPicPr>
          <p:cNvPr id="5" name="Picture 6" descr="CI기본형"/>
          <p:cNvPicPr>
            <a:picLocks noChangeAspect="1" noChangeArrowheads="1"/>
          </p:cNvPicPr>
          <p:nvPr userDrawn="1"/>
        </p:nvPicPr>
        <p:blipFill>
          <a:blip r:embed="rId3" cstate="print">
            <a:extLst>
              <a:ext uri="{28A0092B-C50C-407E-A947-70E740481C1C}">
                <a14:useLocalDpi xmlns:a14="http://schemas.microsoft.com/office/drawing/2010/main" val="0"/>
              </a:ext>
            </a:extLst>
          </a:blip>
          <a:stretch>
            <a:fillRect/>
          </a:stretch>
        </p:blipFill>
        <p:spPr bwMode="auto">
          <a:xfrm>
            <a:off x="101454" y="7181116"/>
            <a:ext cx="866218" cy="332336"/>
          </a:xfrm>
          <a:prstGeom prst="rect">
            <a:avLst/>
          </a:prstGeom>
          <a:noFill/>
          <a:ln>
            <a:noFill/>
          </a:ln>
        </p:spPr>
      </p:pic>
      <p:sp>
        <p:nvSpPr>
          <p:cNvPr id="9" name="직사각형 8"/>
          <p:cNvSpPr/>
          <p:nvPr userDrawn="1"/>
        </p:nvSpPr>
        <p:spPr>
          <a:xfrm>
            <a:off x="0" y="4447437"/>
            <a:ext cx="10691813" cy="318208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7" name="직선 연결선 6"/>
          <p:cNvCxnSpPr/>
          <p:nvPr userDrawn="1"/>
        </p:nvCxnSpPr>
        <p:spPr>
          <a:xfrm>
            <a:off x="269875" y="922338"/>
            <a:ext cx="10152063"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직사각형 10"/>
          <p:cNvSpPr/>
          <p:nvPr userDrawn="1"/>
        </p:nvSpPr>
        <p:spPr>
          <a:xfrm>
            <a:off x="370064" y="2159000"/>
            <a:ext cx="10069336"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3" name="Rectangle 47"/>
          <p:cNvSpPr>
            <a:spLocks noChangeArrowheads="1"/>
          </p:cNvSpPr>
          <p:nvPr userDrawn="1">
            <p:custDataLst>
              <p:tags r:id="rId1"/>
            </p:custDataLst>
          </p:nvPr>
        </p:nvSpPr>
        <p:spPr bwMode="auto">
          <a:xfrm>
            <a:off x="5602863" y="7299140"/>
            <a:ext cx="4836537" cy="214312"/>
          </a:xfrm>
          <a:prstGeom prst="rect">
            <a:avLst/>
          </a:prstGeom>
          <a:noFill/>
          <a:ln w="9525">
            <a:noFill/>
            <a:miter lim="800000"/>
            <a:headEnd/>
            <a:tailEnd/>
          </a:ln>
          <a:effectLst/>
        </p:spPr>
        <p:txBody>
          <a:bodyPr rIns="0"/>
          <a:lstStyle/>
          <a:p>
            <a:pPr marL="0" marR="0" lvl="0" indent="0" algn="r" defTabSz="914061" rtl="0" eaLnBrk="1" fontAlgn="auto" latinLnBrk="1" hangingPunct="1">
              <a:lnSpc>
                <a:spcPct val="100000"/>
              </a:lnSpc>
              <a:spcBef>
                <a:spcPts val="0"/>
              </a:spcBef>
              <a:spcAft>
                <a:spcPts val="0"/>
              </a:spcAft>
              <a:buClrTx/>
              <a:buSzTx/>
              <a:buFontTx/>
              <a:buNone/>
              <a:tabLst/>
              <a:defRPr/>
            </a:pPr>
            <a:r>
              <a:rPr lang="ko-KR" altLang="en-US" sz="600" dirty="0">
                <a:solidFill>
                  <a:schemeClr val="tx1">
                    <a:lumMod val="85000"/>
                    <a:lumOff val="1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r>
              <a:rPr lang="ko-KR" altLang="en-US" sz="600" dirty="0" err="1">
                <a:solidFill>
                  <a:schemeClr val="tx1">
                    <a:lumMod val="85000"/>
                    <a:lumOff val="1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코람코라이프인프라위탁관리부동산투자회사</a:t>
            </a:r>
            <a:r>
              <a:rPr lang="ko-KR" altLang="en-US" sz="600" dirty="0">
                <a:solidFill>
                  <a:srgbClr val="000000">
                    <a:lumMod val="65000"/>
                    <a:lumOff val="35000"/>
                  </a:srgbClr>
                </a:solidFill>
                <a:latin typeface="KoPubWorld돋움체 Light" panose="00000300000000000000" pitchFamily="2" charset="-127"/>
                <a:ea typeface="KoPubWorld돋움체 Light" panose="00000300000000000000" pitchFamily="2" charset="-127"/>
                <a:cs typeface="Arial" pitchFamily="34" charset="0"/>
              </a:rPr>
              <a:t>│</a:t>
            </a:r>
            <a:r>
              <a:rPr lang="en-US" altLang="ko-KR" sz="600" baseline="0" dirty="0">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IR</a:t>
            </a:r>
            <a:r>
              <a:rPr lang="ko-KR" altLang="en-US" sz="600" baseline="0" dirty="0">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자료 </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fld id="{AC62A5EC-D10B-4D96-80FB-7B5CF2531C58}" type="slidenum">
              <a:rPr lang="en-US" altLang="ko-KR" sz="600" b="0" smtClean="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pPr marL="0" marR="0" lvl="0" indent="0" algn="r" defTabSz="914061" rtl="0" eaLnBrk="1" fontAlgn="auto" latinLnBrk="1" hangingPunct="1">
                <a:lnSpc>
                  <a:spcPct val="100000"/>
                </a:lnSpc>
                <a:spcBef>
                  <a:spcPts val="0"/>
                </a:spcBef>
                <a:spcAft>
                  <a:spcPts val="0"/>
                </a:spcAft>
                <a:buClrTx/>
                <a:buSzTx/>
                <a:buFontTx/>
                <a:buNone/>
                <a:tabLst/>
                <a:defRPr/>
              </a:pPr>
              <a:t>‹#›</a:t>
            </a:fld>
            <a:endParaRPr lang="en-US" altLang="ko-KR" sz="600" b="1" dirty="0">
              <a:solidFill>
                <a:srgbClr val="006D52"/>
              </a:solidFill>
              <a:latin typeface="KoPubWorld돋움체 Light" panose="00000300000000000000" pitchFamily="2" charset="-127"/>
              <a:ea typeface="KoPubWorld돋움체 Light" panose="00000300000000000000" pitchFamily="2" charset="-127"/>
              <a:cs typeface="Arial" pitchFamily="34" charset="0"/>
            </a:endParaRPr>
          </a:p>
        </p:txBody>
      </p:sp>
      <p:sp>
        <p:nvSpPr>
          <p:cNvPr id="8" name="TextBox 7"/>
          <p:cNvSpPr txBox="1"/>
          <p:nvPr userDrawn="1"/>
        </p:nvSpPr>
        <p:spPr>
          <a:xfrm>
            <a:off x="342623" y="375340"/>
            <a:ext cx="622286" cy="230832"/>
          </a:xfrm>
          <a:prstGeom prst="rect">
            <a:avLst/>
          </a:prstGeom>
          <a:noFill/>
        </p:spPr>
        <p:txBody>
          <a:bodyPr wrap="none" rtlCol="0">
            <a:spAutoFit/>
          </a:bodyPr>
          <a:lstStyle/>
          <a:p>
            <a:r>
              <a:rPr lang="ko-KR" altLang="en-US" sz="900" dirty="0">
                <a:solidFill>
                  <a:schemeClr val="bg1">
                    <a:lumMod val="65000"/>
                  </a:schemeClr>
                </a:solidFill>
                <a:latin typeface="KoPubWorld돋움체 Medium" panose="00000600000000000000" pitchFamily="2" charset="-127"/>
                <a:ea typeface="KoPubWorld돋움체 Medium" panose="00000600000000000000" pitchFamily="2" charset="-127"/>
              </a:rPr>
              <a:t>리츠 운용</a:t>
            </a:r>
          </a:p>
        </p:txBody>
      </p:sp>
      <p:pic>
        <p:nvPicPr>
          <p:cNvPr id="10" name="그림 9"/>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9645402" y="606172"/>
            <a:ext cx="776536" cy="233565"/>
          </a:xfrm>
          <a:prstGeom prst="rect">
            <a:avLst/>
          </a:prstGeom>
        </p:spPr>
      </p:pic>
      <p:sp>
        <p:nvSpPr>
          <p:cNvPr id="12" name="TextBox 11"/>
          <p:cNvSpPr txBox="1"/>
          <p:nvPr userDrawn="1"/>
        </p:nvSpPr>
        <p:spPr>
          <a:xfrm>
            <a:off x="435866" y="504949"/>
            <a:ext cx="10013059" cy="296235"/>
          </a:xfrm>
          <a:prstGeom prst="rect">
            <a:avLst/>
          </a:prstGeom>
          <a:noFill/>
        </p:spPr>
        <p:txBody>
          <a:bodyPr wrap="square" lIns="0" tIns="0" rIns="0" bIns="0" rtlCol="0">
            <a:spAutoFit/>
            <a:scene3d>
              <a:camera prst="orthographicFront"/>
              <a:lightRig rig="threePt" dir="t"/>
            </a:scene3d>
            <a:sp3d>
              <a:bevelT w="1270" h="1270"/>
            </a:sp3d>
          </a:bodyPr>
          <a:lstStyle>
            <a:defPPr>
              <a:defRPr lang="ko-KR"/>
            </a:defPPr>
            <a:lvl1pPr>
              <a:defRPr sz="1600">
                <a:solidFill>
                  <a:schemeClr val="tx1">
                    <a:lumMod val="85000"/>
                    <a:lumOff val="15000"/>
                  </a:schemeClr>
                </a:solidFill>
                <a:latin typeface="나눔스퀘어 ExtraBold" panose="020B0600000101010101" pitchFamily="50" charset="-127"/>
                <a:ea typeface="나눔스퀘어 ExtraBold" panose="020B0600000101010101" pitchFamily="50" charset="-127"/>
              </a:defRPr>
            </a:lvl1pPr>
          </a:lstStyle>
          <a:p>
            <a:pPr defTabSz="801356">
              <a:lnSpc>
                <a:spcPct val="150000"/>
              </a:lnSpc>
            </a:pPr>
            <a:r>
              <a:rPr lang="en-US" altLang="ko-KR" sz="1400" dirty="0">
                <a:solidFill>
                  <a:schemeClr val="tx1"/>
                </a:solidFill>
                <a:latin typeface="KoPubWorld돋움체 Bold" panose="00000800000000000000" pitchFamily="2" charset="-127"/>
                <a:ea typeface="KoPubWorld돋움체 Bold" panose="00000800000000000000" pitchFamily="2" charset="-127"/>
              </a:rPr>
              <a:t>4. </a:t>
            </a:r>
            <a:r>
              <a:rPr lang="ko-KR" altLang="en-US" sz="1400" dirty="0">
                <a:solidFill>
                  <a:schemeClr val="tx1"/>
                </a:solidFill>
                <a:latin typeface="KoPubWorld돋움체 Bold" panose="00000800000000000000" pitchFamily="2" charset="-127"/>
                <a:ea typeface="KoPubWorld돋움체 Bold" panose="00000800000000000000" pitchFamily="2" charset="-127"/>
              </a:rPr>
              <a:t>투자관리</a:t>
            </a:r>
            <a:r>
              <a:rPr lang="en-US" altLang="ko-KR" sz="1400" dirty="0">
                <a:solidFill>
                  <a:schemeClr val="tx1"/>
                </a:solidFill>
                <a:latin typeface="KoPubWorld돋움체 Bold" panose="00000800000000000000" pitchFamily="2" charset="-127"/>
                <a:ea typeface="KoPubWorld돋움체 Bold" panose="00000800000000000000" pitchFamily="2" charset="-127"/>
              </a:rPr>
              <a:t>_</a:t>
            </a:r>
            <a:r>
              <a:rPr lang="ko-KR" altLang="en-US" sz="1400" dirty="0" err="1">
                <a:solidFill>
                  <a:schemeClr val="tx1"/>
                </a:solidFill>
                <a:latin typeface="KoPubWorld돋움체 Bold" panose="00000800000000000000" pitchFamily="2" charset="-127"/>
                <a:ea typeface="KoPubWorld돋움체 Bold" panose="00000800000000000000" pitchFamily="2" charset="-127"/>
              </a:rPr>
              <a:t>투자섹터</a:t>
            </a:r>
            <a:r>
              <a:rPr lang="ko-KR" altLang="en-US" sz="1400" dirty="0">
                <a:solidFill>
                  <a:schemeClr val="tx1"/>
                </a:solidFill>
                <a:latin typeface="KoPubWorld돋움체 Bold" panose="00000800000000000000" pitchFamily="2" charset="-127"/>
                <a:ea typeface="KoPubWorld돋움체 Bold" panose="00000800000000000000" pitchFamily="2" charset="-127"/>
              </a:rPr>
              <a:t> 및 투자기법 적용 </a:t>
            </a:r>
            <a:r>
              <a:rPr lang="en-US" altLang="ko-KR" sz="1100" dirty="0">
                <a:solidFill>
                  <a:schemeClr val="bg1">
                    <a:lumMod val="75000"/>
                  </a:schemeClr>
                </a:solidFill>
                <a:latin typeface="KoPubWorld돋움체 Bold" panose="00000800000000000000" pitchFamily="2" charset="-127"/>
                <a:ea typeface="KoPubWorld돋움체 Bold" panose="00000800000000000000" pitchFamily="2" charset="-127"/>
              </a:rPr>
              <a:t>Investment Management</a:t>
            </a:r>
          </a:p>
        </p:txBody>
      </p:sp>
    </p:spTree>
    <p:extLst>
      <p:ext uri="{BB962C8B-B14F-4D97-AF65-F5344CB8AC3E}">
        <p14:creationId xmlns:p14="http://schemas.microsoft.com/office/powerpoint/2010/main" val="40948419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slideLayout" Target="../slideLayouts/slideLayout37.xml"/><Relationship Id="rId18" Type="http://schemas.openxmlformats.org/officeDocument/2006/relationships/slideLayout" Target="../slideLayouts/slideLayout42.xml"/><Relationship Id="rId3" Type="http://schemas.openxmlformats.org/officeDocument/2006/relationships/slideLayout" Target="../slideLayouts/slideLayout27.xml"/><Relationship Id="rId21" Type="http://schemas.openxmlformats.org/officeDocument/2006/relationships/theme" Target="../theme/theme2.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17" Type="http://schemas.openxmlformats.org/officeDocument/2006/relationships/slideLayout" Target="../slideLayouts/slideLayout41.xml"/><Relationship Id="rId2" Type="http://schemas.openxmlformats.org/officeDocument/2006/relationships/slideLayout" Target="../slideLayouts/slideLayout26.xml"/><Relationship Id="rId16" Type="http://schemas.openxmlformats.org/officeDocument/2006/relationships/slideLayout" Target="../slideLayouts/slideLayout40.xml"/><Relationship Id="rId20" Type="http://schemas.openxmlformats.org/officeDocument/2006/relationships/slideLayout" Target="../slideLayouts/slideLayout44.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5" Type="http://schemas.openxmlformats.org/officeDocument/2006/relationships/slideLayout" Target="../slideLayouts/slideLayout39.xml"/><Relationship Id="rId10" Type="http://schemas.openxmlformats.org/officeDocument/2006/relationships/slideLayout" Target="../slideLayouts/slideLayout34.xml"/><Relationship Id="rId19" Type="http://schemas.openxmlformats.org/officeDocument/2006/relationships/slideLayout" Target="../slideLayouts/slideLayout43.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35062" y="402484"/>
            <a:ext cx="9221689" cy="1461188"/>
          </a:xfrm>
          <a:prstGeom prst="rect">
            <a:avLst/>
          </a:prstGeom>
        </p:spPr>
        <p:txBody>
          <a:bodyPr vert="horz" lIns="91440" tIns="45720" rIns="91440" bIns="45720" rtlCol="0" anchor="ctr">
            <a:normAutofit/>
          </a:bodyPr>
          <a:lstStyle/>
          <a:p>
            <a:r>
              <a:rPr lang="ko-KR" altLang="en-US" dirty="0"/>
              <a:t>마스터 제목 스타일 편집</a:t>
            </a:r>
            <a:endParaRPr lang="en-US" dirty="0"/>
          </a:p>
        </p:txBody>
      </p:sp>
      <p:sp>
        <p:nvSpPr>
          <p:cNvPr id="3" name="Text Placeholder 2"/>
          <p:cNvSpPr>
            <a:spLocks noGrp="1"/>
          </p:cNvSpPr>
          <p:nvPr>
            <p:ph type="body" idx="1"/>
          </p:nvPr>
        </p:nvSpPr>
        <p:spPr>
          <a:xfrm>
            <a:off x="735062" y="2012414"/>
            <a:ext cx="9221689" cy="4796544"/>
          </a:xfrm>
          <a:prstGeom prst="rect">
            <a:avLst/>
          </a:prstGeom>
        </p:spPr>
        <p:txBody>
          <a:bodyPr vert="horz" lIns="91440" tIns="45720" rIns="91440" bIns="45720" rtlCol="0">
            <a:normAutofit/>
          </a:bodyPr>
          <a:lstStyle/>
          <a:p>
            <a:pPr lvl="0"/>
            <a:r>
              <a:rPr lang="ko-KR" altLang="en-US" dirty="0"/>
              <a:t>마스터 텍스트 스타일 편집</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endParaRPr lang="en-US" dirty="0"/>
          </a:p>
        </p:txBody>
      </p:sp>
      <p:sp>
        <p:nvSpPr>
          <p:cNvPr id="4" name="Date Placeholder 3"/>
          <p:cNvSpPr>
            <a:spLocks noGrp="1"/>
          </p:cNvSpPr>
          <p:nvPr>
            <p:ph type="dt" sz="half" idx="2"/>
          </p:nvPr>
        </p:nvSpPr>
        <p:spPr>
          <a:xfrm>
            <a:off x="735062" y="7006700"/>
            <a:ext cx="2405658" cy="402483"/>
          </a:xfrm>
          <a:prstGeom prst="rect">
            <a:avLst/>
          </a:prstGeom>
        </p:spPr>
        <p:txBody>
          <a:bodyPr vert="horz" lIns="91440" tIns="45720" rIns="91440" bIns="45720" rtlCol="0" anchor="ctr"/>
          <a:lstStyle>
            <a:lvl1pPr algn="l">
              <a:defRPr sz="1323">
                <a:solidFill>
                  <a:schemeClr val="tx1">
                    <a:tint val="75000"/>
                  </a:schemeClr>
                </a:solidFill>
              </a:defRPr>
            </a:lvl1pPr>
          </a:lstStyle>
          <a:p>
            <a:fld id="{C764DE79-268F-4C1A-8933-263129D2AF90}" type="datetimeFigureOut">
              <a:rPr lang="en-US" smtClean="0"/>
              <a:t>8/12/2026</a:t>
            </a:fld>
            <a:endParaRPr lang="en-US" dirty="0"/>
          </a:p>
        </p:txBody>
      </p:sp>
      <p:sp>
        <p:nvSpPr>
          <p:cNvPr id="5" name="Footer Placeholder 4"/>
          <p:cNvSpPr>
            <a:spLocks noGrp="1"/>
          </p:cNvSpPr>
          <p:nvPr>
            <p:ph type="ftr" sz="quarter" idx="3"/>
          </p:nvPr>
        </p:nvSpPr>
        <p:spPr>
          <a:xfrm>
            <a:off x="3541663" y="7006700"/>
            <a:ext cx="3608487" cy="402483"/>
          </a:xfrm>
          <a:prstGeom prst="rect">
            <a:avLst/>
          </a:prstGeom>
        </p:spPr>
        <p:txBody>
          <a:bodyPr vert="horz" lIns="91440" tIns="45720" rIns="91440" bIns="45720" rtlCol="0" anchor="ctr"/>
          <a:lstStyle>
            <a:lvl1pPr algn="ctr">
              <a:defRPr sz="1323">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7551093" y="7006700"/>
            <a:ext cx="2405658" cy="402483"/>
          </a:xfrm>
          <a:prstGeom prst="rect">
            <a:avLst/>
          </a:prstGeom>
        </p:spPr>
        <p:txBody>
          <a:bodyPr vert="horz" lIns="91440" tIns="45720" rIns="91440" bIns="45720" rtlCol="0" anchor="ctr"/>
          <a:lstStyle>
            <a:lvl1pPr algn="r">
              <a:defRPr sz="1323">
                <a:solidFill>
                  <a:schemeClr val="tx1">
                    <a:tint val="75000"/>
                  </a:schemeClr>
                </a:solidFill>
              </a:defRPr>
            </a:lvl1pPr>
          </a:lstStyle>
          <a:p>
            <a:fld id="{48F63A3B-78C7-47BE-AE5E-E10140E04643}" type="slidenum">
              <a:rPr lang="en-US" smtClean="0"/>
              <a:t>‹#›</a:t>
            </a:fld>
            <a:endParaRPr lang="en-US" dirty="0"/>
          </a:p>
        </p:txBody>
      </p:sp>
    </p:spTree>
    <p:extLst>
      <p:ext uri="{BB962C8B-B14F-4D97-AF65-F5344CB8AC3E}">
        <p14:creationId xmlns:p14="http://schemas.microsoft.com/office/powerpoint/2010/main" val="3757217390"/>
      </p:ext>
    </p:extLst>
  </p:cSld>
  <p:clrMap bg1="lt1" tx1="dk1" bg2="lt2" tx2="dk2" accent1="accent1" accent2="accent2" accent3="accent3" accent4="accent4" accent5="accent5" accent6="accent6" hlink="hlink" folHlink="folHlink"/>
  <p:sldLayoutIdLst>
    <p:sldLayoutId id="2147483718" r:id="rId1"/>
    <p:sldLayoutId id="2147483719" r:id="rId2"/>
    <p:sldLayoutId id="2147483724" r:id="rId3"/>
    <p:sldLayoutId id="2147483754" r:id="rId4"/>
    <p:sldLayoutId id="2147483730" r:id="rId5"/>
    <p:sldLayoutId id="2147483731" r:id="rId6"/>
    <p:sldLayoutId id="2147483728" r:id="rId7"/>
    <p:sldLayoutId id="2147483751" r:id="rId8"/>
    <p:sldLayoutId id="2147483727" r:id="rId9"/>
    <p:sldLayoutId id="2147483753" r:id="rId10"/>
    <p:sldLayoutId id="2147483752" r:id="rId11"/>
    <p:sldLayoutId id="2147483749" r:id="rId12"/>
    <p:sldLayoutId id="2147483729" r:id="rId13"/>
    <p:sldLayoutId id="2147483750" r:id="rId14"/>
    <p:sldLayoutId id="2147483726" r:id="rId15"/>
    <p:sldLayoutId id="2147483667" r:id="rId16"/>
    <p:sldLayoutId id="2147483668" r:id="rId17"/>
    <p:sldLayoutId id="2147483669" r:id="rId18"/>
    <p:sldLayoutId id="2147483670" r:id="rId19"/>
    <p:sldLayoutId id="2147483671" r:id="rId20"/>
    <p:sldLayoutId id="2147483672" r:id="rId21"/>
    <p:sldLayoutId id="2147483673" r:id="rId22"/>
    <p:sldLayoutId id="2147483674" r:id="rId23"/>
    <p:sldLayoutId id="2147483675" r:id="rId24"/>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007943" rtl="0" eaLnBrk="1" latinLnBrk="1" hangingPunct="1">
        <a:lnSpc>
          <a:spcPct val="90000"/>
        </a:lnSpc>
        <a:spcBef>
          <a:spcPct val="0"/>
        </a:spcBef>
        <a:buNone/>
        <a:defRPr sz="4850" kern="1200">
          <a:solidFill>
            <a:schemeClr val="tx1"/>
          </a:solidFill>
          <a:latin typeface="+mj-lt"/>
          <a:ea typeface="KoPubWorld돋움체 Bold" panose="00000800000000000000" pitchFamily="2" charset="-127"/>
          <a:cs typeface="+mj-cs"/>
        </a:defRPr>
      </a:lvl1pPr>
    </p:titleStyle>
    <p:bodyStyle>
      <a:lvl1pPr marL="251986" indent="-251986" algn="l" defTabSz="1007943" rtl="0" eaLnBrk="1" latinLnBrk="1" hangingPunct="1">
        <a:lnSpc>
          <a:spcPct val="90000"/>
        </a:lnSpc>
        <a:spcBef>
          <a:spcPts val="1102"/>
        </a:spcBef>
        <a:buFont typeface="Arial" panose="020B0604020202020204" pitchFamily="34" charset="0"/>
        <a:buChar char="•"/>
        <a:defRPr sz="3086" kern="1200">
          <a:solidFill>
            <a:schemeClr val="tx1"/>
          </a:solidFill>
          <a:latin typeface="+mn-lt"/>
          <a:ea typeface="KoPubWorld돋움체 Bold" panose="00000800000000000000" pitchFamily="2" charset="-127"/>
          <a:cs typeface="+mn-cs"/>
        </a:defRPr>
      </a:lvl1pPr>
      <a:lvl2pPr marL="755957" indent="-251986" algn="l" defTabSz="1007943" rtl="0" eaLnBrk="1" latinLnBrk="1" hangingPunct="1">
        <a:lnSpc>
          <a:spcPct val="90000"/>
        </a:lnSpc>
        <a:spcBef>
          <a:spcPts val="551"/>
        </a:spcBef>
        <a:buFont typeface="Arial" panose="020B0604020202020204" pitchFamily="34" charset="0"/>
        <a:buChar char="•"/>
        <a:defRPr sz="2646" kern="1200">
          <a:solidFill>
            <a:schemeClr val="tx1"/>
          </a:solidFill>
          <a:latin typeface="+mn-lt"/>
          <a:ea typeface="KoPubWorld돋움체 Bold" panose="00000800000000000000" pitchFamily="2" charset="-127"/>
          <a:cs typeface="+mn-cs"/>
        </a:defRPr>
      </a:lvl2pPr>
      <a:lvl3pPr marL="1259929" indent="-251986" algn="l" defTabSz="1007943" rtl="0" eaLnBrk="1" latinLnBrk="1" hangingPunct="1">
        <a:lnSpc>
          <a:spcPct val="90000"/>
        </a:lnSpc>
        <a:spcBef>
          <a:spcPts val="551"/>
        </a:spcBef>
        <a:buFont typeface="Arial" panose="020B0604020202020204" pitchFamily="34" charset="0"/>
        <a:buChar char="•"/>
        <a:defRPr sz="2205" kern="1200">
          <a:solidFill>
            <a:schemeClr val="tx1"/>
          </a:solidFill>
          <a:latin typeface="+mn-lt"/>
          <a:ea typeface="KoPubWorld돋움체 Bold" panose="00000800000000000000" pitchFamily="2" charset="-127"/>
          <a:cs typeface="+mn-cs"/>
        </a:defRPr>
      </a:lvl3pPr>
      <a:lvl4pPr marL="1763900"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KoPubWorld돋움체 Bold" panose="00000800000000000000" pitchFamily="2" charset="-127"/>
          <a:cs typeface="+mn-cs"/>
        </a:defRPr>
      </a:lvl4pPr>
      <a:lvl5pPr marL="2267872"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KoPubWorld돋움체 Bold" panose="00000800000000000000" pitchFamily="2" charset="-127"/>
          <a:cs typeface="+mn-cs"/>
        </a:defRPr>
      </a:lvl5pPr>
      <a:lvl6pPr marL="2771844"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p:bodyStyle>
    <p:otherStyle>
      <a:defPPr>
        <a:defRPr lang="en-US"/>
      </a:defPPr>
      <a:lvl1pPr marL="0" algn="l" defTabSz="1007943" rtl="0" eaLnBrk="1" latinLnBrk="1" hangingPunct="1">
        <a:defRPr sz="1984" kern="1200">
          <a:solidFill>
            <a:schemeClr val="tx1"/>
          </a:solidFill>
          <a:latin typeface="+mn-lt"/>
          <a:ea typeface="+mn-ea"/>
          <a:cs typeface="+mn-cs"/>
        </a:defRPr>
      </a:lvl1pPr>
      <a:lvl2pPr marL="503972" algn="l" defTabSz="1007943" rtl="0" eaLnBrk="1" latinLnBrk="1" hangingPunct="1">
        <a:defRPr sz="1984" kern="1200">
          <a:solidFill>
            <a:schemeClr val="tx1"/>
          </a:solidFill>
          <a:latin typeface="+mn-lt"/>
          <a:ea typeface="+mn-ea"/>
          <a:cs typeface="+mn-cs"/>
        </a:defRPr>
      </a:lvl2pPr>
      <a:lvl3pPr marL="1007943" algn="l" defTabSz="1007943" rtl="0" eaLnBrk="1" latinLnBrk="1" hangingPunct="1">
        <a:defRPr sz="1984" kern="1200">
          <a:solidFill>
            <a:schemeClr val="tx1"/>
          </a:solidFill>
          <a:latin typeface="+mn-lt"/>
          <a:ea typeface="+mn-ea"/>
          <a:cs typeface="+mn-cs"/>
        </a:defRPr>
      </a:lvl3pPr>
      <a:lvl4pPr marL="1511915" algn="l" defTabSz="1007943" rtl="0" eaLnBrk="1" latinLnBrk="1" hangingPunct="1">
        <a:defRPr sz="1984" kern="1200">
          <a:solidFill>
            <a:schemeClr val="tx1"/>
          </a:solidFill>
          <a:latin typeface="+mn-lt"/>
          <a:ea typeface="+mn-ea"/>
          <a:cs typeface="+mn-cs"/>
        </a:defRPr>
      </a:lvl4pPr>
      <a:lvl5pPr marL="2015886" algn="l" defTabSz="1007943" rtl="0" eaLnBrk="1" latinLnBrk="1" hangingPunct="1">
        <a:defRPr sz="1984" kern="1200">
          <a:solidFill>
            <a:schemeClr val="tx1"/>
          </a:solidFill>
          <a:latin typeface="+mn-lt"/>
          <a:ea typeface="+mn-ea"/>
          <a:cs typeface="+mn-cs"/>
        </a:defRPr>
      </a:lvl5pPr>
      <a:lvl6pPr marL="2519858" algn="l" defTabSz="1007943" rtl="0" eaLnBrk="1" latinLnBrk="1" hangingPunct="1">
        <a:defRPr sz="1984" kern="1200">
          <a:solidFill>
            <a:schemeClr val="tx1"/>
          </a:solidFill>
          <a:latin typeface="+mn-lt"/>
          <a:ea typeface="+mn-ea"/>
          <a:cs typeface="+mn-cs"/>
        </a:defRPr>
      </a:lvl6pPr>
      <a:lvl7pPr marL="3023829" algn="l" defTabSz="1007943" rtl="0" eaLnBrk="1" latinLnBrk="1" hangingPunct="1">
        <a:defRPr sz="1984" kern="1200">
          <a:solidFill>
            <a:schemeClr val="tx1"/>
          </a:solidFill>
          <a:latin typeface="+mn-lt"/>
          <a:ea typeface="+mn-ea"/>
          <a:cs typeface="+mn-cs"/>
        </a:defRPr>
      </a:lvl7pPr>
      <a:lvl8pPr marL="3527801" algn="l" defTabSz="1007943" rtl="0" eaLnBrk="1" latinLnBrk="1" hangingPunct="1">
        <a:defRPr sz="1984" kern="1200">
          <a:solidFill>
            <a:schemeClr val="tx1"/>
          </a:solidFill>
          <a:latin typeface="+mn-lt"/>
          <a:ea typeface="+mn-ea"/>
          <a:cs typeface="+mn-cs"/>
        </a:defRPr>
      </a:lvl8pPr>
      <a:lvl9pPr marL="4031772" algn="l" defTabSz="1007943" rtl="0" eaLnBrk="1" latinLnBrk="1" hangingPunct="1">
        <a:defRPr sz="1984"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70" userDrawn="1">
          <p15:clr>
            <a:srgbClr val="F26B43"/>
          </p15:clr>
        </p15:guide>
        <p15:guide id="2" pos="6565" userDrawn="1">
          <p15:clr>
            <a:srgbClr val="F26B43"/>
          </p15:clr>
        </p15:guide>
        <p15:guide id="3" pos="3368" userDrawn="1">
          <p15:clr>
            <a:srgbClr val="F26B43"/>
          </p15:clr>
        </p15:guide>
        <p15:guide id="4" orient="horz" pos="4513" userDrawn="1">
          <p15:clr>
            <a:srgbClr val="F26B43"/>
          </p15:clr>
        </p15:guide>
        <p15:guide id="5" orient="horz" pos="181" userDrawn="1">
          <p15:clr>
            <a:srgbClr val="F26B43"/>
          </p15:clr>
        </p15:guide>
        <p15:guide id="6" orient="horz" pos="1247" userDrawn="1">
          <p15:clr>
            <a:srgbClr val="F26B43"/>
          </p15:clr>
        </p15:guide>
        <p15:guide id="7" orient="horz" pos="4286" userDrawn="1">
          <p15:clr>
            <a:srgbClr val="F26B43"/>
          </p15:clr>
        </p15:guide>
        <p15:guide id="8" orient="horz" pos="1179"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735062" y="402483"/>
            <a:ext cx="9221689" cy="1461188"/>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p:cNvSpPr>
            <a:spLocks noGrp="1"/>
          </p:cNvSpPr>
          <p:nvPr>
            <p:ph type="body" idx="1"/>
          </p:nvPr>
        </p:nvSpPr>
        <p:spPr>
          <a:xfrm>
            <a:off x="735062" y="2012414"/>
            <a:ext cx="9221689" cy="4796544"/>
          </a:xfrm>
          <a:prstGeom prst="rect">
            <a:avLst/>
          </a:prstGeom>
        </p:spPr>
        <p:txBody>
          <a:bodyPr vert="horz" lIns="91440" tIns="45720" rIns="91440" bIns="45720" rtlCol="0">
            <a:normAutofit/>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2"/>
          </p:nvPr>
        </p:nvSpPr>
        <p:spPr>
          <a:xfrm>
            <a:off x="735062" y="7006699"/>
            <a:ext cx="2405658" cy="402483"/>
          </a:xfrm>
          <a:prstGeom prst="rect">
            <a:avLst/>
          </a:prstGeom>
        </p:spPr>
        <p:txBody>
          <a:bodyPr vert="horz" lIns="91440" tIns="45720" rIns="91440" bIns="45720" rtlCol="0" anchor="ctr"/>
          <a:lstStyle>
            <a:lvl1pPr algn="l">
              <a:defRPr sz="1052">
                <a:solidFill>
                  <a:schemeClr val="tx1">
                    <a:tint val="75000"/>
                  </a:schemeClr>
                </a:solidFill>
              </a:defRPr>
            </a:lvl1pPr>
          </a:lstStyle>
          <a:p>
            <a:fld id="{3CD55A36-89B2-4FF7-98F1-EA6AB8BB3CCD}" type="datetimeFigureOut">
              <a:rPr lang="ko-KR" altLang="en-US" smtClean="0"/>
              <a:t>2026-08-12</a:t>
            </a:fld>
            <a:endParaRPr lang="ko-KR" altLang="en-US"/>
          </a:p>
        </p:txBody>
      </p:sp>
      <p:sp>
        <p:nvSpPr>
          <p:cNvPr id="5" name="바닥글 개체 틀 4"/>
          <p:cNvSpPr>
            <a:spLocks noGrp="1"/>
          </p:cNvSpPr>
          <p:nvPr>
            <p:ph type="ftr" sz="quarter" idx="3"/>
          </p:nvPr>
        </p:nvSpPr>
        <p:spPr>
          <a:xfrm>
            <a:off x="3541663" y="7006699"/>
            <a:ext cx="3608487" cy="402483"/>
          </a:xfrm>
          <a:prstGeom prst="rect">
            <a:avLst/>
          </a:prstGeom>
        </p:spPr>
        <p:txBody>
          <a:bodyPr vert="horz" lIns="91440" tIns="45720" rIns="91440" bIns="45720" rtlCol="0" anchor="ctr"/>
          <a:lstStyle>
            <a:lvl1pPr algn="ctr">
              <a:defRPr sz="1052">
                <a:solidFill>
                  <a:schemeClr val="tx1">
                    <a:tint val="75000"/>
                  </a:schemeClr>
                </a:solidFill>
              </a:defRPr>
            </a:lvl1pPr>
          </a:lstStyle>
          <a:p>
            <a:endParaRPr lang="ko-KR" altLang="en-US"/>
          </a:p>
        </p:txBody>
      </p:sp>
      <p:sp>
        <p:nvSpPr>
          <p:cNvPr id="6" name="슬라이드 번호 개체 틀 5"/>
          <p:cNvSpPr>
            <a:spLocks noGrp="1"/>
          </p:cNvSpPr>
          <p:nvPr>
            <p:ph type="sldNum" sz="quarter" idx="4"/>
          </p:nvPr>
        </p:nvSpPr>
        <p:spPr>
          <a:xfrm>
            <a:off x="7551093" y="7006699"/>
            <a:ext cx="2405658" cy="402483"/>
          </a:xfrm>
          <a:prstGeom prst="rect">
            <a:avLst/>
          </a:prstGeom>
        </p:spPr>
        <p:txBody>
          <a:bodyPr vert="horz" lIns="91440" tIns="45720" rIns="91440" bIns="45720" rtlCol="0" anchor="ctr"/>
          <a:lstStyle>
            <a:lvl1pPr algn="r">
              <a:defRPr sz="1052">
                <a:solidFill>
                  <a:schemeClr val="tx1">
                    <a:tint val="75000"/>
                  </a:schemeClr>
                </a:solidFill>
              </a:defRPr>
            </a:lvl1pPr>
          </a:lstStyle>
          <a:p>
            <a:fld id="{090D8827-9E69-477A-A5F9-A67B3E7E51E2}" type="slidenum">
              <a:rPr lang="ko-KR" altLang="en-US" smtClean="0"/>
              <a:t>‹#›</a:t>
            </a:fld>
            <a:endParaRPr lang="ko-KR" altLang="en-US"/>
          </a:p>
        </p:txBody>
      </p:sp>
    </p:spTree>
    <p:extLst>
      <p:ext uri="{BB962C8B-B14F-4D97-AF65-F5344CB8AC3E}">
        <p14:creationId xmlns:p14="http://schemas.microsoft.com/office/powerpoint/2010/main" val="3590445715"/>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60" r:id="rId5"/>
    <p:sldLayoutId id="2147483761" r:id="rId6"/>
    <p:sldLayoutId id="2147483762" r:id="rId7"/>
    <p:sldLayoutId id="2147483763" r:id="rId8"/>
    <p:sldLayoutId id="2147483764" r:id="rId9"/>
    <p:sldLayoutId id="2147483765" r:id="rId10"/>
    <p:sldLayoutId id="2147483766" r:id="rId11"/>
    <p:sldLayoutId id="2147483767" r:id="rId12"/>
    <p:sldLayoutId id="2147483768" r:id="rId13"/>
    <p:sldLayoutId id="2147483769" r:id="rId14"/>
    <p:sldLayoutId id="2147483775" r:id="rId15"/>
    <p:sldLayoutId id="2147483770" r:id="rId16"/>
    <p:sldLayoutId id="2147483773" r:id="rId17"/>
    <p:sldLayoutId id="2147483774" r:id="rId18"/>
    <p:sldLayoutId id="2147483772" r:id="rId19"/>
    <p:sldLayoutId id="2147483771" r:id="rId20"/>
  </p:sldLayoutIdLst>
  <p:txStyles>
    <p:titleStyle>
      <a:lvl1pPr algn="l" defTabSz="801929" rtl="0" eaLnBrk="1" latinLnBrk="1" hangingPunct="1">
        <a:lnSpc>
          <a:spcPct val="90000"/>
        </a:lnSpc>
        <a:spcBef>
          <a:spcPct val="0"/>
        </a:spcBef>
        <a:buNone/>
        <a:defRPr sz="3859" kern="1200">
          <a:solidFill>
            <a:schemeClr val="tx1"/>
          </a:solidFill>
          <a:latin typeface="+mj-lt"/>
          <a:ea typeface="+mj-ea"/>
          <a:cs typeface="+mj-cs"/>
        </a:defRPr>
      </a:lvl1pPr>
    </p:titleStyle>
    <p:bodyStyle>
      <a:lvl1pPr marL="200482" indent="-200482" algn="l" defTabSz="801929" rtl="0" eaLnBrk="1" latinLnBrk="1" hangingPunct="1">
        <a:lnSpc>
          <a:spcPct val="90000"/>
        </a:lnSpc>
        <a:spcBef>
          <a:spcPts val="877"/>
        </a:spcBef>
        <a:buFont typeface="Arial" panose="020B0604020202020204" pitchFamily="34" charset="0"/>
        <a:buChar char="•"/>
        <a:defRPr sz="2456" kern="1200">
          <a:solidFill>
            <a:schemeClr val="tx1"/>
          </a:solidFill>
          <a:latin typeface="+mn-lt"/>
          <a:ea typeface="+mn-ea"/>
          <a:cs typeface="+mn-cs"/>
        </a:defRPr>
      </a:lvl1pPr>
      <a:lvl2pPr marL="601447" indent="-200482" algn="l" defTabSz="801929" rtl="0" eaLnBrk="1" latinLnBrk="1" hangingPunct="1">
        <a:lnSpc>
          <a:spcPct val="90000"/>
        </a:lnSpc>
        <a:spcBef>
          <a:spcPts val="439"/>
        </a:spcBef>
        <a:buFont typeface="Arial" panose="020B0604020202020204" pitchFamily="34" charset="0"/>
        <a:buChar char="•"/>
        <a:defRPr sz="2105" kern="1200">
          <a:solidFill>
            <a:schemeClr val="tx1"/>
          </a:solidFill>
          <a:latin typeface="+mn-lt"/>
          <a:ea typeface="+mn-ea"/>
          <a:cs typeface="+mn-cs"/>
        </a:defRPr>
      </a:lvl2pPr>
      <a:lvl3pPr marL="1002411" indent="-200482" algn="l" defTabSz="801929" rtl="0" eaLnBrk="1" latinLnBrk="1" hangingPunct="1">
        <a:lnSpc>
          <a:spcPct val="90000"/>
        </a:lnSpc>
        <a:spcBef>
          <a:spcPts val="439"/>
        </a:spcBef>
        <a:buFont typeface="Arial" panose="020B0604020202020204" pitchFamily="34" charset="0"/>
        <a:buChar char="•"/>
        <a:defRPr sz="1754" kern="1200">
          <a:solidFill>
            <a:schemeClr val="tx1"/>
          </a:solidFill>
          <a:latin typeface="+mn-lt"/>
          <a:ea typeface="+mn-ea"/>
          <a:cs typeface="+mn-cs"/>
        </a:defRPr>
      </a:lvl3pPr>
      <a:lvl4pPr marL="1403375" indent="-200482" algn="l" defTabSz="801929" rtl="0" eaLnBrk="1" latinLnBrk="1" hangingPunct="1">
        <a:lnSpc>
          <a:spcPct val="90000"/>
        </a:lnSpc>
        <a:spcBef>
          <a:spcPts val="439"/>
        </a:spcBef>
        <a:buFont typeface="Arial" panose="020B0604020202020204" pitchFamily="34" charset="0"/>
        <a:buChar char="•"/>
        <a:defRPr sz="1579" kern="1200">
          <a:solidFill>
            <a:schemeClr val="tx1"/>
          </a:solidFill>
          <a:latin typeface="+mn-lt"/>
          <a:ea typeface="+mn-ea"/>
          <a:cs typeface="+mn-cs"/>
        </a:defRPr>
      </a:lvl4pPr>
      <a:lvl5pPr marL="1804340" indent="-200482" algn="l" defTabSz="801929" rtl="0" eaLnBrk="1" latinLnBrk="1" hangingPunct="1">
        <a:lnSpc>
          <a:spcPct val="90000"/>
        </a:lnSpc>
        <a:spcBef>
          <a:spcPts val="439"/>
        </a:spcBef>
        <a:buFont typeface="Arial" panose="020B0604020202020204" pitchFamily="34" charset="0"/>
        <a:buChar char="•"/>
        <a:defRPr sz="1579" kern="1200">
          <a:solidFill>
            <a:schemeClr val="tx1"/>
          </a:solidFill>
          <a:latin typeface="+mn-lt"/>
          <a:ea typeface="+mn-ea"/>
          <a:cs typeface="+mn-cs"/>
        </a:defRPr>
      </a:lvl5pPr>
      <a:lvl6pPr marL="2205304" indent="-200482" algn="l" defTabSz="801929" rtl="0" eaLnBrk="1" latinLnBrk="1" hangingPunct="1">
        <a:lnSpc>
          <a:spcPct val="90000"/>
        </a:lnSpc>
        <a:spcBef>
          <a:spcPts val="439"/>
        </a:spcBef>
        <a:buFont typeface="Arial" panose="020B0604020202020204" pitchFamily="34" charset="0"/>
        <a:buChar char="•"/>
        <a:defRPr sz="1579" kern="1200">
          <a:solidFill>
            <a:schemeClr val="tx1"/>
          </a:solidFill>
          <a:latin typeface="+mn-lt"/>
          <a:ea typeface="+mn-ea"/>
          <a:cs typeface="+mn-cs"/>
        </a:defRPr>
      </a:lvl6pPr>
      <a:lvl7pPr marL="2606269" indent="-200482" algn="l" defTabSz="801929" rtl="0" eaLnBrk="1" latinLnBrk="1" hangingPunct="1">
        <a:lnSpc>
          <a:spcPct val="90000"/>
        </a:lnSpc>
        <a:spcBef>
          <a:spcPts val="439"/>
        </a:spcBef>
        <a:buFont typeface="Arial" panose="020B0604020202020204" pitchFamily="34" charset="0"/>
        <a:buChar char="•"/>
        <a:defRPr sz="1579" kern="1200">
          <a:solidFill>
            <a:schemeClr val="tx1"/>
          </a:solidFill>
          <a:latin typeface="+mn-lt"/>
          <a:ea typeface="+mn-ea"/>
          <a:cs typeface="+mn-cs"/>
        </a:defRPr>
      </a:lvl7pPr>
      <a:lvl8pPr marL="3007233" indent="-200482" algn="l" defTabSz="801929" rtl="0" eaLnBrk="1" latinLnBrk="1" hangingPunct="1">
        <a:lnSpc>
          <a:spcPct val="90000"/>
        </a:lnSpc>
        <a:spcBef>
          <a:spcPts val="439"/>
        </a:spcBef>
        <a:buFont typeface="Arial" panose="020B0604020202020204" pitchFamily="34" charset="0"/>
        <a:buChar char="•"/>
        <a:defRPr sz="1579" kern="1200">
          <a:solidFill>
            <a:schemeClr val="tx1"/>
          </a:solidFill>
          <a:latin typeface="+mn-lt"/>
          <a:ea typeface="+mn-ea"/>
          <a:cs typeface="+mn-cs"/>
        </a:defRPr>
      </a:lvl8pPr>
      <a:lvl9pPr marL="3408197" indent="-200482" algn="l" defTabSz="801929" rtl="0" eaLnBrk="1" latinLnBrk="1" hangingPunct="1">
        <a:lnSpc>
          <a:spcPct val="90000"/>
        </a:lnSpc>
        <a:spcBef>
          <a:spcPts val="439"/>
        </a:spcBef>
        <a:buFont typeface="Arial" panose="020B0604020202020204" pitchFamily="34" charset="0"/>
        <a:buChar char="•"/>
        <a:defRPr sz="1579" kern="1200">
          <a:solidFill>
            <a:schemeClr val="tx1"/>
          </a:solidFill>
          <a:latin typeface="+mn-lt"/>
          <a:ea typeface="+mn-ea"/>
          <a:cs typeface="+mn-cs"/>
        </a:defRPr>
      </a:lvl9pPr>
    </p:bodyStyle>
    <p:otherStyle>
      <a:defPPr>
        <a:defRPr lang="ko-KR"/>
      </a:defPPr>
      <a:lvl1pPr marL="0" algn="l" defTabSz="801929" rtl="0" eaLnBrk="1" latinLnBrk="1" hangingPunct="1">
        <a:defRPr sz="1579" kern="1200">
          <a:solidFill>
            <a:schemeClr val="tx1"/>
          </a:solidFill>
          <a:latin typeface="+mn-lt"/>
          <a:ea typeface="+mn-ea"/>
          <a:cs typeface="+mn-cs"/>
        </a:defRPr>
      </a:lvl1pPr>
      <a:lvl2pPr marL="400964" algn="l" defTabSz="801929" rtl="0" eaLnBrk="1" latinLnBrk="1" hangingPunct="1">
        <a:defRPr sz="1579" kern="1200">
          <a:solidFill>
            <a:schemeClr val="tx1"/>
          </a:solidFill>
          <a:latin typeface="+mn-lt"/>
          <a:ea typeface="+mn-ea"/>
          <a:cs typeface="+mn-cs"/>
        </a:defRPr>
      </a:lvl2pPr>
      <a:lvl3pPr marL="801929" algn="l" defTabSz="801929" rtl="0" eaLnBrk="1" latinLnBrk="1" hangingPunct="1">
        <a:defRPr sz="1579" kern="1200">
          <a:solidFill>
            <a:schemeClr val="tx1"/>
          </a:solidFill>
          <a:latin typeface="+mn-lt"/>
          <a:ea typeface="+mn-ea"/>
          <a:cs typeface="+mn-cs"/>
        </a:defRPr>
      </a:lvl3pPr>
      <a:lvl4pPr marL="1202893" algn="l" defTabSz="801929" rtl="0" eaLnBrk="1" latinLnBrk="1" hangingPunct="1">
        <a:defRPr sz="1579" kern="1200">
          <a:solidFill>
            <a:schemeClr val="tx1"/>
          </a:solidFill>
          <a:latin typeface="+mn-lt"/>
          <a:ea typeface="+mn-ea"/>
          <a:cs typeface="+mn-cs"/>
        </a:defRPr>
      </a:lvl4pPr>
      <a:lvl5pPr marL="1603858" algn="l" defTabSz="801929" rtl="0" eaLnBrk="1" latinLnBrk="1" hangingPunct="1">
        <a:defRPr sz="1579" kern="1200">
          <a:solidFill>
            <a:schemeClr val="tx1"/>
          </a:solidFill>
          <a:latin typeface="+mn-lt"/>
          <a:ea typeface="+mn-ea"/>
          <a:cs typeface="+mn-cs"/>
        </a:defRPr>
      </a:lvl5pPr>
      <a:lvl6pPr marL="2004822" algn="l" defTabSz="801929" rtl="0" eaLnBrk="1" latinLnBrk="1" hangingPunct="1">
        <a:defRPr sz="1579" kern="1200">
          <a:solidFill>
            <a:schemeClr val="tx1"/>
          </a:solidFill>
          <a:latin typeface="+mn-lt"/>
          <a:ea typeface="+mn-ea"/>
          <a:cs typeface="+mn-cs"/>
        </a:defRPr>
      </a:lvl6pPr>
      <a:lvl7pPr marL="2405786" algn="l" defTabSz="801929" rtl="0" eaLnBrk="1" latinLnBrk="1" hangingPunct="1">
        <a:defRPr sz="1579" kern="1200">
          <a:solidFill>
            <a:schemeClr val="tx1"/>
          </a:solidFill>
          <a:latin typeface="+mn-lt"/>
          <a:ea typeface="+mn-ea"/>
          <a:cs typeface="+mn-cs"/>
        </a:defRPr>
      </a:lvl7pPr>
      <a:lvl8pPr marL="2806751" algn="l" defTabSz="801929" rtl="0" eaLnBrk="1" latinLnBrk="1" hangingPunct="1">
        <a:defRPr sz="1579" kern="1200">
          <a:solidFill>
            <a:schemeClr val="tx1"/>
          </a:solidFill>
          <a:latin typeface="+mn-lt"/>
          <a:ea typeface="+mn-ea"/>
          <a:cs typeface="+mn-cs"/>
        </a:defRPr>
      </a:lvl8pPr>
      <a:lvl9pPr marL="3207715" algn="l" defTabSz="801929" rtl="0" eaLnBrk="1" latinLnBrk="1" hangingPunct="1">
        <a:defRPr sz="1579"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70">
          <p15:clr>
            <a:srgbClr val="F26B43"/>
          </p15:clr>
        </p15:guide>
        <p15:guide id="2" pos="6565">
          <p15:clr>
            <a:srgbClr val="F26B43"/>
          </p15:clr>
        </p15:guide>
        <p15:guide id="3" orient="horz" pos="4422">
          <p15:clr>
            <a:srgbClr val="F26B43"/>
          </p15:clr>
        </p15:guide>
        <p15:guide id="4" orient="horz" pos="181">
          <p15:clr>
            <a:srgbClr val="F26B43"/>
          </p15:clr>
        </p15:guide>
        <p15:guide id="5" orient="horz" pos="1360">
          <p15:clr>
            <a:srgbClr val="F26B43"/>
          </p15:clr>
        </p15:guide>
        <p15:guide id="6" orient="horz" pos="1247">
          <p15:clr>
            <a:srgbClr val="F26B43"/>
          </p15:clr>
        </p15:guide>
        <p15:guide id="7" pos="336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1.xml"/><Relationship Id="rId4" Type="http://schemas.openxmlformats.org/officeDocument/2006/relationships/chart" Target="../charts/chart1.xml"/></Relationships>
</file>

<file path=ppt/slides/_rels/slide4.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chart" Target="../charts/chart2.xml"/><Relationship Id="rId1" Type="http://schemas.openxmlformats.org/officeDocument/2006/relationships/slideLayout" Target="../slideLayouts/slideLayout41.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chart" Target="../charts/chart5.xml"/><Relationship Id="rId1" Type="http://schemas.openxmlformats.org/officeDocument/2006/relationships/slideLayout" Target="../slideLayouts/slideLayout41.xml"/><Relationship Id="rId5" Type="http://schemas.openxmlformats.org/officeDocument/2006/relationships/chart" Target="../charts/chart8.xml"/><Relationship Id="rId4" Type="http://schemas.openxmlformats.org/officeDocument/2006/relationships/chart" Target="../charts/chart7.xml"/></Relationships>
</file>

<file path=ppt/slides/_rels/slide6.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chart" Target="../charts/chart9.xml"/><Relationship Id="rId1" Type="http://schemas.openxmlformats.org/officeDocument/2006/relationships/slideLayout" Target="../slideLayouts/slideLayout4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4.png"/><Relationship Id="rId1" Type="http://schemas.openxmlformats.org/officeDocument/2006/relationships/slideLayout" Target="../slideLayouts/slideLayout41.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그룹 12"/>
          <p:cNvGrpSpPr/>
          <p:nvPr/>
        </p:nvGrpSpPr>
        <p:grpSpPr>
          <a:xfrm>
            <a:off x="-8792" y="1122040"/>
            <a:ext cx="10700605" cy="0"/>
            <a:chOff x="-8792" y="1288322"/>
            <a:chExt cx="9152793" cy="0"/>
          </a:xfrm>
        </p:grpSpPr>
        <p:cxnSp>
          <p:nvCxnSpPr>
            <p:cNvPr id="18" name="직선 연결선 17"/>
            <p:cNvCxnSpPr/>
            <p:nvPr/>
          </p:nvCxnSpPr>
          <p:spPr bwMode="auto">
            <a:xfrm flipH="1">
              <a:off x="-8792" y="1288322"/>
              <a:ext cx="395655" cy="0"/>
            </a:xfrm>
            <a:prstGeom prst="line">
              <a:avLst/>
            </a:prstGeom>
            <a:ln w="57150">
              <a:solidFill>
                <a:srgbClr val="C3686C"/>
              </a:solidFill>
            </a:ln>
          </p:spPr>
          <p:style>
            <a:lnRef idx="1">
              <a:schemeClr val="accent1"/>
            </a:lnRef>
            <a:fillRef idx="0">
              <a:schemeClr val="accent1"/>
            </a:fillRef>
            <a:effectRef idx="0">
              <a:schemeClr val="accent1"/>
            </a:effectRef>
            <a:fontRef idx="minor">
              <a:schemeClr val="tx1"/>
            </a:fontRef>
          </p:style>
        </p:cxnSp>
        <p:cxnSp>
          <p:nvCxnSpPr>
            <p:cNvPr id="19" name="직선 연결선 18"/>
            <p:cNvCxnSpPr/>
            <p:nvPr/>
          </p:nvCxnSpPr>
          <p:spPr bwMode="auto">
            <a:xfrm flipH="1">
              <a:off x="8820151" y="1288322"/>
              <a:ext cx="323850" cy="0"/>
            </a:xfrm>
            <a:prstGeom prst="line">
              <a:avLst/>
            </a:prstGeom>
            <a:ln w="57150">
              <a:solidFill>
                <a:srgbClr val="C3686C"/>
              </a:solidFill>
            </a:ln>
          </p:spPr>
          <p:style>
            <a:lnRef idx="1">
              <a:schemeClr val="accent1"/>
            </a:lnRef>
            <a:fillRef idx="0">
              <a:schemeClr val="accent1"/>
            </a:fillRef>
            <a:effectRef idx="0">
              <a:schemeClr val="accent1"/>
            </a:effectRef>
            <a:fontRef idx="minor">
              <a:schemeClr val="tx1"/>
            </a:fontRef>
          </p:style>
        </p:cxnSp>
      </p:grpSp>
      <p:pic>
        <p:nvPicPr>
          <p:cNvPr id="20" name="그림 19"/>
          <p:cNvPicPr>
            <a:picLocks noChangeAspect="1"/>
          </p:cNvPicPr>
          <p:nvPr/>
        </p:nvPicPr>
        <p:blipFill>
          <a:blip r:embed="rId2"/>
          <a:stretch>
            <a:fillRect/>
          </a:stretch>
        </p:blipFill>
        <p:spPr>
          <a:xfrm>
            <a:off x="8957394" y="967111"/>
            <a:ext cx="1327228" cy="309858"/>
          </a:xfrm>
          <a:prstGeom prst="rect">
            <a:avLst/>
          </a:prstGeom>
        </p:spPr>
      </p:pic>
      <p:sp>
        <p:nvSpPr>
          <p:cNvPr id="23" name="Rectangle 2"/>
          <p:cNvSpPr txBox="1">
            <a:spLocks/>
          </p:cNvSpPr>
          <p:nvPr/>
        </p:nvSpPr>
        <p:spPr bwMode="auto">
          <a:xfrm>
            <a:off x="378619" y="6467365"/>
            <a:ext cx="9936162" cy="307054"/>
          </a:xfrm>
          <a:prstGeom prst="rect">
            <a:avLst/>
          </a:prstGeom>
          <a:noFill/>
          <a:ln w="9525" algn="ctr">
            <a:noFill/>
            <a:miter lim="800000"/>
            <a:headEnd/>
            <a:tailEnd/>
          </a:ln>
        </p:spPr>
        <p:txBody>
          <a:bodyPr lIns="36000" rIns="36000"/>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a:defRPr/>
            </a:pPr>
            <a:r>
              <a:rPr kumimoji="0" lang="en-US" altLang="ko-KR" sz="80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This report is solely for the use of client personnel. No part of it may be circulated, quoted, or reproduced for distribution outside the client or organization without prior written approval from KORAMCO REITs Management and Trust Co., Ltd.</a:t>
            </a:r>
            <a:endParaRPr kumimoji="0" lang="ko-KR" altLang="en-US" sz="80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0" name="Rectangle 2"/>
          <p:cNvSpPr txBox="1">
            <a:spLocks/>
          </p:cNvSpPr>
          <p:nvPr/>
        </p:nvSpPr>
        <p:spPr bwMode="auto">
          <a:xfrm>
            <a:off x="377826" y="2001478"/>
            <a:ext cx="8460468" cy="1994383"/>
          </a:xfrm>
          <a:prstGeom prst="rect">
            <a:avLst/>
          </a:prstGeom>
          <a:noFill/>
          <a:ln w="9525" algn="ctr">
            <a:noFill/>
            <a:miter lim="800000"/>
            <a:headEnd/>
            <a:tailEnd/>
          </a:ln>
        </p:spPr>
        <p:txBody>
          <a:bodyPr lIns="72000" anchor="t"/>
          <a:lstStyle/>
          <a:p>
            <a:pPr indent="7520" fontAlgn="base">
              <a:lnSpc>
                <a:spcPct val="250000"/>
              </a:lnSpc>
              <a:spcBef>
                <a:spcPct val="0"/>
              </a:spcBef>
              <a:spcAft>
                <a:spcPts val="188"/>
              </a:spcAft>
              <a:tabLst>
                <a:tab pos="1631714" algn="l"/>
              </a:tabLst>
              <a:defRPr/>
            </a:pPr>
            <a:r>
              <a:rPr kumimoji="1" lang="ko-KR" altLang="en-US" sz="1400"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코람코라이프인프라위탁관리부동산투자회사</a:t>
            </a:r>
            <a:r>
              <a:rPr kumimoji="1" lang="ko-KR" altLang="en-US" sz="14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1" lang="en-US" altLang="ko-KR"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(KOSPI 357120)</a:t>
            </a:r>
            <a:endParaRPr kumimoji="1" lang="en-US" altLang="ko-KR" sz="14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indent="7520" fontAlgn="base">
              <a:spcBef>
                <a:spcPct val="0"/>
              </a:spcBef>
              <a:spcAft>
                <a:spcPts val="188"/>
              </a:spcAft>
              <a:tabLst>
                <a:tab pos="1631714" algn="l"/>
              </a:tabLst>
              <a:defRPr/>
            </a:pPr>
            <a:endParaRPr lang="en-US" altLang="ko-KR" sz="7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indent="7520" fontAlgn="base">
              <a:spcBef>
                <a:spcPct val="0"/>
              </a:spcBef>
              <a:spcAft>
                <a:spcPts val="188"/>
              </a:spcAft>
              <a:tabLst>
                <a:tab pos="1631714" algn="l"/>
              </a:tabLst>
              <a:defRPr/>
            </a:pPr>
            <a:r>
              <a:rPr lang="ko-KR" altLang="en-US" sz="2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신규 편입자산 투자 설명자료</a:t>
            </a:r>
            <a:endParaRPr lang="ko-KR" altLang="en-US" sz="1800" dirty="0">
              <a:solidFill>
                <a:schemeClr val="tx1">
                  <a:lumMod val="75000"/>
                  <a:lumOff val="25000"/>
                </a:schemeClr>
              </a:solidFill>
              <a:latin typeface="KoPubWorld돋움체 Medium" panose="00000600000000000000" pitchFamily="2" charset="-127"/>
              <a:ea typeface="KoPubWorld돋움체 Medium" panose="00000600000000000000" pitchFamily="2" charset="-127"/>
              <a:cs typeface="Arial" charset="0"/>
            </a:endParaRPr>
          </a:p>
        </p:txBody>
      </p:sp>
      <p:sp>
        <p:nvSpPr>
          <p:cNvPr id="11" name="직사각형 10"/>
          <p:cNvSpPr/>
          <p:nvPr/>
        </p:nvSpPr>
        <p:spPr>
          <a:xfrm>
            <a:off x="377825" y="5228427"/>
            <a:ext cx="1184355" cy="246221"/>
          </a:xfrm>
          <a:prstGeom prst="rect">
            <a:avLst/>
          </a:prstGeom>
        </p:spPr>
        <p:txBody>
          <a:bodyPr wrap="square" lIns="72000">
            <a:spAutoFit/>
          </a:bodyPr>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marL="146082" indent="-146082" fontAlgn="auto">
              <a:lnSpc>
                <a:spcPts val="1192"/>
              </a:lnSpc>
              <a:spcBef>
                <a:spcPts val="0"/>
              </a:spcBef>
              <a:spcAft>
                <a:spcPts val="0"/>
              </a:spcAft>
              <a:defRPr/>
            </a:pPr>
            <a:r>
              <a:rPr kumimoji="0" lang="en-US" altLang="ko-KR" sz="900" dirty="0">
                <a:latin typeface="KoPubWorld돋움체 Bold" panose="00000800000000000000" pitchFamily="2" charset="-127"/>
                <a:ea typeface="KoPubWorld돋움체 Light" panose="00000300000000000000" pitchFamily="2" charset="-127"/>
                <a:cs typeface="KoPubWorld돋움체 Bold" panose="00000800000000000000" pitchFamily="2" charset="-127"/>
              </a:rPr>
              <a:t>August. 2026</a:t>
            </a:r>
          </a:p>
        </p:txBody>
      </p:sp>
      <p:sp>
        <p:nvSpPr>
          <p:cNvPr id="14" name="Rectangle 2"/>
          <p:cNvSpPr txBox="1">
            <a:spLocks/>
          </p:cNvSpPr>
          <p:nvPr/>
        </p:nvSpPr>
        <p:spPr bwMode="auto">
          <a:xfrm>
            <a:off x="455161" y="5671374"/>
            <a:ext cx="4089189" cy="332642"/>
          </a:xfrm>
          <a:prstGeom prst="rect">
            <a:avLst/>
          </a:prstGeom>
          <a:solidFill>
            <a:schemeClr val="bg1">
              <a:alpha val="60000"/>
            </a:schemeClr>
          </a:solidFill>
          <a:ln w="9525" algn="ctr">
            <a:noFill/>
            <a:miter lim="800000"/>
            <a:headEnd/>
            <a:tailEnd/>
          </a:ln>
        </p:spPr>
        <p:txBody>
          <a:bodyPr lIns="36000" rIns="0"/>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a:defRPr/>
            </a:pPr>
            <a:r>
              <a:rPr kumimoji="0" lang="ko-KR" altLang="en-US" sz="900" dirty="0" err="1">
                <a:ln w="3175">
                  <a:noFill/>
                </a:ln>
                <a:solidFill>
                  <a:srgbClr val="FF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코람코자산신탁</a:t>
            </a:r>
            <a:r>
              <a:rPr kumimoji="0" lang="ko-KR" altLang="en-US" sz="900" dirty="0">
                <a:ln w="3175">
                  <a:noFill/>
                </a:ln>
                <a:solidFill>
                  <a:srgbClr val="FF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준법감시인 </a:t>
            </a:r>
            <a:r>
              <a:rPr kumimoji="0" lang="ko-KR" altLang="en-US" sz="900" dirty="0" err="1">
                <a:ln w="3175">
                  <a:noFill/>
                </a:ln>
                <a:solidFill>
                  <a:srgbClr val="FF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심사필</a:t>
            </a:r>
            <a:r>
              <a:rPr kumimoji="0" lang="ko-KR" altLang="en-US" sz="900" dirty="0">
                <a:ln w="3175">
                  <a:noFill/>
                </a:ln>
                <a:solidFill>
                  <a:srgbClr val="FF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제</a:t>
            </a:r>
            <a:r>
              <a:rPr kumimoji="0" lang="en-US" altLang="ko-KR" sz="900" dirty="0">
                <a:ln w="3175">
                  <a:noFill/>
                </a:ln>
                <a:solidFill>
                  <a:srgbClr val="FF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26-0005</a:t>
            </a:r>
            <a:r>
              <a:rPr kumimoji="0" lang="ko-KR" altLang="en-US" sz="900" dirty="0">
                <a:ln w="3175">
                  <a:noFill/>
                </a:ln>
                <a:solidFill>
                  <a:srgbClr val="FF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호</a:t>
            </a:r>
            <a:endParaRPr kumimoji="0" lang="en-US" altLang="ko-KR" sz="900" dirty="0">
              <a:ln w="3175">
                <a:noFill/>
              </a:ln>
              <a:solidFill>
                <a:srgbClr val="FF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defRPr/>
            </a:pPr>
            <a:r>
              <a:rPr kumimoji="0" lang="en-US" altLang="ko-KR" sz="900" dirty="0">
                <a:ln w="3175">
                  <a:noFill/>
                </a:ln>
                <a:solidFill>
                  <a:srgbClr val="FF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(2026.08.[  ]~2029.08.[  ])</a:t>
            </a:r>
            <a:endParaRPr kumimoji="0" lang="ko-KR" altLang="en-US" sz="900" dirty="0">
              <a:ln w="3175">
                <a:noFill/>
              </a:ln>
              <a:solidFill>
                <a:srgbClr val="FF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10630673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2"/>
          <p:cNvSpPr txBox="1">
            <a:spLocks noChangeArrowheads="1"/>
          </p:cNvSpPr>
          <p:nvPr/>
        </p:nvSpPr>
        <p:spPr bwMode="auto">
          <a:xfrm>
            <a:off x="269875" y="1381183"/>
            <a:ext cx="4105275" cy="461665"/>
          </a:xfrm>
          <a:prstGeom prst="rect">
            <a:avLst/>
          </a:prstGeom>
          <a:noFill/>
          <a:ln w="9525">
            <a:noFill/>
            <a:miter lim="800000"/>
            <a:headEnd/>
            <a:tailEnd/>
          </a:ln>
        </p:spPr>
        <p:txBody>
          <a:bodyPr>
            <a:spAutoFit/>
          </a:bodyPr>
          <a:lstStyle/>
          <a:p>
            <a:pPr>
              <a:lnSpc>
                <a:spcPct val="120000"/>
              </a:lnSpc>
            </a:pPr>
            <a:r>
              <a:rPr lang="en-US" altLang="ko-KR" sz="2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Disclaimer</a:t>
            </a:r>
          </a:p>
        </p:txBody>
      </p:sp>
      <p:sp>
        <p:nvSpPr>
          <p:cNvPr id="8" name="직사각형 10"/>
          <p:cNvSpPr>
            <a:spLocks noChangeArrowheads="1"/>
          </p:cNvSpPr>
          <p:nvPr/>
        </p:nvSpPr>
        <p:spPr bwMode="auto">
          <a:xfrm>
            <a:off x="269875" y="1922462"/>
            <a:ext cx="10044112" cy="4489805"/>
          </a:xfrm>
          <a:prstGeom prst="rect">
            <a:avLst/>
          </a:prstGeom>
          <a:noFill/>
          <a:ln w="9525">
            <a:noFill/>
            <a:miter lim="800000"/>
            <a:headEnd/>
            <a:tailEnd/>
          </a:ln>
        </p:spPr>
        <p:txBody>
          <a:bodyPr/>
          <a:lstStyle/>
          <a:p>
            <a:pPr algn="just">
              <a:lnSpc>
                <a:spcPct val="120000"/>
              </a:lnSpc>
            </a:pPr>
            <a:r>
              <a:rPr lang="ko-KR" altLang="en-US"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본 자료는 투자자의 이해를 돕기 위하여 배포되는 자료로써 정보 제공을 목적으로 ㈜</a:t>
            </a:r>
            <a:r>
              <a:rPr lang="ko-KR" altLang="en-US" sz="900" dirty="0" err="1">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코람코라이프인프라위탁관리부동산투자회사</a:t>
            </a:r>
            <a:r>
              <a:rPr lang="ko-KR" altLang="en-US"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en-US" altLang="ko-KR"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r>
              <a:rPr lang="ko-KR" altLang="en-US"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이하 ‘회사’</a:t>
            </a:r>
            <a:r>
              <a:rPr lang="en-US" altLang="ko-KR"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r>
              <a:rPr lang="ko-KR" altLang="en-US"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에 의해 작성 되었으며 본 자료의 반출</a:t>
            </a:r>
            <a:r>
              <a:rPr lang="en-US" altLang="ko-KR"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복사 또는 타인에 대한 </a:t>
            </a:r>
            <a:r>
              <a:rPr lang="ko-KR" altLang="en-US" sz="900" dirty="0" err="1">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재배포는</a:t>
            </a:r>
            <a:r>
              <a:rPr lang="ko-KR" altLang="en-US"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금지됨을 알려드립니다</a:t>
            </a:r>
            <a:r>
              <a:rPr lang="en-US" altLang="ko-KR"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본 자료는 위와 같은 제한 사항의 준수에 대한 동의로 간주 될 것이며</a:t>
            </a:r>
            <a:r>
              <a:rPr lang="en-US" altLang="ko-KR"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제한 사항에 대한 위반은 관련 ‘자본시장과 금융투자업에 관한 법률’ 에 대한 위반에 해당될 수 있음을 유념해주시기 바랍니다</a:t>
            </a:r>
            <a:r>
              <a:rPr lang="en-US" altLang="ko-KR"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p>
          <a:p>
            <a:pPr algn="just">
              <a:lnSpc>
                <a:spcPct val="120000"/>
              </a:lnSpc>
            </a:pPr>
            <a:endParaRPr lang="en-US" altLang="ko-KR"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algn="just">
              <a:lnSpc>
                <a:spcPct val="120000"/>
              </a:lnSpc>
            </a:pPr>
            <a:r>
              <a:rPr lang="ko-KR" altLang="en-US"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본 자료에 포함된 ‘</a:t>
            </a:r>
            <a:r>
              <a:rPr lang="ko-KR" altLang="en-US" sz="900" dirty="0" err="1">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예측정보’는</a:t>
            </a:r>
            <a:r>
              <a:rPr lang="ko-KR" altLang="en-US"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개별 확인 절차를 거치지 않은 정보들입니다</a:t>
            </a:r>
            <a:r>
              <a:rPr lang="en-US" altLang="ko-KR"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이는 과거가 아닌 미래의 사건과 관계된 사항으로 회사의 향후 예상되는 경영현황 및 </a:t>
            </a:r>
            <a:r>
              <a:rPr lang="ko-KR" altLang="en-US" sz="900" dirty="0" err="1">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재무실적을</a:t>
            </a:r>
            <a:r>
              <a:rPr lang="ko-KR" altLang="en-US"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의미하고</a:t>
            </a:r>
            <a:r>
              <a:rPr lang="en-US" altLang="ko-KR"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표현상으로는 ‘예상</a:t>
            </a:r>
            <a:r>
              <a:rPr lang="en-US" altLang="ko-KR"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r>
              <a:rPr lang="ko-KR" altLang="en-US"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‘전망’</a:t>
            </a:r>
            <a:r>
              <a:rPr lang="en-US" altLang="ko-KR"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r>
              <a:rPr lang="ko-KR" altLang="en-US"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‘계획’</a:t>
            </a:r>
            <a:r>
              <a:rPr lang="en-US" altLang="ko-KR"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r>
              <a:rPr lang="ko-KR" altLang="en-US"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‘기대’</a:t>
            </a:r>
            <a:r>
              <a:rPr lang="en-US" altLang="ko-KR"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r>
              <a:rPr lang="ko-KR" altLang="en-US"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en-US" altLang="ko-KR"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(F)’</a:t>
            </a:r>
            <a:r>
              <a:rPr lang="ko-KR" altLang="en-US"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등과 같은 단어를 포함합니다</a:t>
            </a:r>
            <a:r>
              <a:rPr lang="en-US" altLang="ko-KR"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위 ‘</a:t>
            </a:r>
            <a:r>
              <a:rPr lang="ko-KR" altLang="en-US" sz="900" dirty="0" err="1">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예측정보’는</a:t>
            </a:r>
            <a:r>
              <a:rPr lang="ko-KR" altLang="en-US"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향후 경영환경의 </a:t>
            </a:r>
            <a:r>
              <a:rPr lang="ko-KR" altLang="en-US" sz="900" dirty="0" err="1">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변화등에</a:t>
            </a:r>
            <a:r>
              <a:rPr lang="ko-KR" altLang="en-US"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따라 영향을 받으며</a:t>
            </a:r>
            <a:r>
              <a:rPr lang="en-US" altLang="ko-KR"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본질적으로 불확실성을 내포하고 있는 바</a:t>
            </a:r>
            <a:r>
              <a:rPr lang="en-US" altLang="ko-KR"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이러한 불확실성으로 인하여 실제 </a:t>
            </a:r>
            <a:r>
              <a:rPr lang="ko-KR" altLang="en-US" sz="900" dirty="0" err="1">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미래실적은</a:t>
            </a:r>
            <a:r>
              <a:rPr lang="ko-KR" altLang="en-US"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900" dirty="0" err="1">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예측정보’에</a:t>
            </a:r>
            <a:r>
              <a:rPr lang="ko-KR" altLang="en-US"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기재되거나 암시된 내용과 중대한 차이가 발생할 수 있습니다</a:t>
            </a:r>
            <a:r>
              <a:rPr lang="en-US" altLang="ko-KR"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또한</a:t>
            </a:r>
            <a:r>
              <a:rPr lang="en-US" altLang="ko-KR"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향후 전망은 본 자료 배포일 현재를 기준으로 작성된 것이며 현재 시장상황과 회사의 경영방향 등을 고려한 것으로 미래 시장환경의 변화와 </a:t>
            </a:r>
            <a:r>
              <a:rPr lang="ko-KR" altLang="en-US" sz="900" dirty="0" err="1">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전략수정</a:t>
            </a:r>
            <a:r>
              <a:rPr lang="ko-KR" altLang="en-US"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등에 따라 변경될 수 있으며</a:t>
            </a:r>
            <a:r>
              <a:rPr lang="en-US" altLang="ko-KR"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별도의 고지 없이 변경 될 수 있음을 양지하시기 바랍니다</a:t>
            </a:r>
            <a:r>
              <a:rPr lang="en-US" altLang="ko-KR"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p>
          <a:p>
            <a:pPr algn="just">
              <a:lnSpc>
                <a:spcPct val="120000"/>
              </a:lnSpc>
            </a:pPr>
            <a:endParaRPr lang="en-US" altLang="ko-KR"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algn="just">
              <a:lnSpc>
                <a:spcPct val="120000"/>
              </a:lnSpc>
            </a:pPr>
            <a:r>
              <a:rPr lang="ko-KR" altLang="en-US"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회사 주식은 부동산 경기 변화 등에 따라 수익이 변동될 수 있으며</a:t>
            </a:r>
            <a:r>
              <a:rPr lang="en-US" altLang="ko-KR"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특히 부동산 가격 하락 시 손실이 크게 확대될 수 있습니다</a:t>
            </a:r>
            <a:r>
              <a:rPr lang="en-US" altLang="ko-KR"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또한 회사 주식은 </a:t>
            </a:r>
            <a:r>
              <a:rPr lang="ko-KR" altLang="en-US" sz="900" dirty="0" err="1">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운영결과에</a:t>
            </a:r>
            <a:r>
              <a:rPr lang="ko-KR" altLang="en-US"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따라 배당금이 변동될 수 있으며</a:t>
            </a:r>
            <a:r>
              <a:rPr lang="en-US" altLang="ko-KR"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경우에 따라 배당금 지급이 중단될 수 있습니다</a:t>
            </a:r>
            <a:r>
              <a:rPr lang="en-US" altLang="ko-KR"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이에 회사에 대한 주식 투자는 투자원금의 손실이 발생할 수 있으며 그 손실은 투자자에게 귀속됩니다</a:t>
            </a:r>
            <a:r>
              <a:rPr lang="en-US" altLang="ko-KR"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본 자료의 활용으로 인해 발생하는 손실에 대하여 회사 및 회사의 임원들은 그 어떠한 책임도 부담하지 않음을 알려드립니다</a:t>
            </a:r>
            <a:r>
              <a:rPr lang="en-US" altLang="ko-KR"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r>
              <a:rPr lang="ko-KR" altLang="en-US"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과실 및 기타의 경우 포함</a:t>
            </a:r>
            <a:r>
              <a:rPr lang="en-US" altLang="ko-KR"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p>
          <a:p>
            <a:pPr algn="just">
              <a:lnSpc>
                <a:spcPct val="120000"/>
              </a:lnSpc>
            </a:pPr>
            <a:endParaRPr lang="en-US" altLang="ko-KR"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algn="just">
              <a:lnSpc>
                <a:spcPct val="120000"/>
              </a:lnSpc>
            </a:pPr>
            <a:r>
              <a:rPr lang="ko-KR" altLang="en-US"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회사가 자산관리회사</a:t>
            </a:r>
            <a:r>
              <a:rPr lang="en-US" altLang="ko-KR"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r>
              <a:rPr lang="ko-KR" altLang="en-US"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r>
              <a:rPr lang="ko-KR" altLang="en-US" sz="900" dirty="0" err="1">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코람코자산신탁</a:t>
            </a:r>
            <a:r>
              <a:rPr lang="en-US" altLang="ko-KR"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r>
              <a:rPr lang="ko-KR" altLang="en-US"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에 지급하는 보수 및 수수료의 주요 내용은 아래와 같습니다</a:t>
            </a:r>
            <a:r>
              <a:rPr lang="en-US" altLang="ko-KR"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p>
          <a:p>
            <a:pPr algn="just">
              <a:lnSpc>
                <a:spcPct val="120000"/>
              </a:lnSpc>
            </a:pPr>
            <a:endParaRPr lang="en-US" altLang="ko-KR"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algn="just">
              <a:lnSpc>
                <a:spcPct val="120000"/>
              </a:lnSpc>
            </a:pPr>
            <a:r>
              <a:rPr lang="en-US" altLang="ko-KR"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 </a:t>
            </a:r>
            <a:r>
              <a:rPr lang="ko-KR" altLang="en-US" sz="900" dirty="0" err="1">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매입수수료</a:t>
            </a:r>
            <a:r>
              <a:rPr lang="ko-KR" altLang="en-US"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en-US" altLang="ko-KR"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부동산 </a:t>
            </a:r>
            <a:r>
              <a:rPr lang="ko-KR" altLang="en-US" sz="900" dirty="0" err="1">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매입가액의</a:t>
            </a:r>
            <a:r>
              <a:rPr lang="ko-KR" altLang="en-US"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en-US" altLang="ko-KR"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0.5%</a:t>
            </a:r>
          </a:p>
          <a:p>
            <a:pPr algn="just">
              <a:lnSpc>
                <a:spcPct val="120000"/>
              </a:lnSpc>
            </a:pPr>
            <a:r>
              <a:rPr lang="en-US" altLang="ko-KR"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 </a:t>
            </a:r>
            <a:r>
              <a:rPr lang="ko-KR" altLang="en-US"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운용기본보수 </a:t>
            </a:r>
            <a:r>
              <a:rPr lang="en-US" altLang="ko-KR"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900" dirty="0" err="1">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사업연도말</a:t>
            </a:r>
            <a:r>
              <a:rPr lang="ko-KR" altLang="en-US"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총자산가액의 </a:t>
            </a:r>
            <a:r>
              <a:rPr lang="en-US" altLang="ko-KR"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0.223%</a:t>
            </a:r>
          </a:p>
          <a:p>
            <a:pPr algn="just">
              <a:lnSpc>
                <a:spcPct val="120000"/>
              </a:lnSpc>
            </a:pPr>
            <a:r>
              <a:rPr lang="en-US" altLang="ko-KR"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 </a:t>
            </a:r>
            <a:r>
              <a:rPr lang="ko-KR" altLang="en-US"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운용성과수수료 </a:t>
            </a:r>
            <a:r>
              <a:rPr lang="en-US" altLang="ko-KR"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900" dirty="0" err="1">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목표배당률</a:t>
            </a:r>
            <a:r>
              <a:rPr lang="ko-KR" altLang="en-US"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연 </a:t>
            </a:r>
            <a:r>
              <a:rPr lang="en-US" altLang="ko-KR"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6.3% </a:t>
            </a:r>
            <a:r>
              <a:rPr lang="ko-KR" altLang="en-US"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초과 배당가능이익의 </a:t>
            </a:r>
            <a:r>
              <a:rPr lang="en-US" altLang="ko-KR"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10% (</a:t>
            </a:r>
            <a:r>
              <a:rPr lang="ko-KR" altLang="en-US" sz="900" dirty="0" err="1">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목표배당률</a:t>
            </a:r>
            <a:r>
              <a:rPr lang="en-US" altLang="ko-KR"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누적발행가액</a:t>
            </a:r>
            <a:r>
              <a:rPr lang="en-US" altLang="ko-KR"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기준 연 </a:t>
            </a:r>
            <a:r>
              <a:rPr lang="en-US" altLang="ko-KR"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6.3%,</a:t>
            </a:r>
            <a:r>
              <a:rPr lang="ko-KR" altLang="en-US"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해당 사업연도까지 발행한 총 주식의 누적 발행가액 기준 사업연도 말의 배당가능이익의 비율을 의미</a:t>
            </a:r>
            <a:r>
              <a:rPr lang="en-US" altLang="ko-KR"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p>
          <a:p>
            <a:pPr algn="just">
              <a:lnSpc>
                <a:spcPct val="120000"/>
              </a:lnSpc>
            </a:pPr>
            <a:r>
              <a:rPr lang="en-US" altLang="ko-KR"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 </a:t>
            </a:r>
            <a:r>
              <a:rPr lang="ko-KR" altLang="en-US" sz="900" dirty="0" err="1">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개발수수료</a:t>
            </a:r>
            <a:r>
              <a:rPr lang="ko-KR" altLang="en-US"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en-US" altLang="ko-KR"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부동산개발사업의 총 사업비의 </a:t>
            </a:r>
            <a:r>
              <a:rPr lang="en-US" altLang="ko-KR"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5% </a:t>
            </a:r>
          </a:p>
          <a:p>
            <a:pPr algn="just">
              <a:lnSpc>
                <a:spcPct val="120000"/>
              </a:lnSpc>
            </a:pPr>
            <a:r>
              <a:rPr lang="en-US" altLang="ko-KR"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 </a:t>
            </a:r>
            <a:r>
              <a:rPr lang="ko-KR" altLang="en-US"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매각성과수수료 </a:t>
            </a:r>
            <a:r>
              <a:rPr lang="en-US" altLang="ko-KR"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부동산 </a:t>
            </a:r>
            <a:r>
              <a:rPr lang="ko-KR" altLang="en-US" sz="900" dirty="0" err="1">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매각차익의</a:t>
            </a:r>
            <a:r>
              <a:rPr lang="ko-KR" altLang="en-US"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en-US" altLang="ko-KR"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15%</a:t>
            </a:r>
          </a:p>
          <a:p>
            <a:pPr algn="just">
              <a:lnSpc>
                <a:spcPct val="120000"/>
              </a:lnSpc>
            </a:pPr>
            <a:r>
              <a:rPr lang="en-US" altLang="ko-KR"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p>
          <a:p>
            <a:pPr algn="just">
              <a:lnSpc>
                <a:spcPct val="120000"/>
              </a:lnSpc>
            </a:pPr>
            <a:r>
              <a:rPr lang="ko-KR" altLang="en-US"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회사 주식은 ‘예금자보호법’ 적용대상이 아니며</a:t>
            </a:r>
            <a:r>
              <a:rPr lang="en-US" altLang="ko-KR"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예금보험공사가 보호하지 않습니다</a:t>
            </a:r>
            <a:r>
              <a:rPr lang="en-US" altLang="ko-KR"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또한</a:t>
            </a:r>
            <a:r>
              <a:rPr lang="en-US" altLang="ko-KR"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본 자료의 주체는 회사이고</a:t>
            </a:r>
            <a:r>
              <a:rPr lang="en-US" altLang="ko-KR"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본 자료에 대한 저작권 및 법적 책임은 회사에 있으며 본 자료와 관련하여 회사는 ‘금융소비자보호에 관한 법률’ 제</a:t>
            </a:r>
            <a:r>
              <a:rPr lang="en-US" altLang="ko-KR"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22</a:t>
            </a:r>
            <a:r>
              <a:rPr lang="ko-KR" altLang="en-US"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조의 광고 관련 준수사항을 준수합니다</a:t>
            </a:r>
            <a:r>
              <a:rPr lang="en-US" altLang="ko-KR"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p>
          <a:p>
            <a:pPr algn="just">
              <a:lnSpc>
                <a:spcPct val="120000"/>
              </a:lnSpc>
            </a:pPr>
            <a:endParaRPr lang="en-US" altLang="ko-KR"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algn="just">
              <a:lnSpc>
                <a:spcPct val="120000"/>
              </a:lnSpc>
            </a:pPr>
            <a:r>
              <a:rPr lang="ko-KR" altLang="en-US"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본 자료는 주식의 모집 또는 매출</a:t>
            </a:r>
            <a:r>
              <a:rPr lang="en-US" altLang="ko-KR"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매매 및 청약을 위한 권유를 구성하지 아니하며 문서의 그 어느 부분도 관련 계약 및 약정 또는 투자 결정을 위한 기초 또는 근거가 될 수 없음을 알려드립니다</a:t>
            </a:r>
            <a:r>
              <a:rPr lang="en-US" altLang="ko-KR"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주식 매입과 관련된 모든 투자 결정은 오직 기업공개를 위해 금융감독원에 제출한 증권신고서 또는 </a:t>
            </a:r>
            <a:r>
              <a:rPr lang="en-US" altLang="ko-KR"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r>
              <a:rPr lang="ko-KR" altLang="en-US"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예비</a:t>
            </a:r>
            <a:r>
              <a:rPr lang="en-US" altLang="ko-KR"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r>
              <a:rPr lang="ko-KR" altLang="en-US"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투자설명서를 통해 제공 및 별도의 공시되는 정보만을 바탕으로 내려져야 할 것 입니다</a:t>
            </a:r>
            <a:r>
              <a:rPr lang="en-US" altLang="ko-KR"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p>
          <a:p>
            <a:pPr algn="just">
              <a:lnSpc>
                <a:spcPct val="120000"/>
              </a:lnSpc>
            </a:pPr>
            <a:r>
              <a:rPr lang="en-US" altLang="ko-KR"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r>
              <a:rPr lang="ko-KR" altLang="en-US"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투자자는 이 부동산투자회사 주식</a:t>
            </a:r>
            <a:r>
              <a:rPr lang="en-US" altLang="ko-KR"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r>
              <a:rPr lang="ko-KR" altLang="en-US"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집합투자증권</a:t>
            </a:r>
            <a:r>
              <a:rPr lang="en-US" altLang="ko-KR"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r>
              <a:rPr lang="ko-KR" altLang="en-US"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에 관하여 충분한 설명을 받을 권리가 있으며</a:t>
            </a:r>
            <a:r>
              <a:rPr lang="en-US" altLang="ko-KR"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투자에 앞서 그러한 설명을 충분히 </a:t>
            </a:r>
            <a:r>
              <a:rPr lang="ko-KR" altLang="en-US" sz="900" dirty="0" err="1">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들으시길</a:t>
            </a:r>
            <a:r>
              <a:rPr lang="ko-KR" altLang="en-US"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바랍니다</a:t>
            </a:r>
            <a:r>
              <a:rPr lang="en-US" altLang="ko-KR" sz="9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p>
        </p:txBody>
      </p:sp>
      <p:cxnSp>
        <p:nvCxnSpPr>
          <p:cNvPr id="9" name="직선 연결선 8"/>
          <p:cNvCxnSpPr/>
          <p:nvPr/>
        </p:nvCxnSpPr>
        <p:spPr>
          <a:xfrm>
            <a:off x="272164" y="1812982"/>
            <a:ext cx="10041824"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0" name="직선 연결선 9"/>
          <p:cNvCxnSpPr/>
          <p:nvPr/>
        </p:nvCxnSpPr>
        <p:spPr>
          <a:xfrm>
            <a:off x="272164" y="6442132"/>
            <a:ext cx="10041824"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81F8F25A-A002-7E41-AEDB-1E625DD56020}"/>
              </a:ext>
            </a:extLst>
          </p:cNvPr>
          <p:cNvSpPr txBox="1"/>
          <p:nvPr/>
        </p:nvSpPr>
        <p:spPr>
          <a:xfrm>
            <a:off x="354964" y="6443663"/>
            <a:ext cx="7531736" cy="215444"/>
          </a:xfrm>
          <a:prstGeom prst="rect">
            <a:avLst/>
          </a:prstGeom>
          <a:noFill/>
        </p:spPr>
        <p:txBody>
          <a:bodyPr wrap="square" lIns="36000" rIns="36000" rtlCol="0">
            <a:spAutoFit/>
          </a:bodyPr>
          <a:lstStyle/>
          <a:p>
            <a:r>
              <a:rPr lang="en-US" altLang="ko-KR" sz="800" dirty="0">
                <a:solidFill>
                  <a:schemeClr val="tx1">
                    <a:lumMod val="50000"/>
                    <a:lumOff val="50000"/>
                  </a:schemeClr>
                </a:solidFill>
                <a:latin typeface="KoPubWorld돋움체 Light" panose="00000300000000000000" pitchFamily="2" charset="-127"/>
                <a:ea typeface="KoPubWorld돋움체 Light" panose="00000300000000000000" pitchFamily="2" charset="-127"/>
              </a:rPr>
              <a:t>* </a:t>
            </a:r>
            <a:r>
              <a:rPr lang="ko-KR" altLang="en-US" sz="800" dirty="0">
                <a:solidFill>
                  <a:schemeClr val="tx1">
                    <a:lumMod val="50000"/>
                    <a:lumOff val="50000"/>
                  </a:schemeClr>
                </a:solidFill>
                <a:latin typeface="KoPubWorld돋움체 Light" panose="00000300000000000000" pitchFamily="2" charset="-127"/>
                <a:ea typeface="KoPubWorld돋움체 Light" panose="00000300000000000000" pitchFamily="2" charset="-127"/>
              </a:rPr>
              <a:t>누적 발행가액 </a:t>
            </a:r>
            <a:r>
              <a:rPr lang="en-US" altLang="ko-KR" sz="800" dirty="0">
                <a:solidFill>
                  <a:schemeClr val="tx1">
                    <a:lumMod val="50000"/>
                    <a:lumOff val="50000"/>
                  </a:schemeClr>
                </a:solidFill>
                <a:latin typeface="KoPubWorld돋움체 Light" panose="00000300000000000000" pitchFamily="2" charset="-127"/>
                <a:ea typeface="KoPubWorld돋움체 Light" panose="00000300000000000000" pitchFamily="2" charset="-127"/>
              </a:rPr>
              <a:t>: </a:t>
            </a:r>
            <a:r>
              <a:rPr lang="ko-KR" altLang="en-US" sz="800" dirty="0">
                <a:solidFill>
                  <a:schemeClr val="tx1">
                    <a:lumMod val="50000"/>
                    <a:lumOff val="50000"/>
                  </a:schemeClr>
                </a:solidFill>
                <a:latin typeface="KoPubWorld돋움체 Light" panose="00000300000000000000" pitchFamily="2" charset="-127"/>
                <a:ea typeface="KoPubWorld돋움체 Light" panose="00000300000000000000" pitchFamily="2" charset="-127"/>
              </a:rPr>
              <a:t>최초 </a:t>
            </a:r>
            <a:r>
              <a:rPr lang="en-US" altLang="ko-KR" sz="800" dirty="0">
                <a:solidFill>
                  <a:schemeClr val="tx1">
                    <a:lumMod val="50000"/>
                    <a:lumOff val="50000"/>
                  </a:schemeClr>
                </a:solidFill>
                <a:latin typeface="KoPubWorld돋움체 Light" panose="00000300000000000000" pitchFamily="2" charset="-127"/>
                <a:ea typeface="KoPubWorld돋움체 Light" panose="00000300000000000000" pitchFamily="2" charset="-127"/>
              </a:rPr>
              <a:t>IPO </a:t>
            </a:r>
            <a:r>
              <a:rPr lang="ko-KR" altLang="en-US" sz="800" dirty="0">
                <a:solidFill>
                  <a:schemeClr val="tx1">
                    <a:lumMod val="50000"/>
                    <a:lumOff val="50000"/>
                  </a:schemeClr>
                </a:solidFill>
                <a:latin typeface="KoPubWorld돋움체 Light" panose="00000300000000000000" pitchFamily="2" charset="-127"/>
                <a:ea typeface="KoPubWorld돋움체 Light" panose="00000300000000000000" pitchFamily="2" charset="-127"/>
              </a:rPr>
              <a:t>공모가</a:t>
            </a:r>
            <a:r>
              <a:rPr lang="en-US" altLang="ko-KR" sz="800" dirty="0">
                <a:solidFill>
                  <a:schemeClr val="tx1">
                    <a:lumMod val="50000"/>
                    <a:lumOff val="50000"/>
                  </a:schemeClr>
                </a:solidFill>
                <a:latin typeface="KoPubWorld돋움체 Light" panose="00000300000000000000" pitchFamily="2" charset="-127"/>
                <a:ea typeface="KoPubWorld돋움체 Light" panose="00000300000000000000" pitchFamily="2" charset="-127"/>
              </a:rPr>
              <a:t>(@5,000</a:t>
            </a:r>
            <a:r>
              <a:rPr lang="ko-KR" altLang="en-US" sz="800" dirty="0">
                <a:solidFill>
                  <a:schemeClr val="tx1">
                    <a:lumMod val="50000"/>
                    <a:lumOff val="50000"/>
                  </a:schemeClr>
                </a:solidFill>
                <a:latin typeface="KoPubWorld돋움체 Light" panose="00000300000000000000" pitchFamily="2" charset="-127"/>
                <a:ea typeface="KoPubWorld돋움체 Light" panose="00000300000000000000" pitchFamily="2" charset="-127"/>
              </a:rPr>
              <a:t>원</a:t>
            </a:r>
            <a:r>
              <a:rPr lang="en-US" altLang="ko-KR" sz="800" dirty="0">
                <a:solidFill>
                  <a:schemeClr val="tx1">
                    <a:lumMod val="50000"/>
                    <a:lumOff val="50000"/>
                  </a:schemeClr>
                </a:solidFill>
                <a:latin typeface="KoPubWorld돋움체 Light" panose="00000300000000000000" pitchFamily="2" charset="-127"/>
                <a:ea typeface="KoPubWorld돋움체 Light" panose="00000300000000000000" pitchFamily="2" charset="-127"/>
              </a:rPr>
              <a:t>) </a:t>
            </a:r>
            <a:r>
              <a:rPr lang="ko-KR" altLang="en-US" sz="800" dirty="0">
                <a:solidFill>
                  <a:schemeClr val="tx1">
                    <a:lumMod val="50000"/>
                    <a:lumOff val="50000"/>
                  </a:schemeClr>
                </a:solidFill>
                <a:latin typeface="KoPubWorld돋움체 Light" panose="00000300000000000000" pitchFamily="2" charset="-127"/>
                <a:ea typeface="KoPubWorld돋움체 Light" panose="00000300000000000000" pitchFamily="2" charset="-127"/>
              </a:rPr>
              <a:t>및 </a:t>
            </a:r>
            <a:r>
              <a:rPr lang="en-US" altLang="ko-KR" sz="800" dirty="0">
                <a:solidFill>
                  <a:schemeClr val="tx1">
                    <a:lumMod val="50000"/>
                    <a:lumOff val="50000"/>
                  </a:schemeClr>
                </a:solidFill>
                <a:latin typeface="KoPubWorld돋움체 Light" panose="00000300000000000000" pitchFamily="2" charset="-127"/>
                <a:ea typeface="KoPubWorld돋움체 Light" panose="00000300000000000000" pitchFamily="2" charset="-127"/>
              </a:rPr>
              <a:t>1</a:t>
            </a:r>
            <a:r>
              <a:rPr lang="ko-KR" altLang="en-US" sz="800" dirty="0">
                <a:solidFill>
                  <a:schemeClr val="tx1">
                    <a:lumMod val="50000"/>
                    <a:lumOff val="50000"/>
                  </a:schemeClr>
                </a:solidFill>
                <a:latin typeface="KoPubWorld돋움체 Light" panose="00000300000000000000" pitchFamily="2" charset="-127"/>
                <a:ea typeface="KoPubWorld돋움체 Light" panose="00000300000000000000" pitchFamily="2" charset="-127"/>
              </a:rPr>
              <a:t>차 유상증자 </a:t>
            </a:r>
            <a:r>
              <a:rPr lang="ko-KR" altLang="en-US" sz="800" dirty="0" err="1">
                <a:solidFill>
                  <a:schemeClr val="tx1">
                    <a:lumMod val="50000"/>
                    <a:lumOff val="50000"/>
                  </a:schemeClr>
                </a:solidFill>
                <a:latin typeface="KoPubWorld돋움체 Light" panose="00000300000000000000" pitchFamily="2" charset="-127"/>
                <a:ea typeface="KoPubWorld돋움체 Light" panose="00000300000000000000" pitchFamily="2" charset="-127"/>
              </a:rPr>
              <a:t>발행가</a:t>
            </a:r>
            <a:r>
              <a:rPr lang="en-US" altLang="ko-KR" sz="800" dirty="0">
                <a:solidFill>
                  <a:schemeClr val="tx1">
                    <a:lumMod val="50000"/>
                    <a:lumOff val="50000"/>
                  </a:schemeClr>
                </a:solidFill>
                <a:latin typeface="KoPubWorld돋움체 Light" panose="00000300000000000000" pitchFamily="2" charset="-127"/>
                <a:ea typeface="KoPubWorld돋움체 Light" panose="00000300000000000000" pitchFamily="2" charset="-127"/>
              </a:rPr>
              <a:t>(@6,250</a:t>
            </a:r>
            <a:r>
              <a:rPr lang="ko-KR" altLang="en-US" sz="800" dirty="0">
                <a:solidFill>
                  <a:schemeClr val="tx1">
                    <a:lumMod val="50000"/>
                    <a:lumOff val="50000"/>
                  </a:schemeClr>
                </a:solidFill>
                <a:latin typeface="KoPubWorld돋움체 Light" panose="00000300000000000000" pitchFamily="2" charset="-127"/>
                <a:ea typeface="KoPubWorld돋움체 Light" panose="00000300000000000000" pitchFamily="2" charset="-127"/>
              </a:rPr>
              <a:t>원</a:t>
            </a:r>
            <a:r>
              <a:rPr lang="en-US" altLang="ko-KR" sz="800" dirty="0">
                <a:solidFill>
                  <a:schemeClr val="tx1">
                    <a:lumMod val="50000"/>
                    <a:lumOff val="50000"/>
                  </a:schemeClr>
                </a:solidFill>
                <a:latin typeface="KoPubWorld돋움체 Light" panose="00000300000000000000" pitchFamily="2" charset="-127"/>
                <a:ea typeface="KoPubWorld돋움체 Light" panose="00000300000000000000" pitchFamily="2" charset="-127"/>
              </a:rPr>
              <a:t>), 2</a:t>
            </a:r>
            <a:r>
              <a:rPr lang="ko-KR" altLang="en-US" sz="800" dirty="0">
                <a:solidFill>
                  <a:schemeClr val="tx1">
                    <a:lumMod val="50000"/>
                    <a:lumOff val="50000"/>
                  </a:schemeClr>
                </a:solidFill>
                <a:latin typeface="KoPubWorld돋움체 Light" panose="00000300000000000000" pitchFamily="2" charset="-127"/>
                <a:ea typeface="KoPubWorld돋움체 Light" panose="00000300000000000000" pitchFamily="2" charset="-127"/>
              </a:rPr>
              <a:t>차 유상증자 </a:t>
            </a:r>
            <a:r>
              <a:rPr lang="ko-KR" altLang="en-US" sz="800" dirty="0" err="1">
                <a:solidFill>
                  <a:schemeClr val="tx1">
                    <a:lumMod val="50000"/>
                    <a:lumOff val="50000"/>
                  </a:schemeClr>
                </a:solidFill>
                <a:latin typeface="KoPubWorld돋움체 Light" panose="00000300000000000000" pitchFamily="2" charset="-127"/>
                <a:ea typeface="KoPubWorld돋움체 Light" panose="00000300000000000000" pitchFamily="2" charset="-127"/>
              </a:rPr>
              <a:t>발행가</a:t>
            </a:r>
            <a:r>
              <a:rPr lang="en-US" altLang="ko-KR" sz="800" dirty="0">
                <a:solidFill>
                  <a:schemeClr val="tx1">
                    <a:lumMod val="50000"/>
                    <a:lumOff val="50000"/>
                  </a:schemeClr>
                </a:solidFill>
                <a:latin typeface="KoPubWorld돋움체 Light" panose="00000300000000000000" pitchFamily="2" charset="-127"/>
                <a:ea typeface="KoPubWorld돋움체 Light" panose="00000300000000000000" pitchFamily="2" charset="-127"/>
              </a:rPr>
              <a:t>(@4,495</a:t>
            </a:r>
            <a:r>
              <a:rPr lang="ko-KR" altLang="en-US" sz="800" dirty="0">
                <a:solidFill>
                  <a:schemeClr val="tx1">
                    <a:lumMod val="50000"/>
                    <a:lumOff val="50000"/>
                  </a:schemeClr>
                </a:solidFill>
                <a:latin typeface="KoPubWorld돋움체 Light" panose="00000300000000000000" pitchFamily="2" charset="-127"/>
                <a:ea typeface="KoPubWorld돋움체 Light" panose="00000300000000000000" pitchFamily="2" charset="-127"/>
              </a:rPr>
              <a:t>원</a:t>
            </a:r>
            <a:r>
              <a:rPr lang="en-US" altLang="ko-KR" sz="800" dirty="0">
                <a:solidFill>
                  <a:schemeClr val="tx1">
                    <a:lumMod val="50000"/>
                    <a:lumOff val="50000"/>
                  </a:schemeClr>
                </a:solidFill>
                <a:latin typeface="KoPubWorld돋움체 Light" panose="00000300000000000000" pitchFamily="2" charset="-127"/>
                <a:ea typeface="KoPubWorld돋움체 Light" panose="00000300000000000000" pitchFamily="2" charset="-127"/>
              </a:rPr>
              <a:t>)</a:t>
            </a:r>
            <a:r>
              <a:rPr lang="ko-KR" altLang="en-US" sz="800" dirty="0">
                <a:solidFill>
                  <a:schemeClr val="tx1">
                    <a:lumMod val="50000"/>
                    <a:lumOff val="50000"/>
                  </a:schemeClr>
                </a:solidFill>
                <a:latin typeface="KoPubWorld돋움체 Light" panose="00000300000000000000" pitchFamily="2" charset="-127"/>
                <a:ea typeface="KoPubWorld돋움체 Light" panose="00000300000000000000" pitchFamily="2" charset="-127"/>
              </a:rPr>
              <a:t>의 가중평균 주가 </a:t>
            </a:r>
            <a:r>
              <a:rPr lang="en-US" altLang="ko-KR" sz="800" dirty="0">
                <a:solidFill>
                  <a:schemeClr val="tx1">
                    <a:lumMod val="50000"/>
                    <a:lumOff val="50000"/>
                  </a:schemeClr>
                </a:solidFill>
                <a:latin typeface="KoPubWorld돋움체 Light" panose="00000300000000000000" pitchFamily="2" charset="-127"/>
                <a:ea typeface="KoPubWorld돋움체 Light" panose="00000300000000000000" pitchFamily="2" charset="-127"/>
              </a:rPr>
              <a:t>@5,197</a:t>
            </a:r>
            <a:r>
              <a:rPr lang="ko-KR" altLang="en-US" sz="800" dirty="0">
                <a:solidFill>
                  <a:schemeClr val="tx1">
                    <a:lumMod val="50000"/>
                    <a:lumOff val="50000"/>
                  </a:schemeClr>
                </a:solidFill>
                <a:latin typeface="KoPubWorld돋움체 Light" panose="00000300000000000000" pitchFamily="2" charset="-127"/>
                <a:ea typeface="KoPubWorld돋움체 Light" panose="00000300000000000000" pitchFamily="2" charset="-127"/>
              </a:rPr>
              <a:t>원임</a:t>
            </a:r>
          </a:p>
        </p:txBody>
      </p:sp>
    </p:spTree>
    <p:extLst>
      <p:ext uri="{BB962C8B-B14F-4D97-AF65-F5344CB8AC3E}">
        <p14:creationId xmlns:p14="http://schemas.microsoft.com/office/powerpoint/2010/main" val="20406410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3339F8-FC32-1922-E3E1-45590F0381F3}"/>
            </a:ext>
          </a:extLst>
        </p:cNvPr>
        <p:cNvGrpSpPr/>
        <p:nvPr/>
      </p:nvGrpSpPr>
      <p:grpSpPr>
        <a:xfrm>
          <a:off x="0" y="0"/>
          <a:ext cx="0" cy="0"/>
          <a:chOff x="0" y="0"/>
          <a:chExt cx="0" cy="0"/>
        </a:xfrm>
      </p:grpSpPr>
      <p:grpSp>
        <p:nvGrpSpPr>
          <p:cNvPr id="64" name="그룹 63">
            <a:extLst>
              <a:ext uri="{FF2B5EF4-FFF2-40B4-BE49-F238E27FC236}">
                <a16:creationId xmlns:a16="http://schemas.microsoft.com/office/drawing/2014/main" id="{3020A0A1-A40D-2EDD-9439-5EF7F4704310}"/>
              </a:ext>
            </a:extLst>
          </p:cNvPr>
          <p:cNvGrpSpPr/>
          <p:nvPr/>
        </p:nvGrpSpPr>
        <p:grpSpPr>
          <a:xfrm>
            <a:off x="451554" y="2015641"/>
            <a:ext cx="2319736" cy="2902406"/>
            <a:chOff x="6617589" y="3139260"/>
            <a:chExt cx="2767263" cy="3462343"/>
          </a:xfrm>
        </p:grpSpPr>
        <p:grpSp>
          <p:nvGrpSpPr>
            <p:cNvPr id="61" name="그룹 60">
              <a:extLst>
                <a:ext uri="{FF2B5EF4-FFF2-40B4-BE49-F238E27FC236}">
                  <a16:creationId xmlns:a16="http://schemas.microsoft.com/office/drawing/2014/main" id="{A3C85874-2AD6-DA48-9885-559E833AD7E7}"/>
                </a:ext>
              </a:extLst>
            </p:cNvPr>
            <p:cNvGrpSpPr/>
            <p:nvPr/>
          </p:nvGrpSpPr>
          <p:grpSpPr>
            <a:xfrm>
              <a:off x="6617589" y="3139260"/>
              <a:ext cx="2767263" cy="3462343"/>
              <a:chOff x="5859242" y="3422553"/>
              <a:chExt cx="2767263" cy="3462343"/>
            </a:xfrm>
          </p:grpSpPr>
          <p:sp>
            <p:nvSpPr>
              <p:cNvPr id="56" name="직사각형 55">
                <a:extLst>
                  <a:ext uri="{FF2B5EF4-FFF2-40B4-BE49-F238E27FC236}">
                    <a16:creationId xmlns:a16="http://schemas.microsoft.com/office/drawing/2014/main" id="{2106DB00-70AB-80E6-3DFC-A24D9942082E}"/>
                  </a:ext>
                </a:extLst>
              </p:cNvPr>
              <p:cNvSpPr/>
              <p:nvPr/>
            </p:nvSpPr>
            <p:spPr>
              <a:xfrm>
                <a:off x="5859242" y="3422553"/>
                <a:ext cx="2767263" cy="3462343"/>
              </a:xfrm>
              <a:prstGeom prst="rect">
                <a:avLst/>
              </a:prstGeom>
              <a:solidFill>
                <a:schemeClr val="bg1"/>
              </a:solidFill>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55" name="TextBox 54">
                <a:extLst>
                  <a:ext uri="{FF2B5EF4-FFF2-40B4-BE49-F238E27FC236}">
                    <a16:creationId xmlns:a16="http://schemas.microsoft.com/office/drawing/2014/main" id="{9C633CB7-83F5-7A49-A304-2FA9847EF54B}"/>
                  </a:ext>
                </a:extLst>
              </p:cNvPr>
              <p:cNvSpPr txBox="1"/>
              <p:nvPr/>
            </p:nvSpPr>
            <p:spPr>
              <a:xfrm>
                <a:off x="5943722" y="3779837"/>
                <a:ext cx="2604277" cy="550730"/>
              </a:xfrm>
              <a:prstGeom prst="rect">
                <a:avLst/>
              </a:prstGeom>
              <a:noFill/>
            </p:spPr>
            <p:txBody>
              <a:bodyPr wrap="square" lIns="0" rIns="0">
                <a:spAutoFit/>
              </a:bodyPr>
              <a:lstStyle/>
              <a:p>
                <a:pPr marL="0" marR="0" indent="0" algn="l">
                  <a:buNone/>
                </a:pPr>
                <a:r>
                  <a:rPr lang="ko-KR" altLang="ko-KR" sz="1200" b="1" i="0" dirty="0">
                    <a:solidFill>
                      <a:srgbClr val="000000"/>
                    </a:solidFill>
                    <a:effectLst/>
                    <a:latin typeface="Noto Sans KR" panose="020B0200000000000000" pitchFamily="50" charset="-127"/>
                    <a:ea typeface="Noto Sans KR" panose="020B0200000000000000" pitchFamily="50" charset="-127"/>
                  </a:rPr>
                  <a:t>한은, 8월 또 금리 인상하나…</a:t>
                </a:r>
                <a:endParaRPr lang="en-US" altLang="ko-KR" sz="1200" b="1" i="0" dirty="0">
                  <a:solidFill>
                    <a:srgbClr val="000000"/>
                  </a:solidFill>
                  <a:effectLst/>
                  <a:latin typeface="Noto Sans KR" panose="020B0200000000000000" pitchFamily="50" charset="-127"/>
                  <a:ea typeface="Noto Sans KR" panose="020B0200000000000000" pitchFamily="50" charset="-127"/>
                </a:endParaRPr>
              </a:p>
              <a:p>
                <a:pPr marL="0" marR="0" indent="0" algn="l">
                  <a:buNone/>
                </a:pPr>
                <a:r>
                  <a:rPr lang="ko-KR" altLang="ko-KR" sz="1200" b="1" i="0" dirty="0">
                    <a:solidFill>
                      <a:srgbClr val="000000"/>
                    </a:solidFill>
                    <a:effectLst/>
                    <a:latin typeface="Noto Sans KR" panose="020B0200000000000000" pitchFamily="50" charset="-127"/>
                    <a:ea typeface="Noto Sans KR" panose="020B0200000000000000" pitchFamily="50" charset="-127"/>
                  </a:rPr>
                  <a:t>'깜짝 </a:t>
                </a:r>
                <a:r>
                  <a:rPr lang="ko-KR" altLang="ko-KR" sz="1200" b="1" i="0" dirty="0" err="1">
                    <a:solidFill>
                      <a:srgbClr val="000000"/>
                    </a:solidFill>
                    <a:effectLst/>
                    <a:latin typeface="Noto Sans KR" panose="020B0200000000000000" pitchFamily="50" charset="-127"/>
                    <a:ea typeface="Noto Sans KR" panose="020B0200000000000000" pitchFamily="50" charset="-127"/>
                  </a:rPr>
                  <a:t>성장'에</a:t>
                </a:r>
                <a:r>
                  <a:rPr lang="ko-KR" altLang="ko-KR" sz="1200" b="1" i="0" dirty="0">
                    <a:solidFill>
                      <a:srgbClr val="000000"/>
                    </a:solidFill>
                    <a:effectLst/>
                    <a:latin typeface="Noto Sans KR" panose="020B0200000000000000" pitchFamily="50" charset="-127"/>
                    <a:ea typeface="Noto Sans KR" panose="020B0200000000000000" pitchFamily="50" charset="-127"/>
                  </a:rPr>
                  <a:t> 갈리는 전망</a:t>
                </a:r>
              </a:p>
            </p:txBody>
          </p:sp>
          <p:pic>
            <p:nvPicPr>
              <p:cNvPr id="58" name="그림 57">
                <a:extLst>
                  <a:ext uri="{FF2B5EF4-FFF2-40B4-BE49-F238E27FC236}">
                    <a16:creationId xmlns:a16="http://schemas.microsoft.com/office/drawing/2014/main" id="{76FC7DEB-7399-469A-9005-08F15653243E}"/>
                  </a:ext>
                </a:extLst>
              </p:cNvPr>
              <p:cNvPicPr>
                <a:picLocks noChangeAspect="1"/>
              </p:cNvPicPr>
              <p:nvPr/>
            </p:nvPicPr>
            <p:blipFill>
              <a:blip r:embed="rId2"/>
              <a:stretch>
                <a:fillRect/>
              </a:stretch>
            </p:blipFill>
            <p:spPr>
              <a:xfrm>
                <a:off x="5943723" y="4332141"/>
                <a:ext cx="2604276" cy="1731293"/>
              </a:xfrm>
              <a:prstGeom prst="rect">
                <a:avLst/>
              </a:prstGeom>
            </p:spPr>
          </p:pic>
          <p:pic>
            <p:nvPicPr>
              <p:cNvPr id="60" name="그림 59">
                <a:extLst>
                  <a:ext uri="{FF2B5EF4-FFF2-40B4-BE49-F238E27FC236}">
                    <a16:creationId xmlns:a16="http://schemas.microsoft.com/office/drawing/2014/main" id="{B20A5A5A-829A-3B6F-B2CB-D6532B33E43B}"/>
                  </a:ext>
                </a:extLst>
              </p:cNvPr>
              <p:cNvPicPr>
                <a:picLocks noChangeAspect="1"/>
              </p:cNvPicPr>
              <p:nvPr/>
            </p:nvPicPr>
            <p:blipFill>
              <a:blip r:embed="rId3"/>
              <a:stretch>
                <a:fillRect/>
              </a:stretch>
            </p:blipFill>
            <p:spPr>
              <a:xfrm>
                <a:off x="5943722" y="3503440"/>
                <a:ext cx="840081" cy="286250"/>
              </a:xfrm>
              <a:prstGeom prst="rect">
                <a:avLst/>
              </a:prstGeom>
            </p:spPr>
          </p:pic>
        </p:grpSp>
        <p:sp>
          <p:nvSpPr>
            <p:cNvPr id="63" name="TextBox 62">
              <a:extLst>
                <a:ext uri="{FF2B5EF4-FFF2-40B4-BE49-F238E27FC236}">
                  <a16:creationId xmlns:a16="http://schemas.microsoft.com/office/drawing/2014/main" id="{D067D6F5-BEB3-42E8-25A9-27E3FC12B88D}"/>
                </a:ext>
              </a:extLst>
            </p:cNvPr>
            <p:cNvSpPr txBox="1"/>
            <p:nvPr/>
          </p:nvSpPr>
          <p:spPr>
            <a:xfrm>
              <a:off x="6617589" y="5844475"/>
              <a:ext cx="2688757" cy="726964"/>
            </a:xfrm>
            <a:prstGeom prst="rect">
              <a:avLst/>
            </a:prstGeom>
            <a:noFill/>
          </p:spPr>
          <p:txBody>
            <a:bodyPr wrap="square">
              <a:spAutoFit/>
            </a:bodyPr>
            <a:lstStyle/>
            <a:p>
              <a:pPr algn="just">
                <a:lnSpc>
                  <a:spcPct val="120000"/>
                </a:lnSpc>
              </a:pPr>
              <a:r>
                <a:rPr lang="ko-KR" altLang="ko-KR" sz="700" b="0" i="0" spc="-5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한국 경제가 예상을 뛰어넘는 성장세를 보이자 다음달에도 기준금리가 인상될 수 있다는 전망이 힘을 받고 있다. 한국은행은 경제 성장률과 소비자물가 상승률 등을 토대로 기준금리 추가 인상 시점을 결정할 방침이다.</a:t>
              </a:r>
              <a:endParaRPr lang="ko-KR" altLang="en-US" sz="700" spc="-5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sp>
        <p:nvSpPr>
          <p:cNvPr id="3" name="TextBox 2">
            <a:extLst>
              <a:ext uri="{FF2B5EF4-FFF2-40B4-BE49-F238E27FC236}">
                <a16:creationId xmlns:a16="http://schemas.microsoft.com/office/drawing/2014/main" id="{87A16EEB-63A6-0491-D24C-DC641603EA46}"/>
              </a:ext>
            </a:extLst>
          </p:cNvPr>
          <p:cNvSpPr txBox="1"/>
          <p:nvPr/>
        </p:nvSpPr>
        <p:spPr>
          <a:xfrm>
            <a:off x="435866" y="504949"/>
            <a:ext cx="10013059" cy="296235"/>
          </a:xfrm>
          <a:prstGeom prst="rect">
            <a:avLst/>
          </a:prstGeom>
          <a:noFill/>
        </p:spPr>
        <p:txBody>
          <a:bodyPr wrap="square" lIns="0" tIns="0" rIns="0" bIns="0" rtlCol="0">
            <a:spAutoFit/>
            <a:scene3d>
              <a:camera prst="orthographicFront"/>
              <a:lightRig rig="threePt" dir="t"/>
            </a:scene3d>
            <a:sp3d>
              <a:bevelT w="1270" h="1270"/>
            </a:sp3d>
          </a:bodyPr>
          <a:lstStyle>
            <a:defPPr>
              <a:defRPr lang="ko-KR"/>
            </a:defPPr>
            <a:lvl1pPr>
              <a:defRPr sz="1600">
                <a:solidFill>
                  <a:schemeClr val="tx1">
                    <a:lumMod val="85000"/>
                    <a:lumOff val="15000"/>
                  </a:schemeClr>
                </a:solidFill>
                <a:latin typeface="나눔스퀘어 ExtraBold" panose="020B0600000101010101" pitchFamily="50" charset="-127"/>
                <a:ea typeface="나눔스퀘어 ExtraBold" panose="020B0600000101010101" pitchFamily="50" charset="-127"/>
              </a:defRPr>
            </a:lvl1pPr>
          </a:lstStyle>
          <a:p>
            <a:pPr marL="0" marR="0" lvl="0" indent="0" algn="l" defTabSz="801356" rtl="0" eaLnBrk="1" fontAlgn="auto" latinLnBrk="1" hangingPunct="1">
              <a:lnSpc>
                <a:spcPct val="150000"/>
              </a:lnSpc>
              <a:spcBef>
                <a:spcPts val="0"/>
              </a:spcBef>
              <a:spcAft>
                <a:spcPts val="0"/>
              </a:spcAft>
              <a:buClrTx/>
              <a:buSzTx/>
              <a:buFontTx/>
              <a:buNone/>
              <a:tabLst/>
              <a:defRPr/>
            </a:pPr>
            <a:r>
              <a:rPr kumimoji="0" lang="en-US" altLang="ko-KR" sz="14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mn-cs"/>
              </a:rPr>
              <a:t>Ⅰ. </a:t>
            </a:r>
            <a:r>
              <a:rPr kumimoji="0" lang="ko-KR" altLang="en-US" sz="14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mn-cs"/>
              </a:rPr>
              <a:t>배경 </a:t>
            </a:r>
            <a:r>
              <a:rPr kumimoji="0" lang="en-US" altLang="ko-KR" sz="1100" b="0" i="0" u="none" strike="noStrike" kern="1200" cap="none" spc="0" normalizeH="0" baseline="0" noProof="0" dirty="0">
                <a:ln>
                  <a:noFill/>
                </a:ln>
                <a:solidFill>
                  <a:prstClr val="white">
                    <a:lumMod val="75000"/>
                  </a:prstClr>
                </a:solidFill>
                <a:effectLst/>
                <a:uLnTx/>
                <a:uFillTx/>
                <a:latin typeface="KoPubWorld돋움체 Bold" panose="00000800000000000000" pitchFamily="2" charset="-127"/>
                <a:ea typeface="KoPubWorld돋움체 Bold" panose="00000800000000000000" pitchFamily="2" charset="-127"/>
                <a:cs typeface="+mn-cs"/>
              </a:rPr>
              <a:t>Investment Background</a:t>
            </a:r>
          </a:p>
        </p:txBody>
      </p:sp>
      <p:sp>
        <p:nvSpPr>
          <p:cNvPr id="4" name="TextBox 3">
            <a:extLst>
              <a:ext uri="{FF2B5EF4-FFF2-40B4-BE49-F238E27FC236}">
                <a16:creationId xmlns:a16="http://schemas.microsoft.com/office/drawing/2014/main" id="{19F92BC2-616F-F88B-B0EA-CF031757603A}"/>
              </a:ext>
            </a:extLst>
          </p:cNvPr>
          <p:cNvSpPr txBox="1"/>
          <p:nvPr/>
        </p:nvSpPr>
        <p:spPr>
          <a:xfrm>
            <a:off x="269928" y="1076666"/>
            <a:ext cx="10178998" cy="669414"/>
          </a:xfrm>
          <a:prstGeom prst="rect">
            <a:avLst/>
          </a:prstGeom>
          <a:noFill/>
        </p:spPr>
        <p:txBody>
          <a:bodyPr wrap="square" lIns="180000" tIns="0" rtlCol="0">
            <a:spAutoFit/>
          </a:bodyPr>
          <a:lstStyle>
            <a:defPPr>
              <a:defRPr lang="ko-KR"/>
            </a:defPPr>
            <a:lvl1pPr marL="285750" indent="-285750">
              <a:lnSpc>
                <a:spcPct val="150000"/>
              </a:lnSpc>
              <a:buFont typeface="Wingdings" panose="05000000000000000000" pitchFamily="2" charset="2"/>
              <a:buChar char="ü"/>
              <a:defRPr sz="1400">
                <a:latin typeface="KoPubWorld돋움체 Bold" panose="00000800000000000000" pitchFamily="2" charset="-127"/>
                <a:ea typeface="KoPubWorld돋움체 Bold" panose="00000800000000000000" pitchFamily="2" charset="-127"/>
              </a:defRPr>
            </a:lvl1pPr>
          </a:lstStyle>
          <a:p>
            <a:pPr marL="0" marR="0" lvl="0" indent="0" algn="l" defTabSz="914400" rtl="0" eaLnBrk="1" fontAlgn="auto" latinLnBrk="1" hangingPunct="1">
              <a:lnSpc>
                <a:spcPct val="150000"/>
              </a:lnSpc>
              <a:spcBef>
                <a:spcPts val="0"/>
              </a:spcBef>
              <a:spcAft>
                <a:spcPts val="0"/>
              </a:spcAft>
              <a:buClrTx/>
              <a:buSzTx/>
              <a:buFont typeface="Wingdings" panose="05000000000000000000" pitchFamily="2" charset="2"/>
              <a:buNone/>
              <a:tabLst/>
              <a:defRPr/>
            </a:pPr>
            <a:r>
              <a:rPr lang="ko-KR" altLang="en-US" sz="1600" dirty="0"/>
              <a:t>고금리시장 대출이자 상승으로 배당여력 악화 예상</a:t>
            </a:r>
            <a:r>
              <a:rPr lang="en-US" altLang="ko-KR" sz="1600" dirty="0"/>
              <a:t>, </a:t>
            </a:r>
            <a:r>
              <a:rPr lang="ko-KR" altLang="en-US" sz="1600" dirty="0"/>
              <a:t>배당</a:t>
            </a:r>
            <a:r>
              <a:rPr lang="en-US" altLang="ko-KR" sz="1600" dirty="0"/>
              <a:t>Up</a:t>
            </a:r>
            <a:r>
              <a:rPr lang="ko-KR" altLang="en-US" sz="1600" dirty="0"/>
              <a:t>전략 필요</a:t>
            </a:r>
            <a:endParaRPr lang="en-US" altLang="ko-KR" sz="1600" dirty="0"/>
          </a:p>
          <a:p>
            <a:pPr marL="0" marR="0" lvl="0" indent="0" algn="l" defTabSz="914400" rtl="0" eaLnBrk="1" fontAlgn="auto" latinLnBrk="1" hangingPunct="1">
              <a:lnSpc>
                <a:spcPct val="150000"/>
              </a:lnSpc>
              <a:spcBef>
                <a:spcPts val="0"/>
              </a:spcBef>
              <a:spcAft>
                <a:spcPts val="0"/>
              </a:spcAft>
              <a:buClrTx/>
              <a:buSzTx/>
              <a:buFont typeface="Wingdings" panose="05000000000000000000" pitchFamily="2" charset="2"/>
              <a:buNone/>
              <a:tabLst/>
              <a:defRPr/>
            </a:pPr>
            <a:r>
              <a:rPr kumimoji="0" lang="en-US" altLang="ko-KR" sz="1200" b="0" i="0" u="none" strike="noStrike" kern="1200" cap="none" spc="0" normalizeH="0" baseline="0" noProof="0" dirty="0">
                <a:ln>
                  <a:noFill/>
                </a:ln>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 </a:t>
            </a:r>
            <a:r>
              <a:rPr lang="ko-KR" altLang="en-US" sz="12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이대로 가면 금리 인상에 무너지니 배당수익률 향상을 위해 조치를 </a:t>
            </a:r>
            <a:r>
              <a:rPr lang="ko-KR" altLang="en-US" sz="1200" dirty="0" err="1">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해야한다는</a:t>
            </a:r>
            <a:r>
              <a:rPr lang="ko-KR" altLang="en-US" sz="12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당위성 관련애용</a:t>
            </a:r>
            <a:endParaRPr kumimoji="0" lang="en-US" altLang="ko-KR" sz="1200" b="0" i="0" u="none" strike="noStrike" kern="1200" cap="none" spc="0" normalizeH="0" baseline="0" noProof="0" dirty="0">
              <a:ln>
                <a:noFill/>
              </a:ln>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graphicFrame>
        <p:nvGraphicFramePr>
          <p:cNvPr id="7" name="차트 6">
            <a:extLst>
              <a:ext uri="{FF2B5EF4-FFF2-40B4-BE49-F238E27FC236}">
                <a16:creationId xmlns:a16="http://schemas.microsoft.com/office/drawing/2014/main" id="{863D8768-DD38-37C5-BF49-B14591E84C68}"/>
              </a:ext>
            </a:extLst>
          </p:cNvPr>
          <p:cNvGraphicFramePr>
            <a:graphicFrameLocks/>
          </p:cNvGraphicFramePr>
          <p:nvPr>
            <p:extLst>
              <p:ext uri="{D42A27DB-BD31-4B8C-83A1-F6EECF244321}">
                <p14:modId xmlns:p14="http://schemas.microsoft.com/office/powerpoint/2010/main" val="317969847"/>
              </p:ext>
            </p:extLst>
          </p:nvPr>
        </p:nvGraphicFramePr>
        <p:xfrm>
          <a:off x="3005646" y="2021562"/>
          <a:ext cx="7380820" cy="4834218"/>
        </p:xfrm>
        <a:graphic>
          <a:graphicData uri="http://schemas.openxmlformats.org/drawingml/2006/chart">
            <c:chart xmlns:c="http://schemas.openxmlformats.org/drawingml/2006/chart" xmlns:r="http://schemas.openxmlformats.org/officeDocument/2006/relationships" r:id="rId4"/>
          </a:graphicData>
        </a:graphic>
      </p:graphicFrame>
      <p:sp>
        <p:nvSpPr>
          <p:cNvPr id="5" name="TextBox 4">
            <a:extLst>
              <a:ext uri="{FF2B5EF4-FFF2-40B4-BE49-F238E27FC236}">
                <a16:creationId xmlns:a16="http://schemas.microsoft.com/office/drawing/2014/main" id="{B24737C1-D55D-DB71-842D-B9F1271C542C}"/>
              </a:ext>
            </a:extLst>
          </p:cNvPr>
          <p:cNvSpPr txBox="1"/>
          <p:nvPr/>
        </p:nvSpPr>
        <p:spPr>
          <a:xfrm>
            <a:off x="485366" y="6825369"/>
            <a:ext cx="4640476" cy="230832"/>
          </a:xfrm>
          <a:prstGeom prst="rect">
            <a:avLst/>
          </a:prstGeom>
          <a:noFill/>
        </p:spPr>
        <p:txBody>
          <a:bodyPr wrap="square" rtlCol="0">
            <a:spAutoFit/>
          </a:bodyPr>
          <a:lstStyle/>
          <a:p>
            <a:r>
              <a:rPr lang="ko-KR" altLang="en-US" sz="900" dirty="0">
                <a:latin typeface="KoPubWorld돋움체 Light" panose="00000300000000000000" pitchFamily="2" charset="-127"/>
                <a:ea typeface="KoPubWorld돋움체 Light" panose="00000300000000000000" pitchFamily="2" charset="-127"/>
              </a:rPr>
              <a:t>Source: 당사 내부자료</a:t>
            </a:r>
          </a:p>
        </p:txBody>
      </p:sp>
    </p:spTree>
    <p:extLst>
      <p:ext uri="{BB962C8B-B14F-4D97-AF65-F5344CB8AC3E}">
        <p14:creationId xmlns:p14="http://schemas.microsoft.com/office/powerpoint/2010/main" val="39868120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A2B397-F41D-E271-5345-2ACD55131B9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CCE52C0-B0C4-0228-2F98-89A4C0D07D51}"/>
              </a:ext>
            </a:extLst>
          </p:cNvPr>
          <p:cNvSpPr txBox="1"/>
          <p:nvPr/>
        </p:nvSpPr>
        <p:spPr>
          <a:xfrm>
            <a:off x="435866" y="504949"/>
            <a:ext cx="10013059" cy="296235"/>
          </a:xfrm>
          <a:prstGeom prst="rect">
            <a:avLst/>
          </a:prstGeom>
          <a:noFill/>
        </p:spPr>
        <p:txBody>
          <a:bodyPr wrap="square" lIns="0" tIns="0" rIns="0" bIns="0" rtlCol="0">
            <a:spAutoFit/>
            <a:scene3d>
              <a:camera prst="orthographicFront"/>
              <a:lightRig rig="threePt" dir="t"/>
            </a:scene3d>
            <a:sp3d>
              <a:bevelT w="1270" h="1270"/>
            </a:sp3d>
          </a:bodyPr>
          <a:lstStyle>
            <a:defPPr>
              <a:defRPr lang="ko-KR"/>
            </a:defPPr>
            <a:lvl1pPr>
              <a:defRPr sz="1600">
                <a:solidFill>
                  <a:schemeClr val="tx1">
                    <a:lumMod val="85000"/>
                    <a:lumOff val="15000"/>
                  </a:schemeClr>
                </a:solidFill>
                <a:latin typeface="나눔스퀘어 ExtraBold" panose="020B0600000101010101" pitchFamily="50" charset="-127"/>
                <a:ea typeface="나눔스퀘어 ExtraBold" panose="020B0600000101010101" pitchFamily="50" charset="-127"/>
              </a:defRPr>
            </a:lvl1pPr>
          </a:lstStyle>
          <a:p>
            <a:pPr marL="0" marR="0" lvl="0" indent="0" algn="l" defTabSz="801356" rtl="0" eaLnBrk="1" fontAlgn="auto" latinLnBrk="1" hangingPunct="1">
              <a:lnSpc>
                <a:spcPct val="150000"/>
              </a:lnSpc>
              <a:spcBef>
                <a:spcPts val="0"/>
              </a:spcBef>
              <a:spcAft>
                <a:spcPts val="0"/>
              </a:spcAft>
              <a:buClrTx/>
              <a:buSzTx/>
              <a:buFontTx/>
              <a:buNone/>
              <a:tabLst/>
              <a:defRPr/>
            </a:pPr>
            <a:r>
              <a:rPr kumimoji="0" lang="en-US" altLang="ko-KR" sz="14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mn-cs"/>
              </a:rPr>
              <a:t>Ⅱ. </a:t>
            </a:r>
            <a:r>
              <a:rPr kumimoji="0" lang="ko-KR" altLang="en-US" sz="14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mn-cs"/>
              </a:rPr>
              <a:t>리츠 현황 </a:t>
            </a:r>
            <a:r>
              <a:rPr kumimoji="0" lang="en-US" altLang="ko-KR" sz="1100" b="0" i="0" u="none" strike="noStrike" kern="1200" cap="none" spc="0" normalizeH="0" baseline="0" noProof="0" dirty="0">
                <a:ln>
                  <a:noFill/>
                </a:ln>
                <a:solidFill>
                  <a:prstClr val="white">
                    <a:lumMod val="75000"/>
                  </a:prstClr>
                </a:solidFill>
                <a:effectLst/>
                <a:uLnTx/>
                <a:uFillTx/>
                <a:latin typeface="KoPubWorld돋움체 Bold" panose="00000800000000000000" pitchFamily="2" charset="-127"/>
                <a:ea typeface="KoPubWorld돋움체 Bold" panose="00000800000000000000" pitchFamily="2" charset="-127"/>
                <a:cs typeface="+mn-cs"/>
              </a:rPr>
              <a:t>Investment Background</a:t>
            </a:r>
          </a:p>
        </p:txBody>
      </p:sp>
      <p:sp>
        <p:nvSpPr>
          <p:cNvPr id="9" name="TextBox 8">
            <a:extLst>
              <a:ext uri="{FF2B5EF4-FFF2-40B4-BE49-F238E27FC236}">
                <a16:creationId xmlns:a16="http://schemas.microsoft.com/office/drawing/2014/main" id="{792B79C7-0666-23B6-3AC9-A460EE13EED6}"/>
              </a:ext>
            </a:extLst>
          </p:cNvPr>
          <p:cNvSpPr txBox="1"/>
          <p:nvPr/>
        </p:nvSpPr>
        <p:spPr>
          <a:xfrm>
            <a:off x="269928" y="1076666"/>
            <a:ext cx="10178998" cy="669414"/>
          </a:xfrm>
          <a:prstGeom prst="rect">
            <a:avLst/>
          </a:prstGeom>
          <a:noFill/>
        </p:spPr>
        <p:txBody>
          <a:bodyPr wrap="square" lIns="180000" tIns="0" rtlCol="0">
            <a:spAutoFit/>
          </a:bodyPr>
          <a:lstStyle>
            <a:defPPr>
              <a:defRPr lang="ko-KR"/>
            </a:defPPr>
            <a:lvl1pPr marL="285750" indent="-285750">
              <a:lnSpc>
                <a:spcPct val="150000"/>
              </a:lnSpc>
              <a:buFont typeface="Wingdings" panose="05000000000000000000" pitchFamily="2" charset="2"/>
              <a:buChar char="ü"/>
              <a:defRPr sz="1400">
                <a:latin typeface="KoPubWorld돋움체 Bold" panose="00000800000000000000" pitchFamily="2" charset="-127"/>
                <a:ea typeface="KoPubWorld돋움체 Bold" panose="00000800000000000000" pitchFamily="2" charset="-127"/>
              </a:defRPr>
            </a:lvl1pPr>
          </a:lstStyle>
          <a:p>
            <a:pPr marL="0" marR="0" lvl="0" indent="0" algn="l" defTabSz="914400" rtl="0" eaLnBrk="1" fontAlgn="auto" latinLnBrk="1" hangingPunct="1">
              <a:lnSpc>
                <a:spcPct val="150000"/>
              </a:lnSpc>
              <a:spcBef>
                <a:spcPts val="0"/>
              </a:spcBef>
              <a:spcAft>
                <a:spcPts val="0"/>
              </a:spcAft>
              <a:buClrTx/>
              <a:buSzTx/>
              <a:buFont typeface="Wingdings" panose="05000000000000000000" pitchFamily="2" charset="2"/>
              <a:buNone/>
              <a:tabLst/>
              <a:defRPr/>
            </a:pPr>
            <a:r>
              <a:rPr lang="ko-KR" altLang="en-US" sz="1600" dirty="0"/>
              <a:t>당 리츠는 설립 후 성장전략을 통하여 포트폴리오 다변화를 통한 위험관리 및 자산 수익률 향상을 달성하여 왔음 </a:t>
            </a:r>
            <a:endParaRPr lang="en-US" altLang="ko-KR" sz="1600" dirty="0"/>
          </a:p>
          <a:p>
            <a:pPr marL="0" lvl="0" indent="0" defTabSz="914400" latinLnBrk="1">
              <a:buNone/>
              <a:defRPr/>
            </a:pPr>
            <a:r>
              <a:rPr kumimoji="0" lang="en-US" altLang="ko-KR" sz="1200" b="0" i="0" u="none" strike="noStrike" kern="1200" cap="none" spc="0" normalizeH="0" baseline="0" noProof="0" dirty="0">
                <a:ln>
                  <a:noFill/>
                </a:ln>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 </a:t>
            </a:r>
            <a:r>
              <a:rPr lang="en-US" altLang="ko-KR" sz="12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NOI Yield</a:t>
            </a:r>
            <a:r>
              <a:rPr lang="ko-KR" altLang="en-US" sz="12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가 낮은 주유소 자산을 매각하고 높은 수익률이 예상되는 매크로 환경에 우호적 자산에 </a:t>
            </a:r>
            <a:r>
              <a:rPr lang="ko-KR" altLang="en-US" sz="1200"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선제적으로</a:t>
            </a:r>
            <a:r>
              <a:rPr lang="ko-KR" altLang="en-US" sz="12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투자하고 있음</a:t>
            </a:r>
            <a:r>
              <a:rPr lang="en-US" altLang="ko-KR" sz="12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r>
              <a:rPr lang="ko-KR" altLang="en-US" sz="12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중소형 호텔</a:t>
            </a:r>
            <a:r>
              <a:rPr lang="en-US" altLang="ko-KR" sz="12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12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대기업 유동화 등</a:t>
            </a:r>
            <a:r>
              <a:rPr lang="en-US" altLang="ko-KR" sz="12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endParaRPr kumimoji="0" lang="en-US" altLang="ko-KR" sz="1200" b="0" i="0" u="none" strike="noStrike" kern="1200" cap="none" spc="0" normalizeH="0" baseline="0" noProof="0" dirty="0">
              <a:ln>
                <a:noFill/>
              </a:ln>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59" name="사각형: 둥근 모서리 58">
            <a:extLst>
              <a:ext uri="{FF2B5EF4-FFF2-40B4-BE49-F238E27FC236}">
                <a16:creationId xmlns:a16="http://schemas.microsoft.com/office/drawing/2014/main" id="{288D09FE-8751-7C91-79CD-93C37DAD9BFA}"/>
              </a:ext>
            </a:extLst>
          </p:cNvPr>
          <p:cNvSpPr/>
          <p:nvPr/>
        </p:nvSpPr>
        <p:spPr>
          <a:xfrm>
            <a:off x="444185" y="1987477"/>
            <a:ext cx="1301322" cy="208184"/>
          </a:xfrm>
          <a:prstGeom prst="round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포트폴리오 구성</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변화</a:t>
            </a:r>
            <a:endPar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nvGrpSpPr>
          <p:cNvPr id="63" name="그룹 62">
            <a:extLst>
              <a:ext uri="{FF2B5EF4-FFF2-40B4-BE49-F238E27FC236}">
                <a16:creationId xmlns:a16="http://schemas.microsoft.com/office/drawing/2014/main" id="{3488DB47-BF3F-353D-E496-36C581015E7D}"/>
              </a:ext>
            </a:extLst>
          </p:cNvPr>
          <p:cNvGrpSpPr/>
          <p:nvPr/>
        </p:nvGrpSpPr>
        <p:grpSpPr>
          <a:xfrm>
            <a:off x="268713" y="2087649"/>
            <a:ext cx="5437233" cy="2477459"/>
            <a:chOff x="268713" y="2370772"/>
            <a:chExt cx="5600320" cy="2477459"/>
          </a:xfrm>
        </p:grpSpPr>
        <p:sp>
          <p:nvSpPr>
            <p:cNvPr id="41" name="화살표: 오른쪽 40">
              <a:extLst>
                <a:ext uri="{FF2B5EF4-FFF2-40B4-BE49-F238E27FC236}">
                  <a16:creationId xmlns:a16="http://schemas.microsoft.com/office/drawing/2014/main" id="{F2094716-A215-DDE3-F687-EE1F208D9766}"/>
                </a:ext>
              </a:extLst>
            </p:cNvPr>
            <p:cNvSpPr/>
            <p:nvPr/>
          </p:nvSpPr>
          <p:spPr>
            <a:xfrm>
              <a:off x="1984533" y="3539869"/>
              <a:ext cx="445049" cy="814885"/>
            </a:xfrm>
            <a:prstGeom prst="rightArrow">
              <a:avLst/>
            </a:prstGeom>
            <a:gradFill>
              <a:gsLst>
                <a:gs pos="0">
                  <a:schemeClr val="bg1"/>
                </a:gs>
                <a:gs pos="74000">
                  <a:schemeClr val="bg1">
                    <a:lumMod val="75000"/>
                  </a:schemeClr>
                </a:gs>
                <a:gs pos="100000">
                  <a:schemeClr val="bg1">
                    <a:lumMod val="5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aphicFrame>
          <p:nvGraphicFramePr>
            <p:cNvPr id="40" name="차트 39">
              <a:extLst>
                <a:ext uri="{FF2B5EF4-FFF2-40B4-BE49-F238E27FC236}">
                  <a16:creationId xmlns:a16="http://schemas.microsoft.com/office/drawing/2014/main" id="{3989AE26-48E1-82F3-F67C-A5CB57976522}"/>
                </a:ext>
              </a:extLst>
            </p:cNvPr>
            <p:cNvGraphicFramePr/>
            <p:nvPr>
              <p:extLst>
                <p:ext uri="{D42A27DB-BD31-4B8C-83A1-F6EECF244321}">
                  <p14:modId xmlns:p14="http://schemas.microsoft.com/office/powerpoint/2010/main" val="3321018136"/>
                </p:ext>
              </p:extLst>
            </p:nvPr>
          </p:nvGraphicFramePr>
          <p:xfrm>
            <a:off x="625423" y="2987658"/>
            <a:ext cx="1524097" cy="1860573"/>
          </p:xfrm>
          <a:graphic>
            <a:graphicData uri="http://schemas.openxmlformats.org/drawingml/2006/chart">
              <c:chart xmlns:c="http://schemas.openxmlformats.org/drawingml/2006/chart" xmlns:r="http://schemas.openxmlformats.org/officeDocument/2006/relationships" r:id="rId2"/>
            </a:graphicData>
          </a:graphic>
        </p:graphicFrame>
        <p:sp>
          <p:nvSpPr>
            <p:cNvPr id="42" name="TextBox 41">
              <a:extLst>
                <a:ext uri="{FF2B5EF4-FFF2-40B4-BE49-F238E27FC236}">
                  <a16:creationId xmlns:a16="http://schemas.microsoft.com/office/drawing/2014/main" id="{4DC4C842-CD68-11F6-5C42-F49CFA3993A0}"/>
                </a:ext>
              </a:extLst>
            </p:cNvPr>
            <p:cNvSpPr txBox="1"/>
            <p:nvPr/>
          </p:nvSpPr>
          <p:spPr>
            <a:xfrm>
              <a:off x="268713" y="2917812"/>
              <a:ext cx="516173" cy="276999"/>
            </a:xfrm>
            <a:prstGeom prst="rect">
              <a:avLst/>
            </a:prstGeom>
            <a:noFill/>
          </p:spPr>
          <p:txBody>
            <a:bodyPr wrap="square" lIns="0" tIns="0" rIns="0" bIns="0" rtlCol="0">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900" b="0" i="0" u="none" strike="noStrike" kern="1200" cap="none" spc="0" normalizeH="0" baseline="0" noProof="0" dirty="0">
                  <a:ln>
                    <a:noFill/>
                  </a:ln>
                  <a:solidFill>
                    <a:prstClr val="black"/>
                  </a:solidFill>
                  <a:effectLst/>
                  <a:uLnTx/>
                  <a:uFillTx/>
                  <a:latin typeface="KoPubWorld바탕체 Bold" panose="00000800000000000000" pitchFamily="2" charset="-127"/>
                  <a:ea typeface="KoPubWorld바탕체 Bold" panose="00000800000000000000" pitchFamily="2" charset="-127"/>
                  <a:cs typeface="KoPubWorld바탕체 Bold" panose="00000800000000000000" pitchFamily="2" charset="-127"/>
                </a:rPr>
                <a:t>Energy</a:t>
              </a:r>
            </a:p>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900" b="0" i="0" u="none" strike="noStrike" kern="1200" cap="none" spc="0" normalizeH="0" baseline="0" noProof="0" dirty="0">
                  <a:ln>
                    <a:noFill/>
                  </a:ln>
                  <a:solidFill>
                    <a:prstClr val="black"/>
                  </a:solidFill>
                  <a:effectLst/>
                  <a:uLnTx/>
                  <a:uFillTx/>
                  <a:latin typeface="KoPubWorld바탕체 Bold" panose="00000800000000000000" pitchFamily="2" charset="-127"/>
                  <a:ea typeface="KoPubWorld바탕체 Bold" panose="00000800000000000000" pitchFamily="2" charset="-127"/>
                  <a:cs typeface="KoPubWorld바탕체 Bold" panose="00000800000000000000" pitchFamily="2" charset="-127"/>
                </a:rPr>
                <a:t>(90.4%)</a:t>
              </a:r>
            </a:p>
          </p:txBody>
        </p:sp>
        <p:cxnSp>
          <p:nvCxnSpPr>
            <p:cNvPr id="43" name="직선 화살표 연결선 42">
              <a:extLst>
                <a:ext uri="{FF2B5EF4-FFF2-40B4-BE49-F238E27FC236}">
                  <a16:creationId xmlns:a16="http://schemas.microsoft.com/office/drawing/2014/main" id="{C3D2E89D-79B8-EC29-4915-74CE613D75B2}"/>
                </a:ext>
              </a:extLst>
            </p:cNvPr>
            <p:cNvCxnSpPr>
              <a:cxnSpLocks/>
            </p:cNvCxnSpPr>
            <p:nvPr/>
          </p:nvCxnSpPr>
          <p:spPr>
            <a:xfrm>
              <a:off x="784887" y="2917812"/>
              <a:ext cx="0" cy="879568"/>
            </a:xfrm>
            <a:prstGeom prst="straightConnector1">
              <a:avLst/>
            </a:prstGeom>
            <a:noFill/>
            <a:ln>
              <a:solidFill>
                <a:schemeClr val="tx1"/>
              </a:solidFill>
              <a:headEnd type="none"/>
              <a:tailEnd type="oval"/>
            </a:ln>
          </p:spPr>
          <p:style>
            <a:lnRef idx="2">
              <a:schemeClr val="accent1">
                <a:shade val="50000"/>
              </a:schemeClr>
            </a:lnRef>
            <a:fillRef idx="1">
              <a:schemeClr val="accent1"/>
            </a:fillRef>
            <a:effectRef idx="0">
              <a:schemeClr val="accent1"/>
            </a:effectRef>
            <a:fontRef idx="minor">
              <a:schemeClr val="lt1"/>
            </a:fontRef>
          </p:style>
        </p:cxnSp>
        <p:sp>
          <p:nvSpPr>
            <p:cNvPr id="45" name="TextBox 44">
              <a:extLst>
                <a:ext uri="{FF2B5EF4-FFF2-40B4-BE49-F238E27FC236}">
                  <a16:creationId xmlns:a16="http://schemas.microsoft.com/office/drawing/2014/main" id="{3CC582F7-8B2D-192E-E7E6-25B97AA155C6}"/>
                </a:ext>
              </a:extLst>
            </p:cNvPr>
            <p:cNvSpPr txBox="1"/>
            <p:nvPr/>
          </p:nvSpPr>
          <p:spPr>
            <a:xfrm>
              <a:off x="1196238" y="2917812"/>
              <a:ext cx="516173" cy="276999"/>
            </a:xfrm>
            <a:prstGeom prst="rect">
              <a:avLst/>
            </a:prstGeom>
            <a:noFill/>
          </p:spPr>
          <p:txBody>
            <a:bodyPr wrap="square" lIns="0" tIns="0" rIns="0" bIns="0" rtlCol="0">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900" b="0" i="0" u="none" strike="noStrike" kern="1200" cap="none" spc="0" normalizeH="0" baseline="0" noProof="0" dirty="0">
                  <a:ln>
                    <a:noFill/>
                  </a:ln>
                  <a:solidFill>
                    <a:prstClr val="black"/>
                  </a:solidFill>
                  <a:effectLst/>
                  <a:uLnTx/>
                  <a:uFillTx/>
                  <a:latin typeface="KoPubWorld바탕체 Bold" panose="00000800000000000000" pitchFamily="2" charset="-127"/>
                  <a:ea typeface="KoPubWorld바탕체 Bold" panose="00000800000000000000" pitchFamily="2" charset="-127"/>
                  <a:cs typeface="KoPubWorld바탕체 Bold" panose="00000800000000000000" pitchFamily="2" charset="-127"/>
                </a:rPr>
                <a:t>Retail+</a:t>
              </a:r>
            </a:p>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900" b="0" i="0" u="none" strike="noStrike" kern="1200" cap="none" spc="0" normalizeH="0" baseline="0" noProof="0" dirty="0">
                  <a:ln>
                    <a:noFill/>
                  </a:ln>
                  <a:solidFill>
                    <a:prstClr val="black"/>
                  </a:solidFill>
                  <a:effectLst/>
                  <a:uLnTx/>
                  <a:uFillTx/>
                  <a:latin typeface="KoPubWorld바탕체 Bold" panose="00000800000000000000" pitchFamily="2" charset="-127"/>
                  <a:ea typeface="KoPubWorld바탕체 Bold" panose="00000800000000000000" pitchFamily="2" charset="-127"/>
                  <a:cs typeface="KoPubWorld바탕체 Bold" panose="00000800000000000000" pitchFamily="2" charset="-127"/>
                </a:rPr>
                <a:t>(9.6%)</a:t>
              </a:r>
            </a:p>
          </p:txBody>
        </p:sp>
        <p:cxnSp>
          <p:nvCxnSpPr>
            <p:cNvPr id="46" name="직선 화살표 연결선 45">
              <a:extLst>
                <a:ext uri="{FF2B5EF4-FFF2-40B4-BE49-F238E27FC236}">
                  <a16:creationId xmlns:a16="http://schemas.microsoft.com/office/drawing/2014/main" id="{851C0376-3A89-001F-567C-02D23C4BD035}"/>
                </a:ext>
              </a:extLst>
            </p:cNvPr>
            <p:cNvCxnSpPr>
              <a:cxnSpLocks/>
            </p:cNvCxnSpPr>
            <p:nvPr/>
          </p:nvCxnSpPr>
          <p:spPr>
            <a:xfrm>
              <a:off x="1144927" y="2917812"/>
              <a:ext cx="0" cy="447951"/>
            </a:xfrm>
            <a:prstGeom prst="straightConnector1">
              <a:avLst/>
            </a:prstGeom>
            <a:noFill/>
            <a:ln>
              <a:solidFill>
                <a:schemeClr val="tx1"/>
              </a:solidFill>
              <a:headEnd type="none"/>
              <a:tailEnd type="oval"/>
            </a:ln>
          </p:spPr>
          <p:style>
            <a:lnRef idx="2">
              <a:schemeClr val="accent1">
                <a:shade val="50000"/>
              </a:schemeClr>
            </a:lnRef>
            <a:fillRef idx="1">
              <a:schemeClr val="accent1"/>
            </a:fillRef>
            <a:effectRef idx="0">
              <a:schemeClr val="accent1"/>
            </a:effectRef>
            <a:fontRef idx="minor">
              <a:schemeClr val="lt1"/>
            </a:fontRef>
          </p:style>
        </p:cxnSp>
        <p:sp>
          <p:nvSpPr>
            <p:cNvPr id="48" name="TextBox 47">
              <a:extLst>
                <a:ext uri="{FF2B5EF4-FFF2-40B4-BE49-F238E27FC236}">
                  <a16:creationId xmlns:a16="http://schemas.microsoft.com/office/drawing/2014/main" id="{06645330-425F-EFCC-8F97-DD22C17C8A8F}"/>
                </a:ext>
              </a:extLst>
            </p:cNvPr>
            <p:cNvSpPr txBox="1"/>
            <p:nvPr/>
          </p:nvSpPr>
          <p:spPr>
            <a:xfrm>
              <a:off x="720384" y="3797380"/>
              <a:ext cx="1334174" cy="384721"/>
            </a:xfrm>
            <a:prstGeom prst="rect">
              <a:avLst/>
            </a:prstGeom>
            <a:noFill/>
          </p:spPr>
          <p:txBody>
            <a:bodyPr wrap="square" lIns="0" tIns="0" rIns="0" bIns="0" rtlCol="0">
              <a:spAutoFit/>
            </a:bodyPr>
            <a:lstStyle/>
            <a:p>
              <a:pPr marL="0" marR="0" lvl="0" indent="0" algn="ctr" defTabSz="986912" rtl="0" eaLnBrk="1" fontAlgn="base" latinLnBrk="1" hangingPunct="1">
                <a:lnSpc>
                  <a:spcPct val="150000"/>
                </a:lnSpc>
                <a:spcBef>
                  <a:spcPct val="0"/>
                </a:spcBef>
                <a:spcAft>
                  <a:spcPct val="0"/>
                </a:spcAft>
                <a:buClrTx/>
                <a:buSzTx/>
                <a:buFontTx/>
                <a:buNone/>
                <a:tabLst/>
                <a:defRPr/>
              </a:pPr>
              <a:r>
                <a:rPr kumimoji="1" lang="en-US" altLang="ko-KR" sz="1200" b="1" i="0" u="none" strike="noStrike" kern="1200" cap="none" spc="0" normalizeH="0" baseline="0" noProof="0" dirty="0">
                  <a:ln>
                    <a:noFill/>
                  </a:ln>
                  <a:solidFill>
                    <a:prstClr val="black"/>
                  </a:solidFill>
                  <a:effectLst/>
                  <a:uLnTx/>
                  <a:uFillTx/>
                  <a:latin typeface="KoPubWorld바탕체 Bold" panose="00000800000000000000" pitchFamily="2" charset="-127"/>
                  <a:ea typeface="KoPubWorld바탕체 Bold" panose="00000800000000000000" pitchFamily="2" charset="-127"/>
                  <a:cs typeface="KoPubWorld바탕체 Bold" panose="00000800000000000000" pitchFamily="2" charset="-127"/>
                </a:rPr>
                <a:t>AUM 1.0</a:t>
              </a:r>
              <a:r>
                <a:rPr kumimoji="1" lang="ko-KR" altLang="en-US" sz="1200" b="1" i="0" u="none" strike="noStrike" kern="1200" cap="none" spc="0" normalizeH="0" baseline="0" noProof="0" dirty="0">
                  <a:ln>
                    <a:noFill/>
                  </a:ln>
                  <a:solidFill>
                    <a:prstClr val="black"/>
                  </a:solidFill>
                  <a:effectLst/>
                  <a:uLnTx/>
                  <a:uFillTx/>
                  <a:latin typeface="KoPubWorld바탕체 Bold" panose="00000800000000000000" pitchFamily="2" charset="-127"/>
                  <a:ea typeface="KoPubWorld바탕체 Bold" panose="00000800000000000000" pitchFamily="2" charset="-127"/>
                  <a:cs typeface="KoPubWorld바탕체 Bold" panose="00000800000000000000" pitchFamily="2" charset="-127"/>
                </a:rPr>
                <a:t>조원</a:t>
              </a:r>
              <a:endParaRPr kumimoji="1" lang="en-US" altLang="ko-KR" sz="1200" b="1" i="0" u="none" strike="noStrike" kern="1200" cap="none" spc="0" normalizeH="0" baseline="30000" noProof="0" dirty="0">
                <a:ln>
                  <a:noFill/>
                </a:ln>
                <a:solidFill>
                  <a:prstClr val="black"/>
                </a:solidFill>
                <a:effectLst/>
                <a:uLnTx/>
                <a:uFillTx/>
                <a:latin typeface="KoPubWorld바탕체 Bold" panose="00000800000000000000" pitchFamily="2" charset="-127"/>
                <a:ea typeface="KoPubWorld바탕체 Bold" panose="00000800000000000000" pitchFamily="2" charset="-127"/>
                <a:cs typeface="KoPubWorld바탕체 Bold" panose="00000800000000000000" pitchFamily="2" charset="-127"/>
              </a:endParaRPr>
            </a:p>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700" b="0" i="0" u="none" strike="noStrike" kern="1200" cap="none" spc="0" normalizeH="0" baseline="0" noProof="0" dirty="0">
                  <a:ln>
                    <a:noFill/>
                  </a:ln>
                  <a:solidFill>
                    <a:prstClr val="black"/>
                  </a:solidFill>
                  <a:effectLst/>
                  <a:uLnTx/>
                  <a:uFillTx/>
                  <a:latin typeface="KoPubWorld바탕체 Bold" panose="00000800000000000000" pitchFamily="2" charset="-127"/>
                  <a:ea typeface="KoPubWorld바탕체 Bold" panose="00000800000000000000" pitchFamily="2" charset="-127"/>
                  <a:cs typeface="KoPubWorld바탕체 Bold" panose="00000800000000000000" pitchFamily="2" charset="-127"/>
                </a:rPr>
                <a:t>(2</a:t>
              </a:r>
              <a:r>
                <a:rPr kumimoji="1" lang="en-US" altLang="ko-KR" sz="700" dirty="0">
                  <a:solidFill>
                    <a:prstClr val="black"/>
                  </a:solidFill>
                  <a:latin typeface="KoPubWorld바탕체 Bold" panose="00000800000000000000" pitchFamily="2" charset="-127"/>
                  <a:ea typeface="KoPubWorld바탕체 Bold" panose="00000800000000000000" pitchFamily="2" charset="-127"/>
                  <a:cs typeface="KoPubWorld바탕체 Bold" panose="00000800000000000000" pitchFamily="2" charset="-127"/>
                </a:rPr>
                <a:t>0</a:t>
              </a:r>
              <a:r>
                <a:rPr kumimoji="1" lang="en-US" altLang="ko-KR" sz="700" b="0" i="0" u="none" strike="noStrike" kern="1200" cap="none" spc="0" normalizeH="0" baseline="0" noProof="0" dirty="0">
                  <a:ln>
                    <a:noFill/>
                  </a:ln>
                  <a:solidFill>
                    <a:prstClr val="black"/>
                  </a:solidFill>
                  <a:effectLst/>
                  <a:uLnTx/>
                  <a:uFillTx/>
                  <a:latin typeface="KoPubWorld바탕체 Bold" panose="00000800000000000000" pitchFamily="2" charset="-127"/>
                  <a:ea typeface="KoPubWorld바탕체 Bold" panose="00000800000000000000" pitchFamily="2" charset="-127"/>
                  <a:cs typeface="KoPubWorld바탕체 Bold" panose="00000800000000000000" pitchFamily="2" charset="-127"/>
                </a:rPr>
                <a:t>.05</a:t>
              </a:r>
              <a:r>
                <a:rPr kumimoji="1" lang="ko-KR" altLang="en-US" sz="700" b="0" i="0" u="none" strike="noStrike" kern="1200" cap="none" spc="0" normalizeH="0" baseline="0" noProof="0" dirty="0">
                  <a:ln>
                    <a:noFill/>
                  </a:ln>
                  <a:solidFill>
                    <a:prstClr val="black"/>
                  </a:solidFill>
                  <a:effectLst/>
                  <a:uLnTx/>
                  <a:uFillTx/>
                  <a:latin typeface="KoPubWorld바탕체 Bold" panose="00000800000000000000" pitchFamily="2" charset="-127"/>
                  <a:ea typeface="KoPubWorld바탕체 Bold" panose="00000800000000000000" pitchFamily="2" charset="-127"/>
                  <a:cs typeface="KoPubWorld바탕체 Bold" panose="00000800000000000000" pitchFamily="2" charset="-127"/>
                </a:rPr>
                <a:t>월말 기준</a:t>
              </a:r>
              <a:r>
                <a:rPr kumimoji="1" lang="en-US" altLang="ko-KR" sz="700" b="0" i="0" u="none" strike="noStrike" kern="1200" cap="none" spc="0" normalizeH="0" baseline="0" noProof="0" dirty="0">
                  <a:ln>
                    <a:noFill/>
                  </a:ln>
                  <a:solidFill>
                    <a:prstClr val="black"/>
                  </a:solidFill>
                  <a:effectLst/>
                  <a:uLnTx/>
                  <a:uFillTx/>
                  <a:latin typeface="KoPubWorld바탕체 Bold" panose="00000800000000000000" pitchFamily="2" charset="-127"/>
                  <a:ea typeface="KoPubWorld바탕체 Bold" panose="00000800000000000000" pitchFamily="2" charset="-127"/>
                  <a:cs typeface="KoPubWorld바탕체 Bold" panose="00000800000000000000" pitchFamily="2" charset="-127"/>
                </a:rPr>
                <a:t>)</a:t>
              </a:r>
            </a:p>
          </p:txBody>
        </p:sp>
        <p:grpSp>
          <p:nvGrpSpPr>
            <p:cNvPr id="2" name="그룹 1">
              <a:extLst>
                <a:ext uri="{FF2B5EF4-FFF2-40B4-BE49-F238E27FC236}">
                  <a16:creationId xmlns:a16="http://schemas.microsoft.com/office/drawing/2014/main" id="{E71263E0-E896-36FB-2855-022F683C4E61}"/>
                </a:ext>
              </a:extLst>
            </p:cNvPr>
            <p:cNvGrpSpPr/>
            <p:nvPr/>
          </p:nvGrpSpPr>
          <p:grpSpPr>
            <a:xfrm>
              <a:off x="2357574" y="2370772"/>
              <a:ext cx="3511459" cy="2381173"/>
              <a:chOff x="5779382" y="2729920"/>
              <a:chExt cx="4673751" cy="3834903"/>
            </a:xfrm>
          </p:grpSpPr>
          <p:pic>
            <p:nvPicPr>
              <p:cNvPr id="4" name="그림 3">
                <a:extLst>
                  <a:ext uri="{FF2B5EF4-FFF2-40B4-BE49-F238E27FC236}">
                    <a16:creationId xmlns:a16="http://schemas.microsoft.com/office/drawing/2014/main" id="{69DBE4DA-B806-3BD8-75A6-41AFB5DDCDF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31099" y="3060738"/>
                <a:ext cx="1556497" cy="333508"/>
              </a:xfrm>
              <a:prstGeom prst="rect">
                <a:avLst/>
              </a:prstGeom>
              <a:extLst>
                <a:ext uri="{909E8E84-426E-40DD-AFC4-6F175D3DCCD1}">
                  <a14:hiddenFill xmlns:a14="http://schemas.microsoft.com/office/drawing/2010/main">
                    <a:solidFill>
                      <a:srgbClr val="FFFFFF"/>
                    </a:solidFill>
                  </a14:hiddenFill>
                </a:ext>
              </a:extLst>
            </p:spPr>
          </p:pic>
          <p:pic>
            <p:nvPicPr>
              <p:cNvPr id="5" name="Picture 2" descr="HD현대오일뱅크] 2025년 상반기 신입사원 채용 | 공모전 대외활동-링커리어">
                <a:extLst>
                  <a:ext uri="{FF2B5EF4-FFF2-40B4-BE49-F238E27FC236}">
                    <a16:creationId xmlns:a16="http://schemas.microsoft.com/office/drawing/2014/main" id="{2E1E32F9-99F9-9CA6-F8A0-16542DBB7F30}"/>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9528" t="33050" r="11656" b="33982"/>
              <a:stretch>
                <a:fillRect/>
              </a:stretch>
            </p:blipFill>
            <p:spPr bwMode="auto">
              <a:xfrm>
                <a:off x="8691146" y="3031056"/>
                <a:ext cx="1761987" cy="369332"/>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6" name="차트 5">
                <a:extLst>
                  <a:ext uri="{FF2B5EF4-FFF2-40B4-BE49-F238E27FC236}">
                    <a16:creationId xmlns:a16="http://schemas.microsoft.com/office/drawing/2014/main" id="{9161D02C-D93C-716F-A739-817B0F939122}"/>
                  </a:ext>
                </a:extLst>
              </p:cNvPr>
              <p:cNvGraphicFramePr/>
              <p:nvPr>
                <p:extLst>
                  <p:ext uri="{D42A27DB-BD31-4B8C-83A1-F6EECF244321}">
                    <p14:modId xmlns:p14="http://schemas.microsoft.com/office/powerpoint/2010/main" val="1981437435"/>
                  </p:ext>
                </p:extLst>
              </p:nvPr>
            </p:nvGraphicFramePr>
            <p:xfrm>
              <a:off x="6467630" y="2729920"/>
              <a:ext cx="3141378" cy="3834903"/>
            </p:xfrm>
            <a:graphic>
              <a:graphicData uri="http://schemas.openxmlformats.org/drawingml/2006/chart">
                <c:chart xmlns:c="http://schemas.openxmlformats.org/drawingml/2006/chart" xmlns:r="http://schemas.openxmlformats.org/officeDocument/2006/relationships" r:id="rId5"/>
              </a:graphicData>
            </a:graphic>
          </p:graphicFrame>
          <p:sp>
            <p:nvSpPr>
              <p:cNvPr id="7" name="TextBox 6">
                <a:extLst>
                  <a:ext uri="{FF2B5EF4-FFF2-40B4-BE49-F238E27FC236}">
                    <a16:creationId xmlns:a16="http://schemas.microsoft.com/office/drawing/2014/main" id="{7BD022A2-F838-A903-4EE9-838FA0314E39}"/>
                  </a:ext>
                </a:extLst>
              </p:cNvPr>
              <p:cNvSpPr txBox="1"/>
              <p:nvPr/>
            </p:nvSpPr>
            <p:spPr>
              <a:xfrm>
                <a:off x="9740936" y="3482478"/>
                <a:ext cx="584901" cy="368686"/>
              </a:xfrm>
              <a:prstGeom prst="rect">
                <a:avLst/>
              </a:prstGeom>
              <a:noFill/>
            </p:spPr>
            <p:txBody>
              <a:bodyPr wrap="square" lIns="0" tIns="0" rIns="0" bIns="0" rtlCol="0">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900" b="0" i="0" u="none" strike="noStrike" kern="1200" cap="none" spc="0" normalizeH="0" baseline="0" noProof="0" dirty="0">
                    <a:ln>
                      <a:noFill/>
                    </a:ln>
                    <a:solidFill>
                      <a:prstClr val="black"/>
                    </a:solidFill>
                    <a:effectLst/>
                    <a:uLnTx/>
                    <a:uFillTx/>
                    <a:latin typeface="KoPubWorld바탕체 Bold" panose="00000800000000000000" pitchFamily="2" charset="-127"/>
                    <a:ea typeface="KoPubWorld바탕체 Bold" panose="00000800000000000000" pitchFamily="2" charset="-127"/>
                    <a:cs typeface="KoPubWorld바탕체 Bold" panose="00000800000000000000" pitchFamily="2" charset="-127"/>
                  </a:rPr>
                  <a:t>Energy</a:t>
                </a:r>
              </a:p>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900" b="0" i="0" u="none" strike="noStrike" kern="1200" cap="none" spc="0" normalizeH="0" baseline="0" noProof="0" dirty="0">
                    <a:ln>
                      <a:noFill/>
                    </a:ln>
                    <a:solidFill>
                      <a:prstClr val="black"/>
                    </a:solidFill>
                    <a:effectLst/>
                    <a:uLnTx/>
                    <a:uFillTx/>
                    <a:latin typeface="KoPubWorld바탕체 Bold" panose="00000800000000000000" pitchFamily="2" charset="-127"/>
                    <a:ea typeface="KoPubWorld바탕체 Bold" panose="00000800000000000000" pitchFamily="2" charset="-127"/>
                    <a:cs typeface="KoPubWorld바탕체 Bold" panose="00000800000000000000" pitchFamily="2" charset="-127"/>
                  </a:rPr>
                  <a:t>(38.5%)</a:t>
                </a:r>
              </a:p>
            </p:txBody>
          </p:sp>
          <p:grpSp>
            <p:nvGrpSpPr>
              <p:cNvPr id="8" name="그룹 7">
                <a:extLst>
                  <a:ext uri="{FF2B5EF4-FFF2-40B4-BE49-F238E27FC236}">
                    <a16:creationId xmlns:a16="http://schemas.microsoft.com/office/drawing/2014/main" id="{5CBA3DF9-03B3-74FA-663F-5B93D5B5E4DB}"/>
                  </a:ext>
                </a:extLst>
              </p:cNvPr>
              <p:cNvGrpSpPr/>
              <p:nvPr/>
            </p:nvGrpSpPr>
            <p:grpSpPr>
              <a:xfrm>
                <a:off x="5933590" y="4688269"/>
                <a:ext cx="880000" cy="569525"/>
                <a:chOff x="5933590" y="4688269"/>
                <a:chExt cx="880000" cy="569525"/>
              </a:xfrm>
            </p:grpSpPr>
            <p:sp>
              <p:nvSpPr>
                <p:cNvPr id="23" name="TextBox 22">
                  <a:extLst>
                    <a:ext uri="{FF2B5EF4-FFF2-40B4-BE49-F238E27FC236}">
                      <a16:creationId xmlns:a16="http://schemas.microsoft.com/office/drawing/2014/main" id="{AD8CFE27-A657-CF07-EA29-4049DFE7A124}"/>
                    </a:ext>
                  </a:extLst>
                </p:cNvPr>
                <p:cNvSpPr txBox="1"/>
                <p:nvPr/>
              </p:nvSpPr>
              <p:spPr>
                <a:xfrm>
                  <a:off x="5933590" y="4688269"/>
                  <a:ext cx="584900" cy="368685"/>
                </a:xfrm>
                <a:prstGeom prst="rect">
                  <a:avLst/>
                </a:prstGeom>
                <a:noFill/>
              </p:spPr>
              <p:txBody>
                <a:bodyPr wrap="square" lIns="0" tIns="0" rIns="0" bIns="0" rtlCol="0">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900" dirty="0">
                      <a:solidFill>
                        <a:prstClr val="black"/>
                      </a:solidFill>
                      <a:latin typeface="KoPubWorld바탕체 Bold" panose="00000800000000000000" pitchFamily="2" charset="-127"/>
                      <a:ea typeface="KoPubWorld바탕체 Bold" panose="00000800000000000000" pitchFamily="2" charset="-127"/>
                      <a:cs typeface="KoPubWorld바탕체 Bold" panose="00000800000000000000" pitchFamily="2" charset="-127"/>
                    </a:rPr>
                    <a:t>Hotel</a:t>
                  </a:r>
                  <a:endParaRPr kumimoji="1" lang="en-US" altLang="ko-KR" sz="900" b="0" i="0" u="none" strike="noStrike" kern="1200" cap="none" spc="0" normalizeH="0" baseline="0" noProof="0" dirty="0">
                    <a:ln>
                      <a:noFill/>
                    </a:ln>
                    <a:solidFill>
                      <a:prstClr val="black"/>
                    </a:solidFill>
                    <a:effectLst/>
                    <a:uLnTx/>
                    <a:uFillTx/>
                    <a:latin typeface="KoPubWorld바탕체 Bold" panose="00000800000000000000" pitchFamily="2" charset="-127"/>
                    <a:ea typeface="KoPubWorld바탕체 Bold" panose="00000800000000000000" pitchFamily="2" charset="-127"/>
                    <a:cs typeface="KoPubWorld바탕체 Bold" panose="00000800000000000000" pitchFamily="2" charset="-127"/>
                  </a:endParaRPr>
                </a:p>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900" b="0" i="0" u="none" strike="noStrike" kern="1200" cap="none" spc="0" normalizeH="0" baseline="0" noProof="0" dirty="0">
                      <a:ln>
                        <a:noFill/>
                      </a:ln>
                      <a:solidFill>
                        <a:prstClr val="black"/>
                      </a:solidFill>
                      <a:effectLst/>
                      <a:uLnTx/>
                      <a:uFillTx/>
                      <a:latin typeface="KoPubWorld바탕체 Bold" panose="00000800000000000000" pitchFamily="2" charset="-127"/>
                      <a:ea typeface="KoPubWorld바탕체 Bold" panose="00000800000000000000" pitchFamily="2" charset="-127"/>
                      <a:cs typeface="KoPubWorld바탕체 Bold" panose="00000800000000000000" pitchFamily="2" charset="-127"/>
                    </a:rPr>
                    <a:t>(2.9%)</a:t>
                  </a:r>
                </a:p>
              </p:txBody>
            </p:sp>
            <p:sp>
              <p:nvSpPr>
                <p:cNvPr id="44" name="자유형 49">
                  <a:extLst>
                    <a:ext uri="{FF2B5EF4-FFF2-40B4-BE49-F238E27FC236}">
                      <a16:creationId xmlns:a16="http://schemas.microsoft.com/office/drawing/2014/main" id="{595236E4-2BAB-6F69-175F-480B8BE471EC}"/>
                    </a:ext>
                  </a:extLst>
                </p:cNvPr>
                <p:cNvSpPr/>
                <p:nvPr/>
              </p:nvSpPr>
              <p:spPr>
                <a:xfrm>
                  <a:off x="6485930" y="4770114"/>
                  <a:ext cx="327660" cy="487680"/>
                </a:xfrm>
                <a:custGeom>
                  <a:avLst/>
                  <a:gdLst>
                    <a:gd name="connsiteX0" fmla="*/ 327660 w 327660"/>
                    <a:gd name="connsiteY0" fmla="*/ 487680 h 487680"/>
                    <a:gd name="connsiteX1" fmla="*/ 106680 w 327660"/>
                    <a:gd name="connsiteY1" fmla="*/ 0 h 487680"/>
                    <a:gd name="connsiteX2" fmla="*/ 0 w 327660"/>
                    <a:gd name="connsiteY2" fmla="*/ 0 h 487680"/>
                  </a:gdLst>
                  <a:ahLst/>
                  <a:cxnLst>
                    <a:cxn ang="0">
                      <a:pos x="connsiteX0" y="connsiteY0"/>
                    </a:cxn>
                    <a:cxn ang="0">
                      <a:pos x="connsiteX1" y="connsiteY1"/>
                    </a:cxn>
                    <a:cxn ang="0">
                      <a:pos x="connsiteX2" y="connsiteY2"/>
                    </a:cxn>
                  </a:cxnLst>
                  <a:rect l="l" t="t" r="r" b="b"/>
                  <a:pathLst>
                    <a:path w="327660" h="487680">
                      <a:moveTo>
                        <a:pt x="327660" y="487680"/>
                      </a:moveTo>
                      <a:lnTo>
                        <a:pt x="106680" y="0"/>
                      </a:lnTo>
                      <a:lnTo>
                        <a:pt x="0" y="0"/>
                      </a:lnTo>
                    </a:path>
                  </a:pathLst>
                </a:custGeom>
                <a:noFill/>
                <a:ln>
                  <a:solidFill>
                    <a:schemeClr val="tx1"/>
                  </a:solidFill>
                  <a:headEnd type="oval"/>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latinLnBrk="1"/>
                  <a:endParaRPr lang="ko-KR" altLang="en-US" sz="900">
                    <a:solidFill>
                      <a:prstClr val="white"/>
                    </a:solidFill>
                    <a:latin typeface="맑은 고딕" panose="020F0502020204030204"/>
                    <a:ea typeface="맑은 고딕" panose="020B0503020000020004" pitchFamily="50" charset="-127"/>
                  </a:endParaRPr>
                </a:p>
              </p:txBody>
            </p:sp>
          </p:grpSp>
          <p:grpSp>
            <p:nvGrpSpPr>
              <p:cNvPr id="10" name="그룹 9">
                <a:extLst>
                  <a:ext uri="{FF2B5EF4-FFF2-40B4-BE49-F238E27FC236}">
                    <a16:creationId xmlns:a16="http://schemas.microsoft.com/office/drawing/2014/main" id="{382CDA86-9E10-DCFF-9E97-BCF68EFD48ED}"/>
                  </a:ext>
                </a:extLst>
              </p:cNvPr>
              <p:cNvGrpSpPr/>
              <p:nvPr/>
            </p:nvGrpSpPr>
            <p:grpSpPr>
              <a:xfrm>
                <a:off x="6760742" y="5965847"/>
                <a:ext cx="859584" cy="583070"/>
                <a:chOff x="5836817" y="5352099"/>
                <a:chExt cx="859584" cy="583070"/>
              </a:xfrm>
            </p:grpSpPr>
            <p:sp>
              <p:nvSpPr>
                <p:cNvPr id="21" name="TextBox 20">
                  <a:extLst>
                    <a:ext uri="{FF2B5EF4-FFF2-40B4-BE49-F238E27FC236}">
                      <a16:creationId xmlns:a16="http://schemas.microsoft.com/office/drawing/2014/main" id="{0EA87824-8183-F24F-658C-77BB147DFE45}"/>
                    </a:ext>
                  </a:extLst>
                </p:cNvPr>
                <p:cNvSpPr txBox="1"/>
                <p:nvPr/>
              </p:nvSpPr>
              <p:spPr>
                <a:xfrm>
                  <a:off x="5836817" y="5566484"/>
                  <a:ext cx="667238" cy="368685"/>
                </a:xfrm>
                <a:prstGeom prst="rect">
                  <a:avLst/>
                </a:prstGeom>
                <a:noFill/>
              </p:spPr>
              <p:txBody>
                <a:bodyPr wrap="square" lIns="0" tIns="0" rIns="0" bIns="0" rtlCol="0">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900" b="0" i="0" u="none" strike="noStrike" kern="1200" cap="none" spc="0" normalizeH="0" baseline="0" noProof="0" dirty="0">
                      <a:ln>
                        <a:noFill/>
                      </a:ln>
                      <a:solidFill>
                        <a:prstClr val="black"/>
                      </a:solidFill>
                      <a:effectLst/>
                      <a:uLnTx/>
                      <a:uFillTx/>
                      <a:latin typeface="KoPubWorld바탕체 Bold" panose="00000800000000000000" pitchFamily="2" charset="-127"/>
                      <a:ea typeface="KoPubWorld바탕체 Bold" panose="00000800000000000000" pitchFamily="2" charset="-127"/>
                      <a:cs typeface="KoPubWorld바탕체 Bold" panose="00000800000000000000" pitchFamily="2" charset="-127"/>
                    </a:rPr>
                    <a:t>Logistics</a:t>
                  </a:r>
                </a:p>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900" b="0" i="0" u="none" strike="noStrike" kern="1200" cap="none" spc="0" normalizeH="0" baseline="0" noProof="0" dirty="0">
                      <a:ln>
                        <a:noFill/>
                      </a:ln>
                      <a:solidFill>
                        <a:prstClr val="black"/>
                      </a:solidFill>
                      <a:effectLst/>
                      <a:uLnTx/>
                      <a:uFillTx/>
                      <a:latin typeface="KoPubWorld바탕체 Bold" panose="00000800000000000000" pitchFamily="2" charset="-127"/>
                      <a:ea typeface="KoPubWorld바탕체 Bold" panose="00000800000000000000" pitchFamily="2" charset="-127"/>
                      <a:cs typeface="KoPubWorld바탕체 Bold" panose="00000800000000000000" pitchFamily="2" charset="-127"/>
                    </a:rPr>
                    <a:t>(19.7%)</a:t>
                  </a:r>
                </a:p>
              </p:txBody>
            </p:sp>
            <p:sp>
              <p:nvSpPr>
                <p:cNvPr id="22" name="자유형 450">
                  <a:extLst>
                    <a:ext uri="{FF2B5EF4-FFF2-40B4-BE49-F238E27FC236}">
                      <a16:creationId xmlns:a16="http://schemas.microsoft.com/office/drawing/2014/main" id="{7402B55D-AAC5-0767-931A-4E363E201E96}"/>
                    </a:ext>
                  </a:extLst>
                </p:cNvPr>
                <p:cNvSpPr/>
                <p:nvPr/>
              </p:nvSpPr>
              <p:spPr>
                <a:xfrm>
                  <a:off x="6461451" y="5352099"/>
                  <a:ext cx="234950" cy="292100"/>
                </a:xfrm>
                <a:custGeom>
                  <a:avLst/>
                  <a:gdLst>
                    <a:gd name="connsiteX0" fmla="*/ 234950 w 234950"/>
                    <a:gd name="connsiteY0" fmla="*/ 0 h 292100"/>
                    <a:gd name="connsiteX1" fmla="*/ 82550 w 234950"/>
                    <a:gd name="connsiteY1" fmla="*/ 292100 h 292100"/>
                    <a:gd name="connsiteX2" fmla="*/ 0 w 234950"/>
                    <a:gd name="connsiteY2" fmla="*/ 292100 h 292100"/>
                  </a:gdLst>
                  <a:ahLst/>
                  <a:cxnLst>
                    <a:cxn ang="0">
                      <a:pos x="connsiteX0" y="connsiteY0"/>
                    </a:cxn>
                    <a:cxn ang="0">
                      <a:pos x="connsiteX1" y="connsiteY1"/>
                    </a:cxn>
                    <a:cxn ang="0">
                      <a:pos x="connsiteX2" y="connsiteY2"/>
                    </a:cxn>
                  </a:cxnLst>
                  <a:rect l="l" t="t" r="r" b="b"/>
                  <a:pathLst>
                    <a:path w="234950" h="292100">
                      <a:moveTo>
                        <a:pt x="234950" y="0"/>
                      </a:moveTo>
                      <a:lnTo>
                        <a:pt x="82550" y="292100"/>
                      </a:lnTo>
                      <a:lnTo>
                        <a:pt x="0" y="292100"/>
                      </a:lnTo>
                    </a:path>
                  </a:pathLst>
                </a:custGeom>
                <a:noFill/>
                <a:ln w="6350">
                  <a:solidFill>
                    <a:schemeClr val="tx1"/>
                  </a:solidFill>
                  <a:headEnd type="oval"/>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900" dirty="0">
                    <a:solidFill>
                      <a:prstClr val="white"/>
                    </a:solidFill>
                    <a:latin typeface="맑은 고딕" panose="020F0502020204030204"/>
                    <a:ea typeface="맑은 고딕" panose="020B0503020000020004" pitchFamily="50" charset="-127"/>
                  </a:endParaRPr>
                </a:p>
              </p:txBody>
            </p:sp>
          </p:grpSp>
          <p:sp>
            <p:nvSpPr>
              <p:cNvPr id="11" name="TextBox 10">
                <a:extLst>
                  <a:ext uri="{FF2B5EF4-FFF2-40B4-BE49-F238E27FC236}">
                    <a16:creationId xmlns:a16="http://schemas.microsoft.com/office/drawing/2014/main" id="{AFA44C18-13C9-4E2A-D582-AB4EB4A0DEED}"/>
                  </a:ext>
                </a:extLst>
              </p:cNvPr>
              <p:cNvSpPr txBox="1"/>
              <p:nvPr/>
            </p:nvSpPr>
            <p:spPr>
              <a:xfrm>
                <a:off x="7364050" y="4329103"/>
                <a:ext cx="1334174" cy="645200"/>
              </a:xfrm>
              <a:prstGeom prst="rect">
                <a:avLst/>
              </a:prstGeom>
              <a:noFill/>
            </p:spPr>
            <p:txBody>
              <a:bodyPr wrap="square" lIns="0" tIns="0" rIns="0" bIns="0" rtlCol="0">
                <a:spAutoFit/>
              </a:bodyPr>
              <a:lstStyle/>
              <a:p>
                <a:pPr marL="0" marR="0" lvl="0" indent="0" algn="ctr" defTabSz="986912" rtl="0" eaLnBrk="1" fontAlgn="base" latinLnBrk="1" hangingPunct="1">
                  <a:lnSpc>
                    <a:spcPct val="150000"/>
                  </a:lnSpc>
                  <a:spcBef>
                    <a:spcPct val="0"/>
                  </a:spcBef>
                  <a:spcAft>
                    <a:spcPct val="0"/>
                  </a:spcAft>
                  <a:buClrTx/>
                  <a:buSzTx/>
                  <a:buFontTx/>
                  <a:buNone/>
                  <a:tabLst/>
                  <a:defRPr/>
                </a:pPr>
                <a:r>
                  <a:rPr kumimoji="1" lang="en-US" altLang="ko-KR" sz="900" b="1" i="0" u="none" strike="noStrike" kern="1200" cap="none" spc="0" normalizeH="0" baseline="0" noProof="0" dirty="0">
                    <a:ln>
                      <a:noFill/>
                    </a:ln>
                    <a:solidFill>
                      <a:prstClr val="black"/>
                    </a:solidFill>
                    <a:effectLst/>
                    <a:uLnTx/>
                    <a:uFillTx/>
                    <a:latin typeface="KoPubWorld바탕체 Bold" panose="00000800000000000000" pitchFamily="2" charset="-127"/>
                    <a:ea typeface="KoPubWorld바탕체 Bold" panose="00000800000000000000" pitchFamily="2" charset="-127"/>
                    <a:cs typeface="KoPubWorld바탕체 Bold" panose="00000800000000000000" pitchFamily="2" charset="-127"/>
                  </a:rPr>
                  <a:t>AUM 1.85</a:t>
                </a:r>
                <a:r>
                  <a:rPr kumimoji="1" lang="ko-KR" altLang="en-US" sz="900" b="1" i="0" u="none" strike="noStrike" kern="1200" cap="none" spc="0" normalizeH="0" baseline="0" noProof="0" dirty="0">
                    <a:ln>
                      <a:noFill/>
                    </a:ln>
                    <a:solidFill>
                      <a:prstClr val="black"/>
                    </a:solidFill>
                    <a:effectLst/>
                    <a:uLnTx/>
                    <a:uFillTx/>
                    <a:latin typeface="KoPubWorld바탕체 Bold" panose="00000800000000000000" pitchFamily="2" charset="-127"/>
                    <a:ea typeface="KoPubWorld바탕체 Bold" panose="00000800000000000000" pitchFamily="2" charset="-127"/>
                    <a:cs typeface="KoPubWorld바탕체 Bold" panose="00000800000000000000" pitchFamily="2" charset="-127"/>
                  </a:rPr>
                  <a:t>조원</a:t>
                </a:r>
                <a:endParaRPr kumimoji="1" lang="en-US" altLang="ko-KR" sz="900" b="1" i="0" u="none" strike="noStrike" kern="1200" cap="none" spc="0" normalizeH="0" baseline="30000" noProof="0" dirty="0">
                  <a:ln>
                    <a:noFill/>
                  </a:ln>
                  <a:solidFill>
                    <a:prstClr val="black"/>
                  </a:solidFill>
                  <a:effectLst/>
                  <a:uLnTx/>
                  <a:uFillTx/>
                  <a:latin typeface="KoPubWorld바탕체 Bold" panose="00000800000000000000" pitchFamily="2" charset="-127"/>
                  <a:ea typeface="KoPubWorld바탕체 Bold" panose="00000800000000000000" pitchFamily="2" charset="-127"/>
                  <a:cs typeface="KoPubWorld바탕체 Bold" panose="00000800000000000000" pitchFamily="2" charset="-127"/>
                </a:endParaRPr>
              </a:p>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900" b="0" i="0" u="none" strike="noStrike" kern="1200" cap="none" spc="0" normalizeH="0" baseline="0" noProof="0" dirty="0">
                    <a:ln>
                      <a:noFill/>
                    </a:ln>
                    <a:solidFill>
                      <a:prstClr val="black"/>
                    </a:solidFill>
                    <a:effectLst/>
                    <a:uLnTx/>
                    <a:uFillTx/>
                    <a:latin typeface="KoPubWorld바탕체 Bold" panose="00000800000000000000" pitchFamily="2" charset="-127"/>
                    <a:ea typeface="KoPubWorld바탕체 Bold" panose="00000800000000000000" pitchFamily="2" charset="-127"/>
                    <a:cs typeface="KoPubWorld바탕체 Bold" panose="00000800000000000000" pitchFamily="2" charset="-127"/>
                  </a:rPr>
                  <a:t>(26.05</a:t>
                </a:r>
                <a:r>
                  <a:rPr kumimoji="1" lang="ko-KR" altLang="en-US" sz="900" b="0" i="0" u="none" strike="noStrike" kern="1200" cap="none" spc="0" normalizeH="0" baseline="0" noProof="0" dirty="0">
                    <a:ln>
                      <a:noFill/>
                    </a:ln>
                    <a:solidFill>
                      <a:prstClr val="black"/>
                    </a:solidFill>
                    <a:effectLst/>
                    <a:uLnTx/>
                    <a:uFillTx/>
                    <a:latin typeface="KoPubWorld바탕체 Bold" panose="00000800000000000000" pitchFamily="2" charset="-127"/>
                    <a:ea typeface="KoPubWorld바탕체 Bold" panose="00000800000000000000" pitchFamily="2" charset="-127"/>
                    <a:cs typeface="KoPubWorld바탕체 Bold" panose="00000800000000000000" pitchFamily="2" charset="-127"/>
                  </a:rPr>
                  <a:t>월말 예상</a:t>
                </a:r>
                <a:r>
                  <a:rPr kumimoji="1" lang="en-US" altLang="ko-KR" sz="900" b="0" i="0" u="none" strike="noStrike" kern="1200" cap="none" spc="0" normalizeH="0" baseline="0" noProof="0" dirty="0">
                    <a:ln>
                      <a:noFill/>
                    </a:ln>
                    <a:solidFill>
                      <a:prstClr val="black"/>
                    </a:solidFill>
                    <a:effectLst/>
                    <a:uLnTx/>
                    <a:uFillTx/>
                    <a:latin typeface="KoPubWorld바탕체 Bold" panose="00000800000000000000" pitchFamily="2" charset="-127"/>
                    <a:ea typeface="KoPubWorld바탕체 Bold" panose="00000800000000000000" pitchFamily="2" charset="-127"/>
                    <a:cs typeface="KoPubWorld바탕체 Bold" panose="00000800000000000000" pitchFamily="2" charset="-127"/>
                  </a:rPr>
                  <a:t>, </a:t>
                </a:r>
              </a:p>
              <a:p>
                <a:pPr marL="0" marR="0" lvl="0" indent="0" algn="ctr" defTabSz="986912" rtl="0" eaLnBrk="1" fontAlgn="base" latinLnBrk="1" hangingPunct="1">
                  <a:lnSpc>
                    <a:spcPct val="100000"/>
                  </a:lnSpc>
                  <a:spcBef>
                    <a:spcPct val="0"/>
                  </a:spcBef>
                  <a:spcAft>
                    <a:spcPct val="0"/>
                  </a:spcAft>
                  <a:buClrTx/>
                  <a:buSzTx/>
                  <a:buFontTx/>
                  <a:buNone/>
                  <a:tabLst/>
                  <a:defRPr/>
                </a:pPr>
                <a:r>
                  <a:rPr kumimoji="1" lang="ko-KR" altLang="en-US" sz="900" b="0" i="0" u="none" strike="noStrike" kern="1200" cap="none" spc="0" normalizeH="0" baseline="0" noProof="0" dirty="0">
                    <a:ln>
                      <a:noFill/>
                    </a:ln>
                    <a:solidFill>
                      <a:prstClr val="black"/>
                    </a:solidFill>
                    <a:effectLst/>
                    <a:uLnTx/>
                    <a:uFillTx/>
                    <a:latin typeface="KoPubWorld바탕체 Bold" panose="00000800000000000000" pitchFamily="2" charset="-127"/>
                    <a:ea typeface="KoPubWorld바탕체 Bold" panose="00000800000000000000" pitchFamily="2" charset="-127"/>
                    <a:cs typeface="KoPubWorld바탕체 Bold" panose="00000800000000000000" pitchFamily="2" charset="-127"/>
                  </a:rPr>
                  <a:t>연결재무제표 기준</a:t>
                </a:r>
                <a:r>
                  <a:rPr kumimoji="1" lang="en-US" altLang="ko-KR" sz="900" b="0" i="0" u="none" strike="noStrike" kern="1200" cap="none" spc="0" normalizeH="0" baseline="0" noProof="0" dirty="0">
                    <a:ln>
                      <a:noFill/>
                    </a:ln>
                    <a:solidFill>
                      <a:prstClr val="black"/>
                    </a:solidFill>
                    <a:effectLst/>
                    <a:uLnTx/>
                    <a:uFillTx/>
                    <a:latin typeface="KoPubWorld바탕체 Bold" panose="00000800000000000000" pitchFamily="2" charset="-127"/>
                    <a:ea typeface="KoPubWorld바탕체 Bold" panose="00000800000000000000" pitchFamily="2" charset="-127"/>
                    <a:cs typeface="KoPubWorld바탕체 Bold" panose="00000800000000000000" pitchFamily="2" charset="-127"/>
                  </a:rPr>
                  <a:t>)</a:t>
                </a:r>
              </a:p>
            </p:txBody>
          </p:sp>
          <p:sp>
            <p:nvSpPr>
              <p:cNvPr id="12" name="TextBox 11">
                <a:extLst>
                  <a:ext uri="{FF2B5EF4-FFF2-40B4-BE49-F238E27FC236}">
                    <a16:creationId xmlns:a16="http://schemas.microsoft.com/office/drawing/2014/main" id="{3F57362E-534B-F2B0-78A9-293B2F927B6C}"/>
                  </a:ext>
                </a:extLst>
              </p:cNvPr>
              <p:cNvSpPr txBox="1"/>
              <p:nvPr/>
            </p:nvSpPr>
            <p:spPr>
              <a:xfrm>
                <a:off x="5779382" y="3497803"/>
                <a:ext cx="713273" cy="368686"/>
              </a:xfrm>
              <a:prstGeom prst="rect">
                <a:avLst/>
              </a:prstGeom>
              <a:noFill/>
            </p:spPr>
            <p:txBody>
              <a:bodyPr wrap="square" lIns="0" tIns="0" rIns="0" bIns="0" rtlCol="0">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900" b="0" i="0" u="none" strike="noStrike" kern="1200" cap="none" spc="0" normalizeH="0" baseline="0" noProof="0" dirty="0">
                    <a:ln>
                      <a:noFill/>
                    </a:ln>
                    <a:solidFill>
                      <a:prstClr val="black"/>
                    </a:solidFill>
                    <a:effectLst/>
                    <a:uLnTx/>
                    <a:uFillTx/>
                    <a:latin typeface="KoPubWorld바탕체 Bold" panose="00000800000000000000" pitchFamily="2" charset="-127"/>
                    <a:ea typeface="KoPubWorld바탕체 Bold" panose="00000800000000000000" pitchFamily="2" charset="-127"/>
                    <a:cs typeface="KoPubWorld바탕체 Bold" panose="00000800000000000000" pitchFamily="2" charset="-127"/>
                  </a:rPr>
                  <a:t>Mobility</a:t>
                </a:r>
              </a:p>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900" b="0" i="0" u="none" strike="noStrike" kern="1200" cap="none" spc="0" normalizeH="0" baseline="0" noProof="0" dirty="0">
                    <a:ln>
                      <a:noFill/>
                    </a:ln>
                    <a:solidFill>
                      <a:prstClr val="black"/>
                    </a:solidFill>
                    <a:effectLst/>
                    <a:uLnTx/>
                    <a:uFillTx/>
                    <a:latin typeface="KoPubWorld바탕체 Bold" panose="00000800000000000000" pitchFamily="2" charset="-127"/>
                    <a:ea typeface="KoPubWorld바탕체 Bold" panose="00000800000000000000" pitchFamily="2" charset="-127"/>
                    <a:cs typeface="KoPubWorld바탕체 Bold" panose="00000800000000000000" pitchFamily="2" charset="-127"/>
                  </a:rPr>
                  <a:t>(32.1%)</a:t>
                </a:r>
              </a:p>
            </p:txBody>
          </p:sp>
          <p:sp>
            <p:nvSpPr>
              <p:cNvPr id="13" name="TextBox 12">
                <a:extLst>
                  <a:ext uri="{FF2B5EF4-FFF2-40B4-BE49-F238E27FC236}">
                    <a16:creationId xmlns:a16="http://schemas.microsoft.com/office/drawing/2014/main" id="{81CD8593-E7F9-4ED9-A88F-62839DB2414C}"/>
                  </a:ext>
                </a:extLst>
              </p:cNvPr>
              <p:cNvSpPr txBox="1"/>
              <p:nvPr/>
            </p:nvSpPr>
            <p:spPr>
              <a:xfrm>
                <a:off x="6202749" y="5780103"/>
                <a:ext cx="584901" cy="368686"/>
              </a:xfrm>
              <a:prstGeom prst="rect">
                <a:avLst/>
              </a:prstGeom>
              <a:noFill/>
            </p:spPr>
            <p:txBody>
              <a:bodyPr wrap="square" lIns="0" tIns="0" rIns="0" bIns="0" rtlCol="0">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900" dirty="0">
                    <a:solidFill>
                      <a:prstClr val="black"/>
                    </a:solidFill>
                    <a:latin typeface="KoPubWorld바탕체 Bold" panose="00000800000000000000" pitchFamily="2" charset="-127"/>
                    <a:ea typeface="KoPubWorld바탕체 Bold" panose="00000800000000000000" pitchFamily="2" charset="-127"/>
                    <a:cs typeface="KoPubWorld바탕체 Bold" panose="00000800000000000000" pitchFamily="2" charset="-127"/>
                  </a:rPr>
                  <a:t>Retail</a:t>
                </a:r>
              </a:p>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900" b="0" i="0" u="none" strike="noStrike" kern="1200" cap="none" spc="0" normalizeH="0" baseline="0" noProof="0" dirty="0">
                    <a:ln>
                      <a:noFill/>
                    </a:ln>
                    <a:solidFill>
                      <a:prstClr val="black"/>
                    </a:solidFill>
                    <a:effectLst/>
                    <a:uLnTx/>
                    <a:uFillTx/>
                    <a:latin typeface="KoPubWorld바탕체 Bold" panose="00000800000000000000" pitchFamily="2" charset="-127"/>
                    <a:ea typeface="KoPubWorld바탕체 Bold" panose="00000800000000000000" pitchFamily="2" charset="-127"/>
                    <a:cs typeface="KoPubWorld바탕체 Bold" panose="00000800000000000000" pitchFamily="2" charset="-127"/>
                  </a:rPr>
                  <a:t>(3.2%)</a:t>
                </a:r>
              </a:p>
            </p:txBody>
          </p:sp>
          <p:sp>
            <p:nvSpPr>
              <p:cNvPr id="14" name="TextBox 13">
                <a:extLst>
                  <a:ext uri="{FF2B5EF4-FFF2-40B4-BE49-F238E27FC236}">
                    <a16:creationId xmlns:a16="http://schemas.microsoft.com/office/drawing/2014/main" id="{F30F8383-AF65-B536-312D-A0D997E3EF22}"/>
                  </a:ext>
                </a:extLst>
              </p:cNvPr>
              <p:cNvSpPr txBox="1"/>
              <p:nvPr/>
            </p:nvSpPr>
            <p:spPr>
              <a:xfrm>
                <a:off x="5933590" y="5392581"/>
                <a:ext cx="584901" cy="368686"/>
              </a:xfrm>
              <a:prstGeom prst="rect">
                <a:avLst/>
              </a:prstGeom>
              <a:noFill/>
            </p:spPr>
            <p:txBody>
              <a:bodyPr wrap="square" lIns="0" tIns="0" rIns="0" bIns="0" rtlCol="0">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900" dirty="0">
                    <a:solidFill>
                      <a:prstClr val="black"/>
                    </a:solidFill>
                    <a:latin typeface="KoPubWorld바탕체 Bold" panose="00000800000000000000" pitchFamily="2" charset="-127"/>
                    <a:ea typeface="KoPubWorld바탕체 Bold" panose="00000800000000000000" pitchFamily="2" charset="-127"/>
                    <a:cs typeface="KoPubWorld바탕체 Bold" panose="00000800000000000000" pitchFamily="2" charset="-127"/>
                  </a:rPr>
                  <a:t>Office</a:t>
                </a:r>
              </a:p>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900" b="0" i="0" u="none" strike="noStrike" kern="1200" cap="none" spc="0" normalizeH="0" baseline="0" noProof="0" dirty="0">
                    <a:ln>
                      <a:noFill/>
                    </a:ln>
                    <a:solidFill>
                      <a:prstClr val="black"/>
                    </a:solidFill>
                    <a:effectLst/>
                    <a:uLnTx/>
                    <a:uFillTx/>
                    <a:latin typeface="KoPubWorld바탕체 Bold" panose="00000800000000000000" pitchFamily="2" charset="-127"/>
                    <a:ea typeface="KoPubWorld바탕체 Bold" panose="00000800000000000000" pitchFamily="2" charset="-127"/>
                    <a:cs typeface="KoPubWorld바탕체 Bold" panose="00000800000000000000" pitchFamily="2" charset="-127"/>
                  </a:rPr>
                  <a:t>(3.6%)</a:t>
                </a:r>
              </a:p>
            </p:txBody>
          </p:sp>
          <p:sp>
            <p:nvSpPr>
              <p:cNvPr id="16" name="자유형: 도형 15">
                <a:extLst>
                  <a:ext uri="{FF2B5EF4-FFF2-40B4-BE49-F238E27FC236}">
                    <a16:creationId xmlns:a16="http://schemas.microsoft.com/office/drawing/2014/main" id="{C082812C-40DF-6E87-E64F-8005A8A7293C}"/>
                  </a:ext>
                </a:extLst>
              </p:cNvPr>
              <p:cNvSpPr/>
              <p:nvPr/>
            </p:nvSpPr>
            <p:spPr>
              <a:xfrm>
                <a:off x="6762750" y="5619750"/>
                <a:ext cx="495300" cy="238125"/>
              </a:xfrm>
              <a:custGeom>
                <a:avLst/>
                <a:gdLst>
                  <a:gd name="csX0" fmla="*/ 495300 w 495300"/>
                  <a:gd name="csY0" fmla="*/ 0 h 238125"/>
                  <a:gd name="csX1" fmla="*/ 314325 w 495300"/>
                  <a:gd name="csY1" fmla="*/ 238125 h 238125"/>
                  <a:gd name="csX2" fmla="*/ 0 w 495300"/>
                  <a:gd name="csY2" fmla="*/ 238125 h 238125"/>
                </a:gdLst>
                <a:ahLst/>
                <a:cxnLst>
                  <a:cxn ang="0">
                    <a:pos x="csX0" y="csY0"/>
                  </a:cxn>
                  <a:cxn ang="0">
                    <a:pos x="csX1" y="csY1"/>
                  </a:cxn>
                  <a:cxn ang="0">
                    <a:pos x="csX2" y="csY2"/>
                  </a:cxn>
                </a:cxnLst>
                <a:rect l="l" t="t" r="r" b="b"/>
                <a:pathLst>
                  <a:path w="495300" h="238125">
                    <a:moveTo>
                      <a:pt x="495300" y="0"/>
                    </a:moveTo>
                    <a:lnTo>
                      <a:pt x="314325" y="238125"/>
                    </a:lnTo>
                    <a:lnTo>
                      <a:pt x="0" y="238125"/>
                    </a:lnTo>
                  </a:path>
                </a:pathLst>
              </a:custGeom>
              <a:noFill/>
              <a:ln w="6350">
                <a:solidFill>
                  <a:schemeClr val="tx1"/>
                </a:solidFill>
                <a:headEnd type="oval"/>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latinLnBrk="1"/>
                <a:endParaRPr lang="ko-KR" altLang="en-US" sz="900">
                  <a:solidFill>
                    <a:prstClr val="white"/>
                  </a:solidFill>
                  <a:latin typeface="맑은 고딕" panose="020F0502020204030204"/>
                  <a:ea typeface="맑은 고딕" panose="020B0503020000020004" pitchFamily="50" charset="-127"/>
                </a:endParaRPr>
              </a:p>
            </p:txBody>
          </p:sp>
          <p:cxnSp>
            <p:nvCxnSpPr>
              <p:cNvPr id="18" name="직선 화살표 연결선 17">
                <a:extLst>
                  <a:ext uri="{FF2B5EF4-FFF2-40B4-BE49-F238E27FC236}">
                    <a16:creationId xmlns:a16="http://schemas.microsoft.com/office/drawing/2014/main" id="{34E37E82-EBA7-CD0E-0DDD-DCAC7D2A61EA}"/>
                  </a:ext>
                </a:extLst>
              </p:cNvPr>
              <p:cNvCxnSpPr/>
              <p:nvPr/>
            </p:nvCxnSpPr>
            <p:spPr>
              <a:xfrm flipH="1">
                <a:off x="6478701" y="5462073"/>
                <a:ext cx="574492" cy="0"/>
              </a:xfrm>
              <a:prstGeom prst="straightConnector1">
                <a:avLst/>
              </a:prstGeom>
              <a:noFill/>
              <a:ln w="6350">
                <a:solidFill>
                  <a:schemeClr val="tx1"/>
                </a:solidFill>
                <a:headEnd type="oval"/>
                <a:tailEnd type="none"/>
              </a:ln>
            </p:spPr>
            <p:style>
              <a:lnRef idx="2">
                <a:schemeClr val="accent1">
                  <a:shade val="50000"/>
                </a:schemeClr>
              </a:lnRef>
              <a:fillRef idx="1">
                <a:schemeClr val="accent1"/>
              </a:fillRef>
              <a:effectRef idx="0">
                <a:schemeClr val="accent1"/>
              </a:effectRef>
              <a:fontRef idx="minor">
                <a:schemeClr val="lt1"/>
              </a:fontRef>
            </p:style>
          </p:cxnSp>
          <p:cxnSp>
            <p:nvCxnSpPr>
              <p:cNvPr id="19" name="직선 화살표 연결선 18">
                <a:extLst>
                  <a:ext uri="{FF2B5EF4-FFF2-40B4-BE49-F238E27FC236}">
                    <a16:creationId xmlns:a16="http://schemas.microsoft.com/office/drawing/2014/main" id="{C10A6FF5-D8E3-174E-D691-4E05F35562D3}"/>
                  </a:ext>
                </a:extLst>
              </p:cNvPr>
              <p:cNvCxnSpPr/>
              <p:nvPr/>
            </p:nvCxnSpPr>
            <p:spPr>
              <a:xfrm>
                <a:off x="6492656" y="3579077"/>
                <a:ext cx="935327" cy="0"/>
              </a:xfrm>
              <a:prstGeom prst="straightConnector1">
                <a:avLst/>
              </a:prstGeom>
              <a:noFill/>
              <a:ln>
                <a:solidFill>
                  <a:schemeClr val="tx1"/>
                </a:solidFill>
                <a:headEnd type="none"/>
                <a:tailEnd type="oval"/>
              </a:ln>
            </p:spPr>
            <p:style>
              <a:lnRef idx="2">
                <a:schemeClr val="accent1">
                  <a:shade val="50000"/>
                </a:schemeClr>
              </a:lnRef>
              <a:fillRef idx="1">
                <a:schemeClr val="accent1"/>
              </a:fillRef>
              <a:effectRef idx="0">
                <a:schemeClr val="accent1"/>
              </a:effectRef>
              <a:fontRef idx="minor">
                <a:schemeClr val="lt1"/>
              </a:fontRef>
            </p:style>
          </p:cxnSp>
          <p:cxnSp>
            <p:nvCxnSpPr>
              <p:cNvPr id="20" name="직선 화살표 연결선 19">
                <a:extLst>
                  <a:ext uri="{FF2B5EF4-FFF2-40B4-BE49-F238E27FC236}">
                    <a16:creationId xmlns:a16="http://schemas.microsoft.com/office/drawing/2014/main" id="{CC5C70CC-B48B-0637-BD77-0AAA28E6BDB3}"/>
                  </a:ext>
                </a:extLst>
              </p:cNvPr>
              <p:cNvCxnSpPr>
                <a:cxnSpLocks/>
              </p:cNvCxnSpPr>
              <p:nvPr/>
            </p:nvCxnSpPr>
            <p:spPr>
              <a:xfrm flipH="1">
                <a:off x="8622270" y="3579077"/>
                <a:ext cx="1083562" cy="0"/>
              </a:xfrm>
              <a:prstGeom prst="straightConnector1">
                <a:avLst/>
              </a:prstGeom>
              <a:noFill/>
              <a:ln>
                <a:solidFill>
                  <a:schemeClr val="tx1"/>
                </a:solidFill>
                <a:headEnd type="none"/>
                <a:tailEnd type="oval"/>
              </a:ln>
            </p:spPr>
            <p:style>
              <a:lnRef idx="2">
                <a:schemeClr val="accent1">
                  <a:shade val="50000"/>
                </a:schemeClr>
              </a:lnRef>
              <a:fillRef idx="1">
                <a:schemeClr val="accent1"/>
              </a:fillRef>
              <a:effectRef idx="0">
                <a:schemeClr val="accent1"/>
              </a:effectRef>
              <a:fontRef idx="minor">
                <a:schemeClr val="lt1"/>
              </a:fontRef>
            </p:style>
          </p:cxnSp>
        </p:grpSp>
      </p:grpSp>
      <p:graphicFrame>
        <p:nvGraphicFramePr>
          <p:cNvPr id="49" name="표 48">
            <a:extLst>
              <a:ext uri="{FF2B5EF4-FFF2-40B4-BE49-F238E27FC236}">
                <a16:creationId xmlns:a16="http://schemas.microsoft.com/office/drawing/2014/main" id="{28D9BD91-39B9-0266-B879-5094C3ACFCA6}"/>
              </a:ext>
            </a:extLst>
          </p:cNvPr>
          <p:cNvGraphicFramePr>
            <a:graphicFrameLocks noGrp="1"/>
          </p:cNvGraphicFramePr>
          <p:nvPr>
            <p:extLst>
              <p:ext uri="{D42A27DB-BD31-4B8C-83A1-F6EECF244321}">
                <p14:modId xmlns:p14="http://schemas.microsoft.com/office/powerpoint/2010/main" val="2932975927"/>
              </p:ext>
            </p:extLst>
          </p:nvPr>
        </p:nvGraphicFramePr>
        <p:xfrm>
          <a:off x="442738" y="4861977"/>
          <a:ext cx="5170354" cy="1834184"/>
        </p:xfrm>
        <a:graphic>
          <a:graphicData uri="http://schemas.openxmlformats.org/drawingml/2006/table">
            <a:tbl>
              <a:tblPr firstRow="1" bandRow="1">
                <a:tableStyleId>{5940675A-B579-460E-94D1-54222C63F5DA}</a:tableStyleId>
              </a:tblPr>
              <a:tblGrid>
                <a:gridCol w="1270712">
                  <a:extLst>
                    <a:ext uri="{9D8B030D-6E8A-4147-A177-3AD203B41FA5}">
                      <a16:colId xmlns:a16="http://schemas.microsoft.com/office/drawing/2014/main" val="20001"/>
                    </a:ext>
                  </a:extLst>
                </a:gridCol>
                <a:gridCol w="953034">
                  <a:extLst>
                    <a:ext uri="{9D8B030D-6E8A-4147-A177-3AD203B41FA5}">
                      <a16:colId xmlns:a16="http://schemas.microsoft.com/office/drawing/2014/main" val="1845424357"/>
                    </a:ext>
                  </a:extLst>
                </a:gridCol>
                <a:gridCol w="953034">
                  <a:extLst>
                    <a:ext uri="{9D8B030D-6E8A-4147-A177-3AD203B41FA5}">
                      <a16:colId xmlns:a16="http://schemas.microsoft.com/office/drawing/2014/main" val="261385093"/>
                    </a:ext>
                  </a:extLst>
                </a:gridCol>
                <a:gridCol w="953034">
                  <a:extLst>
                    <a:ext uri="{9D8B030D-6E8A-4147-A177-3AD203B41FA5}">
                      <a16:colId xmlns:a16="http://schemas.microsoft.com/office/drawing/2014/main" val="143066512"/>
                    </a:ext>
                  </a:extLst>
                </a:gridCol>
                <a:gridCol w="1040540">
                  <a:extLst>
                    <a:ext uri="{9D8B030D-6E8A-4147-A177-3AD203B41FA5}">
                      <a16:colId xmlns:a16="http://schemas.microsoft.com/office/drawing/2014/main" val="1604772412"/>
                    </a:ext>
                  </a:extLst>
                </a:gridCol>
              </a:tblGrid>
              <a:tr h="229273">
                <a:tc>
                  <a:txBody>
                    <a:bodyPr/>
                    <a:lstStyle/>
                    <a:p>
                      <a:pPr algn="ctr">
                        <a:lnSpc>
                          <a:spcPct val="100000"/>
                        </a:lnSpc>
                      </a:pPr>
                      <a:r>
                        <a:rPr lang="ko-KR" altLang="en-US" sz="1200" b="0" dirty="0">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lnSpc>
                          <a:spcPct val="100000"/>
                        </a:lnSpc>
                      </a:pPr>
                      <a:r>
                        <a:rPr lang="ko-KR" altLang="en-US" sz="1200" b="0" dirty="0" err="1">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자산수</a:t>
                      </a:r>
                      <a:endParaRPr lang="ko-KR" altLang="en-US" sz="1200" b="0" dirty="0">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lnSpc>
                          <a:spcPct val="100000"/>
                        </a:lnSpc>
                      </a:pPr>
                      <a:r>
                        <a:rPr lang="ko-KR" altLang="en-US" sz="1200" b="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매입장부가</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lnSpc>
                          <a:spcPct val="100000"/>
                        </a:lnSpc>
                      </a:pPr>
                      <a:r>
                        <a:rPr lang="en-US" altLang="ko-KR" sz="1200" b="0" dirty="0">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NOI Yield</a:t>
                      </a:r>
                      <a:endParaRPr lang="ko-KR" altLang="en-US" sz="1200" b="0" dirty="0">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lnSpc>
                          <a:spcPct val="100000"/>
                        </a:lnSpc>
                      </a:pPr>
                      <a:r>
                        <a:rPr lang="en-US" altLang="ko-KR" sz="1200" b="0" dirty="0">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WALE(</a:t>
                      </a:r>
                      <a:r>
                        <a:rPr lang="ko-KR" altLang="en-US" sz="1200" b="0" dirty="0">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r>
                        <a:rPr lang="en-US" altLang="ko-KR" sz="1200" b="0" dirty="0">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200" b="0" dirty="0">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0"/>
                  </a:ext>
                </a:extLst>
              </a:tr>
              <a:tr h="229273">
                <a:tc>
                  <a:txBody>
                    <a:bodyPr/>
                    <a:lstStyle/>
                    <a:p>
                      <a:pPr algn="ctr">
                        <a:lnSpc>
                          <a:spcPct val="100000"/>
                        </a:lnSpc>
                      </a:pPr>
                      <a:r>
                        <a:rPr lang="en-US" altLang="ko-KR" sz="1200" b="0" dirty="0">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Energy</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rgbClr val="DEEBF7"/>
                    </a:solidFill>
                  </a:tcPr>
                </a:tc>
                <a:tc>
                  <a:txBody>
                    <a:bodyPr/>
                    <a:lstStyle/>
                    <a:p>
                      <a:pPr algn="r" rtl="0" fontAlgn="ctr">
                        <a:buNone/>
                      </a:pPr>
                      <a:r>
                        <a:rPr lang="ko-KR" sz="1200" b="0" i="0" u="none" strike="noStrike">
                          <a:solidFill>
                            <a:srgbClr val="000000"/>
                          </a:solidFill>
                          <a:effectLst/>
                          <a:latin typeface="KoPubWorld돋움체 Light" panose="00000300000000000000" pitchFamily="2" charset="-127"/>
                          <a:ea typeface="KoPubWorld돋움체 Light" panose="00000300000000000000" pitchFamily="2" charset="-127"/>
                        </a:rPr>
                        <a:t>133</a:t>
                      </a:r>
                    </a:p>
                  </a:txBody>
                  <a:tcPr marL="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algn="r" rtl="0" fontAlgn="ctr">
                        <a:buNone/>
                      </a:pPr>
                      <a:r>
                        <a:rPr lang="ko-KR" sz="1200" b="0" i="0" u="none" strike="noStrike" dirty="0">
                          <a:solidFill>
                            <a:schemeClr val="tx1"/>
                          </a:solidFill>
                          <a:effectLst/>
                          <a:latin typeface="KoPubWorld돋움체 Light" panose="00000300000000000000" pitchFamily="2" charset="-127"/>
                          <a:ea typeface="KoPubWorld돋움체 Light" panose="00000300000000000000" pitchFamily="2" charset="-127"/>
                        </a:rPr>
                        <a:t>7,051</a:t>
                      </a:r>
                    </a:p>
                  </a:txBody>
                  <a:tcPr marL="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algn="r" rtl="0" fontAlgn="ctr">
                        <a:buNone/>
                      </a:pPr>
                      <a:r>
                        <a:rPr lang="ko-KR" sz="1200" b="0" i="0" u="none" strike="noStrike" dirty="0">
                          <a:solidFill>
                            <a:srgbClr val="000000"/>
                          </a:solidFill>
                          <a:effectLst/>
                          <a:latin typeface="KoPubWorld돋움체 Light" panose="00000300000000000000" pitchFamily="2" charset="-127"/>
                          <a:ea typeface="KoPubWorld돋움체 Light" panose="00000300000000000000" pitchFamily="2" charset="-127"/>
                        </a:rPr>
                        <a:t>4.0%</a:t>
                      </a:r>
                    </a:p>
                  </a:txBody>
                  <a:tcPr marL="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algn="r" rtl="0" fontAlgn="ctr">
                        <a:buNone/>
                      </a:pPr>
                      <a:r>
                        <a:rPr lang="ko-KR" sz="1200" b="0" i="0" u="none" strike="noStrike">
                          <a:solidFill>
                            <a:srgbClr val="000000"/>
                          </a:solidFill>
                          <a:effectLst/>
                          <a:latin typeface="KoPubWorld돋움체 Light" panose="00000300000000000000" pitchFamily="2" charset="-127"/>
                          <a:ea typeface="KoPubWorld돋움체 Light" panose="00000300000000000000" pitchFamily="2" charset="-127"/>
                        </a:rPr>
                        <a:t>3.8</a:t>
                      </a:r>
                    </a:p>
                  </a:txBody>
                  <a:tcPr marL="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883924140"/>
                  </a:ext>
                </a:extLst>
              </a:tr>
              <a:tr h="229273">
                <a:tc>
                  <a:txBody>
                    <a:bodyPr/>
                    <a:lstStyle/>
                    <a:p>
                      <a:pPr algn="ctr">
                        <a:lnSpc>
                          <a:spcPct val="100000"/>
                        </a:lnSpc>
                      </a:pPr>
                      <a:r>
                        <a:rPr lang="en-US" altLang="ko-KR" sz="1200" b="0" dirty="0">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Retail</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rgbClr val="C5E0B4"/>
                    </a:solidFill>
                  </a:tcPr>
                </a:tc>
                <a:tc>
                  <a:txBody>
                    <a:bodyPr/>
                    <a:lstStyle/>
                    <a:p>
                      <a:pPr algn="r" rtl="0" fontAlgn="ctr">
                        <a:buNone/>
                      </a:pPr>
                      <a:r>
                        <a:rPr lang="ko-KR" sz="1200" b="0" i="0" u="none" strike="noStrike" dirty="0">
                          <a:solidFill>
                            <a:srgbClr val="000000"/>
                          </a:solidFill>
                          <a:effectLst/>
                          <a:latin typeface="KoPubWorld돋움체 Light" panose="00000300000000000000" pitchFamily="2" charset="-127"/>
                          <a:ea typeface="KoPubWorld돋움체 Light" panose="00000300000000000000" pitchFamily="2" charset="-127"/>
                        </a:rPr>
                        <a:t>7</a:t>
                      </a:r>
                    </a:p>
                  </a:txBody>
                  <a:tcPr marL="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algn="r" rtl="0" fontAlgn="ctr">
                        <a:buNone/>
                      </a:pPr>
                      <a:r>
                        <a:rPr lang="ko-KR" sz="1200" b="0" i="0" u="none" strike="noStrike" dirty="0">
                          <a:solidFill>
                            <a:schemeClr val="tx1"/>
                          </a:solidFill>
                          <a:effectLst/>
                          <a:latin typeface="KoPubWorld돋움체 Light" panose="00000300000000000000" pitchFamily="2" charset="-127"/>
                          <a:ea typeface="KoPubWorld돋움체 Light" panose="00000300000000000000" pitchFamily="2" charset="-127"/>
                        </a:rPr>
                        <a:t>593</a:t>
                      </a:r>
                    </a:p>
                  </a:txBody>
                  <a:tcPr marL="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algn="r" rtl="0" fontAlgn="ctr">
                        <a:buNone/>
                      </a:pPr>
                      <a:r>
                        <a:rPr lang="ko-KR" sz="1200" b="0" i="0" u="none" strike="noStrike" dirty="0">
                          <a:solidFill>
                            <a:srgbClr val="000000"/>
                          </a:solidFill>
                          <a:effectLst/>
                          <a:latin typeface="KoPubWorld돋움체 Light" panose="00000300000000000000" pitchFamily="2" charset="-127"/>
                          <a:ea typeface="KoPubWorld돋움체 Light" panose="00000300000000000000" pitchFamily="2" charset="-127"/>
                        </a:rPr>
                        <a:t>4.8%</a:t>
                      </a:r>
                    </a:p>
                  </a:txBody>
                  <a:tcPr marL="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algn="r" rtl="0" fontAlgn="ctr">
                        <a:buNone/>
                      </a:pPr>
                      <a:r>
                        <a:rPr lang="ko-KR" sz="1200" b="0" i="0" u="none" strike="noStrike" dirty="0">
                          <a:solidFill>
                            <a:srgbClr val="000000"/>
                          </a:solidFill>
                          <a:effectLst/>
                          <a:latin typeface="KoPubWorld돋움체 Light" panose="00000300000000000000" pitchFamily="2" charset="-127"/>
                          <a:ea typeface="KoPubWorld돋움체 Light" panose="00000300000000000000" pitchFamily="2" charset="-127"/>
                        </a:rPr>
                        <a:t>3.8</a:t>
                      </a:r>
                    </a:p>
                  </a:txBody>
                  <a:tcPr marL="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4030872785"/>
                  </a:ext>
                </a:extLst>
              </a:tr>
              <a:tr h="229273">
                <a:tc>
                  <a:txBody>
                    <a:bodyPr/>
                    <a:lstStyle/>
                    <a:p>
                      <a:pPr algn="ctr">
                        <a:lnSpc>
                          <a:spcPct val="100000"/>
                        </a:lnSpc>
                      </a:pPr>
                      <a:r>
                        <a:rPr lang="en-US" altLang="ko-KR" sz="1200" b="0" dirty="0">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Logistics</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rgbClr val="F4B183"/>
                    </a:solidFill>
                  </a:tcPr>
                </a:tc>
                <a:tc>
                  <a:txBody>
                    <a:bodyPr/>
                    <a:lstStyle/>
                    <a:p>
                      <a:pPr algn="r" rtl="0" fontAlgn="ctr">
                        <a:buNone/>
                      </a:pPr>
                      <a:r>
                        <a:rPr lang="ko-KR" sz="1200" b="0" i="0" u="none" strike="noStrike">
                          <a:solidFill>
                            <a:srgbClr val="000000"/>
                          </a:solidFill>
                          <a:effectLst/>
                          <a:latin typeface="KoPubWorld돋움체 Light" panose="00000300000000000000" pitchFamily="2" charset="-127"/>
                          <a:ea typeface="KoPubWorld돋움체 Light" panose="00000300000000000000" pitchFamily="2" charset="-127"/>
                        </a:rPr>
                        <a:t>4</a:t>
                      </a:r>
                    </a:p>
                  </a:txBody>
                  <a:tcPr marL="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algn="r" rtl="0" fontAlgn="ctr">
                        <a:buNone/>
                      </a:pPr>
                      <a:r>
                        <a:rPr lang="ko-KR" sz="1200" b="0" i="0" u="none" strike="noStrike" dirty="0">
                          <a:solidFill>
                            <a:schemeClr val="tx1"/>
                          </a:solidFill>
                          <a:effectLst/>
                          <a:latin typeface="KoPubWorld돋움체 Light" panose="00000300000000000000" pitchFamily="2" charset="-127"/>
                          <a:ea typeface="KoPubWorld돋움체 Light" panose="00000300000000000000" pitchFamily="2" charset="-127"/>
                        </a:rPr>
                        <a:t>3,596</a:t>
                      </a:r>
                    </a:p>
                  </a:txBody>
                  <a:tcPr marL="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algn="r" rtl="0" fontAlgn="ctr">
                        <a:buNone/>
                      </a:pPr>
                      <a:r>
                        <a:rPr lang="ko-KR" sz="1200" b="1" i="0" u="none" strike="noStrike" dirty="0">
                          <a:solidFill>
                            <a:srgbClr val="000000"/>
                          </a:solidFill>
                          <a:effectLst/>
                          <a:latin typeface="KoPubWorld돋움체 Light" panose="00000300000000000000" pitchFamily="2" charset="-127"/>
                          <a:ea typeface="KoPubWorld돋움체 Light" panose="00000300000000000000" pitchFamily="2" charset="-127"/>
                        </a:rPr>
                        <a:t>5.4%</a:t>
                      </a:r>
                    </a:p>
                  </a:txBody>
                  <a:tcPr marL="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algn="r" rtl="0" fontAlgn="ctr">
                        <a:buNone/>
                      </a:pPr>
                      <a:r>
                        <a:rPr lang="ko-KR" sz="1200" b="0" i="0" u="none" strike="noStrike" dirty="0">
                          <a:solidFill>
                            <a:srgbClr val="000000"/>
                          </a:solidFill>
                          <a:effectLst/>
                          <a:latin typeface="KoPubWorld돋움체 Light" panose="00000300000000000000" pitchFamily="2" charset="-127"/>
                          <a:ea typeface="KoPubWorld돋움체 Light" panose="00000300000000000000" pitchFamily="2" charset="-127"/>
                        </a:rPr>
                        <a:t>1.3</a:t>
                      </a:r>
                    </a:p>
                  </a:txBody>
                  <a:tcPr marL="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183177765"/>
                  </a:ext>
                </a:extLst>
              </a:tr>
              <a:tr h="229273">
                <a:tc>
                  <a:txBody>
                    <a:bodyPr/>
                    <a:lstStyle/>
                    <a:p>
                      <a:pPr algn="ctr">
                        <a:lnSpc>
                          <a:spcPct val="100000"/>
                        </a:lnSpc>
                      </a:pPr>
                      <a:r>
                        <a:rPr lang="en-US" altLang="ko-KR" sz="1200" b="0" dirty="0">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Office</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rgbClr val="FFDDAD"/>
                    </a:solidFill>
                  </a:tcPr>
                </a:tc>
                <a:tc>
                  <a:txBody>
                    <a:bodyPr/>
                    <a:lstStyle/>
                    <a:p>
                      <a:pPr algn="r" rtl="0" fontAlgn="ctr">
                        <a:buNone/>
                      </a:pPr>
                      <a:r>
                        <a:rPr lang="ko-KR" sz="1200" b="0" i="0" u="none" strike="noStrike">
                          <a:solidFill>
                            <a:srgbClr val="000000"/>
                          </a:solidFill>
                          <a:effectLst/>
                          <a:latin typeface="KoPubWorld돋움체 Light" panose="00000300000000000000" pitchFamily="2" charset="-127"/>
                          <a:ea typeface="KoPubWorld돋움체 Light" panose="00000300000000000000" pitchFamily="2" charset="-127"/>
                        </a:rPr>
                        <a:t>2</a:t>
                      </a:r>
                    </a:p>
                  </a:txBody>
                  <a:tcPr marL="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algn="r" rtl="0" fontAlgn="ctr">
                        <a:buNone/>
                      </a:pPr>
                      <a:r>
                        <a:rPr lang="ko-KR" sz="1200" b="0" i="0" u="none" strike="noStrike" dirty="0">
                          <a:solidFill>
                            <a:schemeClr val="tx1"/>
                          </a:solidFill>
                          <a:effectLst/>
                          <a:latin typeface="KoPubWorld돋움체 Light" panose="00000300000000000000" pitchFamily="2" charset="-127"/>
                          <a:ea typeface="KoPubWorld돋움체 Light" panose="00000300000000000000" pitchFamily="2" charset="-127"/>
                        </a:rPr>
                        <a:t>651</a:t>
                      </a:r>
                    </a:p>
                  </a:txBody>
                  <a:tcPr marL="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algn="r" rtl="0" fontAlgn="ctr">
                        <a:buNone/>
                      </a:pPr>
                      <a:r>
                        <a:rPr lang="ko-KR" sz="1200" b="1" i="0" u="none" strike="noStrike" dirty="0">
                          <a:solidFill>
                            <a:srgbClr val="000000"/>
                          </a:solidFill>
                          <a:effectLst/>
                          <a:latin typeface="KoPubWorld돋움체 Light" panose="00000300000000000000" pitchFamily="2" charset="-127"/>
                          <a:ea typeface="KoPubWorld돋움체 Light" panose="00000300000000000000" pitchFamily="2" charset="-127"/>
                        </a:rPr>
                        <a:t>6.0%</a:t>
                      </a:r>
                    </a:p>
                  </a:txBody>
                  <a:tcPr marL="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algn="r" rtl="0" fontAlgn="ctr">
                        <a:buNone/>
                      </a:pPr>
                      <a:r>
                        <a:rPr lang="ko-KR" sz="1200" b="0" i="0" u="none" strike="noStrike" dirty="0">
                          <a:solidFill>
                            <a:srgbClr val="000000"/>
                          </a:solidFill>
                          <a:effectLst/>
                          <a:latin typeface="KoPubWorld돋움체 Light" panose="00000300000000000000" pitchFamily="2" charset="-127"/>
                          <a:ea typeface="KoPubWorld돋움체 Light" panose="00000300000000000000" pitchFamily="2" charset="-127"/>
                        </a:rPr>
                        <a:t>3.4</a:t>
                      </a:r>
                    </a:p>
                  </a:txBody>
                  <a:tcPr marL="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694698523"/>
                  </a:ext>
                </a:extLst>
              </a:tr>
              <a:tr h="229273">
                <a:tc>
                  <a:txBody>
                    <a:bodyPr/>
                    <a:lstStyle/>
                    <a:p>
                      <a:pPr algn="ctr">
                        <a:lnSpc>
                          <a:spcPct val="100000"/>
                        </a:lnSpc>
                      </a:pPr>
                      <a:r>
                        <a:rPr lang="en-US" altLang="ko-KR" sz="1200" b="0" dirty="0">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Mobility</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rgbClr val="6F93D2"/>
                    </a:solidFill>
                  </a:tcPr>
                </a:tc>
                <a:tc>
                  <a:txBody>
                    <a:bodyPr/>
                    <a:lstStyle/>
                    <a:p>
                      <a:pPr algn="r" rtl="0" fontAlgn="ctr">
                        <a:buNone/>
                      </a:pPr>
                      <a:r>
                        <a:rPr lang="ko-KR" sz="1200" b="0" i="0" u="none" strike="noStrike" dirty="0">
                          <a:solidFill>
                            <a:srgbClr val="000000"/>
                          </a:solidFill>
                          <a:effectLst/>
                          <a:latin typeface="KoPubWorld돋움체 Light" panose="00000300000000000000" pitchFamily="2" charset="-127"/>
                          <a:ea typeface="KoPubWorld돋움체 Light" panose="00000300000000000000" pitchFamily="2" charset="-127"/>
                        </a:rPr>
                        <a:t>2</a:t>
                      </a:r>
                    </a:p>
                  </a:txBody>
                  <a:tcPr marL="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algn="r" rtl="0" fontAlgn="ctr">
                        <a:buNone/>
                      </a:pPr>
                      <a:r>
                        <a:rPr lang="ko-KR" sz="1200" b="0" i="0" u="none" strike="noStrike" dirty="0">
                          <a:solidFill>
                            <a:schemeClr val="tx1"/>
                          </a:solidFill>
                          <a:effectLst/>
                          <a:latin typeface="KoPubWorld돋움체 Light" panose="00000300000000000000" pitchFamily="2" charset="-127"/>
                          <a:ea typeface="KoPubWorld돋움체 Light" panose="00000300000000000000" pitchFamily="2" charset="-127"/>
                        </a:rPr>
                        <a:t>1,306</a:t>
                      </a:r>
                    </a:p>
                  </a:txBody>
                  <a:tcPr marL="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algn="r" rtl="0" fontAlgn="ctr">
                        <a:buNone/>
                      </a:pPr>
                      <a:r>
                        <a:rPr lang="en-US" altLang="ko-KR" sz="1200" b="1" i="0" u="none" strike="noStrike" dirty="0">
                          <a:solidFill>
                            <a:srgbClr val="000000"/>
                          </a:solidFill>
                          <a:effectLst/>
                          <a:latin typeface="KoPubWorld돋움체 Light" panose="00000300000000000000" pitchFamily="2" charset="-127"/>
                          <a:ea typeface="KoPubWorld돋움체 Light" panose="00000300000000000000" pitchFamily="2" charset="-127"/>
                        </a:rPr>
                        <a:t>7.1%</a:t>
                      </a:r>
                      <a:endParaRPr lang="ko-KR" sz="1200" b="1"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algn="r" rtl="0" fontAlgn="ctr">
                        <a:buNone/>
                      </a:pPr>
                      <a:r>
                        <a:rPr lang="ko-KR" sz="1200" b="0" i="0" u="none" strike="noStrike" dirty="0">
                          <a:solidFill>
                            <a:srgbClr val="000000"/>
                          </a:solidFill>
                          <a:effectLst/>
                          <a:latin typeface="KoPubWorld돋움체 Light" panose="00000300000000000000" pitchFamily="2" charset="-127"/>
                          <a:ea typeface="KoPubWorld돋움체 Light" panose="00000300000000000000" pitchFamily="2" charset="-127"/>
                        </a:rPr>
                        <a:t>9.4</a:t>
                      </a:r>
                    </a:p>
                  </a:txBody>
                  <a:tcPr marL="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578718387"/>
                  </a:ext>
                </a:extLst>
              </a:tr>
              <a:tr h="229273">
                <a:tc>
                  <a:txBody>
                    <a:bodyPr/>
                    <a:lstStyle/>
                    <a:p>
                      <a:pPr algn="ctr">
                        <a:lnSpc>
                          <a:spcPct val="100000"/>
                        </a:lnSpc>
                      </a:pPr>
                      <a:r>
                        <a:rPr lang="en-US" altLang="ko-KR" sz="1200" b="0" dirty="0">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Hotel</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rgbClr val="B797CF"/>
                    </a:solidFill>
                  </a:tcPr>
                </a:tc>
                <a:tc>
                  <a:txBody>
                    <a:bodyPr/>
                    <a:lstStyle/>
                    <a:p>
                      <a:pPr algn="r" rtl="0" fontAlgn="ctr">
                        <a:buNone/>
                      </a:pPr>
                      <a:r>
                        <a:rPr lang="ko-KR" sz="1200" b="0" i="0" u="none" strike="noStrike" dirty="0">
                          <a:solidFill>
                            <a:srgbClr val="000000"/>
                          </a:solidFill>
                          <a:effectLst/>
                          <a:latin typeface="KoPubWorld돋움체 Light" panose="00000300000000000000" pitchFamily="2" charset="-127"/>
                          <a:ea typeface="KoPubWorld돋움체 Light" panose="00000300000000000000" pitchFamily="2" charset="-127"/>
                        </a:rPr>
                        <a:t>3</a:t>
                      </a:r>
                    </a:p>
                  </a:txBody>
                  <a:tcPr marL="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algn="r" rtl="0" fontAlgn="ctr">
                        <a:buNone/>
                      </a:pPr>
                      <a:r>
                        <a:rPr lang="ko-KR" sz="1200" b="0" i="0" u="none" strike="noStrike" dirty="0">
                          <a:solidFill>
                            <a:schemeClr val="tx1"/>
                          </a:solidFill>
                          <a:effectLst/>
                          <a:latin typeface="KoPubWorld돋움체 Light" panose="00000300000000000000" pitchFamily="2" charset="-127"/>
                          <a:ea typeface="KoPubWorld돋움체 Light" panose="00000300000000000000" pitchFamily="2" charset="-127"/>
                        </a:rPr>
                        <a:t>537</a:t>
                      </a:r>
                    </a:p>
                  </a:txBody>
                  <a:tcPr marL="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algn="r" rtl="0" fontAlgn="ctr">
                        <a:buNone/>
                      </a:pPr>
                      <a:r>
                        <a:rPr lang="ko-KR" altLang="ko-KR" sz="1200" b="1" i="0" u="none" strike="noStrike" dirty="0">
                          <a:solidFill>
                            <a:srgbClr val="000000"/>
                          </a:solidFill>
                          <a:effectLst/>
                          <a:latin typeface="KoPubWorld돋움체 Light" panose="00000300000000000000" pitchFamily="2" charset="-127"/>
                          <a:ea typeface="KoPubWorld돋움체 Light" panose="00000300000000000000" pitchFamily="2" charset="-127"/>
                        </a:rPr>
                        <a:t>7.4%</a:t>
                      </a:r>
                    </a:p>
                  </a:txBody>
                  <a:tcPr marL="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algn="r" rtl="0" fontAlgn="ctr">
                        <a:buNone/>
                      </a:pPr>
                      <a:r>
                        <a:rPr lang="ko-KR" sz="1200" b="0" i="0" u="none" strike="noStrike" dirty="0">
                          <a:solidFill>
                            <a:srgbClr val="000000"/>
                          </a:solidFill>
                          <a:effectLst/>
                          <a:latin typeface="KoPubWorld돋움체 Light" panose="00000300000000000000" pitchFamily="2" charset="-127"/>
                          <a:ea typeface="KoPubWorld돋움체 Light" panose="00000300000000000000" pitchFamily="2" charset="-127"/>
                        </a:rPr>
                        <a:t>6.1</a:t>
                      </a:r>
                    </a:p>
                  </a:txBody>
                  <a:tcPr marL="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927394992"/>
                  </a:ext>
                </a:extLst>
              </a:tr>
              <a:tr h="229273">
                <a:tc>
                  <a:txBody>
                    <a:bodyPr/>
                    <a:lstStyle/>
                    <a:p>
                      <a:pPr algn="ctr">
                        <a:lnSpc>
                          <a:spcPct val="100000"/>
                        </a:lnSpc>
                      </a:pPr>
                      <a:r>
                        <a:rPr lang="ko-KR" altLang="en-US" sz="1200" b="0" dirty="0">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합계</a:t>
                      </a:r>
                      <a:endParaRPr lang="en-US" altLang="ko-KR" sz="1200" b="0" dirty="0">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lgn="r" rtl="0" fontAlgn="ctr">
                        <a:buNone/>
                      </a:pPr>
                      <a:r>
                        <a:rPr lang="ko-KR" sz="1200" b="0" i="0" u="none" strike="noStrike" dirty="0">
                          <a:solidFill>
                            <a:srgbClr val="000000"/>
                          </a:solidFill>
                          <a:effectLst/>
                          <a:latin typeface="KoPubWorld돋움체 Medium" panose="00000600000000000000" pitchFamily="2" charset="-127"/>
                          <a:ea typeface="KoPubWorld돋움체 Medium" panose="00000600000000000000" pitchFamily="2" charset="-127"/>
                        </a:rPr>
                        <a:t>151</a:t>
                      </a:r>
                    </a:p>
                  </a:txBody>
                  <a:tcPr marL="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lgn="r" rtl="0" fontAlgn="ctr">
                        <a:buNone/>
                      </a:pPr>
                      <a:r>
                        <a:rPr lang="ko-KR" sz="1200" b="0" i="0" u="none" strike="noStrike" dirty="0">
                          <a:solidFill>
                            <a:schemeClr val="tx1"/>
                          </a:solidFill>
                          <a:effectLst/>
                          <a:latin typeface="KoPubWorld돋움체 Medium" panose="00000600000000000000" pitchFamily="2" charset="-127"/>
                          <a:ea typeface="KoPubWorld돋움체 Medium" panose="00000600000000000000" pitchFamily="2" charset="-127"/>
                        </a:rPr>
                        <a:t>13,733</a:t>
                      </a:r>
                    </a:p>
                  </a:txBody>
                  <a:tcPr marL="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lgn="r" rtl="0" fontAlgn="ctr">
                        <a:buNone/>
                      </a:pPr>
                      <a:r>
                        <a:rPr lang="ko-KR" sz="1200" b="0" i="0" u="none" strike="noStrike" dirty="0">
                          <a:solidFill>
                            <a:srgbClr val="000000"/>
                          </a:solidFill>
                          <a:effectLst/>
                          <a:latin typeface="KoPubWorld돋움체 Medium" panose="00000600000000000000" pitchFamily="2" charset="-127"/>
                          <a:ea typeface="KoPubWorld돋움체 Medium" panose="00000600000000000000" pitchFamily="2" charset="-127"/>
                        </a:rPr>
                        <a:t>4.9%</a:t>
                      </a:r>
                    </a:p>
                  </a:txBody>
                  <a:tcPr marL="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lgn="r" rtl="0" fontAlgn="ctr">
                        <a:buNone/>
                      </a:pPr>
                      <a:r>
                        <a:rPr lang="ko-KR" sz="1200" b="0" i="0" u="none" strike="noStrike" dirty="0">
                          <a:solidFill>
                            <a:srgbClr val="000000"/>
                          </a:solidFill>
                          <a:effectLst/>
                          <a:latin typeface="KoPubWorld돋움체 Medium" panose="00000600000000000000" pitchFamily="2" charset="-127"/>
                          <a:ea typeface="KoPubWorld돋움체 Medium" panose="00000600000000000000" pitchFamily="2" charset="-127"/>
                        </a:rPr>
                        <a:t>3.8</a:t>
                      </a:r>
                    </a:p>
                  </a:txBody>
                  <a:tcPr marL="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824637648"/>
                  </a:ext>
                </a:extLst>
              </a:tr>
            </a:tbl>
          </a:graphicData>
        </a:graphic>
      </p:graphicFrame>
      <p:sp>
        <p:nvSpPr>
          <p:cNvPr id="52" name="TextBox 51">
            <a:extLst>
              <a:ext uri="{FF2B5EF4-FFF2-40B4-BE49-F238E27FC236}">
                <a16:creationId xmlns:a16="http://schemas.microsoft.com/office/drawing/2014/main" id="{83430152-806C-8C99-AF24-F2273A10100C}"/>
              </a:ext>
            </a:extLst>
          </p:cNvPr>
          <p:cNvSpPr txBox="1"/>
          <p:nvPr/>
        </p:nvSpPr>
        <p:spPr>
          <a:xfrm>
            <a:off x="3639595" y="4608631"/>
            <a:ext cx="1973498" cy="246221"/>
          </a:xfrm>
          <a:prstGeom prst="rect">
            <a:avLst/>
          </a:prstGeom>
          <a:noFill/>
        </p:spPr>
        <p:txBody>
          <a:bodyPr wrap="square" rtlCol="0" anchor="ctr">
            <a:spAutoFit/>
          </a:bodyPr>
          <a:lstStyle>
            <a:defPPr>
              <a:defRPr lang="ko-KR"/>
            </a:defPPr>
            <a:lvl1pPr>
              <a:defRPr>
                <a:solidFill>
                  <a:schemeClr val="tx1">
                    <a:lumMod val="50000"/>
                    <a:lumOff val="50000"/>
                  </a:schemeClr>
                </a:solidFill>
                <a:latin typeface="Franklin Gothic Heavy" panose="020B0903020102020204" pitchFamily="34" charset="0"/>
                <a:ea typeface="KoPub돋움체 Medium" panose="02020603020101020101" pitchFamily="18" charset="-127"/>
              </a:defRPr>
            </a:lvl1pPr>
          </a:lstStyle>
          <a:p>
            <a:pPr marR="0" lvl="0" algn="r" defTabSz="914400" rtl="0" eaLnBrk="1" fontAlgn="auto" latinLnBrk="1" hangingPunct="1">
              <a:lnSpc>
                <a:spcPct val="100000"/>
              </a:lnSpc>
              <a:spcBef>
                <a:spcPts val="0"/>
              </a:spcBef>
              <a:spcAft>
                <a:spcPts val="0"/>
              </a:spcAft>
              <a:buClrTx/>
              <a:buSzTx/>
              <a:tabLst/>
              <a:defRPr/>
            </a:pPr>
            <a:r>
              <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a:t>
            </a:r>
            <a:r>
              <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r>
              <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,%,’26</a:t>
            </a: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a:t>
            </a:r>
            <a:r>
              <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7</a:t>
            </a: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월말 기준</a:t>
            </a:r>
            <a:r>
              <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sp>
        <p:nvSpPr>
          <p:cNvPr id="58" name="TextBox 57">
            <a:extLst>
              <a:ext uri="{FF2B5EF4-FFF2-40B4-BE49-F238E27FC236}">
                <a16:creationId xmlns:a16="http://schemas.microsoft.com/office/drawing/2014/main" id="{D49E02F5-8A9F-3D17-3881-A33C39787E39}"/>
              </a:ext>
            </a:extLst>
          </p:cNvPr>
          <p:cNvSpPr txBox="1"/>
          <p:nvPr/>
        </p:nvSpPr>
        <p:spPr>
          <a:xfrm>
            <a:off x="6132115" y="4546534"/>
            <a:ext cx="4235486" cy="2149627"/>
          </a:xfrm>
          <a:prstGeom prst="rect">
            <a:avLst/>
          </a:prstGeom>
          <a:noFill/>
        </p:spPr>
        <p:txBody>
          <a:bodyPr wrap="square">
            <a:spAutoFit/>
          </a:bodyPr>
          <a:lstStyle/>
          <a:p>
            <a:pPr>
              <a:lnSpc>
                <a:spcPct val="150000"/>
              </a:lnSpc>
              <a:defRPr/>
            </a:pPr>
            <a:r>
              <a:rPr lang="ko-KR" altLang="en-US" sz="1100" spc="-5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외적성장</a:t>
            </a:r>
            <a:r>
              <a:rPr lang="ko-KR" altLang="en-US" sz="1100" spc="-50" dirty="0">
                <a:solidFill>
                  <a:schemeClr val="tx1">
                    <a:lumMod val="65000"/>
                    <a:lumOff val="3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전략 </a:t>
            </a:r>
            <a:r>
              <a:rPr lang="en-US" altLang="ko-KR" sz="1050" spc="-50" dirty="0">
                <a:solidFill>
                  <a:schemeClr val="tx1">
                    <a:lumMod val="65000"/>
                    <a:lumOff val="3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1050" spc="-50" dirty="0">
                <a:solidFill>
                  <a:schemeClr val="tx1">
                    <a:lumMod val="65000"/>
                    <a:lumOff val="3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①  자산배분</a:t>
            </a:r>
            <a:r>
              <a:rPr lang="en-US" altLang="ko-KR" sz="1050" spc="-50" dirty="0">
                <a:solidFill>
                  <a:schemeClr val="tx1">
                    <a:lumMod val="65000"/>
                    <a:lumOff val="3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(Asset Allocation)</a:t>
            </a:r>
            <a:r>
              <a:rPr lang="ko-KR" altLang="en-US" sz="1050" spc="-50" dirty="0">
                <a:solidFill>
                  <a:schemeClr val="tx1">
                    <a:lumMod val="65000"/>
                    <a:lumOff val="3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전략으로 </a:t>
            </a:r>
            <a:r>
              <a:rPr lang="ko-KR" altLang="en-US" sz="1050" spc="-5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섹터 리스크 관리</a:t>
            </a:r>
            <a:endParaRPr lang="en-US" altLang="ko-KR" sz="1050" spc="-5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a:lnSpc>
                <a:spcPct val="150000"/>
              </a:lnSpc>
              <a:defRPr/>
            </a:pPr>
            <a:r>
              <a:rPr lang="en-US" altLang="ko-KR" sz="1050" spc="-5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1050" spc="-50" dirty="0">
                <a:highlight>
                  <a:srgbClr val="FFFF00"/>
                </a:highligh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50" spc="-50" dirty="0">
                <a:highlight>
                  <a:srgbClr val="FFFF00"/>
                </a:highlight>
                <a:latin typeface="KoPubWorld돋움체 Bold" panose="00000800000000000000" pitchFamily="2" charset="-127"/>
                <a:ea typeface="KoPubWorld돋움체 Bold" panose="00000800000000000000" pitchFamily="2" charset="-127"/>
                <a:cs typeface="KoPubWorld돋움체 Bold" panose="00000800000000000000" pitchFamily="2" charset="-127"/>
              </a:rPr>
              <a:t>NOI Yield </a:t>
            </a:r>
            <a:r>
              <a:rPr lang="ko-KR" altLang="en-US" sz="1050" spc="-50" dirty="0">
                <a:highlight>
                  <a:srgbClr val="FFFF00"/>
                </a:highlight>
                <a:latin typeface="KoPubWorld돋움체 Bold" panose="00000800000000000000" pitchFamily="2" charset="-127"/>
                <a:ea typeface="KoPubWorld돋움체 Bold" panose="00000800000000000000" pitchFamily="2" charset="-127"/>
                <a:cs typeface="KoPubWorld돋움체 Bold" panose="00000800000000000000" pitchFamily="2" charset="-127"/>
              </a:rPr>
              <a:t>높은 섹터 자산 편입 </a:t>
            </a:r>
            <a:r>
              <a:rPr lang="en-US" altLang="ko-KR" sz="1050" spc="-50" dirty="0">
                <a:highlight>
                  <a:srgbClr val="FFFF00"/>
                </a:highlight>
                <a:latin typeface="KoPubWorld돋움체 Bold" panose="00000800000000000000" pitchFamily="2" charset="-127"/>
                <a:ea typeface="KoPubWorld돋움체 Bold" panose="00000800000000000000" pitchFamily="2" charset="-127"/>
                <a:cs typeface="KoPubWorld돋움체 Bold" panose="00000800000000000000" pitchFamily="2" charset="-127"/>
              </a:rPr>
              <a:t>&amp; </a:t>
            </a:r>
            <a:r>
              <a:rPr lang="ko-KR" altLang="en-US" sz="1050" spc="-50" dirty="0">
                <a:highlight>
                  <a:srgbClr val="FFFF00"/>
                </a:highlight>
                <a:latin typeface="KoPubWorld돋움체 Bold" panose="00000800000000000000" pitchFamily="2" charset="-127"/>
                <a:ea typeface="KoPubWorld돋움체 Bold" panose="00000800000000000000" pitchFamily="2" charset="-127"/>
                <a:cs typeface="KoPubWorld돋움체 Bold" panose="00000800000000000000" pitchFamily="2" charset="-127"/>
              </a:rPr>
              <a:t>낮은 자산 매각</a:t>
            </a:r>
            <a:endParaRPr lang="en-US" altLang="ko-KR" sz="1050" spc="-50" dirty="0">
              <a:solidFill>
                <a:schemeClr val="tx1">
                  <a:lumMod val="65000"/>
                  <a:lumOff val="3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a:lnSpc>
                <a:spcPct val="150000"/>
              </a:lnSpc>
              <a:defRPr/>
            </a:pPr>
            <a:r>
              <a:rPr lang="en-US" altLang="ko-KR" sz="1050" spc="-50" dirty="0">
                <a:solidFill>
                  <a:schemeClr val="tx1">
                    <a:lumMod val="65000"/>
                    <a:lumOff val="3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 </a:t>
            </a:r>
            <a:r>
              <a:rPr lang="ko-KR" altLang="en-US" sz="1050" spc="-50" dirty="0">
                <a:solidFill>
                  <a:schemeClr val="tx1">
                    <a:lumMod val="65000"/>
                    <a:lumOff val="3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포트폴리오 </a:t>
            </a:r>
            <a:r>
              <a:rPr lang="ko-KR" altLang="en-US" sz="1050" spc="-50" dirty="0" err="1">
                <a:solidFill>
                  <a:schemeClr val="tx1">
                    <a:lumMod val="65000"/>
                    <a:lumOff val="3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수익력</a:t>
            </a:r>
            <a:r>
              <a:rPr lang="ko-KR" altLang="en-US" sz="1050" spc="-50" dirty="0">
                <a:solidFill>
                  <a:schemeClr val="tx1">
                    <a:lumMod val="65000"/>
                    <a:lumOff val="3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향상</a:t>
            </a:r>
            <a:r>
              <a:rPr lang="en-US" altLang="ko-KR" sz="1050" spc="-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NOI Yield : 4.0% </a:t>
            </a:r>
            <a:r>
              <a:rPr lang="ko-KR" altLang="en-US" sz="1050" spc="-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50" spc="-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4.9%</a:t>
            </a:r>
          </a:p>
          <a:p>
            <a:pPr>
              <a:lnSpc>
                <a:spcPct val="150000"/>
              </a:lnSpc>
              <a:defRPr/>
            </a:pPr>
            <a:r>
              <a:rPr lang="en-US" altLang="ko-KR" sz="1050" spc="-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p>
            <a:pPr>
              <a:lnSpc>
                <a:spcPct val="150000"/>
              </a:lnSpc>
              <a:defRPr/>
            </a:pPr>
            <a:endParaRPr lang="en-US" altLang="ko-KR" sz="500" spc="-5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a:lnSpc>
                <a:spcPct val="150000"/>
              </a:lnSpc>
              <a:defRPr/>
            </a:pPr>
            <a:r>
              <a:rPr lang="ko-KR" altLang="en-US" sz="1100" spc="-5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내적성장 </a:t>
            </a:r>
            <a:r>
              <a:rPr lang="ko-KR" altLang="en-US" sz="1100" spc="-50" dirty="0">
                <a:solidFill>
                  <a:schemeClr val="tx1">
                    <a:lumMod val="65000"/>
                    <a:lumOff val="3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전략 </a:t>
            </a:r>
            <a:r>
              <a:rPr lang="en-US" altLang="ko-KR" sz="1050" spc="-50" dirty="0">
                <a:solidFill>
                  <a:schemeClr val="tx1">
                    <a:lumMod val="65000"/>
                    <a:lumOff val="3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1050" spc="-50" dirty="0">
                <a:solidFill>
                  <a:schemeClr val="tx1">
                    <a:lumMod val="65000"/>
                    <a:lumOff val="3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①  자산 </a:t>
            </a:r>
            <a:r>
              <a:rPr lang="ko-KR" altLang="en-US" sz="1050" spc="-50" dirty="0" err="1">
                <a:solidFill>
                  <a:schemeClr val="tx1">
                    <a:lumMod val="65000"/>
                    <a:lumOff val="3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리밸런싱으로</a:t>
            </a:r>
            <a:r>
              <a:rPr lang="ko-KR" altLang="en-US" sz="1050" spc="-50" dirty="0">
                <a:solidFill>
                  <a:schemeClr val="tx1">
                    <a:lumMod val="65000"/>
                    <a:lumOff val="3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수도권 중심 개편  </a:t>
            </a:r>
            <a:r>
              <a:rPr lang="ko-KR" altLang="en-US" sz="1050" spc="-50" dirty="0">
                <a:highlight>
                  <a:srgbClr val="FFDDAD"/>
                </a:highligh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r>
              <a:rPr lang="en-US" altLang="ko-KR" sz="1050" spc="-50" dirty="0">
                <a:highlight>
                  <a:srgbClr val="FFDDAD"/>
                </a:highligh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46</a:t>
            </a:r>
            <a:r>
              <a:rPr lang="ko-KR" altLang="en-US" sz="1050" spc="-50" dirty="0">
                <a:highlight>
                  <a:srgbClr val="FFDDAD"/>
                </a:highligh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개 주유소 매각</a:t>
            </a:r>
            <a:endParaRPr lang="en-US" altLang="ko-KR" sz="1050" spc="-50" dirty="0">
              <a:highlight>
                <a:srgbClr val="FFDDAD"/>
              </a:highligh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a:lnSpc>
                <a:spcPct val="150000"/>
              </a:lnSpc>
              <a:defRPr/>
            </a:pPr>
            <a:r>
              <a:rPr lang="ko-KR" altLang="en-US" sz="1050" spc="-50" dirty="0">
                <a:solidFill>
                  <a:schemeClr val="tx1">
                    <a:lumMod val="65000"/>
                    <a:lumOff val="3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 </a:t>
            </a:r>
            <a:r>
              <a:rPr lang="en-US" altLang="ko-KR" sz="1050" spc="-50" dirty="0">
                <a:solidFill>
                  <a:schemeClr val="tx1">
                    <a:lumMod val="65000"/>
                    <a:lumOff val="3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1050" spc="-50" dirty="0">
                <a:solidFill>
                  <a:schemeClr val="tx1">
                    <a:lumMod val="65000"/>
                    <a:lumOff val="3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매각 특별배당으로  배당실적 상향 </a:t>
            </a:r>
            <a:r>
              <a:rPr lang="en-US" altLang="ko-KR" sz="1050" spc="-50" dirty="0">
                <a:solidFill>
                  <a:schemeClr val="tx1">
                    <a:lumMod val="65000"/>
                    <a:lumOff val="3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6.2% </a:t>
            </a:r>
            <a:r>
              <a:rPr lang="en-US" altLang="ko-KR" sz="1050" spc="-50" dirty="0">
                <a:solidFill>
                  <a:schemeClr val="tx1">
                    <a:lumMod val="65000"/>
                    <a:lumOff val="3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sym typeface="Wingdings" panose="05000000000000000000" pitchFamily="2" charset="2"/>
              </a:rPr>
              <a:t></a:t>
            </a:r>
            <a:r>
              <a:rPr lang="ko-KR" altLang="en-US" sz="1050" spc="-50" dirty="0">
                <a:solidFill>
                  <a:schemeClr val="tx1">
                    <a:lumMod val="65000"/>
                    <a:lumOff val="3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50" spc="-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평균 </a:t>
            </a:r>
            <a:r>
              <a:rPr lang="en-US" altLang="ko-KR" sz="1050" spc="-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7.7%</a:t>
            </a:r>
            <a:r>
              <a:rPr lang="ko-KR" altLang="en-US" sz="1050" spc="-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endParaRPr lang="en-US" altLang="ko-KR" sz="1050" spc="-50" dirty="0">
              <a:highlight>
                <a:srgbClr val="FFFF00"/>
              </a:highligh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a:lnSpc>
                <a:spcPct val="150000"/>
              </a:lnSpc>
              <a:defRPr/>
            </a:pPr>
            <a:r>
              <a:rPr lang="en-US" altLang="ko-KR" sz="1050" spc="-50" dirty="0">
                <a:solidFill>
                  <a:schemeClr val="tx1">
                    <a:lumMod val="65000"/>
                    <a:lumOff val="3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1050" spc="-50" dirty="0">
                <a:solidFill>
                  <a:schemeClr val="tx1">
                    <a:lumMod val="65000"/>
                    <a:lumOff val="3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②  </a:t>
            </a:r>
            <a:r>
              <a:rPr lang="ko-KR" altLang="en-US" sz="1050" spc="-50" dirty="0">
                <a:solidFill>
                  <a:schemeClr val="tx1">
                    <a:lumMod val="65000"/>
                    <a:lumOff val="35000"/>
                  </a:schemeClr>
                </a:solidFill>
                <a:highlight>
                  <a:srgbClr val="FFDDAD"/>
                </a:highligh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주유소 용도전환 </a:t>
            </a:r>
            <a:r>
              <a:rPr lang="ko-KR" altLang="en-US" sz="1050" spc="-50" dirty="0">
                <a:solidFill>
                  <a:schemeClr val="tx1">
                    <a:lumMod val="65000"/>
                    <a:lumOff val="3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등 적극적인 자산관리로 자산가치 상승</a:t>
            </a:r>
            <a:endParaRPr lang="en-US" altLang="ko-KR" sz="1050" spc="-50" dirty="0">
              <a:solidFill>
                <a:schemeClr val="tx1">
                  <a:lumMod val="65000"/>
                  <a:lumOff val="3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nSpc>
                <a:spcPct val="150000"/>
              </a:lnSpc>
              <a:defRPr/>
            </a:pPr>
            <a:r>
              <a:rPr lang="en-US" altLang="ko-KR" sz="1050" spc="-5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1050" spc="-50" dirty="0">
                <a:solidFill>
                  <a:schemeClr val="tx1">
                    <a:lumMod val="65000"/>
                    <a:lumOff val="3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en-US" altLang="ko-KR" sz="1050" spc="-50" dirty="0">
                <a:solidFill>
                  <a:schemeClr val="tx1">
                    <a:lumMod val="65000"/>
                    <a:lumOff val="3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1050" spc="-50" dirty="0">
                <a:solidFill>
                  <a:schemeClr val="tx1">
                    <a:lumMod val="65000"/>
                    <a:lumOff val="3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전환자산 평균 </a:t>
            </a:r>
            <a:r>
              <a:rPr lang="en-US" altLang="ko-KR" sz="1050" spc="-50" dirty="0" err="1">
                <a:solidFill>
                  <a:schemeClr val="tx1">
                    <a:lumMod val="65000"/>
                    <a:lumOff val="3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Cap.Rate</a:t>
            </a:r>
            <a:r>
              <a:rPr lang="en-US" altLang="ko-KR" sz="1050" spc="-50" dirty="0">
                <a:solidFill>
                  <a:schemeClr val="tx1">
                    <a:lumMod val="65000"/>
                    <a:lumOff val="3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1050" spc="-50" dirty="0">
                <a:solidFill>
                  <a:schemeClr val="tx1">
                    <a:lumMod val="65000"/>
                    <a:lumOff val="3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변화 </a:t>
            </a:r>
            <a:r>
              <a:rPr lang="en-US" altLang="ko-KR" sz="1050" spc="-50" dirty="0">
                <a:solidFill>
                  <a:schemeClr val="tx1">
                    <a:lumMod val="65000"/>
                    <a:lumOff val="3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4.5% </a:t>
            </a:r>
            <a:r>
              <a:rPr lang="en-US" altLang="ko-KR" sz="1050" spc="-50" dirty="0">
                <a:solidFill>
                  <a:schemeClr val="tx1">
                    <a:lumMod val="65000"/>
                    <a:lumOff val="3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sym typeface="Wingdings" panose="05000000000000000000" pitchFamily="2" charset="2"/>
              </a:rPr>
              <a:t></a:t>
            </a:r>
            <a:r>
              <a:rPr lang="ko-KR" altLang="en-US" sz="1050" spc="-50" dirty="0">
                <a:solidFill>
                  <a:schemeClr val="tx1">
                    <a:lumMod val="65000"/>
                    <a:lumOff val="3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50" spc="-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평균 </a:t>
            </a:r>
            <a:r>
              <a:rPr lang="en-US" altLang="ko-KR" sz="1050" spc="-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5.4%</a:t>
            </a:r>
            <a:r>
              <a:rPr lang="ko-KR" altLang="en-US" sz="1050" spc="-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endParaRPr lang="en-US" altLang="ko-KR" sz="1050" spc="-5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graphicFrame>
        <p:nvGraphicFramePr>
          <p:cNvPr id="24" name="차트 23">
            <a:extLst>
              <a:ext uri="{FF2B5EF4-FFF2-40B4-BE49-F238E27FC236}">
                <a16:creationId xmlns:a16="http://schemas.microsoft.com/office/drawing/2014/main" id="{E1DDEB01-78BD-457F-7E24-CF70A404F34D}"/>
              </a:ext>
            </a:extLst>
          </p:cNvPr>
          <p:cNvGraphicFramePr/>
          <p:nvPr>
            <p:extLst>
              <p:ext uri="{D42A27DB-BD31-4B8C-83A1-F6EECF244321}">
                <p14:modId xmlns:p14="http://schemas.microsoft.com/office/powerpoint/2010/main" val="1061099945"/>
              </p:ext>
            </p:extLst>
          </p:nvPr>
        </p:nvGraphicFramePr>
        <p:xfrm>
          <a:off x="6132115" y="2418615"/>
          <a:ext cx="4235486" cy="1685258"/>
        </p:xfrm>
        <a:graphic>
          <a:graphicData uri="http://schemas.openxmlformats.org/drawingml/2006/chart">
            <c:chart xmlns:c="http://schemas.openxmlformats.org/drawingml/2006/chart" xmlns:r="http://schemas.openxmlformats.org/officeDocument/2006/relationships" r:id="rId6"/>
          </a:graphicData>
        </a:graphic>
      </p:graphicFrame>
      <p:sp>
        <p:nvSpPr>
          <p:cNvPr id="66" name="사각형: 둥근 모서리 65">
            <a:extLst>
              <a:ext uri="{FF2B5EF4-FFF2-40B4-BE49-F238E27FC236}">
                <a16:creationId xmlns:a16="http://schemas.microsoft.com/office/drawing/2014/main" id="{AA7A9C6B-9A3F-B515-9BC0-CB6154EE9677}"/>
              </a:ext>
            </a:extLst>
          </p:cNvPr>
          <p:cNvSpPr/>
          <p:nvPr/>
        </p:nvSpPr>
        <p:spPr>
          <a:xfrm>
            <a:off x="6156784" y="1987477"/>
            <a:ext cx="1349361" cy="189258"/>
          </a:xfrm>
          <a:prstGeom prst="round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000" dirty="0" err="1">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Cap.Rate</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추이</a:t>
            </a:r>
            <a:endPar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68" name="TextBox 67">
            <a:extLst>
              <a:ext uri="{FF2B5EF4-FFF2-40B4-BE49-F238E27FC236}">
                <a16:creationId xmlns:a16="http://schemas.microsoft.com/office/drawing/2014/main" id="{01942D78-B7B9-3473-59C7-8D5E2A3CF5EE}"/>
              </a:ext>
            </a:extLst>
          </p:cNvPr>
          <p:cNvSpPr txBox="1"/>
          <p:nvPr/>
        </p:nvSpPr>
        <p:spPr>
          <a:xfrm>
            <a:off x="8357345" y="2283098"/>
            <a:ext cx="2010256" cy="209847"/>
          </a:xfrm>
          <a:prstGeom prst="rect">
            <a:avLst/>
          </a:prstGeom>
          <a:noFill/>
        </p:spPr>
        <p:txBody>
          <a:bodyPr wrap="square" rtlCol="0" anchor="ctr">
            <a:spAutoFit/>
          </a:bodyPr>
          <a:lstStyle>
            <a:defPPr>
              <a:defRPr lang="ko-KR"/>
            </a:defPPr>
            <a:lvl1pPr>
              <a:defRPr>
                <a:solidFill>
                  <a:schemeClr val="tx1">
                    <a:lumMod val="50000"/>
                    <a:lumOff val="50000"/>
                  </a:schemeClr>
                </a:solidFill>
                <a:latin typeface="Franklin Gothic Heavy" panose="020B0903020102020204" pitchFamily="34" charset="0"/>
                <a:ea typeface="KoPub돋움체 Medium" panose="02020603020101020101" pitchFamily="18" charset="-127"/>
              </a:defRPr>
            </a:lvl1pPr>
          </a:lstStyle>
          <a:p>
            <a:pPr marR="0" lvl="0" algn="r" defTabSz="914400" rtl="0" eaLnBrk="1" fontAlgn="auto" latinLnBrk="1" hangingPunct="1">
              <a:lnSpc>
                <a:spcPct val="100000"/>
              </a:lnSpc>
              <a:spcBef>
                <a:spcPts val="0"/>
              </a:spcBef>
              <a:spcAft>
                <a:spcPts val="0"/>
              </a:spcAft>
              <a:buClrTx/>
              <a:buSzTx/>
              <a:tabLst/>
              <a:defRPr/>
            </a:pP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a:t>
            </a: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%,’26</a:t>
            </a: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년은 예측치 기준</a:t>
            </a: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sp>
        <p:nvSpPr>
          <p:cNvPr id="70" name="사각형: 둥근 모서리 69">
            <a:extLst>
              <a:ext uri="{FF2B5EF4-FFF2-40B4-BE49-F238E27FC236}">
                <a16:creationId xmlns:a16="http://schemas.microsoft.com/office/drawing/2014/main" id="{7E5089E2-1F54-B3E1-9C3C-41E1CEC97F55}"/>
              </a:ext>
            </a:extLst>
          </p:cNvPr>
          <p:cNvSpPr/>
          <p:nvPr/>
        </p:nvSpPr>
        <p:spPr>
          <a:xfrm>
            <a:off x="6132115" y="4291733"/>
            <a:ext cx="1374030" cy="208184"/>
          </a:xfrm>
          <a:prstGeom prst="round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성장 전략</a:t>
            </a:r>
          </a:p>
        </p:txBody>
      </p:sp>
      <p:sp>
        <p:nvSpPr>
          <p:cNvPr id="75" name="TextBox 74">
            <a:extLst>
              <a:ext uri="{FF2B5EF4-FFF2-40B4-BE49-F238E27FC236}">
                <a16:creationId xmlns:a16="http://schemas.microsoft.com/office/drawing/2014/main" id="{496414C1-5267-E9D0-2B48-204D01AA61F6}"/>
              </a:ext>
            </a:extLst>
          </p:cNvPr>
          <p:cNvSpPr txBox="1"/>
          <p:nvPr/>
        </p:nvSpPr>
        <p:spPr>
          <a:xfrm>
            <a:off x="485366" y="6825369"/>
            <a:ext cx="4640476" cy="230832"/>
          </a:xfrm>
          <a:prstGeom prst="rect">
            <a:avLst/>
          </a:prstGeom>
          <a:noFill/>
        </p:spPr>
        <p:txBody>
          <a:bodyPr wrap="square" rtlCol="0">
            <a:spAutoFit/>
          </a:bodyPr>
          <a:lstStyle/>
          <a:p>
            <a:r>
              <a:rPr lang="ko-KR" altLang="en-US" sz="900" dirty="0">
                <a:latin typeface="KoPubWorld돋움체 Light" panose="00000300000000000000" pitchFamily="2" charset="-127"/>
                <a:ea typeface="KoPubWorld돋움체 Light" panose="00000300000000000000" pitchFamily="2" charset="-127"/>
              </a:rPr>
              <a:t>Source: 당사 내부자료</a:t>
            </a:r>
          </a:p>
        </p:txBody>
      </p:sp>
    </p:spTree>
    <p:extLst>
      <p:ext uri="{BB962C8B-B14F-4D97-AF65-F5344CB8AC3E}">
        <p14:creationId xmlns:p14="http://schemas.microsoft.com/office/powerpoint/2010/main" val="38409587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BDA2B6-E8E6-CF26-1BB6-18CF4626CFD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0A14836-2751-22CB-1578-EB322BE4F01D}"/>
              </a:ext>
            </a:extLst>
          </p:cNvPr>
          <p:cNvSpPr txBox="1"/>
          <p:nvPr/>
        </p:nvSpPr>
        <p:spPr>
          <a:xfrm>
            <a:off x="435866" y="504949"/>
            <a:ext cx="10013059" cy="296235"/>
          </a:xfrm>
          <a:prstGeom prst="rect">
            <a:avLst/>
          </a:prstGeom>
          <a:noFill/>
        </p:spPr>
        <p:txBody>
          <a:bodyPr wrap="square" lIns="0" tIns="0" rIns="0" bIns="0" rtlCol="0">
            <a:spAutoFit/>
            <a:scene3d>
              <a:camera prst="orthographicFront"/>
              <a:lightRig rig="threePt" dir="t"/>
            </a:scene3d>
            <a:sp3d>
              <a:bevelT w="1270" h="1270"/>
            </a:sp3d>
          </a:bodyPr>
          <a:lstStyle>
            <a:defPPr>
              <a:defRPr lang="ko-KR"/>
            </a:defPPr>
            <a:lvl1pPr>
              <a:defRPr sz="1600">
                <a:solidFill>
                  <a:schemeClr val="tx1">
                    <a:lumMod val="85000"/>
                    <a:lumOff val="15000"/>
                  </a:schemeClr>
                </a:solidFill>
                <a:latin typeface="나눔스퀘어 ExtraBold" panose="020B0600000101010101" pitchFamily="50" charset="-127"/>
                <a:ea typeface="나눔스퀘어 ExtraBold" panose="020B0600000101010101" pitchFamily="50" charset="-127"/>
              </a:defRPr>
            </a:lvl1pPr>
          </a:lstStyle>
          <a:p>
            <a:pPr marL="0" marR="0" lvl="0" indent="0" algn="l" defTabSz="801356" rtl="0" eaLnBrk="1" fontAlgn="auto" latinLnBrk="1" hangingPunct="1">
              <a:lnSpc>
                <a:spcPct val="150000"/>
              </a:lnSpc>
              <a:spcBef>
                <a:spcPts val="0"/>
              </a:spcBef>
              <a:spcAft>
                <a:spcPts val="0"/>
              </a:spcAft>
              <a:buClrTx/>
              <a:buSzTx/>
              <a:buFontTx/>
              <a:buNone/>
              <a:tabLst/>
              <a:defRPr/>
            </a:pPr>
            <a:r>
              <a:rPr kumimoji="0" lang="en-US" altLang="ko-KR" sz="14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mn-cs"/>
              </a:rPr>
              <a:t>Ⅲ. </a:t>
            </a:r>
            <a:r>
              <a:rPr kumimoji="0" lang="ko-KR" altLang="en-US" sz="14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mn-cs"/>
              </a:rPr>
              <a:t>시장 현황 </a:t>
            </a:r>
            <a:r>
              <a:rPr kumimoji="0" lang="en-US" altLang="ko-KR" sz="1100" b="0" i="0" u="none" strike="noStrike" kern="1200" cap="none" spc="0" normalizeH="0" baseline="0" noProof="0" dirty="0">
                <a:ln>
                  <a:noFill/>
                </a:ln>
                <a:solidFill>
                  <a:prstClr val="white">
                    <a:lumMod val="75000"/>
                  </a:prstClr>
                </a:solidFill>
                <a:effectLst/>
                <a:uLnTx/>
                <a:uFillTx/>
                <a:latin typeface="KoPubWorld돋움체 Bold" panose="00000800000000000000" pitchFamily="2" charset="-127"/>
                <a:ea typeface="KoPubWorld돋움체 Bold" panose="00000800000000000000" pitchFamily="2" charset="-127"/>
                <a:cs typeface="+mn-cs"/>
              </a:rPr>
              <a:t>Market Overview</a:t>
            </a:r>
          </a:p>
        </p:txBody>
      </p:sp>
      <p:sp>
        <p:nvSpPr>
          <p:cNvPr id="9" name="TextBox 8">
            <a:extLst>
              <a:ext uri="{FF2B5EF4-FFF2-40B4-BE49-F238E27FC236}">
                <a16:creationId xmlns:a16="http://schemas.microsoft.com/office/drawing/2014/main" id="{313DE415-D273-A33E-23F2-8188C67ED8F6}"/>
              </a:ext>
            </a:extLst>
          </p:cNvPr>
          <p:cNvSpPr txBox="1"/>
          <p:nvPr/>
        </p:nvSpPr>
        <p:spPr>
          <a:xfrm>
            <a:off x="269928" y="1076666"/>
            <a:ext cx="10178998" cy="669414"/>
          </a:xfrm>
          <a:prstGeom prst="rect">
            <a:avLst/>
          </a:prstGeom>
          <a:noFill/>
        </p:spPr>
        <p:txBody>
          <a:bodyPr wrap="square" lIns="180000" tIns="0" rtlCol="0">
            <a:spAutoFit/>
          </a:bodyPr>
          <a:lstStyle>
            <a:defPPr>
              <a:defRPr lang="ko-KR"/>
            </a:defPPr>
            <a:lvl1pPr marL="285750" indent="-285750">
              <a:lnSpc>
                <a:spcPct val="150000"/>
              </a:lnSpc>
              <a:buFont typeface="Wingdings" panose="05000000000000000000" pitchFamily="2" charset="2"/>
              <a:buChar char="ü"/>
              <a:defRPr sz="1400">
                <a:latin typeface="KoPubWorld돋움체 Bold" panose="00000800000000000000" pitchFamily="2" charset="-127"/>
                <a:ea typeface="KoPubWorld돋움체 Bold" panose="00000800000000000000" pitchFamily="2" charset="-127"/>
              </a:defRPr>
            </a:lvl1pPr>
          </a:lstStyle>
          <a:p>
            <a:pPr marL="0" marR="0" lvl="0" indent="0" algn="l" defTabSz="914400" rtl="0" eaLnBrk="1" fontAlgn="auto" latinLnBrk="1" hangingPunct="1">
              <a:lnSpc>
                <a:spcPct val="150000"/>
              </a:lnSpc>
              <a:spcBef>
                <a:spcPts val="0"/>
              </a:spcBef>
              <a:spcAft>
                <a:spcPts val="0"/>
              </a:spcAft>
              <a:buClrTx/>
              <a:buSzTx/>
              <a:buFont typeface="Wingdings" panose="05000000000000000000" pitchFamily="2" charset="2"/>
              <a:buNone/>
              <a:tabLst/>
              <a:defRPr/>
            </a:pPr>
            <a:r>
              <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mn-cs"/>
              </a:rPr>
              <a:t>’26</a:t>
            </a: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mn-cs"/>
              </a:rPr>
              <a:t>년 하반기 시장전망에 따라 신규투자 섹터는 </a:t>
            </a:r>
            <a:r>
              <a:rPr lang="en-US" altLang="ko-KR" sz="1600" dirty="0">
                <a:solidFill>
                  <a:prstClr val="black"/>
                </a:solidFill>
              </a:rPr>
              <a:t>Core </a:t>
            </a: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mn-cs"/>
              </a:rPr>
              <a:t>물류센터 투자에 적합한 환경으로 판단됨 </a:t>
            </a:r>
            <a:endPar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mn-cs"/>
            </a:endParaRPr>
          </a:p>
          <a:p>
            <a:pPr marL="0" marR="0" lvl="0" indent="0" algn="l" defTabSz="914400" rtl="0" eaLnBrk="1" fontAlgn="auto" latinLnBrk="1" hangingPunct="1">
              <a:lnSpc>
                <a:spcPct val="150000"/>
              </a:lnSpc>
              <a:spcBef>
                <a:spcPts val="0"/>
              </a:spcBef>
              <a:spcAft>
                <a:spcPts val="0"/>
              </a:spcAft>
              <a:buClrTx/>
              <a:buSzTx/>
              <a:buFont typeface="Wingdings" panose="05000000000000000000" pitchFamily="2" charset="2"/>
              <a:buNone/>
              <a:tabLst/>
              <a:defRPr/>
            </a:pPr>
            <a:r>
              <a:rPr kumimoji="0" lang="en-US" altLang="ko-KR"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 </a:t>
            </a:r>
            <a:r>
              <a:rPr kumimoji="0" lang="ko-KR" altLang="en-US"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오피스의 경우 향후 대규모 공급예상이 예상되며</a:t>
            </a:r>
            <a:r>
              <a:rPr kumimoji="0" lang="en-US" altLang="ko-KR"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kumimoji="0" lang="ko-KR" altLang="en-US"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호텔 섹터의 경우 매수경쟁과다로 물건 편입의 불확실성이 커 부적합</a:t>
            </a:r>
            <a:endParaRPr kumimoji="0" lang="en-US" altLang="ko-KR"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02" name="sh201"/>
          <p:cNvSpPr txBox="1"/>
          <p:nvPr/>
        </p:nvSpPr>
        <p:spPr>
          <a:xfrm>
            <a:off x="444184" y="1943633"/>
            <a:ext cx="2750000" cy="208184"/>
          </a:xfrm>
          <a:prstGeom prst="roundRect">
            <a:avLst>
              <a:gd name="adj" fmla="val 16667"/>
            </a:avLst>
          </a:prstGeom>
          <a:solidFill>
            <a:srgbClr val="F2F2F2"/>
          </a:solidFill>
          <a:ln>
            <a:noFill/>
          </a:ln>
        </p:spPr>
        <p:txBody>
          <a:bodyPr wrap="square" lIns="91440" tIns="0" rIns="9144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섹터별 시장전망 및 투자 적합성 진단</a:t>
            </a:r>
          </a:p>
        </p:txBody>
      </p:sp>
      <p:sp>
        <p:nvSpPr>
          <p:cNvPr id="206" name="sh205"/>
          <p:cNvSpPr txBox="1"/>
          <p:nvPr/>
        </p:nvSpPr>
        <p:spPr>
          <a:xfrm>
            <a:off x="444184" y="2299999"/>
            <a:ext cx="3154481" cy="4396161"/>
          </a:xfrm>
          <a:prstGeom prst="roundRect">
            <a:avLst>
              <a:gd name="adj" fmla="val 4000"/>
            </a:avLst>
          </a:prstGeom>
          <a:solidFill>
            <a:srgbClr val="FFFFFF"/>
          </a:solidFill>
          <a:ln w="9525">
            <a:solidFill>
              <a:srgbClr val="D9D9D9"/>
            </a:solidFill>
          </a:ln>
        </p:spPr>
        <p:txBody>
          <a:bodyPr wrap="square" lIns="0" tIns="0" rIns="0" bIns="0"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endParaRPr>
          </a:p>
        </p:txBody>
      </p:sp>
      <p:sp>
        <p:nvSpPr>
          <p:cNvPr id="208" name="sh207"/>
          <p:cNvSpPr txBox="1"/>
          <p:nvPr/>
        </p:nvSpPr>
        <p:spPr>
          <a:xfrm>
            <a:off x="644184" y="2450000"/>
            <a:ext cx="1750000" cy="300000"/>
          </a:xfrm>
          <a:prstGeom prst="rect">
            <a:avLst/>
          </a:prstGeom>
          <a:noFill/>
          <a:ln>
            <a:noFill/>
          </a:ln>
        </p:spPr>
        <p:txBody>
          <a:bodyPr wrap="square" lIns="0" tIns="0" rIns="0" bIns="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400" b="0" i="0" u="none" strike="noStrike" kern="1200" cap="none" spc="0" normalizeH="0" baseline="0" noProof="0" dirty="0">
                <a:ln>
                  <a:noFill/>
                </a:ln>
                <a:solidFill>
                  <a:srgbClr val="1B2A6B"/>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오피스  </a:t>
            </a:r>
            <a:r>
              <a:rPr kumimoji="0" lang="ko-KR" altLang="en-US" sz="900" b="0" i="0" u="none" strike="noStrike" kern="1200" cap="none" spc="0" normalizeH="0" baseline="0" noProof="0" dirty="0">
                <a:ln>
                  <a:noFill/>
                </a:ln>
                <a:solidFill>
                  <a:srgbClr val="595959"/>
                </a:solidFill>
                <a:effectLst/>
                <a:uLnTx/>
                <a:uFillTx/>
                <a:latin typeface="KoPubWorld돋움체 Medium" panose="00000800000000000000" pitchFamily="2" charset="-127"/>
                <a:ea typeface="KoPubWorld돋움체 Medium" panose="00000800000000000000" pitchFamily="2" charset="-127"/>
                <a:cs typeface="KoPubWorld돋움체 Medium" panose="00000800000000000000" pitchFamily="2" charset="-127"/>
              </a:rPr>
              <a:t>Office</a:t>
            </a:r>
          </a:p>
        </p:txBody>
      </p:sp>
      <p:sp>
        <p:nvSpPr>
          <p:cNvPr id="210" name="sh209"/>
          <p:cNvSpPr txBox="1"/>
          <p:nvPr/>
        </p:nvSpPr>
        <p:spPr>
          <a:xfrm>
            <a:off x="2248665" y="2475000"/>
            <a:ext cx="1150000" cy="265000"/>
          </a:xfrm>
          <a:prstGeom prst="roundRect">
            <a:avLst>
              <a:gd name="adj" fmla="val 25000"/>
            </a:avLst>
          </a:prstGeom>
          <a:solidFill>
            <a:srgbClr val="8C8C8C"/>
          </a:solidFill>
          <a:ln>
            <a:noFill/>
          </a:ln>
        </p:spPr>
        <p:txBody>
          <a:bodyPr wrap="square" lIns="45720" tIns="0" rIns="4572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50" b="0" i="0" u="none" strike="noStrike" kern="1200" cap="none" spc="0" normalizeH="0" baseline="0" noProof="0" dirty="0">
                <a:ln>
                  <a:noFill/>
                </a:ln>
                <a:solidFill>
                  <a:srgbClr val="FFFFFF"/>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 부적합</a:t>
            </a:r>
          </a:p>
        </p:txBody>
      </p:sp>
      <p:sp>
        <p:nvSpPr>
          <p:cNvPr id="212" name="sh211"/>
          <p:cNvSpPr txBox="1"/>
          <p:nvPr/>
        </p:nvSpPr>
        <p:spPr>
          <a:xfrm>
            <a:off x="644184" y="2840000"/>
            <a:ext cx="2754481" cy="300000"/>
          </a:xfrm>
          <a:prstGeom prst="rect">
            <a:avLst/>
          </a:prstGeom>
          <a:noFill/>
          <a:ln>
            <a:noFill/>
          </a:ln>
        </p:spPr>
        <p:txBody>
          <a:bodyPr wrap="square" lIns="0" tIns="0" rIns="0" bIns="0"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100" b="0" i="0" u="none" strike="noStrike" kern="1200" cap="none" spc="0" normalizeH="0" baseline="0" noProof="0" dirty="0">
                <a:ln>
                  <a:noFill/>
                </a:ln>
                <a:solidFill>
                  <a:srgbClr val="C3292F"/>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신규 공급 대형화 · 공실 양극화</a:t>
            </a:r>
          </a:p>
        </p:txBody>
      </p:sp>
      <p:sp>
        <p:nvSpPr>
          <p:cNvPr id="214" name="sh213"/>
          <p:cNvSpPr txBox="1"/>
          <p:nvPr/>
        </p:nvSpPr>
        <p:spPr>
          <a:xfrm>
            <a:off x="644184" y="5170000"/>
            <a:ext cx="2754481" cy="1382144"/>
          </a:xfrm>
          <a:prstGeom prst="rect">
            <a:avLst/>
          </a:prstGeom>
          <a:noFill/>
          <a:ln>
            <a:noFill/>
          </a:ln>
        </p:spPr>
        <p:txBody>
          <a:bodyPr wrap="square" lIns="0" tIns="0" rIns="0" bIns="0" rtlCol="0" anchor="t"/>
          <a:lstStyle/>
          <a:p>
            <a:pPr marL="160000" marR="0" lvl="0" indent="-160000" algn="l" defTabSz="457200" rtl="0" eaLnBrk="1" fontAlgn="auto" latinLnBrk="0" hangingPunct="1">
              <a:lnSpc>
                <a:spcPct val="125000"/>
              </a:lnSpc>
              <a:spcBef>
                <a:spcPts val="0"/>
              </a:spcBef>
              <a:spcAft>
                <a:spcPts val="500"/>
              </a:spcAft>
              <a:buClr>
                <a:srgbClr val="8C8C8C"/>
              </a:buClr>
              <a:buSzTx/>
              <a:buFont typeface="Arial" panose="020B0604020202020204" pitchFamily="34" charset="0"/>
              <a:buChar char="•"/>
              <a:tabLst/>
              <a:defRPr/>
            </a:pPr>
            <a:r>
              <a:rPr kumimoji="0" lang="ko-KR" altLang="en-US" sz="1000" b="0" i="0" u="none" strike="noStrike" kern="1200" cap="none" spc="0" normalizeH="0" baseline="0" noProof="0" dirty="0">
                <a:ln>
                  <a:noFill/>
                </a:ln>
                <a:solidFill>
                  <a:srgbClr val="262626"/>
                </a:solidFill>
                <a:effectLst/>
                <a:uLnTx/>
                <a:uFillTx/>
                <a:latin typeface="KoPubWorld돋움체 Medium" panose="00000800000000000000" pitchFamily="2" charset="-127"/>
                <a:ea typeface="KoPubWorld돋움체 Medium" panose="00000800000000000000" pitchFamily="2" charset="-127"/>
                <a:cs typeface="KoPubWorld돋움체 Medium" panose="00000800000000000000" pitchFamily="2" charset="-127"/>
              </a:rPr>
              <a:t>향후 </a:t>
            </a:r>
            <a:r>
              <a:rPr kumimoji="0" lang="en-US" altLang="ko-KR" sz="1000" b="0" i="0" u="none" strike="noStrike" kern="1200" cap="none" spc="0" normalizeH="0" baseline="0" noProof="0" dirty="0">
                <a:ln>
                  <a:noFill/>
                </a:ln>
                <a:solidFill>
                  <a:srgbClr val="262626"/>
                </a:solidFill>
                <a:effectLst/>
                <a:uLnTx/>
                <a:uFillTx/>
                <a:latin typeface="KoPubWorld돋움체 Medium" panose="00000800000000000000" pitchFamily="2" charset="-127"/>
                <a:ea typeface="KoPubWorld돋움체 Medium" panose="00000800000000000000" pitchFamily="2" charset="-127"/>
                <a:cs typeface="KoPubWorld돋움체 Medium" panose="00000800000000000000" pitchFamily="2" charset="-127"/>
              </a:rPr>
              <a:t>5</a:t>
            </a:r>
            <a:r>
              <a:rPr kumimoji="0" lang="ko-KR" altLang="en-US" sz="1000" b="0" i="0" u="none" strike="noStrike" kern="1200" cap="none" spc="0" normalizeH="0" baseline="0" noProof="0" dirty="0">
                <a:ln>
                  <a:noFill/>
                </a:ln>
                <a:solidFill>
                  <a:srgbClr val="262626"/>
                </a:solidFill>
                <a:effectLst/>
                <a:uLnTx/>
                <a:uFillTx/>
                <a:latin typeface="KoPubWorld돋움체 Medium" panose="00000800000000000000" pitchFamily="2" charset="-127"/>
                <a:ea typeface="KoPubWorld돋움체 Medium" panose="00000800000000000000" pitchFamily="2" charset="-127"/>
                <a:cs typeface="KoPubWorld돋움체 Medium" panose="00000800000000000000" pitchFamily="2" charset="-127"/>
              </a:rPr>
              <a:t>개년 서울 </a:t>
            </a:r>
            <a:r>
              <a:rPr kumimoji="0" lang="en-US" altLang="ko-KR" sz="1000" b="0" i="0" u="none" strike="noStrike" kern="1200" cap="none" spc="0" normalizeH="0" baseline="0" noProof="0" dirty="0">
                <a:ln>
                  <a:noFill/>
                </a:ln>
                <a:solidFill>
                  <a:srgbClr val="262626"/>
                </a:solidFill>
                <a:effectLst/>
                <a:uLnTx/>
                <a:uFillTx/>
                <a:latin typeface="KoPubWorld돋움체 Medium" panose="00000800000000000000" pitchFamily="2" charset="-127"/>
                <a:ea typeface="KoPubWorld돋움체 Medium" panose="00000800000000000000" pitchFamily="2" charset="-127"/>
                <a:cs typeface="KoPubWorld돋움체 Medium" panose="00000800000000000000" pitchFamily="2" charset="-127"/>
              </a:rPr>
              <a:t>CBD </a:t>
            </a:r>
            <a:r>
              <a:rPr kumimoji="0" lang="ko-KR" altLang="en-US" sz="1000" b="0" i="0" u="none" strike="noStrike" kern="1200" cap="none" spc="0" normalizeH="0" baseline="0" noProof="0" dirty="0">
                <a:ln>
                  <a:noFill/>
                </a:ln>
                <a:solidFill>
                  <a:srgbClr val="262626"/>
                </a:solidFill>
                <a:effectLst/>
                <a:uLnTx/>
                <a:uFillTx/>
                <a:latin typeface="KoPubWorld돋움체 Medium" panose="00000800000000000000" pitchFamily="2" charset="-127"/>
                <a:ea typeface="KoPubWorld돋움체 Medium" panose="00000800000000000000" pitchFamily="2" charset="-127"/>
                <a:cs typeface="KoPubWorld돋움체 Medium" panose="00000800000000000000" pitchFamily="2" charset="-127"/>
              </a:rPr>
              <a:t>중심 </a:t>
            </a:r>
            <a:r>
              <a:rPr lang="ko-KR" altLang="en-US" sz="1000" dirty="0">
                <a:solidFill>
                  <a:srgbClr val="262626"/>
                </a:solidFill>
                <a:latin typeface="KoPubWorld돋움체 Medium" panose="00000800000000000000" pitchFamily="2" charset="-127"/>
                <a:ea typeface="KoPubWorld돋움체 Medium" panose="00000800000000000000" pitchFamily="2" charset="-127"/>
                <a:cs typeface="KoPubWorld돋움체 Medium" panose="00000800000000000000" pitchFamily="2" charset="-127"/>
              </a:rPr>
              <a:t>대규모 </a:t>
            </a:r>
            <a:r>
              <a:rPr kumimoji="0" lang="ko-KR" altLang="en-US" sz="1000" b="0" i="0" u="none" strike="noStrike" kern="1200" cap="none" spc="0" normalizeH="0" baseline="0" noProof="0" dirty="0">
                <a:ln>
                  <a:noFill/>
                </a:ln>
                <a:solidFill>
                  <a:srgbClr val="262626"/>
                </a:solidFill>
                <a:effectLst/>
                <a:uLnTx/>
                <a:uFillTx/>
                <a:latin typeface="KoPubWorld돋움체 Medium" panose="00000800000000000000" pitchFamily="2" charset="-127"/>
                <a:ea typeface="KoPubWorld돋움체 Medium" panose="00000800000000000000" pitchFamily="2" charset="-127"/>
                <a:cs typeface="KoPubWorld돋움체 Medium" panose="00000800000000000000" pitchFamily="2" charset="-127"/>
              </a:rPr>
              <a:t>공급예정으로 매년 </a:t>
            </a:r>
            <a:r>
              <a:rPr kumimoji="0" lang="en-US" altLang="ko-KR" sz="1000" b="0" i="0" u="none" strike="noStrike" kern="1200" cap="none" spc="0" normalizeH="0" baseline="0" noProof="0" dirty="0">
                <a:ln>
                  <a:noFill/>
                </a:ln>
                <a:solidFill>
                  <a:srgbClr val="262626"/>
                </a:solidFill>
                <a:effectLst/>
                <a:uLnTx/>
                <a:uFillTx/>
                <a:latin typeface="KoPubWorld돋움체 Medium" panose="00000800000000000000" pitchFamily="2" charset="-127"/>
                <a:ea typeface="KoPubWorld돋움체 Medium" panose="00000800000000000000" pitchFamily="2" charset="-127"/>
                <a:cs typeface="KoPubWorld돋움체 Medium" panose="00000800000000000000" pitchFamily="2" charset="-127"/>
              </a:rPr>
              <a:t>30</a:t>
            </a:r>
            <a:r>
              <a:rPr kumimoji="0" lang="ko-KR" altLang="en-US" sz="1000" b="0" i="0" u="none" strike="noStrike" kern="1200" cap="none" spc="0" normalizeH="0" baseline="0" noProof="0" dirty="0">
                <a:ln>
                  <a:noFill/>
                </a:ln>
                <a:solidFill>
                  <a:srgbClr val="262626"/>
                </a:solidFill>
                <a:effectLst/>
                <a:uLnTx/>
                <a:uFillTx/>
                <a:latin typeface="KoPubWorld돋움체 Medium" panose="00000800000000000000" pitchFamily="2" charset="-127"/>
                <a:ea typeface="KoPubWorld돋움체 Medium" panose="00000800000000000000" pitchFamily="2" charset="-127"/>
                <a:cs typeface="KoPubWorld돋움체 Medium" panose="00000800000000000000" pitchFamily="2" charset="-127"/>
              </a:rPr>
              <a:t>만평 이상의 신규 공급이 예정됨</a:t>
            </a:r>
            <a:endParaRPr kumimoji="0" lang="en-US" altLang="ko-KR" sz="1000" b="0" i="0" u="none" strike="noStrike" kern="1200" cap="none" spc="0" normalizeH="0" baseline="0" noProof="0" dirty="0">
              <a:ln>
                <a:noFill/>
              </a:ln>
              <a:solidFill>
                <a:srgbClr val="262626"/>
              </a:solidFill>
              <a:effectLst/>
              <a:uLnTx/>
              <a:uFillTx/>
              <a:latin typeface="KoPubWorld돋움체 Medium" panose="00000800000000000000" pitchFamily="2" charset="-127"/>
              <a:ea typeface="KoPubWorld돋움체 Medium" panose="00000800000000000000" pitchFamily="2" charset="-127"/>
              <a:cs typeface="KoPubWorld돋움체 Medium" panose="00000800000000000000" pitchFamily="2" charset="-127"/>
            </a:endParaRPr>
          </a:p>
          <a:p>
            <a:pPr marL="160000" marR="0" lvl="0" indent="-160000" algn="l" defTabSz="457200" rtl="0" eaLnBrk="1" fontAlgn="auto" latinLnBrk="0" hangingPunct="1">
              <a:lnSpc>
                <a:spcPct val="125000"/>
              </a:lnSpc>
              <a:spcBef>
                <a:spcPts val="0"/>
              </a:spcBef>
              <a:spcAft>
                <a:spcPts val="500"/>
              </a:spcAft>
              <a:buClr>
                <a:srgbClr val="8C8C8C"/>
              </a:buClr>
              <a:buSzTx/>
              <a:buFont typeface="Arial" panose="020B0604020202020204" pitchFamily="34" charset="0"/>
              <a:buChar char="•"/>
              <a:tabLst/>
              <a:defRPr/>
            </a:pPr>
            <a:r>
              <a:rPr lang="en-US" altLang="ko-KR" sz="1000" dirty="0">
                <a:solidFill>
                  <a:srgbClr val="262626"/>
                </a:solidFill>
                <a:latin typeface="KoPubWorld돋움체 Medium" panose="00000800000000000000" pitchFamily="2" charset="-127"/>
                <a:ea typeface="KoPubWorld돋움체 Medium" panose="00000800000000000000" pitchFamily="2" charset="-127"/>
                <a:cs typeface="KoPubWorld돋움체 Medium" panose="00000800000000000000" pitchFamily="2" charset="-127"/>
              </a:rPr>
              <a:t>’25</a:t>
            </a:r>
            <a:r>
              <a:rPr lang="ko-KR" altLang="en-US" sz="1000" dirty="0">
                <a:solidFill>
                  <a:srgbClr val="262626"/>
                </a:solidFill>
                <a:latin typeface="KoPubWorld돋움체 Medium" panose="00000800000000000000" pitchFamily="2" charset="-127"/>
                <a:ea typeface="KoPubWorld돋움체 Medium" panose="00000800000000000000" pitchFamily="2" charset="-127"/>
                <a:cs typeface="KoPubWorld돋움체 Medium" panose="00000800000000000000" pitchFamily="2" charset="-127"/>
              </a:rPr>
              <a:t>년 급등 기저효과로 가격 상승세 둔화</a:t>
            </a:r>
            <a:r>
              <a:rPr lang="en-US" altLang="ko-KR" sz="1000" dirty="0">
                <a:solidFill>
                  <a:srgbClr val="262626"/>
                </a:solidFill>
                <a:latin typeface="KoPubWorld돋움체 Medium" panose="00000800000000000000" pitchFamily="2" charset="-127"/>
                <a:ea typeface="KoPubWorld돋움체 Medium" panose="00000800000000000000" pitchFamily="2" charset="-127"/>
                <a:cs typeface="KoPubWorld돋움체 Medium" panose="00000800000000000000" pitchFamily="2" charset="-127"/>
              </a:rPr>
              <a:t> </a:t>
            </a:r>
            <a:r>
              <a:rPr kumimoji="0" lang="en-US" altLang="ko-KR" sz="1000" b="0" i="0" u="none" strike="noStrike" kern="1200" cap="none" spc="0" normalizeH="0" baseline="0" noProof="0" dirty="0">
                <a:ln>
                  <a:noFill/>
                </a:ln>
                <a:solidFill>
                  <a:srgbClr val="262626"/>
                </a:solidFill>
                <a:effectLst/>
                <a:uLnTx/>
                <a:uFillTx/>
                <a:latin typeface="KoPubWorld돋움체 Medium" panose="00000800000000000000" pitchFamily="2" charset="-127"/>
                <a:ea typeface="KoPubWorld돋움체 Medium" panose="00000800000000000000" pitchFamily="2" charset="-127"/>
                <a:cs typeface="KoPubWorld돋움체 Medium" panose="00000800000000000000" pitchFamily="2" charset="-127"/>
              </a:rPr>
              <a:t>(3,240</a:t>
            </a:r>
            <a:r>
              <a:rPr kumimoji="0" lang="ko-KR" altLang="en-US" sz="1000" b="0" i="0" u="none" strike="noStrike" kern="1200" cap="none" spc="0" normalizeH="0" baseline="0" noProof="0" dirty="0">
                <a:ln>
                  <a:noFill/>
                </a:ln>
                <a:solidFill>
                  <a:srgbClr val="262626"/>
                </a:solidFill>
                <a:effectLst/>
                <a:uLnTx/>
                <a:uFillTx/>
                <a:latin typeface="KoPubWorld돋움체 Medium" panose="00000800000000000000" pitchFamily="2" charset="-127"/>
                <a:ea typeface="KoPubWorld돋움체 Medium" panose="00000800000000000000" pitchFamily="2" charset="-127"/>
                <a:cs typeface="KoPubWorld돋움체 Medium" panose="00000800000000000000" pitchFamily="2" charset="-127"/>
              </a:rPr>
              <a:t>만원</a:t>
            </a:r>
            <a:r>
              <a:rPr kumimoji="0" lang="en-US" altLang="ko-KR" sz="1000" b="0" i="0" u="none" strike="noStrike" kern="1200" cap="none" spc="0" normalizeH="0" baseline="0" noProof="0" dirty="0">
                <a:ln>
                  <a:noFill/>
                </a:ln>
                <a:solidFill>
                  <a:srgbClr val="262626"/>
                </a:solidFill>
                <a:effectLst/>
                <a:uLnTx/>
                <a:uFillTx/>
                <a:latin typeface="KoPubWorld돋움체 Medium" panose="00000800000000000000" pitchFamily="2" charset="-127"/>
                <a:ea typeface="KoPubWorld돋움체 Medium" panose="00000800000000000000" pitchFamily="2" charset="-127"/>
                <a:cs typeface="KoPubWorld돋움체 Medium" panose="00000800000000000000" pitchFamily="2" charset="-127"/>
              </a:rPr>
              <a:t>/</a:t>
            </a:r>
            <a:r>
              <a:rPr kumimoji="0" lang="ko-KR" altLang="en-US" sz="1000" b="0" i="0" u="none" strike="noStrike" kern="1200" cap="none" spc="0" normalizeH="0" baseline="0" noProof="0" dirty="0">
                <a:ln>
                  <a:noFill/>
                </a:ln>
                <a:solidFill>
                  <a:srgbClr val="262626"/>
                </a:solidFill>
                <a:effectLst/>
                <a:uLnTx/>
                <a:uFillTx/>
                <a:latin typeface="KoPubWorld돋움체 Medium" panose="00000800000000000000" pitchFamily="2" charset="-127"/>
                <a:ea typeface="KoPubWorld돋움체 Medium" panose="00000800000000000000" pitchFamily="2" charset="-127"/>
                <a:cs typeface="KoPubWorld돋움체 Medium" panose="00000800000000000000" pitchFamily="2" charset="-127"/>
              </a:rPr>
              <a:t>평</a:t>
            </a:r>
            <a:r>
              <a:rPr lang="en-US" altLang="ko-KR" sz="1000" dirty="0">
                <a:solidFill>
                  <a:srgbClr val="262626"/>
                </a:solidFill>
                <a:latin typeface="KoPubWorld돋움체 Medium" panose="00000800000000000000" pitchFamily="2" charset="-127"/>
                <a:ea typeface="KoPubWorld돋움체 Medium" panose="00000800000000000000" pitchFamily="2" charset="-127"/>
                <a:cs typeface="KoPubWorld돋움체 Medium" panose="00000800000000000000" pitchFamily="2" charset="-127"/>
              </a:rPr>
              <a:t>)</a:t>
            </a:r>
            <a:r>
              <a:rPr lang="ko-KR" altLang="en-US" sz="1000" dirty="0">
                <a:solidFill>
                  <a:srgbClr val="262626"/>
                </a:solidFill>
                <a:latin typeface="KoPubWorld돋움체 Medium" panose="00000800000000000000" pitchFamily="2" charset="-127"/>
                <a:ea typeface="KoPubWorld돋움체 Medium" panose="00000800000000000000" pitchFamily="2" charset="-127"/>
                <a:cs typeface="KoPubWorld돋움체 Medium" panose="00000800000000000000" pitchFamily="2" charset="-127"/>
              </a:rPr>
              <a:t>되었으나</a:t>
            </a:r>
            <a:r>
              <a:rPr lang="en-US" altLang="ko-KR" sz="1000" dirty="0">
                <a:solidFill>
                  <a:srgbClr val="262626"/>
                </a:solidFill>
                <a:latin typeface="KoPubWorld돋움체 Medium" panose="00000800000000000000" pitchFamily="2" charset="-127"/>
                <a:ea typeface="KoPubWorld돋움체 Medium" panose="00000800000000000000" pitchFamily="2" charset="-127"/>
                <a:cs typeface="KoPubWorld돋움체 Medium" panose="00000800000000000000" pitchFamily="2" charset="-127"/>
              </a:rPr>
              <a:t>, </a:t>
            </a:r>
            <a:r>
              <a:rPr lang="ko-KR" altLang="en-US" sz="1000" dirty="0">
                <a:solidFill>
                  <a:srgbClr val="262626"/>
                </a:solidFill>
                <a:latin typeface="KoPubWorld돋움체 Medium" panose="00000800000000000000" pitchFamily="2" charset="-127"/>
                <a:ea typeface="KoPubWorld돋움체 Medium" panose="00000800000000000000" pitchFamily="2" charset="-127"/>
                <a:cs typeface="KoPubWorld돋움체 Medium" panose="00000800000000000000" pitchFamily="2" charset="-127"/>
              </a:rPr>
              <a:t>매도인</a:t>
            </a:r>
            <a:r>
              <a:rPr lang="en-US" altLang="ko-KR" sz="1000" dirty="0">
                <a:solidFill>
                  <a:srgbClr val="262626"/>
                </a:solidFill>
                <a:latin typeface="KoPubWorld돋움체 Medium" panose="00000800000000000000" pitchFamily="2" charset="-127"/>
                <a:ea typeface="KoPubWorld돋움체 Medium" panose="00000800000000000000" pitchFamily="2" charset="-127"/>
                <a:cs typeface="KoPubWorld돋움체 Medium" panose="00000800000000000000" pitchFamily="2" charset="-127"/>
              </a:rPr>
              <a:t>-</a:t>
            </a:r>
            <a:r>
              <a:rPr lang="ko-KR" altLang="en-US" sz="1000" dirty="0">
                <a:solidFill>
                  <a:srgbClr val="262626"/>
                </a:solidFill>
                <a:latin typeface="KoPubWorld돋움체 Medium" panose="00000800000000000000" pitchFamily="2" charset="-127"/>
                <a:ea typeface="KoPubWorld돋움체 Medium" panose="00000800000000000000" pitchFamily="2" charset="-127"/>
                <a:cs typeface="KoPubWorld돋움체 Medium" panose="00000800000000000000" pitchFamily="2" charset="-127"/>
              </a:rPr>
              <a:t>매수인 간의 가격격차가 현실화되지 않아 거래규모 축소 예상 </a:t>
            </a:r>
            <a:endParaRPr kumimoji="0" lang="ko-KR" altLang="en-US" sz="1000" b="0" i="0" u="none" strike="noStrike" kern="1200" cap="none" spc="0" normalizeH="0" baseline="0" noProof="0" dirty="0">
              <a:ln>
                <a:noFill/>
              </a:ln>
              <a:solidFill>
                <a:srgbClr val="262626"/>
              </a:solidFill>
              <a:effectLst/>
              <a:uLnTx/>
              <a:uFillTx/>
              <a:latin typeface="KoPubWorld돋움체 Medium" panose="00000800000000000000" pitchFamily="2" charset="-127"/>
              <a:ea typeface="KoPubWorld돋움체 Medium" panose="00000800000000000000" pitchFamily="2" charset="-127"/>
              <a:cs typeface="KoPubWorld돋움체 Medium" panose="00000800000000000000" pitchFamily="2" charset="-127"/>
            </a:endParaRPr>
          </a:p>
          <a:p>
            <a:pPr marL="160000" marR="0" lvl="0" indent="-160000" algn="l" defTabSz="457200" rtl="0" eaLnBrk="1" fontAlgn="auto" latinLnBrk="0" hangingPunct="1">
              <a:lnSpc>
                <a:spcPct val="125000"/>
              </a:lnSpc>
              <a:spcBef>
                <a:spcPts val="0"/>
              </a:spcBef>
              <a:spcAft>
                <a:spcPts val="500"/>
              </a:spcAft>
              <a:buClr>
                <a:srgbClr val="8C8C8C"/>
              </a:buClr>
              <a:buSzTx/>
              <a:buFont typeface="Arial" panose="020B0604020202020204" pitchFamily="34" charset="0"/>
              <a:buChar char="•"/>
              <a:tabLst/>
              <a:defRPr/>
            </a:pPr>
            <a:r>
              <a:rPr lang="en-US" altLang="ko-KR" sz="1000" dirty="0">
                <a:solidFill>
                  <a:srgbClr val="262626"/>
                </a:solidFill>
                <a:latin typeface="KoPubWorld돋움체 Medium" panose="00000800000000000000" pitchFamily="2" charset="-127"/>
                <a:ea typeface="KoPubWorld돋움체 Medium" panose="00000800000000000000" pitchFamily="2" charset="-127"/>
                <a:cs typeface="KoPubWorld돋움체 Medium" panose="00000800000000000000" pitchFamily="2" charset="-127"/>
              </a:rPr>
              <a:t>Prime </a:t>
            </a:r>
            <a:r>
              <a:rPr lang="ko-KR" altLang="en-US" sz="1000" dirty="0">
                <a:solidFill>
                  <a:srgbClr val="262626"/>
                </a:solidFill>
                <a:latin typeface="KoPubWorld돋움체 Medium" panose="00000800000000000000" pitchFamily="2" charset="-127"/>
                <a:ea typeface="KoPubWorld돋움체 Medium" panose="00000800000000000000" pitchFamily="2" charset="-127"/>
                <a:cs typeface="KoPubWorld돋움체 Medium" panose="00000800000000000000" pitchFamily="2" charset="-127"/>
              </a:rPr>
              <a:t>자산의 경우 수요 견조하나</a:t>
            </a:r>
            <a:r>
              <a:rPr lang="en-US" altLang="ko-KR" sz="1000" dirty="0">
                <a:solidFill>
                  <a:srgbClr val="262626"/>
                </a:solidFill>
                <a:latin typeface="KoPubWorld돋움체 Medium" panose="00000800000000000000" pitchFamily="2" charset="-127"/>
                <a:ea typeface="KoPubWorld돋움체 Medium" panose="00000800000000000000" pitchFamily="2" charset="-127"/>
                <a:cs typeface="KoPubWorld돋움체 Medium" panose="00000800000000000000" pitchFamily="2" charset="-127"/>
              </a:rPr>
              <a:t>, </a:t>
            </a:r>
            <a:r>
              <a:rPr lang="ko-KR" altLang="en-US" sz="1000" dirty="0">
                <a:solidFill>
                  <a:srgbClr val="262626"/>
                </a:solidFill>
                <a:latin typeface="KoPubWorld돋움체 Medium" panose="00000800000000000000" pitchFamily="2" charset="-127"/>
                <a:ea typeface="KoPubWorld돋움체 Medium" panose="00000800000000000000" pitchFamily="2" charset="-127"/>
                <a:cs typeface="KoPubWorld돋움체 Medium" panose="00000800000000000000" pitchFamily="2" charset="-127"/>
              </a:rPr>
              <a:t>중소형 자산의 경우 </a:t>
            </a:r>
            <a:r>
              <a:rPr lang="ko-KR" altLang="en-US" sz="1000" dirty="0" err="1">
                <a:solidFill>
                  <a:srgbClr val="262626"/>
                </a:solidFill>
                <a:latin typeface="KoPubWorld돋움체 Medium" panose="00000800000000000000" pitchFamily="2" charset="-127"/>
                <a:ea typeface="KoPubWorld돋움체 Medium" panose="00000800000000000000" pitchFamily="2" charset="-127"/>
                <a:cs typeface="KoPubWorld돋움체 Medium" panose="00000800000000000000" pitchFamily="2" charset="-127"/>
              </a:rPr>
              <a:t>공실률</a:t>
            </a:r>
            <a:r>
              <a:rPr lang="ko-KR" altLang="en-US" sz="1000" dirty="0">
                <a:solidFill>
                  <a:srgbClr val="262626"/>
                </a:solidFill>
                <a:latin typeface="KoPubWorld돋움체 Medium" panose="00000800000000000000" pitchFamily="2" charset="-127"/>
                <a:ea typeface="KoPubWorld돋움체 Medium" panose="00000800000000000000" pitchFamily="2" charset="-127"/>
                <a:cs typeface="KoPubWorld돋움체 Medium" panose="00000800000000000000" pitchFamily="2" charset="-127"/>
              </a:rPr>
              <a:t> 확대 및 자산가격 하락 예상</a:t>
            </a:r>
            <a:endParaRPr kumimoji="0" lang="ko-KR" altLang="en-US" sz="1000" b="0" i="0" u="none" strike="noStrike" kern="1200" cap="none" spc="0" normalizeH="0" baseline="0" noProof="0" dirty="0">
              <a:ln>
                <a:noFill/>
              </a:ln>
              <a:solidFill>
                <a:srgbClr val="262626"/>
              </a:solidFill>
              <a:effectLst/>
              <a:uLnTx/>
              <a:uFillTx/>
              <a:latin typeface="KoPubWorld돋움체 Medium" panose="00000800000000000000" pitchFamily="2" charset="-127"/>
              <a:ea typeface="KoPubWorld돋움체 Medium" panose="00000800000000000000" pitchFamily="2" charset="-127"/>
              <a:cs typeface="KoPubWorld돋움체 Medium" panose="00000800000000000000" pitchFamily="2" charset="-127"/>
            </a:endParaRPr>
          </a:p>
        </p:txBody>
      </p:sp>
      <p:sp>
        <p:nvSpPr>
          <p:cNvPr id="232" name="sh231"/>
          <p:cNvSpPr txBox="1"/>
          <p:nvPr/>
        </p:nvSpPr>
        <p:spPr>
          <a:xfrm>
            <a:off x="7002090" y="2299999"/>
            <a:ext cx="3154481" cy="4396159"/>
          </a:xfrm>
          <a:prstGeom prst="roundRect">
            <a:avLst>
              <a:gd name="adj" fmla="val 4000"/>
            </a:avLst>
          </a:prstGeom>
          <a:solidFill>
            <a:srgbClr val="FFFFFF"/>
          </a:solidFill>
          <a:ln w="9525">
            <a:solidFill>
              <a:srgbClr val="D9D9D9"/>
            </a:solidFill>
          </a:ln>
        </p:spPr>
        <p:txBody>
          <a:bodyPr wrap="square" lIns="0" tIns="0" rIns="0" bIns="0"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endParaRPr>
          </a:p>
        </p:txBody>
      </p:sp>
      <p:sp>
        <p:nvSpPr>
          <p:cNvPr id="234" name="sh233"/>
          <p:cNvSpPr txBox="1"/>
          <p:nvPr/>
        </p:nvSpPr>
        <p:spPr>
          <a:xfrm>
            <a:off x="7202090" y="2450000"/>
            <a:ext cx="1750000" cy="300000"/>
          </a:xfrm>
          <a:prstGeom prst="rect">
            <a:avLst/>
          </a:prstGeom>
          <a:noFill/>
          <a:ln>
            <a:noFill/>
          </a:ln>
        </p:spPr>
        <p:txBody>
          <a:bodyPr wrap="square" lIns="0" tIns="0" rIns="0" bIns="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400" b="0" i="0" u="none" strike="noStrike" kern="1200" cap="none" spc="0" normalizeH="0" baseline="0" noProof="0" dirty="0">
                <a:ln>
                  <a:noFill/>
                </a:ln>
                <a:solidFill>
                  <a:srgbClr val="1B2A6B"/>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호텔  </a:t>
            </a:r>
            <a:r>
              <a:rPr kumimoji="0" lang="ko-KR" altLang="en-US" sz="900" b="0" i="0" u="none" strike="noStrike" kern="1200" cap="none" spc="0" normalizeH="0" baseline="0" noProof="0" dirty="0">
                <a:ln>
                  <a:noFill/>
                </a:ln>
                <a:solidFill>
                  <a:srgbClr val="595959"/>
                </a:solidFill>
                <a:effectLst/>
                <a:uLnTx/>
                <a:uFillTx/>
                <a:latin typeface="KoPubWorld돋움체 Medium" panose="00000800000000000000" pitchFamily="2" charset="-127"/>
                <a:ea typeface="KoPubWorld돋움체 Medium" panose="00000800000000000000" pitchFamily="2" charset="-127"/>
                <a:cs typeface="KoPubWorld돋움체 Medium" panose="00000800000000000000" pitchFamily="2" charset="-127"/>
              </a:rPr>
              <a:t>Hotel</a:t>
            </a:r>
          </a:p>
        </p:txBody>
      </p:sp>
      <p:sp>
        <p:nvSpPr>
          <p:cNvPr id="236" name="sh235"/>
          <p:cNvSpPr txBox="1"/>
          <p:nvPr/>
        </p:nvSpPr>
        <p:spPr>
          <a:xfrm>
            <a:off x="8806571" y="2475000"/>
            <a:ext cx="1150000" cy="265000"/>
          </a:xfrm>
          <a:prstGeom prst="roundRect">
            <a:avLst>
              <a:gd name="adj" fmla="val 25000"/>
            </a:avLst>
          </a:prstGeom>
          <a:solidFill>
            <a:srgbClr val="8C8C8C"/>
          </a:solidFill>
          <a:ln>
            <a:noFill/>
          </a:ln>
        </p:spPr>
        <p:txBody>
          <a:bodyPr wrap="square" lIns="45720" tIns="0" rIns="4572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50" b="0" i="0" u="none" strike="noStrike" kern="1200" cap="none" spc="0" normalizeH="0" baseline="0" noProof="0" dirty="0">
                <a:ln>
                  <a:noFill/>
                </a:ln>
                <a:solidFill>
                  <a:srgbClr val="FFFFFF"/>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 부적합</a:t>
            </a:r>
          </a:p>
        </p:txBody>
      </p:sp>
      <p:sp>
        <p:nvSpPr>
          <p:cNvPr id="238" name="sh237"/>
          <p:cNvSpPr txBox="1"/>
          <p:nvPr/>
        </p:nvSpPr>
        <p:spPr>
          <a:xfrm>
            <a:off x="7202090" y="2840000"/>
            <a:ext cx="2754481" cy="300000"/>
          </a:xfrm>
          <a:prstGeom prst="rect">
            <a:avLst/>
          </a:prstGeom>
          <a:noFill/>
          <a:ln>
            <a:noFill/>
          </a:ln>
        </p:spPr>
        <p:txBody>
          <a:bodyPr wrap="square" lIns="0" tIns="0" rIns="0" bIns="0"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100" b="0" i="0" u="none" strike="noStrike" kern="1200" cap="none" spc="0" normalizeH="0" baseline="0" noProof="0" dirty="0">
                <a:ln>
                  <a:noFill/>
                </a:ln>
                <a:solidFill>
                  <a:srgbClr val="C3292F"/>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매크로 우호, 그러나 매수경쟁 과열</a:t>
            </a:r>
          </a:p>
        </p:txBody>
      </p:sp>
      <p:sp>
        <p:nvSpPr>
          <p:cNvPr id="240" name="sh239"/>
          <p:cNvSpPr txBox="1"/>
          <p:nvPr/>
        </p:nvSpPr>
        <p:spPr>
          <a:xfrm>
            <a:off x="7218114" y="4679937"/>
            <a:ext cx="2754481" cy="1450000"/>
          </a:xfrm>
          <a:prstGeom prst="rect">
            <a:avLst/>
          </a:prstGeom>
          <a:noFill/>
          <a:ln>
            <a:noFill/>
          </a:ln>
        </p:spPr>
        <p:txBody>
          <a:bodyPr wrap="square" lIns="0" tIns="0" rIns="0" bIns="0" rtlCol="0" anchor="t"/>
          <a:lstStyle/>
          <a:p>
            <a:pPr marL="160000" lvl="0" indent="-160000">
              <a:lnSpc>
                <a:spcPct val="125000"/>
              </a:lnSpc>
              <a:spcAft>
                <a:spcPts val="500"/>
              </a:spcAft>
              <a:buClr>
                <a:srgbClr val="8C8C8C"/>
              </a:buClr>
              <a:buFont typeface="Arial" panose="020B0604020202020204" pitchFamily="34" charset="0"/>
              <a:buChar char="•"/>
              <a:defRPr/>
            </a:pPr>
            <a:r>
              <a:rPr kumimoji="0" lang="ko-KR" altLang="en-US" sz="1000" b="0" i="0" u="none" strike="noStrike" kern="1200" cap="none" spc="0" normalizeH="0" baseline="0" noProof="0" dirty="0">
                <a:ln>
                  <a:noFill/>
                </a:ln>
                <a:solidFill>
                  <a:srgbClr val="262626"/>
                </a:solidFill>
                <a:effectLst/>
                <a:uLnTx/>
                <a:uFillTx/>
                <a:latin typeface="KoPubWorld돋움체 Medium" panose="00000800000000000000" pitchFamily="2" charset="-127"/>
                <a:ea typeface="KoPubWorld돋움체 Medium" panose="00000800000000000000" pitchFamily="2" charset="-127"/>
                <a:cs typeface="KoPubWorld돋움체 Medium" panose="00000800000000000000" pitchFamily="2" charset="-127"/>
              </a:rPr>
              <a:t>외국인 관광객 1,894만 명(역대 최대)로 영업지표 </a:t>
            </a:r>
            <a:r>
              <a:rPr kumimoji="0" lang="en-US" altLang="ko-KR" sz="1000" b="0" i="0" u="none" strike="noStrike" kern="1200" cap="none" spc="0" normalizeH="0" baseline="0" noProof="0" dirty="0">
                <a:ln>
                  <a:noFill/>
                </a:ln>
                <a:solidFill>
                  <a:srgbClr val="262626"/>
                </a:solidFill>
                <a:effectLst/>
                <a:uLnTx/>
                <a:uFillTx/>
                <a:latin typeface="KoPubWorld돋움체 Medium" panose="00000800000000000000" pitchFamily="2" charset="-127"/>
                <a:ea typeface="KoPubWorld돋움체 Medium" panose="00000800000000000000" pitchFamily="2" charset="-127"/>
                <a:cs typeface="KoPubWorld돋움체 Medium" panose="00000800000000000000" pitchFamily="2" charset="-127"/>
              </a:rPr>
              <a:t>(ADR</a:t>
            </a:r>
            <a:r>
              <a:rPr lang="ko-KR" altLang="en-US" sz="1000" dirty="0">
                <a:solidFill>
                  <a:srgbClr val="262626"/>
                </a:solidFill>
                <a:latin typeface="KoPubWorld돋움체 Medium" panose="00000800000000000000" pitchFamily="2" charset="-127"/>
                <a:ea typeface="KoPubWorld돋움체 Medium" panose="00000800000000000000" pitchFamily="2" charset="-127"/>
                <a:cs typeface="KoPubWorld돋움체 Medium" panose="00000800000000000000" pitchFamily="2" charset="-127"/>
              </a:rPr>
              <a:t>·</a:t>
            </a:r>
            <a:r>
              <a:rPr kumimoji="0" lang="ko-KR" altLang="en-US" sz="1000" b="0" i="0" u="none" strike="noStrike" kern="1200" cap="none" spc="0" normalizeH="0" baseline="0" noProof="0" dirty="0" err="1">
                <a:ln>
                  <a:noFill/>
                </a:ln>
                <a:solidFill>
                  <a:srgbClr val="262626"/>
                </a:solidFill>
                <a:effectLst/>
                <a:uLnTx/>
                <a:uFillTx/>
                <a:latin typeface="KoPubWorld돋움체 Medium" panose="00000800000000000000" pitchFamily="2" charset="-127"/>
                <a:ea typeface="KoPubWorld돋움체 Medium" panose="00000800000000000000" pitchFamily="2" charset="-127"/>
                <a:cs typeface="KoPubWorld돋움체 Medium" panose="00000800000000000000" pitchFamily="2" charset="-127"/>
              </a:rPr>
              <a:t>OCC·RevPAR</a:t>
            </a:r>
            <a:r>
              <a:rPr lang="en-US" altLang="ko-KR" sz="1000" dirty="0">
                <a:solidFill>
                  <a:srgbClr val="262626"/>
                </a:solidFill>
                <a:latin typeface="KoPubWorld돋움체 Medium" panose="00000800000000000000" pitchFamily="2" charset="-127"/>
                <a:ea typeface="KoPubWorld돋움체 Medium" panose="00000800000000000000" pitchFamily="2" charset="-127"/>
                <a:cs typeface="KoPubWorld돋움체 Medium" panose="00000800000000000000" pitchFamily="2" charset="-127"/>
              </a:rPr>
              <a:t>)</a:t>
            </a:r>
            <a:r>
              <a:rPr lang="ko-KR" altLang="en-US" sz="1000" dirty="0">
                <a:solidFill>
                  <a:srgbClr val="262626"/>
                </a:solidFill>
                <a:latin typeface="KoPubWorld돋움체 Medium" panose="00000800000000000000" pitchFamily="2" charset="-127"/>
                <a:ea typeface="KoPubWorld돋움체 Medium" panose="00000800000000000000" pitchFamily="2" charset="-127"/>
                <a:cs typeface="KoPubWorld돋움체 Medium" panose="00000800000000000000" pitchFamily="2" charset="-127"/>
              </a:rPr>
              <a:t>의 지속적 </a:t>
            </a:r>
            <a:r>
              <a:rPr kumimoji="0" lang="ko-KR" altLang="en-US" sz="1000" b="0" i="0" u="none" strike="noStrike" kern="1200" cap="none" spc="0" normalizeH="0" baseline="0" noProof="0" dirty="0">
                <a:ln>
                  <a:noFill/>
                </a:ln>
                <a:solidFill>
                  <a:srgbClr val="262626"/>
                </a:solidFill>
                <a:effectLst/>
                <a:uLnTx/>
                <a:uFillTx/>
                <a:latin typeface="KoPubWorld돋움체 Medium" panose="00000800000000000000" pitchFamily="2" charset="-127"/>
                <a:ea typeface="KoPubWorld돋움체 Medium" panose="00000800000000000000" pitchFamily="2" charset="-127"/>
                <a:cs typeface="KoPubWorld돋움체 Medium" panose="00000800000000000000" pitchFamily="2" charset="-127"/>
              </a:rPr>
              <a:t>상승</a:t>
            </a:r>
          </a:p>
          <a:p>
            <a:pPr marL="160000" marR="0" lvl="0" indent="-160000" algn="l" defTabSz="457200" rtl="0" eaLnBrk="1" fontAlgn="auto" latinLnBrk="0" hangingPunct="1">
              <a:lnSpc>
                <a:spcPct val="125000"/>
              </a:lnSpc>
              <a:spcBef>
                <a:spcPts val="0"/>
              </a:spcBef>
              <a:spcAft>
                <a:spcPts val="500"/>
              </a:spcAft>
              <a:buClr>
                <a:srgbClr val="8C8C8C"/>
              </a:buClr>
              <a:buSzTx/>
              <a:buFont typeface="Arial" panose="020B0604020202020204" pitchFamily="34" charset="0"/>
              <a:buChar char="•"/>
              <a:tabLst/>
              <a:defRPr/>
            </a:pPr>
            <a:r>
              <a:rPr kumimoji="0" lang="ko-KR" altLang="en-US" sz="1000" b="0" i="0" u="none" strike="noStrike" kern="1200" cap="none" spc="0" normalizeH="0" baseline="0" noProof="0" dirty="0">
                <a:ln>
                  <a:noFill/>
                </a:ln>
                <a:solidFill>
                  <a:srgbClr val="262626"/>
                </a:solidFill>
                <a:effectLst/>
                <a:uLnTx/>
                <a:uFillTx/>
                <a:latin typeface="KoPubWorld돋움체 Medium" panose="00000800000000000000" pitchFamily="2" charset="-127"/>
                <a:ea typeface="KoPubWorld돋움체 Medium" panose="00000800000000000000" pitchFamily="2" charset="-127"/>
                <a:cs typeface="KoPubWorld돋움체 Medium" panose="00000800000000000000" pitchFamily="2" charset="-127"/>
              </a:rPr>
              <a:t>’26.1Q 거래규모는 8,200억원으로 전년대비 약 </a:t>
            </a:r>
            <a:r>
              <a:rPr kumimoji="0" lang="en-US" altLang="ko-KR" sz="1000" b="0" i="0" u="none" strike="noStrike" kern="1200" cap="none" spc="0" normalizeH="0" baseline="0" noProof="0" dirty="0">
                <a:ln>
                  <a:noFill/>
                </a:ln>
                <a:solidFill>
                  <a:srgbClr val="262626"/>
                </a:solidFill>
                <a:effectLst/>
                <a:uLnTx/>
                <a:uFillTx/>
                <a:latin typeface="KoPubWorld돋움체 Medium" panose="00000800000000000000" pitchFamily="2" charset="-127"/>
                <a:ea typeface="KoPubWorld돋움체 Medium" panose="00000800000000000000" pitchFamily="2" charset="-127"/>
                <a:cs typeface="KoPubWorld돋움체 Medium" panose="00000800000000000000" pitchFamily="2" charset="-127"/>
              </a:rPr>
              <a:t>+269% </a:t>
            </a:r>
            <a:r>
              <a:rPr kumimoji="0" lang="ko-KR" altLang="en-US" sz="1000" b="0" i="0" u="none" strike="noStrike" kern="1200" cap="none" spc="0" normalizeH="0" baseline="0" noProof="0" dirty="0">
                <a:ln>
                  <a:noFill/>
                </a:ln>
                <a:solidFill>
                  <a:srgbClr val="262626"/>
                </a:solidFill>
                <a:effectLst/>
                <a:uLnTx/>
                <a:uFillTx/>
                <a:latin typeface="KoPubWorld돋움체 Medium" panose="00000800000000000000" pitchFamily="2" charset="-127"/>
                <a:ea typeface="KoPubWorld돋움체 Medium" panose="00000800000000000000" pitchFamily="2" charset="-127"/>
                <a:cs typeface="KoPubWorld돋움체 Medium" panose="00000800000000000000" pitchFamily="2" charset="-127"/>
              </a:rPr>
              <a:t>상승하였으며</a:t>
            </a:r>
            <a:r>
              <a:rPr kumimoji="0" lang="en-US" altLang="ko-KR" sz="1000" b="0" i="0" u="none" strike="noStrike" kern="1200" cap="none" spc="0" normalizeH="0" baseline="0" noProof="0" dirty="0">
                <a:ln>
                  <a:noFill/>
                </a:ln>
                <a:solidFill>
                  <a:srgbClr val="262626"/>
                </a:solidFill>
                <a:effectLst/>
                <a:uLnTx/>
                <a:uFillTx/>
                <a:latin typeface="KoPubWorld돋움체 Medium" panose="00000800000000000000" pitchFamily="2" charset="-127"/>
                <a:ea typeface="KoPubWorld돋움체 Medium" panose="00000800000000000000" pitchFamily="2" charset="-127"/>
                <a:cs typeface="KoPubWorld돋움체 Medium" panose="00000800000000000000" pitchFamily="2" charset="-127"/>
              </a:rPr>
              <a:t>, </a:t>
            </a:r>
            <a:r>
              <a:rPr lang="ko-KR" altLang="en-US" sz="1000" dirty="0">
                <a:solidFill>
                  <a:srgbClr val="262626"/>
                </a:solidFill>
                <a:latin typeface="KoPubWorld돋움체 Medium" panose="00000800000000000000" pitchFamily="2" charset="-127"/>
                <a:ea typeface="KoPubWorld돋움체 Medium" panose="00000800000000000000" pitchFamily="2" charset="-127"/>
                <a:cs typeface="KoPubWorld돋움체 Medium" panose="00000800000000000000" pitchFamily="2" charset="-127"/>
              </a:rPr>
              <a:t>글로벌 </a:t>
            </a:r>
            <a:r>
              <a:rPr kumimoji="0" lang="ko-KR" altLang="en-US" sz="1000" b="0" i="0" u="none" strike="noStrike" kern="1200" cap="none" spc="0" normalizeH="0" baseline="0" noProof="0" dirty="0">
                <a:ln>
                  <a:noFill/>
                </a:ln>
                <a:solidFill>
                  <a:srgbClr val="262626"/>
                </a:solidFill>
                <a:effectLst/>
                <a:uLnTx/>
                <a:uFillTx/>
                <a:latin typeface="KoPubWorld돋움체 Medium" panose="00000800000000000000" pitchFamily="2" charset="-127"/>
                <a:ea typeface="KoPubWorld돋움체 Medium" panose="00000800000000000000" pitchFamily="2" charset="-127"/>
                <a:cs typeface="KoPubWorld돋움체 Medium" panose="00000800000000000000" pitchFamily="2" charset="-127"/>
              </a:rPr>
              <a:t>투자자의 공격적 매수경쟁 심화로 </a:t>
            </a:r>
            <a:r>
              <a:rPr lang="ko-KR" altLang="en-US" sz="1000" dirty="0">
                <a:solidFill>
                  <a:srgbClr val="262626"/>
                </a:solidFill>
                <a:latin typeface="KoPubWorld돋움체 Medium" panose="00000800000000000000" pitchFamily="2" charset="-127"/>
                <a:ea typeface="KoPubWorld돋움체 Medium" panose="00000800000000000000" pitchFamily="2" charset="-127"/>
                <a:cs typeface="KoPubWorld돋움체 Medium" panose="00000800000000000000" pitchFamily="2" charset="-127"/>
              </a:rPr>
              <a:t>편입 불확실성 증대</a:t>
            </a:r>
            <a:endParaRPr kumimoji="0" lang="ko-KR" altLang="en-US" sz="1000" b="0" i="0" u="none" strike="noStrike" kern="1200" cap="none" spc="0" normalizeH="0" baseline="0" noProof="0" dirty="0">
              <a:ln>
                <a:noFill/>
              </a:ln>
              <a:solidFill>
                <a:srgbClr val="262626"/>
              </a:solidFill>
              <a:effectLst/>
              <a:uLnTx/>
              <a:uFillTx/>
              <a:latin typeface="KoPubWorld돋움체 Medium" panose="00000800000000000000" pitchFamily="2" charset="-127"/>
              <a:ea typeface="KoPubWorld돋움체 Medium" panose="00000800000000000000" pitchFamily="2" charset="-127"/>
              <a:cs typeface="KoPubWorld돋움체 Medium" panose="00000800000000000000" pitchFamily="2" charset="-127"/>
            </a:endParaRPr>
          </a:p>
        </p:txBody>
      </p:sp>
      <p:sp>
        <p:nvSpPr>
          <p:cNvPr id="258" name="sh257"/>
          <p:cNvSpPr txBox="1"/>
          <p:nvPr/>
        </p:nvSpPr>
        <p:spPr>
          <a:xfrm>
            <a:off x="3723137" y="2300000"/>
            <a:ext cx="3154481" cy="4396160"/>
          </a:xfrm>
          <a:prstGeom prst="roundRect">
            <a:avLst>
              <a:gd name="adj" fmla="val 4000"/>
            </a:avLst>
          </a:prstGeom>
          <a:solidFill>
            <a:srgbClr val="FFFFFF"/>
          </a:solidFill>
          <a:ln w="22225">
            <a:solidFill>
              <a:srgbClr val="263C96"/>
            </a:solidFill>
          </a:ln>
        </p:spPr>
        <p:txBody>
          <a:bodyPr wrap="square" lIns="0" tIns="0" rIns="0" bIns="0"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endParaRPr>
          </a:p>
        </p:txBody>
      </p:sp>
      <p:sp>
        <p:nvSpPr>
          <p:cNvPr id="260" name="sh259"/>
          <p:cNvSpPr txBox="1"/>
          <p:nvPr/>
        </p:nvSpPr>
        <p:spPr>
          <a:xfrm>
            <a:off x="3923137" y="2450000"/>
            <a:ext cx="1750000" cy="300000"/>
          </a:xfrm>
          <a:prstGeom prst="rect">
            <a:avLst/>
          </a:prstGeom>
          <a:noFill/>
          <a:ln>
            <a:noFill/>
          </a:ln>
        </p:spPr>
        <p:txBody>
          <a:bodyPr wrap="square" lIns="0" tIns="0" rIns="0" bIns="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400" b="0" i="0" u="none" strike="noStrike" kern="1200" cap="none" spc="0" normalizeH="0" baseline="0" noProof="0" dirty="0">
                <a:ln>
                  <a:noFill/>
                </a:ln>
                <a:solidFill>
                  <a:srgbClr val="1B2A6B"/>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물류센터  </a:t>
            </a:r>
            <a:r>
              <a:rPr kumimoji="0" lang="ko-KR" altLang="en-US" sz="900" b="0" i="0" u="none" strike="noStrike" kern="1200" cap="none" spc="0" normalizeH="0" baseline="0" noProof="0" dirty="0">
                <a:ln>
                  <a:noFill/>
                </a:ln>
                <a:solidFill>
                  <a:srgbClr val="595959"/>
                </a:solidFill>
                <a:effectLst/>
                <a:uLnTx/>
                <a:uFillTx/>
                <a:latin typeface="KoPubWorld돋움체 Medium" panose="00000800000000000000" pitchFamily="2" charset="-127"/>
                <a:ea typeface="KoPubWorld돋움체 Medium" panose="00000800000000000000" pitchFamily="2" charset="-127"/>
                <a:cs typeface="KoPubWorld돋움체 Medium" panose="00000800000000000000" pitchFamily="2" charset="-127"/>
              </a:rPr>
              <a:t>Logistics</a:t>
            </a:r>
          </a:p>
        </p:txBody>
      </p:sp>
      <p:sp>
        <p:nvSpPr>
          <p:cNvPr id="262" name="sh261"/>
          <p:cNvSpPr txBox="1"/>
          <p:nvPr/>
        </p:nvSpPr>
        <p:spPr>
          <a:xfrm>
            <a:off x="5527618" y="2475000"/>
            <a:ext cx="1150000" cy="265000"/>
          </a:xfrm>
          <a:prstGeom prst="roundRect">
            <a:avLst>
              <a:gd name="adj" fmla="val 25000"/>
            </a:avLst>
          </a:prstGeom>
          <a:solidFill>
            <a:srgbClr val="263C96"/>
          </a:solidFill>
          <a:ln>
            <a:noFill/>
          </a:ln>
        </p:spPr>
        <p:txBody>
          <a:bodyPr wrap="square" lIns="45720" tIns="0" rIns="4572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50" b="0" i="0" u="none" strike="noStrike" kern="1200" cap="none" spc="0" normalizeH="0" baseline="0" noProof="0" dirty="0">
                <a:ln>
                  <a:noFill/>
                </a:ln>
                <a:solidFill>
                  <a:srgbClr val="FFFFFF"/>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Core 적합</a:t>
            </a:r>
          </a:p>
        </p:txBody>
      </p:sp>
      <p:sp>
        <p:nvSpPr>
          <p:cNvPr id="264" name="sh263"/>
          <p:cNvSpPr txBox="1"/>
          <p:nvPr/>
        </p:nvSpPr>
        <p:spPr>
          <a:xfrm>
            <a:off x="3923137" y="2840000"/>
            <a:ext cx="2754481" cy="300000"/>
          </a:xfrm>
          <a:prstGeom prst="rect">
            <a:avLst/>
          </a:prstGeom>
          <a:noFill/>
          <a:ln>
            <a:noFill/>
          </a:ln>
        </p:spPr>
        <p:txBody>
          <a:bodyPr wrap="square" lIns="0" tIns="0" rIns="0" bIns="0"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100" b="0" i="0" u="none" strike="noStrike" kern="1200" cap="none" spc="0" normalizeH="0" baseline="0" noProof="0" dirty="0">
                <a:ln>
                  <a:noFill/>
                </a:ln>
                <a:solidFill>
                  <a:srgbClr val="263C96"/>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양극화 심화 → 권역별</a:t>
            </a:r>
            <a:r>
              <a:rPr kumimoji="0" lang="en-US" altLang="ko-KR" sz="1100" b="0" i="0" u="none" strike="noStrike" kern="1200" cap="none" spc="0" normalizeH="0" baseline="0" noProof="0" dirty="0">
                <a:ln>
                  <a:noFill/>
                </a:ln>
                <a:solidFill>
                  <a:srgbClr val="263C96"/>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100" dirty="0">
                <a:solidFill>
                  <a:srgbClr val="263C96"/>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규모별 </a:t>
            </a:r>
            <a:r>
              <a:rPr kumimoji="0" lang="ko-KR" altLang="en-US" sz="1100" b="0" i="0" u="none" strike="noStrike" kern="1200" cap="none" spc="0" normalizeH="0" baseline="0" noProof="0" dirty="0">
                <a:ln>
                  <a:noFill/>
                </a:ln>
                <a:solidFill>
                  <a:srgbClr val="263C96"/>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선별 투자</a:t>
            </a:r>
          </a:p>
        </p:txBody>
      </p:sp>
      <p:sp>
        <p:nvSpPr>
          <p:cNvPr id="266" name="sh265"/>
          <p:cNvSpPr txBox="1"/>
          <p:nvPr/>
        </p:nvSpPr>
        <p:spPr>
          <a:xfrm>
            <a:off x="3923137" y="4673870"/>
            <a:ext cx="2754481" cy="870163"/>
          </a:xfrm>
          <a:prstGeom prst="rect">
            <a:avLst/>
          </a:prstGeom>
          <a:noFill/>
          <a:ln>
            <a:noFill/>
          </a:ln>
        </p:spPr>
        <p:txBody>
          <a:bodyPr wrap="square" lIns="0" tIns="0" rIns="0" bIns="0" rtlCol="0" anchor="t"/>
          <a:lstStyle/>
          <a:p>
            <a:pPr marL="160000" marR="0" lvl="0" indent="-160000" algn="l" defTabSz="457200" rtl="0" eaLnBrk="1" fontAlgn="auto" latinLnBrk="0" hangingPunct="1">
              <a:lnSpc>
                <a:spcPct val="125000"/>
              </a:lnSpc>
              <a:spcBef>
                <a:spcPts val="0"/>
              </a:spcBef>
              <a:spcAft>
                <a:spcPts val="500"/>
              </a:spcAft>
              <a:buClr>
                <a:srgbClr val="263C96"/>
              </a:buClr>
              <a:buSzTx/>
              <a:buFont typeface="Arial" panose="020B0604020202020204" pitchFamily="34" charset="0"/>
              <a:buChar char="•"/>
              <a:tabLst/>
              <a:defRPr/>
            </a:pPr>
            <a:r>
              <a:rPr kumimoji="0" lang="ko-KR" altLang="en-US" sz="1000" b="0" i="0" u="none" strike="noStrike" kern="1200" cap="none" spc="0" normalizeH="0" baseline="0" noProof="0" dirty="0">
                <a:ln>
                  <a:noFill/>
                </a:ln>
                <a:solidFill>
                  <a:srgbClr val="262626"/>
                </a:solidFill>
                <a:effectLst/>
                <a:uLnTx/>
                <a:uFillTx/>
                <a:latin typeface="KoPubWorld돋움체 Medium" panose="00000800000000000000" pitchFamily="2" charset="-127"/>
                <a:ea typeface="KoPubWorld돋움체 Medium" panose="00000800000000000000" pitchFamily="2" charset="-127"/>
                <a:cs typeface="KoPubWorld돋움체 Medium" panose="00000800000000000000" pitchFamily="2" charset="-127"/>
              </a:rPr>
              <a:t>권역별 임차수요가 양극화 </a:t>
            </a:r>
            <a:r>
              <a:rPr kumimoji="0" lang="ko-KR" altLang="en-US" sz="1000" b="0" i="0" u="none" strike="noStrike" kern="1200" cap="none" spc="0" normalizeH="0" baseline="0" noProof="0" dirty="0" err="1">
                <a:ln>
                  <a:noFill/>
                </a:ln>
                <a:solidFill>
                  <a:srgbClr val="262626"/>
                </a:solidFill>
                <a:effectLst/>
                <a:uLnTx/>
                <a:uFillTx/>
                <a:latin typeface="KoPubWorld돋움체 Medium" panose="00000800000000000000" pitchFamily="2" charset="-127"/>
                <a:ea typeface="KoPubWorld돋움체 Medium" panose="00000800000000000000" pitchFamily="2" charset="-127"/>
                <a:cs typeface="KoPubWorld돋움체 Medium" panose="00000800000000000000" pitchFamily="2" charset="-127"/>
              </a:rPr>
              <a:t>되고있으며</a:t>
            </a:r>
            <a:r>
              <a:rPr kumimoji="0" lang="en-US" altLang="ko-KR" sz="1000" b="0" i="0" u="none" strike="noStrike" kern="1200" cap="none" spc="0" normalizeH="0" baseline="0" noProof="0" dirty="0">
                <a:ln>
                  <a:noFill/>
                </a:ln>
                <a:solidFill>
                  <a:srgbClr val="262626"/>
                </a:solidFill>
                <a:effectLst/>
                <a:uLnTx/>
                <a:uFillTx/>
                <a:latin typeface="KoPubWorld돋움체 Medium" panose="00000800000000000000" pitchFamily="2" charset="-127"/>
                <a:ea typeface="KoPubWorld돋움체 Medium" panose="00000800000000000000" pitchFamily="2" charset="-127"/>
                <a:cs typeface="KoPubWorld돋움체 Medium" panose="00000800000000000000" pitchFamily="2" charset="-127"/>
              </a:rPr>
              <a:t>,</a:t>
            </a:r>
            <a:r>
              <a:rPr kumimoji="0" lang="ko-KR" altLang="en-US" sz="1000" b="0" i="0" u="none" strike="noStrike" kern="1200" cap="none" spc="0" normalizeH="0" baseline="0" noProof="0" dirty="0">
                <a:ln>
                  <a:noFill/>
                </a:ln>
                <a:solidFill>
                  <a:srgbClr val="262626"/>
                </a:solidFill>
                <a:effectLst/>
                <a:uLnTx/>
                <a:uFillTx/>
                <a:latin typeface="KoPubWorld돋움체 Medium" panose="00000800000000000000" pitchFamily="2" charset="-127"/>
                <a:ea typeface="KoPubWorld돋움체 Medium" panose="00000800000000000000" pitchFamily="2" charset="-127"/>
                <a:cs typeface="KoPubWorld돋움체 Medium" panose="00000800000000000000" pitchFamily="2" charset="-127"/>
              </a:rPr>
              <a:t> 동남권</a:t>
            </a:r>
            <a:r>
              <a:rPr kumimoji="0" lang="en-US" altLang="ko-KR" sz="1000" b="0" i="0" u="none" strike="noStrike" kern="1200" cap="none" spc="0" normalizeH="0" baseline="0" noProof="0" dirty="0">
                <a:ln>
                  <a:noFill/>
                </a:ln>
                <a:solidFill>
                  <a:srgbClr val="262626"/>
                </a:solidFill>
                <a:effectLst/>
                <a:uLnTx/>
                <a:uFillTx/>
                <a:latin typeface="KoPubWorld돋움체 Medium" panose="00000800000000000000" pitchFamily="2" charset="-127"/>
                <a:ea typeface="KoPubWorld돋움체 Medium" panose="00000800000000000000" pitchFamily="2" charset="-127"/>
                <a:cs typeface="KoPubWorld돋움체 Medium" panose="00000800000000000000" pitchFamily="2" charset="-127"/>
              </a:rPr>
              <a:t>·</a:t>
            </a:r>
            <a:r>
              <a:rPr kumimoji="0" lang="ko-KR" altLang="en-US" sz="1000" b="0" i="0" u="none" strike="noStrike" kern="1200" cap="none" spc="0" normalizeH="0" baseline="0" noProof="0" dirty="0">
                <a:ln>
                  <a:noFill/>
                </a:ln>
                <a:solidFill>
                  <a:srgbClr val="262626"/>
                </a:solidFill>
                <a:effectLst/>
                <a:uLnTx/>
                <a:uFillTx/>
                <a:latin typeface="KoPubWorld돋움체 Medium" panose="00000800000000000000" pitchFamily="2" charset="-127"/>
                <a:ea typeface="KoPubWorld돋움체 Medium" panose="00000800000000000000" pitchFamily="2" charset="-127"/>
                <a:cs typeface="KoPubWorld돋움체 Medium" panose="00000800000000000000" pitchFamily="2" charset="-127"/>
              </a:rPr>
              <a:t>중앙권의 경우 </a:t>
            </a:r>
            <a:r>
              <a:rPr kumimoji="0" lang="ko-KR" altLang="en-US" sz="1000" b="0" i="0" u="none" strike="noStrike" kern="1200" cap="none" spc="0" normalizeH="0" baseline="0" noProof="0" dirty="0" err="1">
                <a:ln>
                  <a:noFill/>
                </a:ln>
                <a:solidFill>
                  <a:srgbClr val="262626"/>
                </a:solidFill>
                <a:effectLst/>
                <a:uLnTx/>
                <a:uFillTx/>
                <a:latin typeface="KoPubWorld돋움체 Medium" panose="00000800000000000000" pitchFamily="2" charset="-127"/>
                <a:ea typeface="KoPubWorld돋움체 Medium" panose="00000800000000000000" pitchFamily="2" charset="-127"/>
                <a:cs typeface="KoPubWorld돋움체 Medium" panose="00000800000000000000" pitchFamily="2" charset="-127"/>
              </a:rPr>
              <a:t>라스트마일</a:t>
            </a:r>
            <a:r>
              <a:rPr kumimoji="0" lang="ko-KR" altLang="en-US" sz="1000" b="0" i="0" u="none" strike="noStrike" kern="1200" cap="none" spc="0" normalizeH="0" baseline="0" noProof="0" dirty="0">
                <a:ln>
                  <a:noFill/>
                </a:ln>
                <a:solidFill>
                  <a:srgbClr val="262626"/>
                </a:solidFill>
                <a:effectLst/>
                <a:uLnTx/>
                <a:uFillTx/>
                <a:latin typeface="KoPubWorld돋움체 Medium" panose="00000800000000000000" pitchFamily="2" charset="-127"/>
                <a:ea typeface="KoPubWorld돋움체 Medium" panose="00000800000000000000" pitchFamily="2" charset="-127"/>
                <a:cs typeface="KoPubWorld돋움체 Medium" panose="00000800000000000000" pitchFamily="2" charset="-127"/>
              </a:rPr>
              <a:t> 영향으로 </a:t>
            </a:r>
            <a:r>
              <a:rPr kumimoji="0" lang="ko-KR" altLang="en-US" sz="1000" b="0" i="0" u="none" strike="noStrike" kern="1200" cap="none" spc="0" normalizeH="0" baseline="0" noProof="0" dirty="0" err="1">
                <a:ln>
                  <a:noFill/>
                </a:ln>
                <a:solidFill>
                  <a:srgbClr val="262626"/>
                </a:solidFill>
                <a:effectLst/>
                <a:uLnTx/>
                <a:uFillTx/>
                <a:latin typeface="KoPubWorld돋움체 Medium" panose="00000800000000000000" pitchFamily="2" charset="-127"/>
                <a:ea typeface="KoPubWorld돋움체 Medium" panose="00000800000000000000" pitchFamily="2" charset="-127"/>
                <a:cs typeface="KoPubWorld돋움체 Medium" panose="00000800000000000000" pitchFamily="2" charset="-127"/>
              </a:rPr>
              <a:t>공실률이</a:t>
            </a:r>
            <a:r>
              <a:rPr kumimoji="0" lang="ko-KR" altLang="en-US" sz="1000" b="0" i="0" u="none" strike="noStrike" kern="1200" cap="none" spc="0" normalizeH="0" baseline="0" noProof="0" dirty="0">
                <a:ln>
                  <a:noFill/>
                </a:ln>
                <a:solidFill>
                  <a:srgbClr val="262626"/>
                </a:solidFill>
                <a:effectLst/>
                <a:uLnTx/>
                <a:uFillTx/>
                <a:latin typeface="KoPubWorld돋움체 Medium" panose="00000800000000000000" pitchFamily="2" charset="-127"/>
                <a:ea typeface="KoPubWorld돋움체 Medium" panose="00000800000000000000" pitchFamily="2" charset="-127"/>
                <a:cs typeface="KoPubWorld돋움체 Medium" panose="00000800000000000000" pitchFamily="2" charset="-127"/>
              </a:rPr>
              <a:t> 저하</a:t>
            </a:r>
            <a:endParaRPr kumimoji="0" lang="en-US" altLang="ko-KR" sz="1000" b="0" i="0" u="none" strike="noStrike" kern="1200" cap="none" spc="0" normalizeH="0" baseline="0" noProof="0" dirty="0">
              <a:ln>
                <a:noFill/>
              </a:ln>
              <a:solidFill>
                <a:srgbClr val="262626"/>
              </a:solidFill>
              <a:effectLst/>
              <a:uLnTx/>
              <a:uFillTx/>
              <a:latin typeface="KoPubWorld돋움체 Medium" panose="00000800000000000000" pitchFamily="2" charset="-127"/>
              <a:ea typeface="KoPubWorld돋움체 Medium" panose="00000800000000000000" pitchFamily="2" charset="-127"/>
              <a:cs typeface="KoPubWorld돋움체 Medium" panose="00000800000000000000" pitchFamily="2" charset="-127"/>
            </a:endParaRPr>
          </a:p>
          <a:p>
            <a:pPr marL="160000" marR="0" lvl="0" indent="-160000" algn="l" defTabSz="457200" rtl="0" eaLnBrk="1" fontAlgn="auto" latinLnBrk="0" hangingPunct="1">
              <a:lnSpc>
                <a:spcPct val="125000"/>
              </a:lnSpc>
              <a:spcBef>
                <a:spcPts val="0"/>
              </a:spcBef>
              <a:spcAft>
                <a:spcPts val="500"/>
              </a:spcAft>
              <a:buClr>
                <a:srgbClr val="263C96"/>
              </a:buClr>
              <a:buSzTx/>
              <a:buFont typeface="Arial" panose="020B0604020202020204" pitchFamily="34" charset="0"/>
              <a:buChar char="•"/>
              <a:tabLst/>
              <a:defRPr/>
            </a:pPr>
            <a:r>
              <a:rPr kumimoji="0" lang="ko-KR" altLang="en-US" sz="1000" b="0" i="0" u="none" strike="noStrike" kern="1200" cap="none" spc="0" normalizeH="0" baseline="0" noProof="0" dirty="0">
                <a:ln>
                  <a:noFill/>
                </a:ln>
                <a:solidFill>
                  <a:srgbClr val="262626"/>
                </a:solidFill>
                <a:effectLst/>
                <a:uLnTx/>
                <a:uFillTx/>
                <a:latin typeface="KoPubWorld돋움체 Medium" panose="00000800000000000000" pitchFamily="2" charset="-127"/>
                <a:ea typeface="KoPubWorld돋움체 Medium" panose="00000800000000000000" pitchFamily="2" charset="-127"/>
                <a:cs typeface="KoPubWorld돋움체 Medium" panose="00000800000000000000" pitchFamily="2" charset="-127"/>
              </a:rPr>
              <a:t>규모에 따른 양극화도 </a:t>
            </a:r>
            <a:r>
              <a:rPr kumimoji="0" lang="ko-KR" altLang="en-US" sz="1000" b="0" i="0" u="none" strike="noStrike" kern="1200" cap="none" spc="0" normalizeH="0" baseline="0" noProof="0" dirty="0" err="1">
                <a:ln>
                  <a:noFill/>
                </a:ln>
                <a:solidFill>
                  <a:srgbClr val="262626"/>
                </a:solidFill>
                <a:effectLst/>
                <a:uLnTx/>
                <a:uFillTx/>
                <a:latin typeface="KoPubWorld돋움체 Medium" panose="00000800000000000000" pitchFamily="2" charset="-127"/>
                <a:ea typeface="KoPubWorld돋움체 Medium" panose="00000800000000000000" pitchFamily="2" charset="-127"/>
                <a:cs typeface="KoPubWorld돋움체 Medium" panose="00000800000000000000" pitchFamily="2" charset="-127"/>
              </a:rPr>
              <a:t>심화중으로</a:t>
            </a:r>
            <a:r>
              <a:rPr kumimoji="0" lang="ko-KR" altLang="en-US" sz="1000" b="0" i="0" u="none" strike="noStrike" kern="1200" cap="none" spc="0" normalizeH="0" baseline="0" noProof="0" dirty="0">
                <a:ln>
                  <a:noFill/>
                </a:ln>
                <a:solidFill>
                  <a:srgbClr val="262626"/>
                </a:solidFill>
                <a:effectLst/>
                <a:uLnTx/>
                <a:uFillTx/>
                <a:latin typeface="KoPubWorld돋움체 Medium" panose="00000800000000000000" pitchFamily="2" charset="-127"/>
                <a:ea typeface="KoPubWorld돋움체 Medium" panose="00000800000000000000" pitchFamily="2" charset="-127"/>
                <a:cs typeface="KoPubWorld돋움체 Medium" panose="00000800000000000000" pitchFamily="2" charset="-127"/>
              </a:rPr>
              <a:t> 대형센터 선호 임대료 격차 6.3%p(대형 +3.8% vs 소형 △2.5%)</a:t>
            </a:r>
          </a:p>
        </p:txBody>
      </p:sp>
      <p:sp>
        <p:nvSpPr>
          <p:cNvPr id="268" name="sh267"/>
          <p:cNvSpPr txBox="1"/>
          <p:nvPr/>
        </p:nvSpPr>
        <p:spPr>
          <a:xfrm>
            <a:off x="3863137" y="5756141"/>
            <a:ext cx="2874481" cy="760000"/>
          </a:xfrm>
          <a:prstGeom prst="roundRect">
            <a:avLst>
              <a:gd name="adj" fmla="val 6000"/>
            </a:avLst>
          </a:prstGeom>
          <a:solidFill>
            <a:srgbClr val="E9ECF7"/>
          </a:solidFill>
          <a:ln>
            <a:noFill/>
          </a:ln>
        </p:spPr>
        <p:txBody>
          <a:bodyPr wrap="square" lIns="0" tIns="0" rIns="0" bIns="0"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endParaRPr>
          </a:p>
        </p:txBody>
      </p:sp>
      <p:sp>
        <p:nvSpPr>
          <p:cNvPr id="270" name="sh269"/>
          <p:cNvSpPr txBox="1"/>
          <p:nvPr/>
        </p:nvSpPr>
        <p:spPr>
          <a:xfrm>
            <a:off x="3923137" y="5811141"/>
            <a:ext cx="2754481" cy="200000"/>
          </a:xfrm>
          <a:prstGeom prst="rect">
            <a:avLst/>
          </a:prstGeom>
          <a:noFill/>
          <a:ln>
            <a:noFill/>
          </a:ln>
        </p:spPr>
        <p:txBody>
          <a:bodyPr wrap="square" lIns="0" tIns="0" rIns="0" bIns="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850" b="0" i="0" u="none" strike="noStrike" kern="1200" cap="none" spc="0" normalizeH="0" baseline="0" noProof="0" dirty="0">
                <a:ln>
                  <a:noFill/>
                </a:ln>
                <a:solidFill>
                  <a:srgbClr val="595959"/>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물류센터 임대료 변동 (’23년 이후 연평균, %)</a:t>
            </a:r>
          </a:p>
        </p:txBody>
      </p:sp>
      <p:sp>
        <p:nvSpPr>
          <p:cNvPr id="272" name="sh271"/>
          <p:cNvSpPr txBox="1"/>
          <p:nvPr/>
        </p:nvSpPr>
        <p:spPr>
          <a:xfrm>
            <a:off x="3923137" y="6031141"/>
            <a:ext cx="620000" cy="180000"/>
          </a:xfrm>
          <a:prstGeom prst="rect">
            <a:avLst/>
          </a:prstGeom>
          <a:noFill/>
          <a:ln>
            <a:noFill/>
          </a:ln>
        </p:spPr>
        <p:txBody>
          <a:bodyPr wrap="square" lIns="0" tIns="0" rIns="0" bIns="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850" b="0" i="0" u="none" strike="noStrike" kern="1200" cap="none" spc="0" normalizeH="0" baseline="0" noProof="0" dirty="0">
                <a:ln>
                  <a:noFill/>
                </a:ln>
                <a:solidFill>
                  <a:srgbClr val="595959"/>
                </a:solidFill>
                <a:effectLst/>
                <a:uLnTx/>
                <a:uFillTx/>
                <a:latin typeface="KoPubWorld돋움체 Medium" panose="00000800000000000000" pitchFamily="2" charset="-127"/>
                <a:ea typeface="KoPubWorld돋움체 Medium" panose="00000800000000000000" pitchFamily="2" charset="-127"/>
                <a:cs typeface="KoPubWorld돋움체 Medium" panose="00000800000000000000" pitchFamily="2" charset="-127"/>
              </a:rPr>
              <a:t>대형</a:t>
            </a:r>
          </a:p>
        </p:txBody>
      </p:sp>
      <p:sp>
        <p:nvSpPr>
          <p:cNvPr id="274" name="sh273"/>
          <p:cNvSpPr txBox="1"/>
          <p:nvPr/>
        </p:nvSpPr>
        <p:spPr>
          <a:xfrm>
            <a:off x="4563137" y="6063141"/>
            <a:ext cx="1180000" cy="116000"/>
          </a:xfrm>
          <a:prstGeom prst="roundRect">
            <a:avLst>
              <a:gd name="adj" fmla="val 40000"/>
            </a:avLst>
          </a:prstGeom>
          <a:solidFill>
            <a:srgbClr val="263C96"/>
          </a:solidFill>
          <a:ln>
            <a:noFill/>
          </a:ln>
        </p:spPr>
        <p:txBody>
          <a:bodyPr wrap="square" lIns="0" tIns="0" rIns="0" bIns="0"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endParaRPr>
          </a:p>
        </p:txBody>
      </p:sp>
      <p:sp>
        <p:nvSpPr>
          <p:cNvPr id="276" name="sh275"/>
          <p:cNvSpPr txBox="1"/>
          <p:nvPr/>
        </p:nvSpPr>
        <p:spPr>
          <a:xfrm>
            <a:off x="5773137" y="6031141"/>
            <a:ext cx="700000" cy="180000"/>
          </a:xfrm>
          <a:prstGeom prst="rect">
            <a:avLst/>
          </a:prstGeom>
          <a:noFill/>
          <a:ln>
            <a:noFill/>
          </a:ln>
        </p:spPr>
        <p:txBody>
          <a:bodyPr wrap="square" lIns="0" tIns="0" rIns="0" bIns="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srgbClr val="263C96"/>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+3.8%</a:t>
            </a:r>
          </a:p>
        </p:txBody>
      </p:sp>
      <p:sp>
        <p:nvSpPr>
          <p:cNvPr id="278" name="sh277"/>
          <p:cNvSpPr txBox="1"/>
          <p:nvPr/>
        </p:nvSpPr>
        <p:spPr>
          <a:xfrm>
            <a:off x="3923137" y="6246141"/>
            <a:ext cx="620000" cy="180000"/>
          </a:xfrm>
          <a:prstGeom prst="rect">
            <a:avLst/>
          </a:prstGeom>
          <a:noFill/>
          <a:ln>
            <a:noFill/>
          </a:ln>
        </p:spPr>
        <p:txBody>
          <a:bodyPr wrap="square" lIns="0" tIns="0" rIns="0" bIns="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850" b="0" i="0" u="none" strike="noStrike" kern="1200" cap="none" spc="0" normalizeH="0" baseline="0" noProof="0" dirty="0">
                <a:ln>
                  <a:noFill/>
                </a:ln>
                <a:solidFill>
                  <a:srgbClr val="595959"/>
                </a:solidFill>
                <a:effectLst/>
                <a:uLnTx/>
                <a:uFillTx/>
                <a:latin typeface="KoPubWorld돋움체 Medium" panose="00000800000000000000" pitchFamily="2" charset="-127"/>
                <a:ea typeface="KoPubWorld돋움체 Medium" panose="00000800000000000000" pitchFamily="2" charset="-127"/>
                <a:cs typeface="KoPubWorld돋움체 Medium" panose="00000800000000000000" pitchFamily="2" charset="-127"/>
              </a:rPr>
              <a:t>소형</a:t>
            </a:r>
          </a:p>
        </p:txBody>
      </p:sp>
      <p:sp>
        <p:nvSpPr>
          <p:cNvPr id="280" name="sh279"/>
          <p:cNvSpPr txBox="1"/>
          <p:nvPr/>
        </p:nvSpPr>
        <p:spPr>
          <a:xfrm>
            <a:off x="4563137" y="6278141"/>
            <a:ext cx="776315" cy="116000"/>
          </a:xfrm>
          <a:prstGeom prst="roundRect">
            <a:avLst>
              <a:gd name="adj" fmla="val 40000"/>
            </a:avLst>
          </a:prstGeom>
          <a:solidFill>
            <a:srgbClr val="C3292F"/>
          </a:solidFill>
          <a:ln>
            <a:noFill/>
          </a:ln>
        </p:spPr>
        <p:txBody>
          <a:bodyPr wrap="square" lIns="0" tIns="0" rIns="0" bIns="0"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endParaRPr>
          </a:p>
        </p:txBody>
      </p:sp>
      <p:sp>
        <p:nvSpPr>
          <p:cNvPr id="282" name="sh281"/>
          <p:cNvSpPr txBox="1"/>
          <p:nvPr/>
        </p:nvSpPr>
        <p:spPr>
          <a:xfrm>
            <a:off x="5773137" y="6246141"/>
            <a:ext cx="700000" cy="180000"/>
          </a:xfrm>
          <a:prstGeom prst="rect">
            <a:avLst/>
          </a:prstGeom>
          <a:noFill/>
          <a:ln>
            <a:noFill/>
          </a:ln>
        </p:spPr>
        <p:txBody>
          <a:bodyPr wrap="square" lIns="0" tIns="0" rIns="0" bIns="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srgbClr val="C3292F"/>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△2.5%</a:t>
            </a:r>
          </a:p>
        </p:txBody>
      </p:sp>
      <p:sp>
        <p:nvSpPr>
          <p:cNvPr id="290" name="sh289"/>
          <p:cNvSpPr txBox="1"/>
          <p:nvPr/>
        </p:nvSpPr>
        <p:spPr>
          <a:xfrm>
            <a:off x="485366" y="6880000"/>
            <a:ext cx="8000000" cy="230832"/>
          </a:xfrm>
          <a:prstGeom prst="rect">
            <a:avLst/>
          </a:prstGeom>
          <a:noFill/>
          <a:ln>
            <a:noFill/>
          </a:ln>
        </p:spPr>
        <p:txBody>
          <a:bodyPr wrap="square" lIns="0" tIns="0" rIns="0" bIns="0"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srgbClr val="595959"/>
                </a:solidFill>
                <a:effectLst/>
                <a:uLnTx/>
                <a:uFillTx/>
                <a:latin typeface="KoPubWorld돋움체 Medium" panose="00000800000000000000" pitchFamily="2" charset="-127"/>
                <a:ea typeface="KoPubWorld돋움체 Medium" panose="00000800000000000000" pitchFamily="2" charset="-127"/>
                <a:cs typeface="KoPubWorld돋움체 Medium" panose="00000800000000000000" pitchFamily="2" charset="-127"/>
              </a:rPr>
              <a:t>Source: </a:t>
            </a:r>
            <a:r>
              <a:rPr kumimoji="0" lang="ko-KR" altLang="en-US" sz="900" b="0" i="0" u="none" strike="noStrike" kern="1200" cap="none" spc="0" normalizeH="0" baseline="0" noProof="0" dirty="0" err="1">
                <a:ln>
                  <a:noFill/>
                </a:ln>
                <a:solidFill>
                  <a:srgbClr val="595959"/>
                </a:solidFill>
                <a:effectLst/>
                <a:uLnTx/>
                <a:uFillTx/>
                <a:latin typeface="KoPubWorld돋움체 Medium" panose="00000800000000000000" pitchFamily="2" charset="-127"/>
                <a:ea typeface="KoPubWorld돋움체 Medium" panose="00000800000000000000" pitchFamily="2" charset="-127"/>
                <a:cs typeface="KoPubWorld돋움체 Medium" panose="00000800000000000000" pitchFamily="2" charset="-127"/>
              </a:rPr>
              <a:t>쿠시먼웨이크필드</a:t>
            </a:r>
            <a:r>
              <a:rPr kumimoji="0" lang="ko-KR" altLang="en-US" sz="900" b="0" i="0" u="none" strike="noStrike" kern="1200" cap="none" spc="0" normalizeH="0" baseline="0" noProof="0" dirty="0">
                <a:ln>
                  <a:noFill/>
                </a:ln>
                <a:solidFill>
                  <a:srgbClr val="595959"/>
                </a:solidFill>
                <a:effectLst/>
                <a:uLnTx/>
                <a:uFillTx/>
                <a:latin typeface="KoPubWorld돋움체 Medium" panose="00000800000000000000" pitchFamily="2" charset="-127"/>
                <a:ea typeface="KoPubWorld돋움체 Medium" panose="00000800000000000000" pitchFamily="2" charset="-127"/>
                <a:cs typeface="KoPubWorld돋움체 Medium" panose="00000800000000000000" pitchFamily="2" charset="-127"/>
              </a:rPr>
              <a:t> 오피스 마켓 리포트, 당사 내부자료</a:t>
            </a:r>
          </a:p>
        </p:txBody>
      </p:sp>
      <p:graphicFrame>
        <p:nvGraphicFramePr>
          <p:cNvPr id="12" name="Chart Grade A Supply">
            <a:extLst>
              <a:ext uri="{FF2B5EF4-FFF2-40B4-BE49-F238E27FC236}">
                <a16:creationId xmlns:a16="http://schemas.microsoft.com/office/drawing/2014/main" id="{536F3113-0C0B-55BD-B137-7B26C9B65D9E}"/>
              </a:ext>
            </a:extLst>
          </p:cNvPr>
          <p:cNvGraphicFramePr/>
          <p:nvPr/>
        </p:nvGraphicFramePr>
        <p:xfrm>
          <a:off x="534971" y="3240000"/>
          <a:ext cx="2863694" cy="1932084"/>
        </p:xfrm>
        <a:graphic>
          <a:graphicData uri="http://schemas.openxmlformats.org/drawingml/2006/chart">
            <c:chart xmlns:c="http://schemas.openxmlformats.org/drawingml/2006/chart" xmlns:r="http://schemas.openxmlformats.org/officeDocument/2006/relationships" r:id="rId2"/>
          </a:graphicData>
        </a:graphic>
      </p:graphicFrame>
      <p:sp>
        <p:nvSpPr>
          <p:cNvPr id="14" name="사각형: 둥근 모서리 13">
            <a:extLst>
              <a:ext uri="{FF2B5EF4-FFF2-40B4-BE49-F238E27FC236}">
                <a16:creationId xmlns:a16="http://schemas.microsoft.com/office/drawing/2014/main" id="{9237DBCF-FC01-88BC-2942-92FEDCA47DF0}"/>
              </a:ext>
            </a:extLst>
          </p:cNvPr>
          <p:cNvSpPr/>
          <p:nvPr/>
        </p:nvSpPr>
        <p:spPr>
          <a:xfrm>
            <a:off x="543117" y="3035908"/>
            <a:ext cx="1238393" cy="208184"/>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0" lang="ko-KR" altLang="en-US" sz="8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수도권 오피스 공급전망</a:t>
            </a:r>
            <a:r>
              <a:rPr kumimoji="0" lang="en-US" altLang="ko-KR" sz="8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kumimoji="0" lang="ko-KR" altLang="en-US" sz="8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aphicFrame>
        <p:nvGraphicFramePr>
          <p:cNvPr id="316" name="Chart Vacancy Rate"/>
          <p:cNvGraphicFramePr/>
          <p:nvPr/>
        </p:nvGraphicFramePr>
        <p:xfrm>
          <a:off x="3860800" y="3060700"/>
          <a:ext cx="2755900" cy="1619300"/>
        </p:xfrm>
        <a:graphic>
          <a:graphicData uri="http://schemas.openxmlformats.org/drawingml/2006/chart">
            <c:chart xmlns:c="http://schemas.openxmlformats.org/drawingml/2006/chart" xmlns:r="http://schemas.openxmlformats.org/officeDocument/2006/relationships" r:id="rId3"/>
          </a:graphicData>
        </a:graphic>
      </p:graphicFrame>
      <p:sp>
        <p:nvSpPr>
          <p:cNvPr id="6" name="사각형: 둥근 모서리 5">
            <a:extLst>
              <a:ext uri="{FF2B5EF4-FFF2-40B4-BE49-F238E27FC236}">
                <a16:creationId xmlns:a16="http://schemas.microsoft.com/office/drawing/2014/main" id="{60336624-779D-42C6-FB97-11B7E0B91354}"/>
              </a:ext>
            </a:extLst>
          </p:cNvPr>
          <p:cNvSpPr/>
          <p:nvPr/>
        </p:nvSpPr>
        <p:spPr>
          <a:xfrm>
            <a:off x="3907431" y="3035908"/>
            <a:ext cx="1438475" cy="208184"/>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0" lang="ko-KR" altLang="en-US" sz="8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권역별 물류센터 </a:t>
            </a:r>
            <a:r>
              <a:rPr kumimoji="0" lang="ko-KR" altLang="en-US" sz="800" b="0" i="0" u="none" strike="noStrike" kern="1200" cap="none" spc="0" normalizeH="0" baseline="0" noProof="0" dirty="0" err="1">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공실률</a:t>
            </a:r>
            <a:r>
              <a:rPr kumimoji="0" lang="ko-KR" altLang="en-US" sz="8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추이</a:t>
            </a:r>
            <a:r>
              <a:rPr kumimoji="0" lang="en-US" altLang="ko-KR" sz="8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kumimoji="0" lang="ko-KR" altLang="en-US" sz="8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aphicFrame>
        <p:nvGraphicFramePr>
          <p:cNvPr id="318" name="Chart Hotel ADR OCC RevPAR"/>
          <p:cNvGraphicFramePr/>
          <p:nvPr/>
        </p:nvGraphicFramePr>
        <p:xfrm>
          <a:off x="7061912" y="3044825"/>
          <a:ext cx="3271079" cy="1465731"/>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319" name="Chart Buy Intention"/>
          <p:cNvGraphicFramePr/>
          <p:nvPr>
            <p:extLst>
              <p:ext uri="{D42A27DB-BD31-4B8C-83A1-F6EECF244321}">
                <p14:modId xmlns:p14="http://schemas.microsoft.com/office/powerpoint/2010/main" val="1750540688"/>
              </p:ext>
            </p:extLst>
          </p:nvPr>
        </p:nvGraphicFramePr>
        <p:xfrm>
          <a:off x="7146356" y="5544033"/>
          <a:ext cx="2901273" cy="1252125"/>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145108834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5E542-AAEC-B700-0741-E35CB6D1CF26}"/>
            </a:ext>
          </a:extLst>
        </p:cNvPr>
        <p:cNvGrpSpPr/>
        <p:nvPr/>
      </p:nvGrpSpPr>
      <p:grpSpPr>
        <a:xfrm>
          <a:off x="0" y="0"/>
          <a:ext cx="0" cy="0"/>
          <a:chOff x="0" y="0"/>
          <a:chExt cx="0" cy="0"/>
        </a:xfrm>
      </p:grpSpPr>
      <p:graphicFrame>
        <p:nvGraphicFramePr>
          <p:cNvPr id="49" name="Chart CapRate">
            <a:extLst>
              <a:ext uri="{FF2B5EF4-FFF2-40B4-BE49-F238E27FC236}">
                <a16:creationId xmlns:a16="http://schemas.microsoft.com/office/drawing/2014/main" id="{0D39CD3B-4E06-802D-C6C6-8F1DD334381F}"/>
              </a:ext>
            </a:extLst>
          </p:cNvPr>
          <p:cNvGraphicFramePr/>
          <p:nvPr>
            <p:extLst>
              <p:ext uri="{D42A27DB-BD31-4B8C-83A1-F6EECF244321}">
                <p14:modId xmlns:p14="http://schemas.microsoft.com/office/powerpoint/2010/main" val="2989736174"/>
              </p:ext>
            </p:extLst>
          </p:nvPr>
        </p:nvGraphicFramePr>
        <p:xfrm>
          <a:off x="485366" y="2231665"/>
          <a:ext cx="4392488" cy="2362323"/>
        </p:xfrm>
        <a:graphic>
          <a:graphicData uri="http://schemas.openxmlformats.org/drawingml/2006/chart">
            <c:chart xmlns:c="http://schemas.openxmlformats.org/drawingml/2006/chart" xmlns:r="http://schemas.openxmlformats.org/officeDocument/2006/relationships" r:id="rId2"/>
          </a:graphicData>
        </a:graphic>
      </p:graphicFrame>
      <p:sp>
        <p:nvSpPr>
          <p:cNvPr id="9" name="TextBox 8">
            <a:extLst>
              <a:ext uri="{FF2B5EF4-FFF2-40B4-BE49-F238E27FC236}">
                <a16:creationId xmlns:a16="http://schemas.microsoft.com/office/drawing/2014/main" id="{9E865CC2-0E73-6D1F-49C0-11D382890CFF}"/>
              </a:ext>
            </a:extLst>
          </p:cNvPr>
          <p:cNvSpPr txBox="1"/>
          <p:nvPr/>
        </p:nvSpPr>
        <p:spPr>
          <a:xfrm>
            <a:off x="269928" y="1076666"/>
            <a:ext cx="10178998" cy="669414"/>
          </a:xfrm>
          <a:prstGeom prst="rect">
            <a:avLst/>
          </a:prstGeom>
          <a:noFill/>
        </p:spPr>
        <p:txBody>
          <a:bodyPr wrap="square" lIns="180000" tIns="0" rtlCol="0">
            <a:spAutoFit/>
          </a:bodyPr>
          <a:lstStyle>
            <a:defPPr>
              <a:defRPr lang="ko-KR"/>
            </a:defPPr>
            <a:lvl1pPr marL="285750" indent="-285750">
              <a:lnSpc>
                <a:spcPct val="150000"/>
              </a:lnSpc>
              <a:buFont typeface="Wingdings" panose="05000000000000000000" pitchFamily="2" charset="2"/>
              <a:buChar char="ü"/>
              <a:defRPr sz="1400">
                <a:latin typeface="KoPubWorld돋움체 Bold" panose="00000800000000000000" pitchFamily="2" charset="-127"/>
                <a:ea typeface="KoPubWorld돋움체 Bold" panose="00000800000000000000" pitchFamily="2" charset="-127"/>
              </a:defRPr>
            </a:lvl1pPr>
          </a:lstStyle>
          <a:p>
            <a:pPr marL="0" marR="0" lvl="0" indent="0" algn="l" defTabSz="914400" rtl="0" eaLnBrk="1" fontAlgn="auto" latinLnBrk="1" hangingPunct="1">
              <a:lnSpc>
                <a:spcPct val="150000"/>
              </a:lnSpc>
              <a:spcBef>
                <a:spcPts val="0"/>
              </a:spcBef>
              <a:spcAft>
                <a:spcPts val="0"/>
              </a:spcAft>
              <a:buClrTx/>
              <a:buSzTx/>
              <a:buFont typeface="Wingdings" panose="05000000000000000000" pitchFamily="2" charset="2"/>
              <a:buNone/>
              <a:tabLst/>
              <a:defRPr/>
            </a:pPr>
            <a:r>
              <a:rPr lang="ko-KR" altLang="en-US" sz="1600" dirty="0"/>
              <a:t>향후 신규 물류센터 공급제한 현상으로 입지적 희소성이 높은 신축 </a:t>
            </a:r>
            <a:r>
              <a:rPr lang="ko-KR" altLang="en-US" sz="1600" dirty="0" err="1"/>
              <a:t>라스트마일</a:t>
            </a:r>
            <a:r>
              <a:rPr lang="ko-KR" altLang="en-US" sz="1600" dirty="0"/>
              <a:t> 센터의 가격상승이 예상되는 바 검토 예정 </a:t>
            </a:r>
            <a:endParaRPr lang="en-US" altLang="ko-KR" sz="1600" dirty="0"/>
          </a:p>
          <a:p>
            <a:pPr marL="0" lvl="0" indent="0" defTabSz="914400" latinLnBrk="1">
              <a:buNone/>
              <a:defRPr/>
            </a:pPr>
            <a:r>
              <a:rPr kumimoji="0" lang="en-US" altLang="ko-KR" sz="1200" b="0" i="0" u="none" strike="noStrike" kern="1200" cap="none" spc="0" normalizeH="0" baseline="0" noProof="0" dirty="0">
                <a:ln>
                  <a:noFill/>
                </a:ln>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 </a:t>
            </a:r>
            <a:r>
              <a:rPr lang="ko-KR" altLang="en-US" sz="12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인허가 및 </a:t>
            </a:r>
            <a:r>
              <a:rPr lang="en-US" altLang="ko-KR" sz="12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PF</a:t>
            </a:r>
            <a:r>
              <a:rPr lang="ko-KR" altLang="en-US" sz="12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금리 상승으로 </a:t>
            </a:r>
            <a:r>
              <a:rPr lang="en-US" altLang="ko-KR" sz="12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’25</a:t>
            </a:r>
            <a:r>
              <a:rPr lang="ko-KR" altLang="en-US" sz="12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년</a:t>
            </a:r>
            <a:r>
              <a:rPr lang="en-US" altLang="ko-KR" sz="12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~’28</a:t>
            </a:r>
            <a:r>
              <a:rPr lang="ko-KR" altLang="en-US" sz="12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년 신규 공급센터의 </a:t>
            </a:r>
            <a:r>
              <a:rPr lang="en-US" altLang="ko-KR" sz="12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Shortage</a:t>
            </a:r>
            <a:r>
              <a:rPr lang="ko-KR" altLang="en-US" sz="12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가 예상되며</a:t>
            </a:r>
            <a:r>
              <a:rPr lang="en-US" altLang="ko-KR" sz="12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12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특히 업무</a:t>
            </a:r>
            <a:r>
              <a:rPr lang="en-US" altLang="ko-KR" sz="12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r>
              <a:rPr lang="ko-KR" altLang="en-US" sz="12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주거지구 인근 화재 우려로 </a:t>
            </a:r>
            <a:r>
              <a:rPr lang="ko-KR" altLang="en-US" sz="1200" dirty="0" err="1">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라스트마일</a:t>
            </a:r>
            <a:r>
              <a:rPr lang="ko-KR" altLang="en-US" sz="12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센터는 공급절벽이 예상됨</a:t>
            </a:r>
            <a:endParaRPr kumimoji="0" lang="en-US" altLang="ko-KR" sz="1200" b="0" i="0" u="none" strike="noStrike" kern="1200" cap="none" spc="0" normalizeH="0" baseline="0" noProof="0" dirty="0">
              <a:ln>
                <a:noFill/>
              </a:ln>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4" name="직사각형 23">
            <a:extLst>
              <a:ext uri="{FF2B5EF4-FFF2-40B4-BE49-F238E27FC236}">
                <a16:creationId xmlns:a16="http://schemas.microsoft.com/office/drawing/2014/main" id="{91ACD604-7E54-EB4A-C2B9-1603ABBDFA12}"/>
              </a:ext>
            </a:extLst>
          </p:cNvPr>
          <p:cNvSpPr/>
          <p:nvPr/>
        </p:nvSpPr>
        <p:spPr>
          <a:xfrm>
            <a:off x="1997533" y="1943633"/>
            <a:ext cx="518732" cy="21544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rIns="0" rtlCol="0" anchor="ctr">
            <a:spAutoFit/>
          </a:bodyPr>
          <a:lstStyle/>
          <a:p>
            <a:r>
              <a:rPr lang="en-US" altLang="ko-KR" sz="800" dirty="0">
                <a:solidFill>
                  <a:schemeClr val="bg1">
                    <a:lumMod val="50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r>
              <a:rPr lang="ko-KR" altLang="en-US" sz="800" dirty="0">
                <a:solidFill>
                  <a:schemeClr val="bg1">
                    <a:lumMod val="50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단위 </a:t>
            </a:r>
            <a:r>
              <a:rPr lang="en-US" altLang="ko-KR" sz="800" dirty="0">
                <a:solidFill>
                  <a:schemeClr val="bg1">
                    <a:lumMod val="50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endParaRPr lang="ko-KR" altLang="en-US" sz="800" dirty="0">
              <a:solidFill>
                <a:schemeClr val="bg1">
                  <a:lumMod val="50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6" name="직사각형 25">
            <a:extLst>
              <a:ext uri="{FF2B5EF4-FFF2-40B4-BE49-F238E27FC236}">
                <a16:creationId xmlns:a16="http://schemas.microsoft.com/office/drawing/2014/main" id="{4652D75C-1707-248B-0EA9-FA2B58962CE5}"/>
              </a:ext>
            </a:extLst>
          </p:cNvPr>
          <p:cNvSpPr/>
          <p:nvPr/>
        </p:nvSpPr>
        <p:spPr>
          <a:xfrm>
            <a:off x="4589822" y="2159077"/>
            <a:ext cx="1692189" cy="4323932"/>
          </a:xfrm>
          <a:prstGeom prst="rect">
            <a:avLst/>
          </a:prstGeom>
          <a:noFill/>
          <a:ln w="19050">
            <a:solidFill>
              <a:schemeClr val="bg1">
                <a:lumMod val="8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27" name="TextBox 26">
            <a:extLst>
              <a:ext uri="{FF2B5EF4-FFF2-40B4-BE49-F238E27FC236}">
                <a16:creationId xmlns:a16="http://schemas.microsoft.com/office/drawing/2014/main" id="{CBCE2314-F1E8-DAD1-F98E-7FCE160ED15F}"/>
              </a:ext>
            </a:extLst>
          </p:cNvPr>
          <p:cNvSpPr txBox="1"/>
          <p:nvPr/>
        </p:nvSpPr>
        <p:spPr>
          <a:xfrm>
            <a:off x="3366505" y="2523343"/>
            <a:ext cx="1331330" cy="380480"/>
          </a:xfrm>
          <a:prstGeom prst="rect">
            <a:avLst/>
          </a:prstGeom>
        </p:spPr>
        <p:txBody>
          <a:bodyPr wrap="square" lIns="72000" tIns="36000" rIns="72000" bIns="36000" rtlCol="0">
            <a:spAutoFit/>
          </a:bodyPr>
          <a:lstStyle/>
          <a:p>
            <a:pPr algn="ctr"/>
            <a:r>
              <a:rPr lang="en-US" altLang="ko-KR" sz="1000" spc="-30" dirty="0">
                <a:effectLst>
                  <a:glow rad="76200">
                    <a:schemeClr val="bg1"/>
                  </a:glow>
                </a:effectLst>
                <a:latin typeface="+mj-ea"/>
                <a:ea typeface="+mj-ea"/>
              </a:rPr>
              <a:t>’25~’26.1Q </a:t>
            </a:r>
          </a:p>
          <a:p>
            <a:pPr algn="ctr"/>
            <a:r>
              <a:rPr lang="en-US" altLang="ko-KR" sz="1000" spc="-30" dirty="0">
                <a:effectLst>
                  <a:glow rad="76200">
                    <a:schemeClr val="bg1"/>
                  </a:glow>
                </a:effectLst>
                <a:latin typeface="+mj-ea"/>
                <a:ea typeface="+mj-ea"/>
              </a:rPr>
              <a:t>Cap. Rate Avg. </a:t>
            </a:r>
            <a:r>
              <a:rPr lang="en-US" altLang="ko-KR" sz="1000" spc="-30" dirty="0">
                <a:solidFill>
                  <a:srgbClr val="263C96"/>
                </a:solidFill>
                <a:effectLst>
                  <a:glow rad="76200">
                    <a:schemeClr val="bg1"/>
                  </a:glow>
                </a:effectLst>
                <a:latin typeface="+mj-ea"/>
                <a:ea typeface="+mj-ea"/>
              </a:rPr>
              <a:t>5.4%</a:t>
            </a:r>
            <a:endParaRPr lang="ko-KR" altLang="en-US" sz="1000" spc="-30" dirty="0">
              <a:solidFill>
                <a:srgbClr val="263C96"/>
              </a:solidFill>
              <a:effectLst>
                <a:glow rad="76200">
                  <a:schemeClr val="bg1"/>
                </a:glow>
              </a:effectLst>
              <a:latin typeface="+mj-ea"/>
              <a:ea typeface="+mj-ea"/>
            </a:endParaRPr>
          </a:p>
        </p:txBody>
      </p:sp>
      <p:sp>
        <p:nvSpPr>
          <p:cNvPr id="43" name="사각형: 둥근 모서리 42">
            <a:extLst>
              <a:ext uri="{FF2B5EF4-FFF2-40B4-BE49-F238E27FC236}">
                <a16:creationId xmlns:a16="http://schemas.microsoft.com/office/drawing/2014/main" id="{7869952B-FAD9-759D-880C-315085D22144}"/>
              </a:ext>
            </a:extLst>
          </p:cNvPr>
          <p:cNvSpPr/>
          <p:nvPr/>
        </p:nvSpPr>
        <p:spPr>
          <a:xfrm>
            <a:off x="444184" y="1943633"/>
            <a:ext cx="1553349" cy="208184"/>
          </a:xfrm>
          <a:prstGeom prst="round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물류센터 </a:t>
            </a:r>
            <a:r>
              <a:rPr lang="en-US" altLang="ko-KR" sz="1000" dirty="0" err="1">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Cap.Rate</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추이</a:t>
            </a:r>
            <a:endPar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aphicFrame>
        <p:nvGraphicFramePr>
          <p:cNvPr id="47" name="Chart Combo">
            <a:extLst>
              <a:ext uri="{FF2B5EF4-FFF2-40B4-BE49-F238E27FC236}">
                <a16:creationId xmlns:a16="http://schemas.microsoft.com/office/drawing/2014/main" id="{A6AEA7E8-BF96-D56E-9279-0A7BED344E50}"/>
              </a:ext>
            </a:extLst>
          </p:cNvPr>
          <p:cNvGraphicFramePr/>
          <p:nvPr>
            <p:extLst>
              <p:ext uri="{D42A27DB-BD31-4B8C-83A1-F6EECF244321}">
                <p14:modId xmlns:p14="http://schemas.microsoft.com/office/powerpoint/2010/main" val="2330639161"/>
              </p:ext>
            </p:extLst>
          </p:nvPr>
        </p:nvGraphicFramePr>
        <p:xfrm>
          <a:off x="336172" y="5088796"/>
          <a:ext cx="6485898" cy="2003409"/>
        </p:xfrm>
        <a:graphic>
          <a:graphicData uri="http://schemas.openxmlformats.org/drawingml/2006/chart">
            <c:chart xmlns:c="http://schemas.openxmlformats.org/drawingml/2006/chart" xmlns:r="http://schemas.openxmlformats.org/officeDocument/2006/relationships" r:id="rId3"/>
          </a:graphicData>
        </a:graphic>
      </p:graphicFrame>
      <p:sp>
        <p:nvSpPr>
          <p:cNvPr id="52" name="직사각형 51">
            <a:extLst>
              <a:ext uri="{FF2B5EF4-FFF2-40B4-BE49-F238E27FC236}">
                <a16:creationId xmlns:a16="http://schemas.microsoft.com/office/drawing/2014/main" id="{8D67E87C-5028-B0B8-662B-ED71A7BBBD79}"/>
              </a:ext>
            </a:extLst>
          </p:cNvPr>
          <p:cNvSpPr/>
          <p:nvPr/>
        </p:nvSpPr>
        <p:spPr>
          <a:xfrm>
            <a:off x="2001258" y="4823953"/>
            <a:ext cx="783228" cy="21544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rIns="0" rtlCol="0" anchor="ctr">
            <a:spAutoFit/>
          </a:bodyPr>
          <a:lstStyle/>
          <a:p>
            <a:r>
              <a:rPr lang="en-US" altLang="ko-KR" sz="800" dirty="0">
                <a:solidFill>
                  <a:schemeClr val="bg1">
                    <a:lumMod val="50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r>
              <a:rPr lang="ko-KR" altLang="en-US" sz="800" dirty="0">
                <a:solidFill>
                  <a:schemeClr val="bg1">
                    <a:lumMod val="50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단위 </a:t>
            </a:r>
            <a:r>
              <a:rPr lang="en-US" altLang="ko-KR" sz="800" dirty="0">
                <a:solidFill>
                  <a:schemeClr val="bg1">
                    <a:lumMod val="50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1,000</a:t>
            </a:r>
            <a:r>
              <a:rPr lang="ko-KR" altLang="en-US" sz="800" dirty="0">
                <a:solidFill>
                  <a:schemeClr val="bg1">
                    <a:lumMod val="50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r>
              <a:rPr lang="en-US" altLang="ko-KR" sz="800" dirty="0">
                <a:solidFill>
                  <a:schemeClr val="bg1">
                    <a:lumMod val="50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endParaRPr lang="ko-KR" altLang="en-US" sz="800" dirty="0">
              <a:solidFill>
                <a:schemeClr val="bg1">
                  <a:lumMod val="50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54" name="직선 화살표 연결선 53">
            <a:extLst>
              <a:ext uri="{FF2B5EF4-FFF2-40B4-BE49-F238E27FC236}">
                <a16:creationId xmlns:a16="http://schemas.microsoft.com/office/drawing/2014/main" id="{79EED264-3C67-B2A0-0260-D96C95B0A25E}"/>
              </a:ext>
            </a:extLst>
          </p:cNvPr>
          <p:cNvCxnSpPr>
            <a:cxnSpLocks/>
          </p:cNvCxnSpPr>
          <p:nvPr/>
        </p:nvCxnSpPr>
        <p:spPr>
          <a:xfrm>
            <a:off x="4697835" y="2975831"/>
            <a:ext cx="1037796" cy="281790"/>
          </a:xfrm>
          <a:prstGeom prst="straightConnector1">
            <a:avLst/>
          </a:prstGeom>
          <a:ln>
            <a:solidFill>
              <a:srgbClr val="884559"/>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3CFE3DDA-7650-95D5-5621-E5E8C1237CE2}"/>
              </a:ext>
            </a:extLst>
          </p:cNvPr>
          <p:cNvSpPr txBox="1"/>
          <p:nvPr/>
        </p:nvSpPr>
        <p:spPr>
          <a:xfrm>
            <a:off x="4746339" y="2664183"/>
            <a:ext cx="1331330" cy="380480"/>
          </a:xfrm>
          <a:prstGeom prst="rect">
            <a:avLst/>
          </a:prstGeom>
        </p:spPr>
        <p:txBody>
          <a:bodyPr wrap="square" lIns="72000" tIns="36000" rIns="72000" bIns="36000" rtlCol="0">
            <a:spAutoFit/>
          </a:bodyPr>
          <a:lstStyle/>
          <a:p>
            <a:pPr algn="ctr"/>
            <a:r>
              <a:rPr lang="ko-KR" altLang="en-US" sz="1000" spc="-30" dirty="0">
                <a:effectLst>
                  <a:glow rad="76200">
                    <a:schemeClr val="bg1"/>
                  </a:glow>
                </a:effectLst>
                <a:latin typeface="+mj-ea"/>
                <a:ea typeface="+mj-ea"/>
              </a:rPr>
              <a:t>신규 공급감소로</a:t>
            </a:r>
          </a:p>
          <a:p>
            <a:pPr algn="ctr"/>
            <a:r>
              <a:rPr lang="ko-KR" altLang="en-US" sz="1000" spc="-30" dirty="0">
                <a:solidFill>
                  <a:srgbClr val="263C96"/>
                </a:solidFill>
                <a:effectLst>
                  <a:glow rad="76200">
                    <a:schemeClr val="bg1"/>
                  </a:glow>
                </a:effectLst>
                <a:latin typeface="+mj-ea"/>
                <a:ea typeface="+mj-ea"/>
              </a:rPr>
              <a:t>가격상승 요인</a:t>
            </a:r>
          </a:p>
        </p:txBody>
      </p:sp>
      <p:sp>
        <p:nvSpPr>
          <p:cNvPr id="58" name="TextBox 57">
            <a:extLst>
              <a:ext uri="{FF2B5EF4-FFF2-40B4-BE49-F238E27FC236}">
                <a16:creationId xmlns:a16="http://schemas.microsoft.com/office/drawing/2014/main" id="{907975F9-3FDC-75C8-3E80-676A0D8B5F9E}"/>
              </a:ext>
            </a:extLst>
          </p:cNvPr>
          <p:cNvSpPr txBox="1"/>
          <p:nvPr/>
        </p:nvSpPr>
        <p:spPr>
          <a:xfrm>
            <a:off x="4589822" y="5623409"/>
            <a:ext cx="1548172" cy="380480"/>
          </a:xfrm>
          <a:prstGeom prst="rect">
            <a:avLst/>
          </a:prstGeom>
        </p:spPr>
        <p:txBody>
          <a:bodyPr wrap="square" lIns="72000" tIns="36000" rIns="72000" bIns="36000" rtlCol="0">
            <a:spAutoFit/>
          </a:bodyPr>
          <a:lstStyle/>
          <a:p>
            <a:pPr algn="ctr"/>
            <a:r>
              <a:rPr lang="ko-KR" altLang="en-US" sz="1000" spc="-30" dirty="0">
                <a:effectLst>
                  <a:glow rad="76200">
                    <a:schemeClr val="bg1"/>
                  </a:glow>
                </a:effectLst>
                <a:latin typeface="+mj-ea"/>
                <a:ea typeface="+mj-ea"/>
              </a:rPr>
              <a:t>인허가</a:t>
            </a:r>
            <a:r>
              <a:rPr lang="en-US" altLang="ko-KR" sz="1000" spc="-30" dirty="0">
                <a:effectLst>
                  <a:glow rad="76200">
                    <a:schemeClr val="bg1"/>
                  </a:glow>
                </a:effectLst>
                <a:latin typeface="+mj-ea"/>
                <a:ea typeface="+mj-ea"/>
              </a:rPr>
              <a:t>·PF</a:t>
            </a:r>
            <a:r>
              <a:rPr lang="ko-KR" altLang="en-US" sz="1000" spc="-30" dirty="0">
                <a:effectLst>
                  <a:glow rad="76200">
                    <a:schemeClr val="bg1"/>
                  </a:glow>
                </a:effectLst>
                <a:latin typeface="+mj-ea"/>
                <a:ea typeface="+mj-ea"/>
              </a:rPr>
              <a:t>난이도상승</a:t>
            </a:r>
            <a:endParaRPr lang="en-US" altLang="ko-KR" sz="1000" spc="-30" dirty="0">
              <a:effectLst>
                <a:glow rad="76200">
                  <a:schemeClr val="bg1"/>
                </a:glow>
              </a:effectLst>
              <a:latin typeface="+mj-ea"/>
              <a:ea typeface="+mj-ea"/>
            </a:endParaRPr>
          </a:p>
          <a:p>
            <a:pPr algn="ctr"/>
            <a:r>
              <a:rPr lang="ko-KR" altLang="en-US" sz="1000" spc="-30" dirty="0">
                <a:solidFill>
                  <a:srgbClr val="FF0000"/>
                </a:solidFill>
                <a:effectLst>
                  <a:glow rad="76200">
                    <a:schemeClr val="bg1"/>
                  </a:glow>
                </a:effectLst>
                <a:latin typeface="+mj-ea"/>
                <a:ea typeface="+mj-ea"/>
              </a:rPr>
              <a:t>신규공급 감소</a:t>
            </a:r>
          </a:p>
        </p:txBody>
      </p:sp>
      <p:sp>
        <p:nvSpPr>
          <p:cNvPr id="61" name="사각형: 둥근 모서리 60">
            <a:extLst>
              <a:ext uri="{FF2B5EF4-FFF2-40B4-BE49-F238E27FC236}">
                <a16:creationId xmlns:a16="http://schemas.microsoft.com/office/drawing/2014/main" id="{6FEBCF63-486E-506F-2B37-72FAFD6C83CC}"/>
              </a:ext>
            </a:extLst>
          </p:cNvPr>
          <p:cNvSpPr/>
          <p:nvPr/>
        </p:nvSpPr>
        <p:spPr>
          <a:xfrm>
            <a:off x="444184" y="4823953"/>
            <a:ext cx="1553349" cy="208184"/>
          </a:xfrm>
          <a:prstGeom prst="round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수도권 물류센터 공급 추이 </a:t>
            </a:r>
          </a:p>
        </p:txBody>
      </p:sp>
      <p:sp>
        <p:nvSpPr>
          <p:cNvPr id="65" name="자유형: 도형 64">
            <a:extLst>
              <a:ext uri="{FF2B5EF4-FFF2-40B4-BE49-F238E27FC236}">
                <a16:creationId xmlns:a16="http://schemas.microsoft.com/office/drawing/2014/main" id="{8688D08A-08DA-7C93-EBF7-A509AE1CB8B6}"/>
              </a:ext>
            </a:extLst>
          </p:cNvPr>
          <p:cNvSpPr/>
          <p:nvPr/>
        </p:nvSpPr>
        <p:spPr>
          <a:xfrm>
            <a:off x="4657725" y="3326730"/>
            <a:ext cx="1066800" cy="200025"/>
          </a:xfrm>
          <a:custGeom>
            <a:avLst/>
            <a:gdLst>
              <a:gd name="csX0" fmla="*/ 0 w 1066800"/>
              <a:gd name="csY0" fmla="*/ 104775 h 200025"/>
              <a:gd name="csX1" fmla="*/ 361950 w 1066800"/>
              <a:gd name="csY1" fmla="*/ 0 h 200025"/>
              <a:gd name="csX2" fmla="*/ 1066800 w 1066800"/>
              <a:gd name="csY2" fmla="*/ 200025 h 200025"/>
            </a:gdLst>
            <a:ahLst/>
            <a:cxnLst>
              <a:cxn ang="0">
                <a:pos x="csX0" y="csY0"/>
              </a:cxn>
              <a:cxn ang="0">
                <a:pos x="csX1" y="csY1"/>
              </a:cxn>
              <a:cxn ang="0">
                <a:pos x="csX2" y="csY2"/>
              </a:cxn>
            </a:cxnLst>
            <a:rect l="l" t="t" r="r" b="b"/>
            <a:pathLst>
              <a:path w="1066800" h="200025">
                <a:moveTo>
                  <a:pt x="0" y="104775"/>
                </a:moveTo>
                <a:lnTo>
                  <a:pt x="361950" y="0"/>
                </a:lnTo>
                <a:lnTo>
                  <a:pt x="1066800" y="200025"/>
                </a:lnTo>
              </a:path>
            </a:pathLst>
          </a:custGeom>
          <a:noFill/>
          <a:ln>
            <a:solidFill>
              <a:srgbClr val="FF0101"/>
            </a:solidFill>
            <a:prstDash val="dash"/>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7" name="TextBox 66">
            <a:extLst>
              <a:ext uri="{FF2B5EF4-FFF2-40B4-BE49-F238E27FC236}">
                <a16:creationId xmlns:a16="http://schemas.microsoft.com/office/drawing/2014/main" id="{FA93A3A0-8606-D794-4A4C-6F8A77E18D9A}"/>
              </a:ext>
            </a:extLst>
          </p:cNvPr>
          <p:cNvSpPr txBox="1"/>
          <p:nvPr/>
        </p:nvSpPr>
        <p:spPr>
          <a:xfrm>
            <a:off x="4746339" y="3616064"/>
            <a:ext cx="1331330" cy="380480"/>
          </a:xfrm>
          <a:prstGeom prst="rect">
            <a:avLst/>
          </a:prstGeom>
        </p:spPr>
        <p:txBody>
          <a:bodyPr wrap="square" lIns="72000" tIns="36000" rIns="72000" bIns="36000" rtlCol="0">
            <a:spAutoFit/>
          </a:bodyPr>
          <a:lstStyle/>
          <a:p>
            <a:pPr algn="ctr"/>
            <a:r>
              <a:rPr lang="en-US" altLang="ko-KR" sz="1000" spc="-30" dirty="0">
                <a:effectLst>
                  <a:glow rad="76200">
                    <a:schemeClr val="bg1"/>
                  </a:glow>
                </a:effectLst>
                <a:latin typeface="+mj-ea"/>
                <a:ea typeface="+mj-ea"/>
              </a:rPr>
              <a:t>26</a:t>
            </a:r>
            <a:r>
              <a:rPr lang="ko-KR" altLang="en-US" sz="1000" spc="-30" dirty="0" err="1">
                <a:effectLst>
                  <a:glow rad="76200">
                    <a:schemeClr val="bg1"/>
                  </a:glow>
                </a:effectLst>
                <a:latin typeface="+mj-ea"/>
                <a:ea typeface="+mj-ea"/>
              </a:rPr>
              <a:t>년말</a:t>
            </a:r>
            <a:r>
              <a:rPr lang="en-US" altLang="ko-KR" sz="1000" spc="-30" dirty="0">
                <a:effectLst>
                  <a:glow rad="76200">
                    <a:schemeClr val="bg1"/>
                  </a:glow>
                </a:effectLst>
                <a:latin typeface="+mj-ea"/>
                <a:ea typeface="+mj-ea"/>
              </a:rPr>
              <a:t>~27</a:t>
            </a:r>
            <a:r>
              <a:rPr lang="ko-KR" altLang="en-US" sz="1000" spc="-30" dirty="0">
                <a:effectLst>
                  <a:glow rad="76200">
                    <a:schemeClr val="bg1"/>
                  </a:glow>
                </a:effectLst>
                <a:latin typeface="+mj-ea"/>
                <a:ea typeface="+mj-ea"/>
              </a:rPr>
              <a:t>년초 </a:t>
            </a:r>
            <a:r>
              <a:rPr lang="en-US" altLang="ko-KR" sz="1000" spc="-30" dirty="0">
                <a:effectLst>
                  <a:glow rad="76200">
                    <a:schemeClr val="bg1"/>
                  </a:glow>
                </a:effectLst>
                <a:latin typeface="+mj-ea"/>
                <a:ea typeface="+mj-ea"/>
              </a:rPr>
              <a:t>Peak</a:t>
            </a:r>
          </a:p>
          <a:p>
            <a:pPr algn="ctr"/>
            <a:r>
              <a:rPr lang="ko-KR" altLang="en-US" sz="1000" spc="-30" dirty="0">
                <a:solidFill>
                  <a:srgbClr val="00B050"/>
                </a:solidFill>
                <a:effectLst>
                  <a:glow rad="76200">
                    <a:schemeClr val="bg1"/>
                  </a:glow>
                </a:effectLst>
                <a:latin typeface="+mj-ea"/>
                <a:ea typeface="+mj-ea"/>
              </a:rPr>
              <a:t>이후 금리인하 전망</a:t>
            </a:r>
          </a:p>
        </p:txBody>
      </p:sp>
      <p:sp>
        <p:nvSpPr>
          <p:cNvPr id="78" name="사각형: 둥근 모서리 77">
            <a:extLst>
              <a:ext uri="{FF2B5EF4-FFF2-40B4-BE49-F238E27FC236}">
                <a16:creationId xmlns:a16="http://schemas.microsoft.com/office/drawing/2014/main" id="{E669D8EA-B7FF-3933-9199-E5B5DBA9FAD3}"/>
              </a:ext>
            </a:extLst>
          </p:cNvPr>
          <p:cNvSpPr/>
          <p:nvPr/>
        </p:nvSpPr>
        <p:spPr>
          <a:xfrm>
            <a:off x="6420848" y="1943633"/>
            <a:ext cx="1805378" cy="208184"/>
          </a:xfrm>
          <a:prstGeom prst="round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err="1">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라스트마일</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물류센터 거래사례</a:t>
            </a:r>
          </a:p>
        </p:txBody>
      </p:sp>
      <p:grpSp>
        <p:nvGrpSpPr>
          <p:cNvPr id="80" name="그룹 79">
            <a:extLst>
              <a:ext uri="{FF2B5EF4-FFF2-40B4-BE49-F238E27FC236}">
                <a16:creationId xmlns:a16="http://schemas.microsoft.com/office/drawing/2014/main" id="{75969E98-C805-B9EB-47B6-1E17905A3119}"/>
              </a:ext>
            </a:extLst>
          </p:cNvPr>
          <p:cNvGrpSpPr/>
          <p:nvPr/>
        </p:nvGrpSpPr>
        <p:grpSpPr>
          <a:xfrm>
            <a:off x="6420848" y="4609317"/>
            <a:ext cx="2677641" cy="2158852"/>
            <a:chOff x="4511328" y="2116743"/>
            <a:chExt cx="4716752" cy="4022430"/>
          </a:xfrm>
        </p:grpSpPr>
        <p:grpSp>
          <p:nvGrpSpPr>
            <p:cNvPr id="92" name="그룹 91">
              <a:extLst>
                <a:ext uri="{FF2B5EF4-FFF2-40B4-BE49-F238E27FC236}">
                  <a16:creationId xmlns:a16="http://schemas.microsoft.com/office/drawing/2014/main" id="{3FE58F56-554B-F388-12B7-84E5B70071F3}"/>
                </a:ext>
              </a:extLst>
            </p:cNvPr>
            <p:cNvGrpSpPr/>
            <p:nvPr/>
          </p:nvGrpSpPr>
          <p:grpSpPr>
            <a:xfrm>
              <a:off x="4511328" y="2116743"/>
              <a:ext cx="4716752" cy="4022430"/>
              <a:chOff x="4511328" y="2116743"/>
              <a:chExt cx="4716752" cy="4022430"/>
            </a:xfrm>
          </p:grpSpPr>
          <p:grpSp>
            <p:nvGrpSpPr>
              <p:cNvPr id="106" name="인천">
                <a:extLst>
                  <a:ext uri="{FF2B5EF4-FFF2-40B4-BE49-F238E27FC236}">
                    <a16:creationId xmlns:a16="http://schemas.microsoft.com/office/drawing/2014/main" id="{89596AC2-5E26-8C4F-53E4-4B5FE3255D38}"/>
                  </a:ext>
                </a:extLst>
              </p:cNvPr>
              <p:cNvGrpSpPr/>
              <p:nvPr/>
            </p:nvGrpSpPr>
            <p:grpSpPr>
              <a:xfrm>
                <a:off x="4511328" y="3335515"/>
                <a:ext cx="1823034" cy="1674503"/>
                <a:chOff x="2068833" y="2377440"/>
                <a:chExt cx="4442457" cy="4080510"/>
              </a:xfrm>
              <a:solidFill>
                <a:schemeClr val="bg1">
                  <a:lumMod val="95000"/>
                </a:schemeClr>
              </a:solidFill>
            </p:grpSpPr>
            <p:sp>
              <p:nvSpPr>
                <p:cNvPr id="171" name="계양구">
                  <a:extLst>
                    <a:ext uri="{FF2B5EF4-FFF2-40B4-BE49-F238E27FC236}">
                      <a16:creationId xmlns:a16="http://schemas.microsoft.com/office/drawing/2014/main" id="{2E02B631-E8BD-E68A-773B-D439702B6329}"/>
                    </a:ext>
                  </a:extLst>
                </p:cNvPr>
                <p:cNvSpPr/>
                <p:nvPr/>
              </p:nvSpPr>
              <p:spPr>
                <a:xfrm>
                  <a:off x="5756910" y="4373879"/>
                  <a:ext cx="754380" cy="621031"/>
                </a:xfrm>
                <a:custGeom>
                  <a:avLst/>
                  <a:gdLst>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33400 w 754380"/>
                    <a:gd name="connsiteY66" fmla="*/ 567690 h 621030"/>
                    <a:gd name="connsiteX67" fmla="*/ 525780 w 754380"/>
                    <a:gd name="connsiteY67" fmla="*/ 472440 h 621030"/>
                    <a:gd name="connsiteX68" fmla="*/ 514350 w 754380"/>
                    <a:gd name="connsiteY68" fmla="*/ 407670 h 621030"/>
                    <a:gd name="connsiteX69" fmla="*/ 533400 w 754380"/>
                    <a:gd name="connsiteY69" fmla="*/ 369570 h 621030"/>
                    <a:gd name="connsiteX70" fmla="*/ 579120 w 754380"/>
                    <a:gd name="connsiteY70" fmla="*/ 339090 h 621030"/>
                    <a:gd name="connsiteX71" fmla="*/ 598170 w 754380"/>
                    <a:gd name="connsiteY71" fmla="*/ 281940 h 621030"/>
                    <a:gd name="connsiteX72" fmla="*/ 621030 w 754380"/>
                    <a:gd name="connsiteY72" fmla="*/ 236220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33400 w 754380"/>
                    <a:gd name="connsiteY66" fmla="*/ 567690 h 621030"/>
                    <a:gd name="connsiteX67" fmla="*/ 525780 w 754380"/>
                    <a:gd name="connsiteY67" fmla="*/ 472440 h 621030"/>
                    <a:gd name="connsiteX68" fmla="*/ 514350 w 754380"/>
                    <a:gd name="connsiteY68" fmla="*/ 407670 h 621030"/>
                    <a:gd name="connsiteX69" fmla="*/ 533400 w 754380"/>
                    <a:gd name="connsiteY69" fmla="*/ 369570 h 621030"/>
                    <a:gd name="connsiteX70" fmla="*/ 558649 w 754380"/>
                    <a:gd name="connsiteY70" fmla="*/ 318618 h 621030"/>
                    <a:gd name="connsiteX71" fmla="*/ 598170 w 754380"/>
                    <a:gd name="connsiteY71" fmla="*/ 281940 h 621030"/>
                    <a:gd name="connsiteX72" fmla="*/ 621030 w 754380"/>
                    <a:gd name="connsiteY72" fmla="*/ 236220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33400 w 754380"/>
                    <a:gd name="connsiteY66" fmla="*/ 567690 h 621030"/>
                    <a:gd name="connsiteX67" fmla="*/ 525780 w 754380"/>
                    <a:gd name="connsiteY67" fmla="*/ 472440 h 621030"/>
                    <a:gd name="connsiteX68" fmla="*/ 514350 w 754380"/>
                    <a:gd name="connsiteY68" fmla="*/ 407670 h 621030"/>
                    <a:gd name="connsiteX69" fmla="*/ 533400 w 754380"/>
                    <a:gd name="connsiteY69" fmla="*/ 369570 h 621030"/>
                    <a:gd name="connsiteX70" fmla="*/ 558649 w 754380"/>
                    <a:gd name="connsiteY70" fmla="*/ 318618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33400 w 754380"/>
                    <a:gd name="connsiteY66" fmla="*/ 567690 h 621030"/>
                    <a:gd name="connsiteX67" fmla="*/ 525780 w 754380"/>
                    <a:gd name="connsiteY67" fmla="*/ 472440 h 621030"/>
                    <a:gd name="connsiteX68" fmla="*/ 514350 w 754380"/>
                    <a:gd name="connsiteY68" fmla="*/ 407670 h 621030"/>
                    <a:gd name="connsiteX69" fmla="*/ 553872 w 754380"/>
                    <a:gd name="connsiteY69" fmla="*/ 373666 h 621030"/>
                    <a:gd name="connsiteX70" fmla="*/ 558649 w 754380"/>
                    <a:gd name="connsiteY70" fmla="*/ 318618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33400 w 754380"/>
                    <a:gd name="connsiteY66" fmla="*/ 567690 h 621030"/>
                    <a:gd name="connsiteX67" fmla="*/ 525780 w 754380"/>
                    <a:gd name="connsiteY67" fmla="*/ 472440 h 621030"/>
                    <a:gd name="connsiteX68" fmla="*/ 538917 w 754380"/>
                    <a:gd name="connsiteY68" fmla="*/ 428141 h 621030"/>
                    <a:gd name="connsiteX69" fmla="*/ 553872 w 754380"/>
                    <a:gd name="connsiteY69" fmla="*/ 373666 h 621030"/>
                    <a:gd name="connsiteX70" fmla="*/ 558649 w 754380"/>
                    <a:gd name="connsiteY70" fmla="*/ 318618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33400 w 754380"/>
                    <a:gd name="connsiteY66" fmla="*/ 567690 h 621030"/>
                    <a:gd name="connsiteX67" fmla="*/ 529874 w 754380"/>
                    <a:gd name="connsiteY67" fmla="*/ 488817 h 621030"/>
                    <a:gd name="connsiteX68" fmla="*/ 538917 w 754380"/>
                    <a:gd name="connsiteY68" fmla="*/ 428141 h 621030"/>
                    <a:gd name="connsiteX69" fmla="*/ 553872 w 754380"/>
                    <a:gd name="connsiteY69" fmla="*/ 373666 h 621030"/>
                    <a:gd name="connsiteX70" fmla="*/ 558649 w 754380"/>
                    <a:gd name="connsiteY70" fmla="*/ 318618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25211 w 754380"/>
                    <a:gd name="connsiteY66" fmla="*/ 567689 h 621030"/>
                    <a:gd name="connsiteX67" fmla="*/ 529874 w 754380"/>
                    <a:gd name="connsiteY67" fmla="*/ 488817 h 621030"/>
                    <a:gd name="connsiteX68" fmla="*/ 538917 w 754380"/>
                    <a:gd name="connsiteY68" fmla="*/ 428141 h 621030"/>
                    <a:gd name="connsiteX69" fmla="*/ 553872 w 754380"/>
                    <a:gd name="connsiteY69" fmla="*/ 373666 h 621030"/>
                    <a:gd name="connsiteX70" fmla="*/ 558649 w 754380"/>
                    <a:gd name="connsiteY70" fmla="*/ 318618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25211 w 754380"/>
                    <a:gd name="connsiteY66" fmla="*/ 567689 h 621030"/>
                    <a:gd name="connsiteX67" fmla="*/ 529874 w 754380"/>
                    <a:gd name="connsiteY67" fmla="*/ 488817 h 621030"/>
                    <a:gd name="connsiteX68" fmla="*/ 538917 w 754380"/>
                    <a:gd name="connsiteY68" fmla="*/ 428141 h 621030"/>
                    <a:gd name="connsiteX69" fmla="*/ 574344 w 754380"/>
                    <a:gd name="connsiteY69" fmla="*/ 381856 h 621030"/>
                    <a:gd name="connsiteX70" fmla="*/ 558649 w 754380"/>
                    <a:gd name="connsiteY70" fmla="*/ 318618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25211 w 754380"/>
                    <a:gd name="connsiteY66" fmla="*/ 567689 h 621030"/>
                    <a:gd name="connsiteX67" fmla="*/ 529874 w 754380"/>
                    <a:gd name="connsiteY67" fmla="*/ 488817 h 621030"/>
                    <a:gd name="connsiteX68" fmla="*/ 547106 w 754380"/>
                    <a:gd name="connsiteY68" fmla="*/ 440425 h 621030"/>
                    <a:gd name="connsiteX69" fmla="*/ 574344 w 754380"/>
                    <a:gd name="connsiteY69" fmla="*/ 381856 h 621030"/>
                    <a:gd name="connsiteX70" fmla="*/ 558649 w 754380"/>
                    <a:gd name="connsiteY70" fmla="*/ 318618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25211 w 754380"/>
                    <a:gd name="connsiteY66" fmla="*/ 567689 h 621030"/>
                    <a:gd name="connsiteX67" fmla="*/ 529874 w 754380"/>
                    <a:gd name="connsiteY67" fmla="*/ 488817 h 621030"/>
                    <a:gd name="connsiteX68" fmla="*/ 547106 w 754380"/>
                    <a:gd name="connsiteY68" fmla="*/ 440425 h 621030"/>
                    <a:gd name="connsiteX69" fmla="*/ 574344 w 754380"/>
                    <a:gd name="connsiteY69" fmla="*/ 381856 h 621030"/>
                    <a:gd name="connsiteX70" fmla="*/ 558649 w 754380"/>
                    <a:gd name="connsiteY70" fmla="*/ 318618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25211 w 754380"/>
                    <a:gd name="connsiteY66" fmla="*/ 567689 h 621030"/>
                    <a:gd name="connsiteX67" fmla="*/ 529874 w 754380"/>
                    <a:gd name="connsiteY67" fmla="*/ 488817 h 621030"/>
                    <a:gd name="connsiteX68" fmla="*/ 547106 w 754380"/>
                    <a:gd name="connsiteY68" fmla="*/ 440425 h 621030"/>
                    <a:gd name="connsiteX69" fmla="*/ 566154 w 754380"/>
                    <a:gd name="connsiteY69" fmla="*/ 369574 h 621030"/>
                    <a:gd name="connsiteX70" fmla="*/ 558649 w 754380"/>
                    <a:gd name="connsiteY70" fmla="*/ 318618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25211 w 754380"/>
                    <a:gd name="connsiteY66" fmla="*/ 567689 h 621030"/>
                    <a:gd name="connsiteX67" fmla="*/ 529874 w 754380"/>
                    <a:gd name="connsiteY67" fmla="*/ 488817 h 621030"/>
                    <a:gd name="connsiteX68" fmla="*/ 547106 w 754380"/>
                    <a:gd name="connsiteY68" fmla="*/ 440425 h 621030"/>
                    <a:gd name="connsiteX69" fmla="*/ 566154 w 754380"/>
                    <a:gd name="connsiteY69" fmla="*/ 369574 h 621030"/>
                    <a:gd name="connsiteX70" fmla="*/ 558649 w 754380"/>
                    <a:gd name="connsiteY70" fmla="*/ 302240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754380" h="621030">
                      <a:moveTo>
                        <a:pt x="754380" y="102870"/>
                      </a:moveTo>
                      <a:lnTo>
                        <a:pt x="716280" y="76200"/>
                      </a:lnTo>
                      <a:lnTo>
                        <a:pt x="670560" y="72390"/>
                      </a:lnTo>
                      <a:lnTo>
                        <a:pt x="628650" y="76200"/>
                      </a:lnTo>
                      <a:lnTo>
                        <a:pt x="594360" y="38100"/>
                      </a:lnTo>
                      <a:lnTo>
                        <a:pt x="571500" y="38100"/>
                      </a:lnTo>
                      <a:lnTo>
                        <a:pt x="537210" y="45720"/>
                      </a:lnTo>
                      <a:lnTo>
                        <a:pt x="518160" y="87630"/>
                      </a:lnTo>
                      <a:lnTo>
                        <a:pt x="502920" y="106680"/>
                      </a:lnTo>
                      <a:lnTo>
                        <a:pt x="491490" y="106680"/>
                      </a:lnTo>
                      <a:lnTo>
                        <a:pt x="468630" y="95250"/>
                      </a:lnTo>
                      <a:lnTo>
                        <a:pt x="445770" y="64770"/>
                      </a:lnTo>
                      <a:lnTo>
                        <a:pt x="445770" y="64770"/>
                      </a:lnTo>
                      <a:lnTo>
                        <a:pt x="419100" y="19050"/>
                      </a:lnTo>
                      <a:lnTo>
                        <a:pt x="400050" y="0"/>
                      </a:lnTo>
                      <a:lnTo>
                        <a:pt x="400050" y="0"/>
                      </a:lnTo>
                      <a:lnTo>
                        <a:pt x="358140" y="11430"/>
                      </a:lnTo>
                      <a:lnTo>
                        <a:pt x="312420" y="15240"/>
                      </a:lnTo>
                      <a:lnTo>
                        <a:pt x="312420" y="15240"/>
                      </a:lnTo>
                      <a:lnTo>
                        <a:pt x="266700" y="30480"/>
                      </a:lnTo>
                      <a:lnTo>
                        <a:pt x="266700" y="53340"/>
                      </a:lnTo>
                      <a:lnTo>
                        <a:pt x="232410" y="60960"/>
                      </a:lnTo>
                      <a:lnTo>
                        <a:pt x="228600" y="95250"/>
                      </a:lnTo>
                      <a:lnTo>
                        <a:pt x="228600" y="114300"/>
                      </a:lnTo>
                      <a:lnTo>
                        <a:pt x="179070" y="118110"/>
                      </a:lnTo>
                      <a:lnTo>
                        <a:pt x="125730" y="99060"/>
                      </a:lnTo>
                      <a:lnTo>
                        <a:pt x="57150" y="72390"/>
                      </a:lnTo>
                      <a:lnTo>
                        <a:pt x="45720" y="60960"/>
                      </a:lnTo>
                      <a:lnTo>
                        <a:pt x="11430" y="76200"/>
                      </a:lnTo>
                      <a:lnTo>
                        <a:pt x="0" y="121920"/>
                      </a:lnTo>
                      <a:lnTo>
                        <a:pt x="15240" y="156210"/>
                      </a:lnTo>
                      <a:lnTo>
                        <a:pt x="38100" y="156210"/>
                      </a:lnTo>
                      <a:lnTo>
                        <a:pt x="68580" y="160020"/>
                      </a:lnTo>
                      <a:lnTo>
                        <a:pt x="99060" y="182880"/>
                      </a:lnTo>
                      <a:lnTo>
                        <a:pt x="129540" y="194310"/>
                      </a:lnTo>
                      <a:lnTo>
                        <a:pt x="148590" y="201930"/>
                      </a:lnTo>
                      <a:lnTo>
                        <a:pt x="148590" y="220980"/>
                      </a:lnTo>
                      <a:lnTo>
                        <a:pt x="133350" y="232410"/>
                      </a:lnTo>
                      <a:lnTo>
                        <a:pt x="129540" y="266700"/>
                      </a:lnTo>
                      <a:lnTo>
                        <a:pt x="129540" y="293370"/>
                      </a:lnTo>
                      <a:lnTo>
                        <a:pt x="152400" y="308610"/>
                      </a:lnTo>
                      <a:lnTo>
                        <a:pt x="182880" y="316230"/>
                      </a:lnTo>
                      <a:lnTo>
                        <a:pt x="186690" y="339090"/>
                      </a:lnTo>
                      <a:lnTo>
                        <a:pt x="190500" y="373380"/>
                      </a:lnTo>
                      <a:lnTo>
                        <a:pt x="179070" y="388620"/>
                      </a:lnTo>
                      <a:lnTo>
                        <a:pt x="156210" y="411480"/>
                      </a:lnTo>
                      <a:lnTo>
                        <a:pt x="106680" y="419100"/>
                      </a:lnTo>
                      <a:lnTo>
                        <a:pt x="87630" y="430530"/>
                      </a:lnTo>
                      <a:lnTo>
                        <a:pt x="68580" y="449580"/>
                      </a:lnTo>
                      <a:lnTo>
                        <a:pt x="38100" y="480060"/>
                      </a:lnTo>
                      <a:lnTo>
                        <a:pt x="7620" y="495300"/>
                      </a:lnTo>
                      <a:lnTo>
                        <a:pt x="7620" y="518160"/>
                      </a:lnTo>
                      <a:lnTo>
                        <a:pt x="22860" y="548640"/>
                      </a:lnTo>
                      <a:lnTo>
                        <a:pt x="41910" y="579120"/>
                      </a:lnTo>
                      <a:lnTo>
                        <a:pt x="41910" y="579120"/>
                      </a:lnTo>
                      <a:lnTo>
                        <a:pt x="106680" y="579120"/>
                      </a:lnTo>
                      <a:lnTo>
                        <a:pt x="148590" y="594360"/>
                      </a:lnTo>
                      <a:lnTo>
                        <a:pt x="182880" y="594360"/>
                      </a:lnTo>
                      <a:lnTo>
                        <a:pt x="251460" y="571500"/>
                      </a:lnTo>
                      <a:lnTo>
                        <a:pt x="293370" y="556260"/>
                      </a:lnTo>
                      <a:lnTo>
                        <a:pt x="339090" y="552450"/>
                      </a:lnTo>
                      <a:lnTo>
                        <a:pt x="388620" y="556260"/>
                      </a:lnTo>
                      <a:lnTo>
                        <a:pt x="438150" y="575310"/>
                      </a:lnTo>
                      <a:lnTo>
                        <a:pt x="472440" y="571500"/>
                      </a:lnTo>
                      <a:lnTo>
                        <a:pt x="502920" y="594360"/>
                      </a:lnTo>
                      <a:lnTo>
                        <a:pt x="529590" y="621030"/>
                      </a:lnTo>
                      <a:lnTo>
                        <a:pt x="525211" y="567689"/>
                      </a:lnTo>
                      <a:lnTo>
                        <a:pt x="529874" y="488817"/>
                      </a:lnTo>
                      <a:lnTo>
                        <a:pt x="547106" y="440425"/>
                      </a:lnTo>
                      <a:lnTo>
                        <a:pt x="566154" y="369574"/>
                      </a:lnTo>
                      <a:lnTo>
                        <a:pt x="558649" y="302240"/>
                      </a:lnTo>
                      <a:lnTo>
                        <a:pt x="598170" y="281940"/>
                      </a:lnTo>
                      <a:lnTo>
                        <a:pt x="637408" y="264882"/>
                      </a:lnTo>
                      <a:lnTo>
                        <a:pt x="651510" y="205740"/>
                      </a:lnTo>
                      <a:lnTo>
                        <a:pt x="678180" y="160020"/>
                      </a:lnTo>
                      <a:lnTo>
                        <a:pt x="708660" y="144780"/>
                      </a:lnTo>
                      <a:lnTo>
                        <a:pt x="754380" y="102870"/>
                      </a:lnTo>
                      <a:close/>
                    </a:path>
                  </a:pathLst>
                </a:custGeom>
                <a:pattFill prst="dkUpDiag">
                  <a:fgClr>
                    <a:schemeClr val="tx2">
                      <a:lumMod val="60000"/>
                      <a:lumOff val="40000"/>
                    </a:schemeClr>
                  </a:fgClr>
                  <a:bgClr>
                    <a:prstClr val="white"/>
                  </a:bgClr>
                </a:patt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700">
                    <a:ln>
                      <a:solidFill>
                        <a:schemeClr val="accent1">
                          <a:alpha val="0"/>
                        </a:schemeClr>
                      </a:solidFill>
                    </a:ln>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72" name="서구">
                  <a:extLst>
                    <a:ext uri="{FF2B5EF4-FFF2-40B4-BE49-F238E27FC236}">
                      <a16:creationId xmlns:a16="http://schemas.microsoft.com/office/drawing/2014/main" id="{597B483C-79D9-65E7-CF9A-4034C5E8B5D2}"/>
                    </a:ext>
                  </a:extLst>
                </p:cNvPr>
                <p:cNvSpPr/>
                <p:nvPr/>
              </p:nvSpPr>
              <p:spPr>
                <a:xfrm>
                  <a:off x="5149216" y="3994786"/>
                  <a:ext cx="891540" cy="1377314"/>
                </a:xfrm>
                <a:custGeom>
                  <a:avLst/>
                  <a:gdLst>
                    <a:gd name="connsiteX0" fmla="*/ 891540 w 891540"/>
                    <a:gd name="connsiteY0" fmla="*/ 377190 h 1377315"/>
                    <a:gd name="connsiteX1" fmla="*/ 887730 w 891540"/>
                    <a:gd name="connsiteY1" fmla="*/ 356235 h 1377315"/>
                    <a:gd name="connsiteX2" fmla="*/ 851535 w 891540"/>
                    <a:gd name="connsiteY2" fmla="*/ 304800 h 1377315"/>
                    <a:gd name="connsiteX3" fmla="*/ 834390 w 891540"/>
                    <a:gd name="connsiteY3" fmla="*/ 283845 h 1377315"/>
                    <a:gd name="connsiteX4" fmla="*/ 790575 w 891540"/>
                    <a:gd name="connsiteY4" fmla="*/ 287655 h 1377315"/>
                    <a:gd name="connsiteX5" fmla="*/ 775335 w 891540"/>
                    <a:gd name="connsiteY5" fmla="*/ 270510 h 1377315"/>
                    <a:gd name="connsiteX6" fmla="*/ 765810 w 891540"/>
                    <a:gd name="connsiteY6" fmla="*/ 247650 h 1377315"/>
                    <a:gd name="connsiteX7" fmla="*/ 760095 w 891540"/>
                    <a:gd name="connsiteY7" fmla="*/ 217170 h 1377315"/>
                    <a:gd name="connsiteX8" fmla="*/ 744855 w 891540"/>
                    <a:gd name="connsiteY8" fmla="*/ 188595 h 1377315"/>
                    <a:gd name="connsiteX9" fmla="*/ 720090 w 891540"/>
                    <a:gd name="connsiteY9" fmla="*/ 167640 h 1377315"/>
                    <a:gd name="connsiteX10" fmla="*/ 681990 w 891540"/>
                    <a:gd name="connsiteY10" fmla="*/ 150495 h 1377315"/>
                    <a:gd name="connsiteX11" fmla="*/ 651510 w 891540"/>
                    <a:gd name="connsiteY11" fmla="*/ 150495 h 1377315"/>
                    <a:gd name="connsiteX12" fmla="*/ 628650 w 891540"/>
                    <a:gd name="connsiteY12" fmla="*/ 112395 h 1377315"/>
                    <a:gd name="connsiteX13" fmla="*/ 601980 w 891540"/>
                    <a:gd name="connsiteY13" fmla="*/ 80010 h 1377315"/>
                    <a:gd name="connsiteX14" fmla="*/ 554355 w 891540"/>
                    <a:gd name="connsiteY14" fmla="*/ 53340 h 1377315"/>
                    <a:gd name="connsiteX15" fmla="*/ 493395 w 891540"/>
                    <a:gd name="connsiteY15" fmla="*/ 11430 h 1377315"/>
                    <a:gd name="connsiteX16" fmla="*/ 461010 w 891540"/>
                    <a:gd name="connsiteY16" fmla="*/ 0 h 1377315"/>
                    <a:gd name="connsiteX17" fmla="*/ 434340 w 891540"/>
                    <a:gd name="connsiteY17" fmla="*/ 0 h 1377315"/>
                    <a:gd name="connsiteX18" fmla="*/ 413385 w 891540"/>
                    <a:gd name="connsiteY18" fmla="*/ 13335 h 1377315"/>
                    <a:gd name="connsiteX19" fmla="*/ 417195 w 891540"/>
                    <a:gd name="connsiteY19" fmla="*/ 45720 h 1377315"/>
                    <a:gd name="connsiteX20" fmla="*/ 405765 w 891540"/>
                    <a:gd name="connsiteY20" fmla="*/ 66675 h 1377315"/>
                    <a:gd name="connsiteX21" fmla="*/ 396240 w 891540"/>
                    <a:gd name="connsiteY21" fmla="*/ 85725 h 1377315"/>
                    <a:gd name="connsiteX22" fmla="*/ 373380 w 891540"/>
                    <a:gd name="connsiteY22" fmla="*/ 80010 h 1377315"/>
                    <a:gd name="connsiteX23" fmla="*/ 340995 w 891540"/>
                    <a:gd name="connsiteY23" fmla="*/ 80010 h 1377315"/>
                    <a:gd name="connsiteX24" fmla="*/ 321945 w 891540"/>
                    <a:gd name="connsiteY24" fmla="*/ 93345 h 1377315"/>
                    <a:gd name="connsiteX25" fmla="*/ 318135 w 891540"/>
                    <a:gd name="connsiteY25" fmla="*/ 133350 h 1377315"/>
                    <a:gd name="connsiteX26" fmla="*/ 310515 w 891540"/>
                    <a:gd name="connsiteY26" fmla="*/ 167640 h 1377315"/>
                    <a:gd name="connsiteX27" fmla="*/ 280035 w 891540"/>
                    <a:gd name="connsiteY27" fmla="*/ 211455 h 1377315"/>
                    <a:gd name="connsiteX28" fmla="*/ 264795 w 891540"/>
                    <a:gd name="connsiteY28" fmla="*/ 245745 h 1377315"/>
                    <a:gd name="connsiteX29" fmla="*/ 243840 w 891540"/>
                    <a:gd name="connsiteY29" fmla="*/ 283845 h 1377315"/>
                    <a:gd name="connsiteX30" fmla="*/ 228600 w 891540"/>
                    <a:gd name="connsiteY30" fmla="*/ 297180 h 1377315"/>
                    <a:gd name="connsiteX31" fmla="*/ 209550 w 891540"/>
                    <a:gd name="connsiteY31" fmla="*/ 297180 h 1377315"/>
                    <a:gd name="connsiteX32" fmla="*/ 194310 w 891540"/>
                    <a:gd name="connsiteY32" fmla="*/ 291465 h 1377315"/>
                    <a:gd name="connsiteX33" fmla="*/ 167640 w 891540"/>
                    <a:gd name="connsiteY33" fmla="*/ 276225 h 1377315"/>
                    <a:gd name="connsiteX34" fmla="*/ 140970 w 891540"/>
                    <a:gd name="connsiteY34" fmla="*/ 280035 h 1377315"/>
                    <a:gd name="connsiteX35" fmla="*/ 116205 w 891540"/>
                    <a:gd name="connsiteY35" fmla="*/ 287655 h 1377315"/>
                    <a:gd name="connsiteX36" fmla="*/ 106680 w 891540"/>
                    <a:gd name="connsiteY36" fmla="*/ 329565 h 1377315"/>
                    <a:gd name="connsiteX37" fmla="*/ 83820 w 891540"/>
                    <a:gd name="connsiteY37" fmla="*/ 340995 h 1377315"/>
                    <a:gd name="connsiteX38" fmla="*/ 51435 w 891540"/>
                    <a:gd name="connsiteY38" fmla="*/ 356235 h 1377315"/>
                    <a:gd name="connsiteX39" fmla="*/ 19050 w 891540"/>
                    <a:gd name="connsiteY39" fmla="*/ 375285 h 1377315"/>
                    <a:gd name="connsiteX40" fmla="*/ 0 w 891540"/>
                    <a:gd name="connsiteY40" fmla="*/ 401955 h 1377315"/>
                    <a:gd name="connsiteX41" fmla="*/ 9525 w 891540"/>
                    <a:gd name="connsiteY41" fmla="*/ 434340 h 1377315"/>
                    <a:gd name="connsiteX42" fmla="*/ 45720 w 891540"/>
                    <a:gd name="connsiteY42" fmla="*/ 466725 h 1377315"/>
                    <a:gd name="connsiteX43" fmla="*/ 62865 w 891540"/>
                    <a:gd name="connsiteY43" fmla="*/ 487680 h 1377315"/>
                    <a:gd name="connsiteX44" fmla="*/ 80010 w 891540"/>
                    <a:gd name="connsiteY44" fmla="*/ 487680 h 1377315"/>
                    <a:gd name="connsiteX45" fmla="*/ 93345 w 891540"/>
                    <a:gd name="connsiteY45" fmla="*/ 441960 h 1377315"/>
                    <a:gd name="connsiteX46" fmla="*/ 102870 w 891540"/>
                    <a:gd name="connsiteY46" fmla="*/ 411480 h 1377315"/>
                    <a:gd name="connsiteX47" fmla="*/ 148590 w 891540"/>
                    <a:gd name="connsiteY47" fmla="*/ 369570 h 1377315"/>
                    <a:gd name="connsiteX48" fmla="*/ 167640 w 891540"/>
                    <a:gd name="connsiteY48" fmla="*/ 388620 h 1377315"/>
                    <a:gd name="connsiteX49" fmla="*/ 161925 w 891540"/>
                    <a:gd name="connsiteY49" fmla="*/ 438150 h 1377315"/>
                    <a:gd name="connsiteX50" fmla="*/ 173355 w 891540"/>
                    <a:gd name="connsiteY50" fmla="*/ 449580 h 1377315"/>
                    <a:gd name="connsiteX51" fmla="*/ 194310 w 891540"/>
                    <a:gd name="connsiteY51" fmla="*/ 449580 h 1377315"/>
                    <a:gd name="connsiteX52" fmla="*/ 219075 w 891540"/>
                    <a:gd name="connsiteY52" fmla="*/ 474345 h 1377315"/>
                    <a:gd name="connsiteX53" fmla="*/ 232410 w 891540"/>
                    <a:gd name="connsiteY53" fmla="*/ 487680 h 1377315"/>
                    <a:gd name="connsiteX54" fmla="*/ 253365 w 891540"/>
                    <a:gd name="connsiteY54" fmla="*/ 483870 h 1377315"/>
                    <a:gd name="connsiteX55" fmla="*/ 278130 w 891540"/>
                    <a:gd name="connsiteY55" fmla="*/ 443865 h 1377315"/>
                    <a:gd name="connsiteX56" fmla="*/ 278130 w 891540"/>
                    <a:gd name="connsiteY56" fmla="*/ 428625 h 1377315"/>
                    <a:gd name="connsiteX57" fmla="*/ 302895 w 891540"/>
                    <a:gd name="connsiteY57" fmla="*/ 419100 h 1377315"/>
                    <a:gd name="connsiteX58" fmla="*/ 342900 w 891540"/>
                    <a:gd name="connsiteY58" fmla="*/ 440055 h 1377315"/>
                    <a:gd name="connsiteX59" fmla="*/ 360045 w 891540"/>
                    <a:gd name="connsiteY59" fmla="*/ 480060 h 1377315"/>
                    <a:gd name="connsiteX60" fmla="*/ 367665 w 891540"/>
                    <a:gd name="connsiteY60" fmla="*/ 508635 h 1377315"/>
                    <a:gd name="connsiteX61" fmla="*/ 401955 w 891540"/>
                    <a:gd name="connsiteY61" fmla="*/ 506730 h 1377315"/>
                    <a:gd name="connsiteX62" fmla="*/ 438150 w 891540"/>
                    <a:gd name="connsiteY62" fmla="*/ 510540 h 1377315"/>
                    <a:gd name="connsiteX63" fmla="*/ 466725 w 891540"/>
                    <a:gd name="connsiteY63" fmla="*/ 499110 h 1377315"/>
                    <a:gd name="connsiteX64" fmla="*/ 481965 w 891540"/>
                    <a:gd name="connsiteY64" fmla="*/ 508635 h 1377315"/>
                    <a:gd name="connsiteX65" fmla="*/ 481965 w 891540"/>
                    <a:gd name="connsiteY65" fmla="*/ 533400 h 1377315"/>
                    <a:gd name="connsiteX66" fmla="*/ 447675 w 891540"/>
                    <a:gd name="connsiteY66" fmla="*/ 577215 h 1377315"/>
                    <a:gd name="connsiteX67" fmla="*/ 405765 w 891540"/>
                    <a:gd name="connsiteY67" fmla="*/ 596265 h 1377315"/>
                    <a:gd name="connsiteX68" fmla="*/ 375285 w 891540"/>
                    <a:gd name="connsiteY68" fmla="*/ 603885 h 1377315"/>
                    <a:gd name="connsiteX69" fmla="*/ 342900 w 891540"/>
                    <a:gd name="connsiteY69" fmla="*/ 605790 h 1377315"/>
                    <a:gd name="connsiteX70" fmla="*/ 314325 w 891540"/>
                    <a:gd name="connsiteY70" fmla="*/ 668655 h 1377315"/>
                    <a:gd name="connsiteX71" fmla="*/ 295275 w 891540"/>
                    <a:gd name="connsiteY71" fmla="*/ 674370 h 1377315"/>
                    <a:gd name="connsiteX72" fmla="*/ 262890 w 891540"/>
                    <a:gd name="connsiteY72" fmla="*/ 683895 h 1377315"/>
                    <a:gd name="connsiteX73" fmla="*/ 211455 w 891540"/>
                    <a:gd name="connsiteY73" fmla="*/ 685800 h 1377315"/>
                    <a:gd name="connsiteX74" fmla="*/ 190500 w 891540"/>
                    <a:gd name="connsiteY74" fmla="*/ 693420 h 1377315"/>
                    <a:gd name="connsiteX75" fmla="*/ 144780 w 891540"/>
                    <a:gd name="connsiteY75" fmla="*/ 706755 h 1377315"/>
                    <a:gd name="connsiteX76" fmla="*/ 118110 w 891540"/>
                    <a:gd name="connsiteY76" fmla="*/ 706755 h 1377315"/>
                    <a:gd name="connsiteX77" fmla="*/ 104775 w 891540"/>
                    <a:gd name="connsiteY77" fmla="*/ 735330 h 1377315"/>
                    <a:gd name="connsiteX78" fmla="*/ 102870 w 891540"/>
                    <a:gd name="connsiteY78" fmla="*/ 781050 h 1377315"/>
                    <a:gd name="connsiteX79" fmla="*/ 89535 w 891540"/>
                    <a:gd name="connsiteY79" fmla="*/ 817245 h 1377315"/>
                    <a:gd name="connsiteX80" fmla="*/ 74295 w 891540"/>
                    <a:gd name="connsiteY80" fmla="*/ 822960 h 1377315"/>
                    <a:gd name="connsiteX81" fmla="*/ 60960 w 891540"/>
                    <a:gd name="connsiteY81" fmla="*/ 836295 h 1377315"/>
                    <a:gd name="connsiteX82" fmla="*/ 49530 w 891540"/>
                    <a:gd name="connsiteY82" fmla="*/ 862965 h 1377315"/>
                    <a:gd name="connsiteX83" fmla="*/ 68580 w 891540"/>
                    <a:gd name="connsiteY83" fmla="*/ 902970 h 1377315"/>
                    <a:gd name="connsiteX84" fmla="*/ 110490 w 891540"/>
                    <a:gd name="connsiteY84" fmla="*/ 922020 h 1377315"/>
                    <a:gd name="connsiteX85" fmla="*/ 133350 w 891540"/>
                    <a:gd name="connsiteY85" fmla="*/ 956310 h 1377315"/>
                    <a:gd name="connsiteX86" fmla="*/ 139065 w 891540"/>
                    <a:gd name="connsiteY86" fmla="*/ 1005840 h 1377315"/>
                    <a:gd name="connsiteX87" fmla="*/ 133350 w 891540"/>
                    <a:gd name="connsiteY87" fmla="*/ 1042035 h 1377315"/>
                    <a:gd name="connsiteX88" fmla="*/ 121920 w 891540"/>
                    <a:gd name="connsiteY88" fmla="*/ 1064895 h 1377315"/>
                    <a:gd name="connsiteX89" fmla="*/ 121920 w 891540"/>
                    <a:gd name="connsiteY89" fmla="*/ 1095375 h 1377315"/>
                    <a:gd name="connsiteX90" fmla="*/ 148590 w 891540"/>
                    <a:gd name="connsiteY90" fmla="*/ 1110615 h 1377315"/>
                    <a:gd name="connsiteX91" fmla="*/ 150495 w 891540"/>
                    <a:gd name="connsiteY91" fmla="*/ 1158240 h 1377315"/>
                    <a:gd name="connsiteX92" fmla="*/ 171450 w 891540"/>
                    <a:gd name="connsiteY92" fmla="*/ 1173480 h 1377315"/>
                    <a:gd name="connsiteX93" fmla="*/ 230505 w 891540"/>
                    <a:gd name="connsiteY93" fmla="*/ 1173480 h 1377315"/>
                    <a:gd name="connsiteX94" fmla="*/ 243840 w 891540"/>
                    <a:gd name="connsiteY94" fmla="*/ 1183005 h 1377315"/>
                    <a:gd name="connsiteX95" fmla="*/ 266700 w 891540"/>
                    <a:gd name="connsiteY95" fmla="*/ 1169670 h 1377315"/>
                    <a:gd name="connsiteX96" fmla="*/ 259080 w 891540"/>
                    <a:gd name="connsiteY96" fmla="*/ 1141095 h 1377315"/>
                    <a:gd name="connsiteX97" fmla="*/ 260985 w 891540"/>
                    <a:gd name="connsiteY97" fmla="*/ 1108710 h 1377315"/>
                    <a:gd name="connsiteX98" fmla="*/ 289560 w 891540"/>
                    <a:gd name="connsiteY98" fmla="*/ 1102995 h 1377315"/>
                    <a:gd name="connsiteX99" fmla="*/ 329565 w 891540"/>
                    <a:gd name="connsiteY99" fmla="*/ 1112520 h 1377315"/>
                    <a:gd name="connsiteX100" fmla="*/ 340995 w 891540"/>
                    <a:gd name="connsiteY100" fmla="*/ 1144905 h 1377315"/>
                    <a:gd name="connsiteX101" fmla="*/ 340995 w 891540"/>
                    <a:gd name="connsiteY101" fmla="*/ 1184910 h 1377315"/>
                    <a:gd name="connsiteX102" fmla="*/ 371475 w 891540"/>
                    <a:gd name="connsiteY102" fmla="*/ 1190625 h 1377315"/>
                    <a:gd name="connsiteX103" fmla="*/ 407670 w 891540"/>
                    <a:gd name="connsiteY103" fmla="*/ 1194435 h 1377315"/>
                    <a:gd name="connsiteX104" fmla="*/ 457200 w 891540"/>
                    <a:gd name="connsiteY104" fmla="*/ 1223010 h 1377315"/>
                    <a:gd name="connsiteX105" fmla="*/ 502920 w 891540"/>
                    <a:gd name="connsiteY105" fmla="*/ 1257300 h 1377315"/>
                    <a:gd name="connsiteX106" fmla="*/ 531495 w 891540"/>
                    <a:gd name="connsiteY106" fmla="*/ 1301115 h 1377315"/>
                    <a:gd name="connsiteX107" fmla="*/ 546735 w 891540"/>
                    <a:gd name="connsiteY107" fmla="*/ 1343025 h 1377315"/>
                    <a:gd name="connsiteX108" fmla="*/ 582930 w 891540"/>
                    <a:gd name="connsiteY108" fmla="*/ 1367790 h 1377315"/>
                    <a:gd name="connsiteX109" fmla="*/ 613410 w 891540"/>
                    <a:gd name="connsiteY109" fmla="*/ 1377315 h 1377315"/>
                    <a:gd name="connsiteX110" fmla="*/ 645795 w 891540"/>
                    <a:gd name="connsiteY110" fmla="*/ 1352550 h 1377315"/>
                    <a:gd name="connsiteX111" fmla="*/ 661035 w 891540"/>
                    <a:gd name="connsiteY111" fmla="*/ 1322070 h 1377315"/>
                    <a:gd name="connsiteX112" fmla="*/ 661035 w 891540"/>
                    <a:gd name="connsiteY112" fmla="*/ 1299210 h 1377315"/>
                    <a:gd name="connsiteX113" fmla="*/ 680085 w 891540"/>
                    <a:gd name="connsiteY113" fmla="*/ 1287780 h 1377315"/>
                    <a:gd name="connsiteX114" fmla="*/ 697230 w 891540"/>
                    <a:gd name="connsiteY114" fmla="*/ 1289685 h 1377315"/>
                    <a:gd name="connsiteX115" fmla="*/ 702945 w 891540"/>
                    <a:gd name="connsiteY115" fmla="*/ 1261110 h 1377315"/>
                    <a:gd name="connsiteX116" fmla="*/ 683895 w 891540"/>
                    <a:gd name="connsiteY116" fmla="*/ 1219200 h 1377315"/>
                    <a:gd name="connsiteX117" fmla="*/ 643890 w 891540"/>
                    <a:gd name="connsiteY117" fmla="*/ 1150620 h 1377315"/>
                    <a:gd name="connsiteX118" fmla="*/ 645795 w 891540"/>
                    <a:gd name="connsiteY118" fmla="*/ 1112520 h 1377315"/>
                    <a:gd name="connsiteX119" fmla="*/ 634365 w 891540"/>
                    <a:gd name="connsiteY119" fmla="*/ 1085850 h 1377315"/>
                    <a:gd name="connsiteX120" fmla="*/ 611505 w 891540"/>
                    <a:gd name="connsiteY120" fmla="*/ 1043940 h 1377315"/>
                    <a:gd name="connsiteX121" fmla="*/ 611505 w 891540"/>
                    <a:gd name="connsiteY121" fmla="*/ 1011555 h 1377315"/>
                    <a:gd name="connsiteX122" fmla="*/ 636270 w 891540"/>
                    <a:gd name="connsiteY122" fmla="*/ 965835 h 1377315"/>
                    <a:gd name="connsiteX123" fmla="*/ 636270 w 891540"/>
                    <a:gd name="connsiteY123" fmla="*/ 958215 h 1377315"/>
                    <a:gd name="connsiteX124" fmla="*/ 611505 w 891540"/>
                    <a:gd name="connsiteY124" fmla="*/ 916305 h 1377315"/>
                    <a:gd name="connsiteX125" fmla="*/ 601980 w 891540"/>
                    <a:gd name="connsiteY125" fmla="*/ 889635 h 1377315"/>
                    <a:gd name="connsiteX126" fmla="*/ 603885 w 891540"/>
                    <a:gd name="connsiteY126" fmla="*/ 862965 h 1377315"/>
                    <a:gd name="connsiteX127" fmla="*/ 632460 w 891540"/>
                    <a:gd name="connsiteY127" fmla="*/ 847725 h 1377315"/>
                    <a:gd name="connsiteX128" fmla="*/ 670560 w 891540"/>
                    <a:gd name="connsiteY128" fmla="*/ 807720 h 1377315"/>
                    <a:gd name="connsiteX129" fmla="*/ 695325 w 891540"/>
                    <a:gd name="connsiteY129" fmla="*/ 784860 h 1377315"/>
                    <a:gd name="connsiteX130" fmla="*/ 731520 w 891540"/>
                    <a:gd name="connsiteY130" fmla="*/ 779145 h 1377315"/>
                    <a:gd name="connsiteX131" fmla="*/ 765810 w 891540"/>
                    <a:gd name="connsiteY131" fmla="*/ 771525 h 1377315"/>
                    <a:gd name="connsiteX132" fmla="*/ 781050 w 891540"/>
                    <a:gd name="connsiteY132" fmla="*/ 750570 h 1377315"/>
                    <a:gd name="connsiteX133" fmla="*/ 784860 w 891540"/>
                    <a:gd name="connsiteY133" fmla="*/ 725805 h 1377315"/>
                    <a:gd name="connsiteX134" fmla="*/ 771525 w 891540"/>
                    <a:gd name="connsiteY134" fmla="*/ 702945 h 1377315"/>
                    <a:gd name="connsiteX135" fmla="*/ 739140 w 891540"/>
                    <a:gd name="connsiteY135" fmla="*/ 697230 h 1377315"/>
                    <a:gd name="connsiteX136" fmla="*/ 718185 w 891540"/>
                    <a:gd name="connsiteY136" fmla="*/ 670560 h 1377315"/>
                    <a:gd name="connsiteX137" fmla="*/ 721995 w 891540"/>
                    <a:gd name="connsiteY137" fmla="*/ 615315 h 1377315"/>
                    <a:gd name="connsiteX138" fmla="*/ 735330 w 891540"/>
                    <a:gd name="connsiteY138" fmla="*/ 594360 h 1377315"/>
                    <a:gd name="connsiteX139" fmla="*/ 710565 w 891540"/>
                    <a:gd name="connsiteY139" fmla="*/ 577215 h 1377315"/>
                    <a:gd name="connsiteX140" fmla="*/ 678180 w 891540"/>
                    <a:gd name="connsiteY140" fmla="*/ 560070 h 1377315"/>
                    <a:gd name="connsiteX141" fmla="*/ 653415 w 891540"/>
                    <a:gd name="connsiteY141" fmla="*/ 552450 h 1377315"/>
                    <a:gd name="connsiteX142" fmla="*/ 622935 w 891540"/>
                    <a:gd name="connsiteY142" fmla="*/ 548640 h 1377315"/>
                    <a:gd name="connsiteX143" fmla="*/ 611505 w 891540"/>
                    <a:gd name="connsiteY143" fmla="*/ 542925 h 1377315"/>
                    <a:gd name="connsiteX144" fmla="*/ 596265 w 891540"/>
                    <a:gd name="connsiteY144" fmla="*/ 512445 h 1377315"/>
                    <a:gd name="connsiteX145" fmla="*/ 592455 w 891540"/>
                    <a:gd name="connsiteY145" fmla="*/ 487680 h 1377315"/>
                    <a:gd name="connsiteX146" fmla="*/ 607695 w 891540"/>
                    <a:gd name="connsiteY146" fmla="*/ 441960 h 1377315"/>
                    <a:gd name="connsiteX147" fmla="*/ 630555 w 891540"/>
                    <a:gd name="connsiteY147" fmla="*/ 428625 h 1377315"/>
                    <a:gd name="connsiteX148" fmla="*/ 668655 w 891540"/>
                    <a:gd name="connsiteY148" fmla="*/ 421005 h 1377315"/>
                    <a:gd name="connsiteX149" fmla="*/ 680085 w 891540"/>
                    <a:gd name="connsiteY149" fmla="*/ 438150 h 1377315"/>
                    <a:gd name="connsiteX150" fmla="*/ 706755 w 891540"/>
                    <a:gd name="connsiteY150" fmla="*/ 457200 h 1377315"/>
                    <a:gd name="connsiteX151" fmla="*/ 765810 w 891540"/>
                    <a:gd name="connsiteY151" fmla="*/ 470535 h 1377315"/>
                    <a:gd name="connsiteX152" fmla="*/ 800100 w 891540"/>
                    <a:gd name="connsiteY152" fmla="*/ 485775 h 1377315"/>
                    <a:gd name="connsiteX153" fmla="*/ 821055 w 891540"/>
                    <a:gd name="connsiteY153" fmla="*/ 485775 h 1377315"/>
                    <a:gd name="connsiteX154" fmla="*/ 824865 w 891540"/>
                    <a:gd name="connsiteY154" fmla="*/ 430530 h 1377315"/>
                    <a:gd name="connsiteX155" fmla="*/ 838200 w 891540"/>
                    <a:gd name="connsiteY155" fmla="*/ 422910 h 1377315"/>
                    <a:gd name="connsiteX156" fmla="*/ 864870 w 891540"/>
                    <a:gd name="connsiteY156" fmla="*/ 422910 h 1377315"/>
                    <a:gd name="connsiteX157" fmla="*/ 891540 w 891540"/>
                    <a:gd name="connsiteY157" fmla="*/ 377190 h 1377315"/>
                    <a:gd name="connsiteX0" fmla="*/ 891540 w 891540"/>
                    <a:gd name="connsiteY0" fmla="*/ 377190 h 1377315"/>
                    <a:gd name="connsiteX1" fmla="*/ 887730 w 891540"/>
                    <a:gd name="connsiteY1" fmla="*/ 356235 h 1377315"/>
                    <a:gd name="connsiteX2" fmla="*/ 851535 w 891540"/>
                    <a:gd name="connsiteY2" fmla="*/ 304800 h 1377315"/>
                    <a:gd name="connsiteX3" fmla="*/ 834390 w 891540"/>
                    <a:gd name="connsiteY3" fmla="*/ 283845 h 1377315"/>
                    <a:gd name="connsiteX4" fmla="*/ 790575 w 891540"/>
                    <a:gd name="connsiteY4" fmla="*/ 287655 h 1377315"/>
                    <a:gd name="connsiteX5" fmla="*/ 775335 w 891540"/>
                    <a:gd name="connsiteY5" fmla="*/ 270510 h 1377315"/>
                    <a:gd name="connsiteX6" fmla="*/ 765810 w 891540"/>
                    <a:gd name="connsiteY6" fmla="*/ 247650 h 1377315"/>
                    <a:gd name="connsiteX7" fmla="*/ 760095 w 891540"/>
                    <a:gd name="connsiteY7" fmla="*/ 217170 h 1377315"/>
                    <a:gd name="connsiteX8" fmla="*/ 744855 w 891540"/>
                    <a:gd name="connsiteY8" fmla="*/ 188595 h 1377315"/>
                    <a:gd name="connsiteX9" fmla="*/ 720090 w 891540"/>
                    <a:gd name="connsiteY9" fmla="*/ 167640 h 1377315"/>
                    <a:gd name="connsiteX10" fmla="*/ 681990 w 891540"/>
                    <a:gd name="connsiteY10" fmla="*/ 150495 h 1377315"/>
                    <a:gd name="connsiteX11" fmla="*/ 651510 w 891540"/>
                    <a:gd name="connsiteY11" fmla="*/ 150495 h 1377315"/>
                    <a:gd name="connsiteX12" fmla="*/ 628650 w 891540"/>
                    <a:gd name="connsiteY12" fmla="*/ 112395 h 1377315"/>
                    <a:gd name="connsiteX13" fmla="*/ 601980 w 891540"/>
                    <a:gd name="connsiteY13" fmla="*/ 80010 h 1377315"/>
                    <a:gd name="connsiteX14" fmla="*/ 554355 w 891540"/>
                    <a:gd name="connsiteY14" fmla="*/ 53340 h 1377315"/>
                    <a:gd name="connsiteX15" fmla="*/ 493395 w 891540"/>
                    <a:gd name="connsiteY15" fmla="*/ 11430 h 1377315"/>
                    <a:gd name="connsiteX16" fmla="*/ 461010 w 891540"/>
                    <a:gd name="connsiteY16" fmla="*/ 0 h 1377315"/>
                    <a:gd name="connsiteX17" fmla="*/ 434340 w 891540"/>
                    <a:gd name="connsiteY17" fmla="*/ 0 h 1377315"/>
                    <a:gd name="connsiteX18" fmla="*/ 413385 w 891540"/>
                    <a:gd name="connsiteY18" fmla="*/ 13335 h 1377315"/>
                    <a:gd name="connsiteX19" fmla="*/ 417195 w 891540"/>
                    <a:gd name="connsiteY19" fmla="*/ 45720 h 1377315"/>
                    <a:gd name="connsiteX20" fmla="*/ 405765 w 891540"/>
                    <a:gd name="connsiteY20" fmla="*/ 66675 h 1377315"/>
                    <a:gd name="connsiteX21" fmla="*/ 396240 w 891540"/>
                    <a:gd name="connsiteY21" fmla="*/ 85725 h 1377315"/>
                    <a:gd name="connsiteX22" fmla="*/ 373380 w 891540"/>
                    <a:gd name="connsiteY22" fmla="*/ 80010 h 1377315"/>
                    <a:gd name="connsiteX23" fmla="*/ 340995 w 891540"/>
                    <a:gd name="connsiteY23" fmla="*/ 80010 h 1377315"/>
                    <a:gd name="connsiteX24" fmla="*/ 321945 w 891540"/>
                    <a:gd name="connsiteY24" fmla="*/ 93345 h 1377315"/>
                    <a:gd name="connsiteX25" fmla="*/ 318135 w 891540"/>
                    <a:gd name="connsiteY25" fmla="*/ 133350 h 1377315"/>
                    <a:gd name="connsiteX26" fmla="*/ 310515 w 891540"/>
                    <a:gd name="connsiteY26" fmla="*/ 167640 h 1377315"/>
                    <a:gd name="connsiteX27" fmla="*/ 280035 w 891540"/>
                    <a:gd name="connsiteY27" fmla="*/ 211455 h 1377315"/>
                    <a:gd name="connsiteX28" fmla="*/ 264795 w 891540"/>
                    <a:gd name="connsiteY28" fmla="*/ 245745 h 1377315"/>
                    <a:gd name="connsiteX29" fmla="*/ 243840 w 891540"/>
                    <a:gd name="connsiteY29" fmla="*/ 283845 h 1377315"/>
                    <a:gd name="connsiteX30" fmla="*/ 228600 w 891540"/>
                    <a:gd name="connsiteY30" fmla="*/ 297180 h 1377315"/>
                    <a:gd name="connsiteX31" fmla="*/ 209550 w 891540"/>
                    <a:gd name="connsiteY31" fmla="*/ 297180 h 1377315"/>
                    <a:gd name="connsiteX32" fmla="*/ 194310 w 891540"/>
                    <a:gd name="connsiteY32" fmla="*/ 291465 h 1377315"/>
                    <a:gd name="connsiteX33" fmla="*/ 167640 w 891540"/>
                    <a:gd name="connsiteY33" fmla="*/ 276225 h 1377315"/>
                    <a:gd name="connsiteX34" fmla="*/ 140970 w 891540"/>
                    <a:gd name="connsiteY34" fmla="*/ 280035 h 1377315"/>
                    <a:gd name="connsiteX35" fmla="*/ 116205 w 891540"/>
                    <a:gd name="connsiteY35" fmla="*/ 287655 h 1377315"/>
                    <a:gd name="connsiteX36" fmla="*/ 106680 w 891540"/>
                    <a:gd name="connsiteY36" fmla="*/ 329565 h 1377315"/>
                    <a:gd name="connsiteX37" fmla="*/ 83820 w 891540"/>
                    <a:gd name="connsiteY37" fmla="*/ 340995 h 1377315"/>
                    <a:gd name="connsiteX38" fmla="*/ 51435 w 891540"/>
                    <a:gd name="connsiteY38" fmla="*/ 356235 h 1377315"/>
                    <a:gd name="connsiteX39" fmla="*/ 19050 w 891540"/>
                    <a:gd name="connsiteY39" fmla="*/ 375285 h 1377315"/>
                    <a:gd name="connsiteX40" fmla="*/ 0 w 891540"/>
                    <a:gd name="connsiteY40" fmla="*/ 401955 h 1377315"/>
                    <a:gd name="connsiteX41" fmla="*/ 9525 w 891540"/>
                    <a:gd name="connsiteY41" fmla="*/ 434340 h 1377315"/>
                    <a:gd name="connsiteX42" fmla="*/ 45720 w 891540"/>
                    <a:gd name="connsiteY42" fmla="*/ 466725 h 1377315"/>
                    <a:gd name="connsiteX43" fmla="*/ 62865 w 891540"/>
                    <a:gd name="connsiteY43" fmla="*/ 487680 h 1377315"/>
                    <a:gd name="connsiteX44" fmla="*/ 80010 w 891540"/>
                    <a:gd name="connsiteY44" fmla="*/ 487680 h 1377315"/>
                    <a:gd name="connsiteX45" fmla="*/ 93345 w 891540"/>
                    <a:gd name="connsiteY45" fmla="*/ 441960 h 1377315"/>
                    <a:gd name="connsiteX46" fmla="*/ 102870 w 891540"/>
                    <a:gd name="connsiteY46" fmla="*/ 411480 h 1377315"/>
                    <a:gd name="connsiteX47" fmla="*/ 148590 w 891540"/>
                    <a:gd name="connsiteY47" fmla="*/ 369570 h 1377315"/>
                    <a:gd name="connsiteX48" fmla="*/ 167640 w 891540"/>
                    <a:gd name="connsiteY48" fmla="*/ 388620 h 1377315"/>
                    <a:gd name="connsiteX49" fmla="*/ 161925 w 891540"/>
                    <a:gd name="connsiteY49" fmla="*/ 438150 h 1377315"/>
                    <a:gd name="connsiteX50" fmla="*/ 173355 w 891540"/>
                    <a:gd name="connsiteY50" fmla="*/ 449580 h 1377315"/>
                    <a:gd name="connsiteX51" fmla="*/ 194310 w 891540"/>
                    <a:gd name="connsiteY51" fmla="*/ 449580 h 1377315"/>
                    <a:gd name="connsiteX52" fmla="*/ 219075 w 891540"/>
                    <a:gd name="connsiteY52" fmla="*/ 474345 h 1377315"/>
                    <a:gd name="connsiteX53" fmla="*/ 232410 w 891540"/>
                    <a:gd name="connsiteY53" fmla="*/ 487680 h 1377315"/>
                    <a:gd name="connsiteX54" fmla="*/ 253365 w 891540"/>
                    <a:gd name="connsiteY54" fmla="*/ 483870 h 1377315"/>
                    <a:gd name="connsiteX55" fmla="*/ 278130 w 891540"/>
                    <a:gd name="connsiteY55" fmla="*/ 443865 h 1377315"/>
                    <a:gd name="connsiteX56" fmla="*/ 278130 w 891540"/>
                    <a:gd name="connsiteY56" fmla="*/ 428625 h 1377315"/>
                    <a:gd name="connsiteX57" fmla="*/ 302895 w 891540"/>
                    <a:gd name="connsiteY57" fmla="*/ 419100 h 1377315"/>
                    <a:gd name="connsiteX58" fmla="*/ 342900 w 891540"/>
                    <a:gd name="connsiteY58" fmla="*/ 440055 h 1377315"/>
                    <a:gd name="connsiteX59" fmla="*/ 360045 w 891540"/>
                    <a:gd name="connsiteY59" fmla="*/ 480060 h 1377315"/>
                    <a:gd name="connsiteX60" fmla="*/ 367665 w 891540"/>
                    <a:gd name="connsiteY60" fmla="*/ 508635 h 1377315"/>
                    <a:gd name="connsiteX61" fmla="*/ 401955 w 891540"/>
                    <a:gd name="connsiteY61" fmla="*/ 506730 h 1377315"/>
                    <a:gd name="connsiteX62" fmla="*/ 438150 w 891540"/>
                    <a:gd name="connsiteY62" fmla="*/ 510540 h 1377315"/>
                    <a:gd name="connsiteX63" fmla="*/ 466725 w 891540"/>
                    <a:gd name="connsiteY63" fmla="*/ 499110 h 1377315"/>
                    <a:gd name="connsiteX64" fmla="*/ 481965 w 891540"/>
                    <a:gd name="connsiteY64" fmla="*/ 508635 h 1377315"/>
                    <a:gd name="connsiteX65" fmla="*/ 481965 w 891540"/>
                    <a:gd name="connsiteY65" fmla="*/ 533400 h 1377315"/>
                    <a:gd name="connsiteX66" fmla="*/ 447675 w 891540"/>
                    <a:gd name="connsiteY66" fmla="*/ 577215 h 1377315"/>
                    <a:gd name="connsiteX67" fmla="*/ 405765 w 891540"/>
                    <a:gd name="connsiteY67" fmla="*/ 596265 h 1377315"/>
                    <a:gd name="connsiteX68" fmla="*/ 375285 w 891540"/>
                    <a:gd name="connsiteY68" fmla="*/ 603885 h 1377315"/>
                    <a:gd name="connsiteX69" fmla="*/ 342900 w 891540"/>
                    <a:gd name="connsiteY69" fmla="*/ 605790 h 1377315"/>
                    <a:gd name="connsiteX70" fmla="*/ 314325 w 891540"/>
                    <a:gd name="connsiteY70" fmla="*/ 668655 h 1377315"/>
                    <a:gd name="connsiteX71" fmla="*/ 295275 w 891540"/>
                    <a:gd name="connsiteY71" fmla="*/ 674370 h 1377315"/>
                    <a:gd name="connsiteX72" fmla="*/ 262890 w 891540"/>
                    <a:gd name="connsiteY72" fmla="*/ 683895 h 1377315"/>
                    <a:gd name="connsiteX73" fmla="*/ 211455 w 891540"/>
                    <a:gd name="connsiteY73" fmla="*/ 685800 h 1377315"/>
                    <a:gd name="connsiteX74" fmla="*/ 190500 w 891540"/>
                    <a:gd name="connsiteY74" fmla="*/ 693420 h 1377315"/>
                    <a:gd name="connsiteX75" fmla="*/ 144780 w 891540"/>
                    <a:gd name="connsiteY75" fmla="*/ 706755 h 1377315"/>
                    <a:gd name="connsiteX76" fmla="*/ 118110 w 891540"/>
                    <a:gd name="connsiteY76" fmla="*/ 706755 h 1377315"/>
                    <a:gd name="connsiteX77" fmla="*/ 104775 w 891540"/>
                    <a:gd name="connsiteY77" fmla="*/ 735330 h 1377315"/>
                    <a:gd name="connsiteX78" fmla="*/ 102870 w 891540"/>
                    <a:gd name="connsiteY78" fmla="*/ 781050 h 1377315"/>
                    <a:gd name="connsiteX79" fmla="*/ 89535 w 891540"/>
                    <a:gd name="connsiteY79" fmla="*/ 817245 h 1377315"/>
                    <a:gd name="connsiteX80" fmla="*/ 74295 w 891540"/>
                    <a:gd name="connsiteY80" fmla="*/ 822960 h 1377315"/>
                    <a:gd name="connsiteX81" fmla="*/ 60960 w 891540"/>
                    <a:gd name="connsiteY81" fmla="*/ 836295 h 1377315"/>
                    <a:gd name="connsiteX82" fmla="*/ 49530 w 891540"/>
                    <a:gd name="connsiteY82" fmla="*/ 862965 h 1377315"/>
                    <a:gd name="connsiteX83" fmla="*/ 68580 w 891540"/>
                    <a:gd name="connsiteY83" fmla="*/ 902970 h 1377315"/>
                    <a:gd name="connsiteX84" fmla="*/ 110490 w 891540"/>
                    <a:gd name="connsiteY84" fmla="*/ 922020 h 1377315"/>
                    <a:gd name="connsiteX85" fmla="*/ 133350 w 891540"/>
                    <a:gd name="connsiteY85" fmla="*/ 956310 h 1377315"/>
                    <a:gd name="connsiteX86" fmla="*/ 139065 w 891540"/>
                    <a:gd name="connsiteY86" fmla="*/ 1005840 h 1377315"/>
                    <a:gd name="connsiteX87" fmla="*/ 133350 w 891540"/>
                    <a:gd name="connsiteY87" fmla="*/ 1042035 h 1377315"/>
                    <a:gd name="connsiteX88" fmla="*/ 121920 w 891540"/>
                    <a:gd name="connsiteY88" fmla="*/ 1064895 h 1377315"/>
                    <a:gd name="connsiteX89" fmla="*/ 121920 w 891540"/>
                    <a:gd name="connsiteY89" fmla="*/ 1095375 h 1377315"/>
                    <a:gd name="connsiteX90" fmla="*/ 148590 w 891540"/>
                    <a:gd name="connsiteY90" fmla="*/ 1110615 h 1377315"/>
                    <a:gd name="connsiteX91" fmla="*/ 150495 w 891540"/>
                    <a:gd name="connsiteY91" fmla="*/ 1158240 h 1377315"/>
                    <a:gd name="connsiteX92" fmla="*/ 171450 w 891540"/>
                    <a:gd name="connsiteY92" fmla="*/ 1173480 h 1377315"/>
                    <a:gd name="connsiteX93" fmla="*/ 230505 w 891540"/>
                    <a:gd name="connsiteY93" fmla="*/ 1173480 h 1377315"/>
                    <a:gd name="connsiteX94" fmla="*/ 243840 w 891540"/>
                    <a:gd name="connsiteY94" fmla="*/ 1183005 h 1377315"/>
                    <a:gd name="connsiteX95" fmla="*/ 266700 w 891540"/>
                    <a:gd name="connsiteY95" fmla="*/ 1169670 h 1377315"/>
                    <a:gd name="connsiteX96" fmla="*/ 259080 w 891540"/>
                    <a:gd name="connsiteY96" fmla="*/ 1141095 h 1377315"/>
                    <a:gd name="connsiteX97" fmla="*/ 260985 w 891540"/>
                    <a:gd name="connsiteY97" fmla="*/ 1108710 h 1377315"/>
                    <a:gd name="connsiteX98" fmla="*/ 289560 w 891540"/>
                    <a:gd name="connsiteY98" fmla="*/ 1102995 h 1377315"/>
                    <a:gd name="connsiteX99" fmla="*/ 329565 w 891540"/>
                    <a:gd name="connsiteY99" fmla="*/ 1112520 h 1377315"/>
                    <a:gd name="connsiteX100" fmla="*/ 340995 w 891540"/>
                    <a:gd name="connsiteY100" fmla="*/ 1144905 h 1377315"/>
                    <a:gd name="connsiteX101" fmla="*/ 340995 w 891540"/>
                    <a:gd name="connsiteY101" fmla="*/ 1184910 h 1377315"/>
                    <a:gd name="connsiteX102" fmla="*/ 371475 w 891540"/>
                    <a:gd name="connsiteY102" fmla="*/ 1190625 h 1377315"/>
                    <a:gd name="connsiteX103" fmla="*/ 407670 w 891540"/>
                    <a:gd name="connsiteY103" fmla="*/ 1194435 h 1377315"/>
                    <a:gd name="connsiteX104" fmla="*/ 457200 w 891540"/>
                    <a:gd name="connsiteY104" fmla="*/ 1223010 h 1377315"/>
                    <a:gd name="connsiteX105" fmla="*/ 502920 w 891540"/>
                    <a:gd name="connsiteY105" fmla="*/ 1257300 h 1377315"/>
                    <a:gd name="connsiteX106" fmla="*/ 531495 w 891540"/>
                    <a:gd name="connsiteY106" fmla="*/ 1301115 h 1377315"/>
                    <a:gd name="connsiteX107" fmla="*/ 546735 w 891540"/>
                    <a:gd name="connsiteY107" fmla="*/ 1343025 h 1377315"/>
                    <a:gd name="connsiteX108" fmla="*/ 582930 w 891540"/>
                    <a:gd name="connsiteY108" fmla="*/ 1367790 h 1377315"/>
                    <a:gd name="connsiteX109" fmla="*/ 613410 w 891540"/>
                    <a:gd name="connsiteY109" fmla="*/ 1377315 h 1377315"/>
                    <a:gd name="connsiteX110" fmla="*/ 645795 w 891540"/>
                    <a:gd name="connsiteY110" fmla="*/ 1352550 h 1377315"/>
                    <a:gd name="connsiteX111" fmla="*/ 661035 w 891540"/>
                    <a:gd name="connsiteY111" fmla="*/ 1322070 h 1377315"/>
                    <a:gd name="connsiteX112" fmla="*/ 661035 w 891540"/>
                    <a:gd name="connsiteY112" fmla="*/ 1299210 h 1377315"/>
                    <a:gd name="connsiteX113" fmla="*/ 680085 w 891540"/>
                    <a:gd name="connsiteY113" fmla="*/ 1287780 h 1377315"/>
                    <a:gd name="connsiteX114" fmla="*/ 697230 w 891540"/>
                    <a:gd name="connsiteY114" fmla="*/ 1289685 h 1377315"/>
                    <a:gd name="connsiteX115" fmla="*/ 702945 w 891540"/>
                    <a:gd name="connsiteY115" fmla="*/ 1261110 h 1377315"/>
                    <a:gd name="connsiteX116" fmla="*/ 683895 w 891540"/>
                    <a:gd name="connsiteY116" fmla="*/ 1219200 h 1377315"/>
                    <a:gd name="connsiteX117" fmla="*/ 643890 w 891540"/>
                    <a:gd name="connsiteY117" fmla="*/ 1150620 h 1377315"/>
                    <a:gd name="connsiteX118" fmla="*/ 645795 w 891540"/>
                    <a:gd name="connsiteY118" fmla="*/ 1112520 h 1377315"/>
                    <a:gd name="connsiteX119" fmla="*/ 634365 w 891540"/>
                    <a:gd name="connsiteY119" fmla="*/ 1085850 h 1377315"/>
                    <a:gd name="connsiteX120" fmla="*/ 611505 w 891540"/>
                    <a:gd name="connsiteY120" fmla="*/ 1043940 h 1377315"/>
                    <a:gd name="connsiteX121" fmla="*/ 611505 w 891540"/>
                    <a:gd name="connsiteY121" fmla="*/ 1011555 h 1377315"/>
                    <a:gd name="connsiteX122" fmla="*/ 636270 w 891540"/>
                    <a:gd name="connsiteY122" fmla="*/ 965835 h 1377315"/>
                    <a:gd name="connsiteX123" fmla="*/ 636270 w 891540"/>
                    <a:gd name="connsiteY123" fmla="*/ 958215 h 1377315"/>
                    <a:gd name="connsiteX124" fmla="*/ 611505 w 891540"/>
                    <a:gd name="connsiteY124" fmla="*/ 916305 h 1377315"/>
                    <a:gd name="connsiteX125" fmla="*/ 601980 w 891540"/>
                    <a:gd name="connsiteY125" fmla="*/ 889635 h 1377315"/>
                    <a:gd name="connsiteX126" fmla="*/ 603885 w 891540"/>
                    <a:gd name="connsiteY126" fmla="*/ 862965 h 1377315"/>
                    <a:gd name="connsiteX127" fmla="*/ 632460 w 891540"/>
                    <a:gd name="connsiteY127" fmla="*/ 847725 h 1377315"/>
                    <a:gd name="connsiteX128" fmla="*/ 670560 w 891540"/>
                    <a:gd name="connsiteY128" fmla="*/ 807720 h 1377315"/>
                    <a:gd name="connsiteX129" fmla="*/ 695325 w 891540"/>
                    <a:gd name="connsiteY129" fmla="*/ 784860 h 1377315"/>
                    <a:gd name="connsiteX130" fmla="*/ 731520 w 891540"/>
                    <a:gd name="connsiteY130" fmla="*/ 779145 h 1377315"/>
                    <a:gd name="connsiteX131" fmla="*/ 765810 w 891540"/>
                    <a:gd name="connsiteY131" fmla="*/ 771525 h 1377315"/>
                    <a:gd name="connsiteX132" fmla="*/ 781050 w 891540"/>
                    <a:gd name="connsiteY132" fmla="*/ 750570 h 1377315"/>
                    <a:gd name="connsiteX133" fmla="*/ 784860 w 891540"/>
                    <a:gd name="connsiteY133" fmla="*/ 725805 h 1377315"/>
                    <a:gd name="connsiteX134" fmla="*/ 771525 w 891540"/>
                    <a:gd name="connsiteY134" fmla="*/ 702945 h 1377315"/>
                    <a:gd name="connsiteX135" fmla="*/ 739140 w 891540"/>
                    <a:gd name="connsiteY135" fmla="*/ 697230 h 1377315"/>
                    <a:gd name="connsiteX136" fmla="*/ 718185 w 891540"/>
                    <a:gd name="connsiteY136" fmla="*/ 670560 h 1377315"/>
                    <a:gd name="connsiteX137" fmla="*/ 721995 w 891540"/>
                    <a:gd name="connsiteY137" fmla="*/ 615315 h 1377315"/>
                    <a:gd name="connsiteX138" fmla="*/ 735330 w 891540"/>
                    <a:gd name="connsiteY138" fmla="*/ 594360 h 1377315"/>
                    <a:gd name="connsiteX139" fmla="*/ 710565 w 891540"/>
                    <a:gd name="connsiteY139" fmla="*/ 577215 h 1377315"/>
                    <a:gd name="connsiteX140" fmla="*/ 678180 w 891540"/>
                    <a:gd name="connsiteY140" fmla="*/ 560070 h 1377315"/>
                    <a:gd name="connsiteX141" fmla="*/ 653415 w 891540"/>
                    <a:gd name="connsiteY141" fmla="*/ 552450 h 1377315"/>
                    <a:gd name="connsiteX142" fmla="*/ 622935 w 891540"/>
                    <a:gd name="connsiteY142" fmla="*/ 548640 h 1377315"/>
                    <a:gd name="connsiteX143" fmla="*/ 611505 w 891540"/>
                    <a:gd name="connsiteY143" fmla="*/ 542925 h 1377315"/>
                    <a:gd name="connsiteX144" fmla="*/ 596265 w 891540"/>
                    <a:gd name="connsiteY144" fmla="*/ 512445 h 1377315"/>
                    <a:gd name="connsiteX145" fmla="*/ 592455 w 891540"/>
                    <a:gd name="connsiteY145" fmla="*/ 487680 h 1377315"/>
                    <a:gd name="connsiteX146" fmla="*/ 607695 w 891540"/>
                    <a:gd name="connsiteY146" fmla="*/ 441960 h 1377315"/>
                    <a:gd name="connsiteX147" fmla="*/ 630555 w 891540"/>
                    <a:gd name="connsiteY147" fmla="*/ 428625 h 1377315"/>
                    <a:gd name="connsiteX148" fmla="*/ 668655 w 891540"/>
                    <a:gd name="connsiteY148" fmla="*/ 421005 h 1377315"/>
                    <a:gd name="connsiteX149" fmla="*/ 680085 w 891540"/>
                    <a:gd name="connsiteY149" fmla="*/ 438150 h 1377315"/>
                    <a:gd name="connsiteX150" fmla="*/ 706755 w 891540"/>
                    <a:gd name="connsiteY150" fmla="*/ 457200 h 1377315"/>
                    <a:gd name="connsiteX151" fmla="*/ 765810 w 891540"/>
                    <a:gd name="connsiteY151" fmla="*/ 470535 h 1377315"/>
                    <a:gd name="connsiteX152" fmla="*/ 800100 w 891540"/>
                    <a:gd name="connsiteY152" fmla="*/ 485775 h 1377315"/>
                    <a:gd name="connsiteX153" fmla="*/ 821055 w 891540"/>
                    <a:gd name="connsiteY153" fmla="*/ 485775 h 1377315"/>
                    <a:gd name="connsiteX154" fmla="*/ 824865 w 891540"/>
                    <a:gd name="connsiteY154" fmla="*/ 430530 h 1377315"/>
                    <a:gd name="connsiteX155" fmla="*/ 838200 w 891540"/>
                    <a:gd name="connsiteY155" fmla="*/ 422910 h 1377315"/>
                    <a:gd name="connsiteX156" fmla="*/ 864870 w 891540"/>
                    <a:gd name="connsiteY156" fmla="*/ 411480 h 1377315"/>
                    <a:gd name="connsiteX157" fmla="*/ 891540 w 891540"/>
                    <a:gd name="connsiteY157" fmla="*/ 377190 h 1377315"/>
                    <a:gd name="connsiteX0" fmla="*/ 891540 w 891540"/>
                    <a:gd name="connsiteY0" fmla="*/ 377190 h 1377315"/>
                    <a:gd name="connsiteX1" fmla="*/ 887730 w 891540"/>
                    <a:gd name="connsiteY1" fmla="*/ 356235 h 1377315"/>
                    <a:gd name="connsiteX2" fmla="*/ 851535 w 891540"/>
                    <a:gd name="connsiteY2" fmla="*/ 304800 h 1377315"/>
                    <a:gd name="connsiteX3" fmla="*/ 834390 w 891540"/>
                    <a:gd name="connsiteY3" fmla="*/ 283845 h 1377315"/>
                    <a:gd name="connsiteX4" fmla="*/ 790575 w 891540"/>
                    <a:gd name="connsiteY4" fmla="*/ 287655 h 1377315"/>
                    <a:gd name="connsiteX5" fmla="*/ 775335 w 891540"/>
                    <a:gd name="connsiteY5" fmla="*/ 270510 h 1377315"/>
                    <a:gd name="connsiteX6" fmla="*/ 765810 w 891540"/>
                    <a:gd name="connsiteY6" fmla="*/ 247650 h 1377315"/>
                    <a:gd name="connsiteX7" fmla="*/ 760095 w 891540"/>
                    <a:gd name="connsiteY7" fmla="*/ 217170 h 1377315"/>
                    <a:gd name="connsiteX8" fmla="*/ 744855 w 891540"/>
                    <a:gd name="connsiteY8" fmla="*/ 188595 h 1377315"/>
                    <a:gd name="connsiteX9" fmla="*/ 720090 w 891540"/>
                    <a:gd name="connsiteY9" fmla="*/ 167640 h 1377315"/>
                    <a:gd name="connsiteX10" fmla="*/ 681990 w 891540"/>
                    <a:gd name="connsiteY10" fmla="*/ 150495 h 1377315"/>
                    <a:gd name="connsiteX11" fmla="*/ 651510 w 891540"/>
                    <a:gd name="connsiteY11" fmla="*/ 150495 h 1377315"/>
                    <a:gd name="connsiteX12" fmla="*/ 628650 w 891540"/>
                    <a:gd name="connsiteY12" fmla="*/ 112395 h 1377315"/>
                    <a:gd name="connsiteX13" fmla="*/ 601980 w 891540"/>
                    <a:gd name="connsiteY13" fmla="*/ 80010 h 1377315"/>
                    <a:gd name="connsiteX14" fmla="*/ 554355 w 891540"/>
                    <a:gd name="connsiteY14" fmla="*/ 53340 h 1377315"/>
                    <a:gd name="connsiteX15" fmla="*/ 493395 w 891540"/>
                    <a:gd name="connsiteY15" fmla="*/ 11430 h 1377315"/>
                    <a:gd name="connsiteX16" fmla="*/ 461010 w 891540"/>
                    <a:gd name="connsiteY16" fmla="*/ 0 h 1377315"/>
                    <a:gd name="connsiteX17" fmla="*/ 434340 w 891540"/>
                    <a:gd name="connsiteY17" fmla="*/ 0 h 1377315"/>
                    <a:gd name="connsiteX18" fmla="*/ 413385 w 891540"/>
                    <a:gd name="connsiteY18" fmla="*/ 13335 h 1377315"/>
                    <a:gd name="connsiteX19" fmla="*/ 417195 w 891540"/>
                    <a:gd name="connsiteY19" fmla="*/ 45720 h 1377315"/>
                    <a:gd name="connsiteX20" fmla="*/ 405765 w 891540"/>
                    <a:gd name="connsiteY20" fmla="*/ 66675 h 1377315"/>
                    <a:gd name="connsiteX21" fmla="*/ 396240 w 891540"/>
                    <a:gd name="connsiteY21" fmla="*/ 85725 h 1377315"/>
                    <a:gd name="connsiteX22" fmla="*/ 373380 w 891540"/>
                    <a:gd name="connsiteY22" fmla="*/ 80010 h 1377315"/>
                    <a:gd name="connsiteX23" fmla="*/ 340995 w 891540"/>
                    <a:gd name="connsiteY23" fmla="*/ 80010 h 1377315"/>
                    <a:gd name="connsiteX24" fmla="*/ 321945 w 891540"/>
                    <a:gd name="connsiteY24" fmla="*/ 93345 h 1377315"/>
                    <a:gd name="connsiteX25" fmla="*/ 318135 w 891540"/>
                    <a:gd name="connsiteY25" fmla="*/ 133350 h 1377315"/>
                    <a:gd name="connsiteX26" fmla="*/ 310515 w 891540"/>
                    <a:gd name="connsiteY26" fmla="*/ 167640 h 1377315"/>
                    <a:gd name="connsiteX27" fmla="*/ 280035 w 891540"/>
                    <a:gd name="connsiteY27" fmla="*/ 211455 h 1377315"/>
                    <a:gd name="connsiteX28" fmla="*/ 264795 w 891540"/>
                    <a:gd name="connsiteY28" fmla="*/ 245745 h 1377315"/>
                    <a:gd name="connsiteX29" fmla="*/ 243840 w 891540"/>
                    <a:gd name="connsiteY29" fmla="*/ 283845 h 1377315"/>
                    <a:gd name="connsiteX30" fmla="*/ 228600 w 891540"/>
                    <a:gd name="connsiteY30" fmla="*/ 297180 h 1377315"/>
                    <a:gd name="connsiteX31" fmla="*/ 209550 w 891540"/>
                    <a:gd name="connsiteY31" fmla="*/ 297180 h 1377315"/>
                    <a:gd name="connsiteX32" fmla="*/ 194310 w 891540"/>
                    <a:gd name="connsiteY32" fmla="*/ 291465 h 1377315"/>
                    <a:gd name="connsiteX33" fmla="*/ 167640 w 891540"/>
                    <a:gd name="connsiteY33" fmla="*/ 276225 h 1377315"/>
                    <a:gd name="connsiteX34" fmla="*/ 140970 w 891540"/>
                    <a:gd name="connsiteY34" fmla="*/ 280035 h 1377315"/>
                    <a:gd name="connsiteX35" fmla="*/ 116205 w 891540"/>
                    <a:gd name="connsiteY35" fmla="*/ 287655 h 1377315"/>
                    <a:gd name="connsiteX36" fmla="*/ 106680 w 891540"/>
                    <a:gd name="connsiteY36" fmla="*/ 329565 h 1377315"/>
                    <a:gd name="connsiteX37" fmla="*/ 83820 w 891540"/>
                    <a:gd name="connsiteY37" fmla="*/ 340995 h 1377315"/>
                    <a:gd name="connsiteX38" fmla="*/ 51435 w 891540"/>
                    <a:gd name="connsiteY38" fmla="*/ 356235 h 1377315"/>
                    <a:gd name="connsiteX39" fmla="*/ 19050 w 891540"/>
                    <a:gd name="connsiteY39" fmla="*/ 375285 h 1377315"/>
                    <a:gd name="connsiteX40" fmla="*/ 0 w 891540"/>
                    <a:gd name="connsiteY40" fmla="*/ 401955 h 1377315"/>
                    <a:gd name="connsiteX41" fmla="*/ 9525 w 891540"/>
                    <a:gd name="connsiteY41" fmla="*/ 434340 h 1377315"/>
                    <a:gd name="connsiteX42" fmla="*/ 45720 w 891540"/>
                    <a:gd name="connsiteY42" fmla="*/ 466725 h 1377315"/>
                    <a:gd name="connsiteX43" fmla="*/ 62865 w 891540"/>
                    <a:gd name="connsiteY43" fmla="*/ 487680 h 1377315"/>
                    <a:gd name="connsiteX44" fmla="*/ 80010 w 891540"/>
                    <a:gd name="connsiteY44" fmla="*/ 487680 h 1377315"/>
                    <a:gd name="connsiteX45" fmla="*/ 93345 w 891540"/>
                    <a:gd name="connsiteY45" fmla="*/ 441960 h 1377315"/>
                    <a:gd name="connsiteX46" fmla="*/ 102870 w 891540"/>
                    <a:gd name="connsiteY46" fmla="*/ 411480 h 1377315"/>
                    <a:gd name="connsiteX47" fmla="*/ 148590 w 891540"/>
                    <a:gd name="connsiteY47" fmla="*/ 369570 h 1377315"/>
                    <a:gd name="connsiteX48" fmla="*/ 167640 w 891540"/>
                    <a:gd name="connsiteY48" fmla="*/ 388620 h 1377315"/>
                    <a:gd name="connsiteX49" fmla="*/ 161925 w 891540"/>
                    <a:gd name="connsiteY49" fmla="*/ 438150 h 1377315"/>
                    <a:gd name="connsiteX50" fmla="*/ 173355 w 891540"/>
                    <a:gd name="connsiteY50" fmla="*/ 449580 h 1377315"/>
                    <a:gd name="connsiteX51" fmla="*/ 194310 w 891540"/>
                    <a:gd name="connsiteY51" fmla="*/ 449580 h 1377315"/>
                    <a:gd name="connsiteX52" fmla="*/ 219075 w 891540"/>
                    <a:gd name="connsiteY52" fmla="*/ 474345 h 1377315"/>
                    <a:gd name="connsiteX53" fmla="*/ 232410 w 891540"/>
                    <a:gd name="connsiteY53" fmla="*/ 487680 h 1377315"/>
                    <a:gd name="connsiteX54" fmla="*/ 253365 w 891540"/>
                    <a:gd name="connsiteY54" fmla="*/ 483870 h 1377315"/>
                    <a:gd name="connsiteX55" fmla="*/ 278130 w 891540"/>
                    <a:gd name="connsiteY55" fmla="*/ 443865 h 1377315"/>
                    <a:gd name="connsiteX56" fmla="*/ 278130 w 891540"/>
                    <a:gd name="connsiteY56" fmla="*/ 428625 h 1377315"/>
                    <a:gd name="connsiteX57" fmla="*/ 302895 w 891540"/>
                    <a:gd name="connsiteY57" fmla="*/ 419100 h 1377315"/>
                    <a:gd name="connsiteX58" fmla="*/ 342900 w 891540"/>
                    <a:gd name="connsiteY58" fmla="*/ 440055 h 1377315"/>
                    <a:gd name="connsiteX59" fmla="*/ 360045 w 891540"/>
                    <a:gd name="connsiteY59" fmla="*/ 480060 h 1377315"/>
                    <a:gd name="connsiteX60" fmla="*/ 367665 w 891540"/>
                    <a:gd name="connsiteY60" fmla="*/ 508635 h 1377315"/>
                    <a:gd name="connsiteX61" fmla="*/ 401955 w 891540"/>
                    <a:gd name="connsiteY61" fmla="*/ 506730 h 1377315"/>
                    <a:gd name="connsiteX62" fmla="*/ 438150 w 891540"/>
                    <a:gd name="connsiteY62" fmla="*/ 510540 h 1377315"/>
                    <a:gd name="connsiteX63" fmla="*/ 466725 w 891540"/>
                    <a:gd name="connsiteY63" fmla="*/ 499110 h 1377315"/>
                    <a:gd name="connsiteX64" fmla="*/ 481965 w 891540"/>
                    <a:gd name="connsiteY64" fmla="*/ 508635 h 1377315"/>
                    <a:gd name="connsiteX65" fmla="*/ 481965 w 891540"/>
                    <a:gd name="connsiteY65" fmla="*/ 533400 h 1377315"/>
                    <a:gd name="connsiteX66" fmla="*/ 447675 w 891540"/>
                    <a:gd name="connsiteY66" fmla="*/ 577215 h 1377315"/>
                    <a:gd name="connsiteX67" fmla="*/ 405765 w 891540"/>
                    <a:gd name="connsiteY67" fmla="*/ 596265 h 1377315"/>
                    <a:gd name="connsiteX68" fmla="*/ 375285 w 891540"/>
                    <a:gd name="connsiteY68" fmla="*/ 603885 h 1377315"/>
                    <a:gd name="connsiteX69" fmla="*/ 342900 w 891540"/>
                    <a:gd name="connsiteY69" fmla="*/ 605790 h 1377315"/>
                    <a:gd name="connsiteX70" fmla="*/ 314325 w 891540"/>
                    <a:gd name="connsiteY70" fmla="*/ 668655 h 1377315"/>
                    <a:gd name="connsiteX71" fmla="*/ 295275 w 891540"/>
                    <a:gd name="connsiteY71" fmla="*/ 674370 h 1377315"/>
                    <a:gd name="connsiteX72" fmla="*/ 262890 w 891540"/>
                    <a:gd name="connsiteY72" fmla="*/ 683895 h 1377315"/>
                    <a:gd name="connsiteX73" fmla="*/ 211455 w 891540"/>
                    <a:gd name="connsiteY73" fmla="*/ 685800 h 1377315"/>
                    <a:gd name="connsiteX74" fmla="*/ 190500 w 891540"/>
                    <a:gd name="connsiteY74" fmla="*/ 693420 h 1377315"/>
                    <a:gd name="connsiteX75" fmla="*/ 144780 w 891540"/>
                    <a:gd name="connsiteY75" fmla="*/ 706755 h 1377315"/>
                    <a:gd name="connsiteX76" fmla="*/ 118110 w 891540"/>
                    <a:gd name="connsiteY76" fmla="*/ 706755 h 1377315"/>
                    <a:gd name="connsiteX77" fmla="*/ 104775 w 891540"/>
                    <a:gd name="connsiteY77" fmla="*/ 735330 h 1377315"/>
                    <a:gd name="connsiteX78" fmla="*/ 102870 w 891540"/>
                    <a:gd name="connsiteY78" fmla="*/ 781050 h 1377315"/>
                    <a:gd name="connsiteX79" fmla="*/ 89535 w 891540"/>
                    <a:gd name="connsiteY79" fmla="*/ 817245 h 1377315"/>
                    <a:gd name="connsiteX80" fmla="*/ 74295 w 891540"/>
                    <a:gd name="connsiteY80" fmla="*/ 822960 h 1377315"/>
                    <a:gd name="connsiteX81" fmla="*/ 60960 w 891540"/>
                    <a:gd name="connsiteY81" fmla="*/ 836295 h 1377315"/>
                    <a:gd name="connsiteX82" fmla="*/ 49530 w 891540"/>
                    <a:gd name="connsiteY82" fmla="*/ 862965 h 1377315"/>
                    <a:gd name="connsiteX83" fmla="*/ 68580 w 891540"/>
                    <a:gd name="connsiteY83" fmla="*/ 902970 h 1377315"/>
                    <a:gd name="connsiteX84" fmla="*/ 110490 w 891540"/>
                    <a:gd name="connsiteY84" fmla="*/ 922020 h 1377315"/>
                    <a:gd name="connsiteX85" fmla="*/ 133350 w 891540"/>
                    <a:gd name="connsiteY85" fmla="*/ 956310 h 1377315"/>
                    <a:gd name="connsiteX86" fmla="*/ 139065 w 891540"/>
                    <a:gd name="connsiteY86" fmla="*/ 1005840 h 1377315"/>
                    <a:gd name="connsiteX87" fmla="*/ 133350 w 891540"/>
                    <a:gd name="connsiteY87" fmla="*/ 1042035 h 1377315"/>
                    <a:gd name="connsiteX88" fmla="*/ 121920 w 891540"/>
                    <a:gd name="connsiteY88" fmla="*/ 1064895 h 1377315"/>
                    <a:gd name="connsiteX89" fmla="*/ 121920 w 891540"/>
                    <a:gd name="connsiteY89" fmla="*/ 1095375 h 1377315"/>
                    <a:gd name="connsiteX90" fmla="*/ 148590 w 891540"/>
                    <a:gd name="connsiteY90" fmla="*/ 1110615 h 1377315"/>
                    <a:gd name="connsiteX91" fmla="*/ 150495 w 891540"/>
                    <a:gd name="connsiteY91" fmla="*/ 1158240 h 1377315"/>
                    <a:gd name="connsiteX92" fmla="*/ 171450 w 891540"/>
                    <a:gd name="connsiteY92" fmla="*/ 1173480 h 1377315"/>
                    <a:gd name="connsiteX93" fmla="*/ 230505 w 891540"/>
                    <a:gd name="connsiteY93" fmla="*/ 1173480 h 1377315"/>
                    <a:gd name="connsiteX94" fmla="*/ 243840 w 891540"/>
                    <a:gd name="connsiteY94" fmla="*/ 1183005 h 1377315"/>
                    <a:gd name="connsiteX95" fmla="*/ 266700 w 891540"/>
                    <a:gd name="connsiteY95" fmla="*/ 1169670 h 1377315"/>
                    <a:gd name="connsiteX96" fmla="*/ 259080 w 891540"/>
                    <a:gd name="connsiteY96" fmla="*/ 1141095 h 1377315"/>
                    <a:gd name="connsiteX97" fmla="*/ 260985 w 891540"/>
                    <a:gd name="connsiteY97" fmla="*/ 1108710 h 1377315"/>
                    <a:gd name="connsiteX98" fmla="*/ 289560 w 891540"/>
                    <a:gd name="connsiteY98" fmla="*/ 1102995 h 1377315"/>
                    <a:gd name="connsiteX99" fmla="*/ 329565 w 891540"/>
                    <a:gd name="connsiteY99" fmla="*/ 1112520 h 1377315"/>
                    <a:gd name="connsiteX100" fmla="*/ 340995 w 891540"/>
                    <a:gd name="connsiteY100" fmla="*/ 1144905 h 1377315"/>
                    <a:gd name="connsiteX101" fmla="*/ 340995 w 891540"/>
                    <a:gd name="connsiteY101" fmla="*/ 1184910 h 1377315"/>
                    <a:gd name="connsiteX102" fmla="*/ 371475 w 891540"/>
                    <a:gd name="connsiteY102" fmla="*/ 1190625 h 1377315"/>
                    <a:gd name="connsiteX103" fmla="*/ 407670 w 891540"/>
                    <a:gd name="connsiteY103" fmla="*/ 1194435 h 1377315"/>
                    <a:gd name="connsiteX104" fmla="*/ 457200 w 891540"/>
                    <a:gd name="connsiteY104" fmla="*/ 1223010 h 1377315"/>
                    <a:gd name="connsiteX105" fmla="*/ 502920 w 891540"/>
                    <a:gd name="connsiteY105" fmla="*/ 1257300 h 1377315"/>
                    <a:gd name="connsiteX106" fmla="*/ 531495 w 891540"/>
                    <a:gd name="connsiteY106" fmla="*/ 1301115 h 1377315"/>
                    <a:gd name="connsiteX107" fmla="*/ 546735 w 891540"/>
                    <a:gd name="connsiteY107" fmla="*/ 1343025 h 1377315"/>
                    <a:gd name="connsiteX108" fmla="*/ 582930 w 891540"/>
                    <a:gd name="connsiteY108" fmla="*/ 1367790 h 1377315"/>
                    <a:gd name="connsiteX109" fmla="*/ 613410 w 891540"/>
                    <a:gd name="connsiteY109" fmla="*/ 1377315 h 1377315"/>
                    <a:gd name="connsiteX110" fmla="*/ 645795 w 891540"/>
                    <a:gd name="connsiteY110" fmla="*/ 1352550 h 1377315"/>
                    <a:gd name="connsiteX111" fmla="*/ 661035 w 891540"/>
                    <a:gd name="connsiteY111" fmla="*/ 1322070 h 1377315"/>
                    <a:gd name="connsiteX112" fmla="*/ 661035 w 891540"/>
                    <a:gd name="connsiteY112" fmla="*/ 1299210 h 1377315"/>
                    <a:gd name="connsiteX113" fmla="*/ 680085 w 891540"/>
                    <a:gd name="connsiteY113" fmla="*/ 1287780 h 1377315"/>
                    <a:gd name="connsiteX114" fmla="*/ 697230 w 891540"/>
                    <a:gd name="connsiteY114" fmla="*/ 1289685 h 1377315"/>
                    <a:gd name="connsiteX115" fmla="*/ 702945 w 891540"/>
                    <a:gd name="connsiteY115" fmla="*/ 1261110 h 1377315"/>
                    <a:gd name="connsiteX116" fmla="*/ 683895 w 891540"/>
                    <a:gd name="connsiteY116" fmla="*/ 1219200 h 1377315"/>
                    <a:gd name="connsiteX117" fmla="*/ 643890 w 891540"/>
                    <a:gd name="connsiteY117" fmla="*/ 1150620 h 1377315"/>
                    <a:gd name="connsiteX118" fmla="*/ 645795 w 891540"/>
                    <a:gd name="connsiteY118" fmla="*/ 1112520 h 1377315"/>
                    <a:gd name="connsiteX119" fmla="*/ 634365 w 891540"/>
                    <a:gd name="connsiteY119" fmla="*/ 1085850 h 1377315"/>
                    <a:gd name="connsiteX120" fmla="*/ 611505 w 891540"/>
                    <a:gd name="connsiteY120" fmla="*/ 1043940 h 1377315"/>
                    <a:gd name="connsiteX121" fmla="*/ 611505 w 891540"/>
                    <a:gd name="connsiteY121" fmla="*/ 1011555 h 1377315"/>
                    <a:gd name="connsiteX122" fmla="*/ 636270 w 891540"/>
                    <a:gd name="connsiteY122" fmla="*/ 965835 h 1377315"/>
                    <a:gd name="connsiteX123" fmla="*/ 636270 w 891540"/>
                    <a:gd name="connsiteY123" fmla="*/ 958215 h 1377315"/>
                    <a:gd name="connsiteX124" fmla="*/ 611505 w 891540"/>
                    <a:gd name="connsiteY124" fmla="*/ 916305 h 1377315"/>
                    <a:gd name="connsiteX125" fmla="*/ 601980 w 891540"/>
                    <a:gd name="connsiteY125" fmla="*/ 889635 h 1377315"/>
                    <a:gd name="connsiteX126" fmla="*/ 603885 w 891540"/>
                    <a:gd name="connsiteY126" fmla="*/ 862965 h 1377315"/>
                    <a:gd name="connsiteX127" fmla="*/ 632460 w 891540"/>
                    <a:gd name="connsiteY127" fmla="*/ 847725 h 1377315"/>
                    <a:gd name="connsiteX128" fmla="*/ 670560 w 891540"/>
                    <a:gd name="connsiteY128" fmla="*/ 807720 h 1377315"/>
                    <a:gd name="connsiteX129" fmla="*/ 695325 w 891540"/>
                    <a:gd name="connsiteY129" fmla="*/ 784860 h 1377315"/>
                    <a:gd name="connsiteX130" fmla="*/ 731520 w 891540"/>
                    <a:gd name="connsiteY130" fmla="*/ 779145 h 1377315"/>
                    <a:gd name="connsiteX131" fmla="*/ 765810 w 891540"/>
                    <a:gd name="connsiteY131" fmla="*/ 771525 h 1377315"/>
                    <a:gd name="connsiteX132" fmla="*/ 781050 w 891540"/>
                    <a:gd name="connsiteY132" fmla="*/ 750570 h 1377315"/>
                    <a:gd name="connsiteX133" fmla="*/ 784860 w 891540"/>
                    <a:gd name="connsiteY133" fmla="*/ 725805 h 1377315"/>
                    <a:gd name="connsiteX134" fmla="*/ 771525 w 891540"/>
                    <a:gd name="connsiteY134" fmla="*/ 702945 h 1377315"/>
                    <a:gd name="connsiteX135" fmla="*/ 739140 w 891540"/>
                    <a:gd name="connsiteY135" fmla="*/ 697230 h 1377315"/>
                    <a:gd name="connsiteX136" fmla="*/ 718185 w 891540"/>
                    <a:gd name="connsiteY136" fmla="*/ 670560 h 1377315"/>
                    <a:gd name="connsiteX137" fmla="*/ 721995 w 891540"/>
                    <a:gd name="connsiteY137" fmla="*/ 615315 h 1377315"/>
                    <a:gd name="connsiteX138" fmla="*/ 735330 w 891540"/>
                    <a:gd name="connsiteY138" fmla="*/ 594360 h 1377315"/>
                    <a:gd name="connsiteX139" fmla="*/ 710565 w 891540"/>
                    <a:gd name="connsiteY139" fmla="*/ 577215 h 1377315"/>
                    <a:gd name="connsiteX140" fmla="*/ 678180 w 891540"/>
                    <a:gd name="connsiteY140" fmla="*/ 560070 h 1377315"/>
                    <a:gd name="connsiteX141" fmla="*/ 653415 w 891540"/>
                    <a:gd name="connsiteY141" fmla="*/ 552450 h 1377315"/>
                    <a:gd name="connsiteX142" fmla="*/ 622935 w 891540"/>
                    <a:gd name="connsiteY142" fmla="*/ 548640 h 1377315"/>
                    <a:gd name="connsiteX143" fmla="*/ 611505 w 891540"/>
                    <a:gd name="connsiteY143" fmla="*/ 542925 h 1377315"/>
                    <a:gd name="connsiteX144" fmla="*/ 596265 w 891540"/>
                    <a:gd name="connsiteY144" fmla="*/ 512445 h 1377315"/>
                    <a:gd name="connsiteX145" fmla="*/ 592455 w 891540"/>
                    <a:gd name="connsiteY145" fmla="*/ 487680 h 1377315"/>
                    <a:gd name="connsiteX146" fmla="*/ 607695 w 891540"/>
                    <a:gd name="connsiteY146" fmla="*/ 441960 h 1377315"/>
                    <a:gd name="connsiteX147" fmla="*/ 630555 w 891540"/>
                    <a:gd name="connsiteY147" fmla="*/ 428625 h 1377315"/>
                    <a:gd name="connsiteX148" fmla="*/ 668655 w 891540"/>
                    <a:gd name="connsiteY148" fmla="*/ 421005 h 1377315"/>
                    <a:gd name="connsiteX149" fmla="*/ 680085 w 891540"/>
                    <a:gd name="connsiteY149" fmla="*/ 438150 h 1377315"/>
                    <a:gd name="connsiteX150" fmla="*/ 706755 w 891540"/>
                    <a:gd name="connsiteY150" fmla="*/ 457200 h 1377315"/>
                    <a:gd name="connsiteX151" fmla="*/ 765810 w 891540"/>
                    <a:gd name="connsiteY151" fmla="*/ 470535 h 1377315"/>
                    <a:gd name="connsiteX152" fmla="*/ 800100 w 891540"/>
                    <a:gd name="connsiteY152" fmla="*/ 485775 h 1377315"/>
                    <a:gd name="connsiteX153" fmla="*/ 821055 w 891540"/>
                    <a:gd name="connsiteY153" fmla="*/ 485775 h 1377315"/>
                    <a:gd name="connsiteX154" fmla="*/ 824865 w 891540"/>
                    <a:gd name="connsiteY154" fmla="*/ 430530 h 1377315"/>
                    <a:gd name="connsiteX155" fmla="*/ 849630 w 891540"/>
                    <a:gd name="connsiteY155" fmla="*/ 428625 h 1377315"/>
                    <a:gd name="connsiteX156" fmla="*/ 864870 w 891540"/>
                    <a:gd name="connsiteY156" fmla="*/ 411480 h 1377315"/>
                    <a:gd name="connsiteX157" fmla="*/ 891540 w 891540"/>
                    <a:gd name="connsiteY157" fmla="*/ 377190 h 1377315"/>
                    <a:gd name="connsiteX0" fmla="*/ 891540 w 891540"/>
                    <a:gd name="connsiteY0" fmla="*/ 377190 h 1377315"/>
                    <a:gd name="connsiteX1" fmla="*/ 887730 w 891540"/>
                    <a:gd name="connsiteY1" fmla="*/ 356235 h 1377315"/>
                    <a:gd name="connsiteX2" fmla="*/ 851535 w 891540"/>
                    <a:gd name="connsiteY2" fmla="*/ 304800 h 1377315"/>
                    <a:gd name="connsiteX3" fmla="*/ 834390 w 891540"/>
                    <a:gd name="connsiteY3" fmla="*/ 283845 h 1377315"/>
                    <a:gd name="connsiteX4" fmla="*/ 790575 w 891540"/>
                    <a:gd name="connsiteY4" fmla="*/ 287655 h 1377315"/>
                    <a:gd name="connsiteX5" fmla="*/ 775335 w 891540"/>
                    <a:gd name="connsiteY5" fmla="*/ 270510 h 1377315"/>
                    <a:gd name="connsiteX6" fmla="*/ 765810 w 891540"/>
                    <a:gd name="connsiteY6" fmla="*/ 247650 h 1377315"/>
                    <a:gd name="connsiteX7" fmla="*/ 760095 w 891540"/>
                    <a:gd name="connsiteY7" fmla="*/ 217170 h 1377315"/>
                    <a:gd name="connsiteX8" fmla="*/ 744855 w 891540"/>
                    <a:gd name="connsiteY8" fmla="*/ 188595 h 1377315"/>
                    <a:gd name="connsiteX9" fmla="*/ 720090 w 891540"/>
                    <a:gd name="connsiteY9" fmla="*/ 167640 h 1377315"/>
                    <a:gd name="connsiteX10" fmla="*/ 681990 w 891540"/>
                    <a:gd name="connsiteY10" fmla="*/ 150495 h 1377315"/>
                    <a:gd name="connsiteX11" fmla="*/ 651510 w 891540"/>
                    <a:gd name="connsiteY11" fmla="*/ 150495 h 1377315"/>
                    <a:gd name="connsiteX12" fmla="*/ 628650 w 891540"/>
                    <a:gd name="connsiteY12" fmla="*/ 112395 h 1377315"/>
                    <a:gd name="connsiteX13" fmla="*/ 601980 w 891540"/>
                    <a:gd name="connsiteY13" fmla="*/ 80010 h 1377315"/>
                    <a:gd name="connsiteX14" fmla="*/ 554355 w 891540"/>
                    <a:gd name="connsiteY14" fmla="*/ 53340 h 1377315"/>
                    <a:gd name="connsiteX15" fmla="*/ 493395 w 891540"/>
                    <a:gd name="connsiteY15" fmla="*/ 11430 h 1377315"/>
                    <a:gd name="connsiteX16" fmla="*/ 461010 w 891540"/>
                    <a:gd name="connsiteY16" fmla="*/ 0 h 1377315"/>
                    <a:gd name="connsiteX17" fmla="*/ 434340 w 891540"/>
                    <a:gd name="connsiteY17" fmla="*/ 0 h 1377315"/>
                    <a:gd name="connsiteX18" fmla="*/ 413385 w 891540"/>
                    <a:gd name="connsiteY18" fmla="*/ 13335 h 1377315"/>
                    <a:gd name="connsiteX19" fmla="*/ 417195 w 891540"/>
                    <a:gd name="connsiteY19" fmla="*/ 45720 h 1377315"/>
                    <a:gd name="connsiteX20" fmla="*/ 405765 w 891540"/>
                    <a:gd name="connsiteY20" fmla="*/ 66675 h 1377315"/>
                    <a:gd name="connsiteX21" fmla="*/ 396240 w 891540"/>
                    <a:gd name="connsiteY21" fmla="*/ 85725 h 1377315"/>
                    <a:gd name="connsiteX22" fmla="*/ 373380 w 891540"/>
                    <a:gd name="connsiteY22" fmla="*/ 80010 h 1377315"/>
                    <a:gd name="connsiteX23" fmla="*/ 340995 w 891540"/>
                    <a:gd name="connsiteY23" fmla="*/ 80010 h 1377315"/>
                    <a:gd name="connsiteX24" fmla="*/ 321945 w 891540"/>
                    <a:gd name="connsiteY24" fmla="*/ 93345 h 1377315"/>
                    <a:gd name="connsiteX25" fmla="*/ 318135 w 891540"/>
                    <a:gd name="connsiteY25" fmla="*/ 133350 h 1377315"/>
                    <a:gd name="connsiteX26" fmla="*/ 310515 w 891540"/>
                    <a:gd name="connsiteY26" fmla="*/ 167640 h 1377315"/>
                    <a:gd name="connsiteX27" fmla="*/ 280035 w 891540"/>
                    <a:gd name="connsiteY27" fmla="*/ 211455 h 1377315"/>
                    <a:gd name="connsiteX28" fmla="*/ 264795 w 891540"/>
                    <a:gd name="connsiteY28" fmla="*/ 245745 h 1377315"/>
                    <a:gd name="connsiteX29" fmla="*/ 243840 w 891540"/>
                    <a:gd name="connsiteY29" fmla="*/ 283845 h 1377315"/>
                    <a:gd name="connsiteX30" fmla="*/ 228600 w 891540"/>
                    <a:gd name="connsiteY30" fmla="*/ 297180 h 1377315"/>
                    <a:gd name="connsiteX31" fmla="*/ 209550 w 891540"/>
                    <a:gd name="connsiteY31" fmla="*/ 297180 h 1377315"/>
                    <a:gd name="connsiteX32" fmla="*/ 194310 w 891540"/>
                    <a:gd name="connsiteY32" fmla="*/ 291465 h 1377315"/>
                    <a:gd name="connsiteX33" fmla="*/ 167640 w 891540"/>
                    <a:gd name="connsiteY33" fmla="*/ 276225 h 1377315"/>
                    <a:gd name="connsiteX34" fmla="*/ 140970 w 891540"/>
                    <a:gd name="connsiteY34" fmla="*/ 280035 h 1377315"/>
                    <a:gd name="connsiteX35" fmla="*/ 116205 w 891540"/>
                    <a:gd name="connsiteY35" fmla="*/ 287655 h 1377315"/>
                    <a:gd name="connsiteX36" fmla="*/ 106680 w 891540"/>
                    <a:gd name="connsiteY36" fmla="*/ 329565 h 1377315"/>
                    <a:gd name="connsiteX37" fmla="*/ 83820 w 891540"/>
                    <a:gd name="connsiteY37" fmla="*/ 340995 h 1377315"/>
                    <a:gd name="connsiteX38" fmla="*/ 51435 w 891540"/>
                    <a:gd name="connsiteY38" fmla="*/ 356235 h 1377315"/>
                    <a:gd name="connsiteX39" fmla="*/ 19050 w 891540"/>
                    <a:gd name="connsiteY39" fmla="*/ 375285 h 1377315"/>
                    <a:gd name="connsiteX40" fmla="*/ 0 w 891540"/>
                    <a:gd name="connsiteY40" fmla="*/ 401955 h 1377315"/>
                    <a:gd name="connsiteX41" fmla="*/ 9525 w 891540"/>
                    <a:gd name="connsiteY41" fmla="*/ 434340 h 1377315"/>
                    <a:gd name="connsiteX42" fmla="*/ 45720 w 891540"/>
                    <a:gd name="connsiteY42" fmla="*/ 466725 h 1377315"/>
                    <a:gd name="connsiteX43" fmla="*/ 62865 w 891540"/>
                    <a:gd name="connsiteY43" fmla="*/ 487680 h 1377315"/>
                    <a:gd name="connsiteX44" fmla="*/ 80010 w 891540"/>
                    <a:gd name="connsiteY44" fmla="*/ 487680 h 1377315"/>
                    <a:gd name="connsiteX45" fmla="*/ 93345 w 891540"/>
                    <a:gd name="connsiteY45" fmla="*/ 441960 h 1377315"/>
                    <a:gd name="connsiteX46" fmla="*/ 102870 w 891540"/>
                    <a:gd name="connsiteY46" fmla="*/ 411480 h 1377315"/>
                    <a:gd name="connsiteX47" fmla="*/ 148590 w 891540"/>
                    <a:gd name="connsiteY47" fmla="*/ 369570 h 1377315"/>
                    <a:gd name="connsiteX48" fmla="*/ 167640 w 891540"/>
                    <a:gd name="connsiteY48" fmla="*/ 388620 h 1377315"/>
                    <a:gd name="connsiteX49" fmla="*/ 161925 w 891540"/>
                    <a:gd name="connsiteY49" fmla="*/ 438150 h 1377315"/>
                    <a:gd name="connsiteX50" fmla="*/ 173355 w 891540"/>
                    <a:gd name="connsiteY50" fmla="*/ 449580 h 1377315"/>
                    <a:gd name="connsiteX51" fmla="*/ 194310 w 891540"/>
                    <a:gd name="connsiteY51" fmla="*/ 449580 h 1377315"/>
                    <a:gd name="connsiteX52" fmla="*/ 219075 w 891540"/>
                    <a:gd name="connsiteY52" fmla="*/ 474345 h 1377315"/>
                    <a:gd name="connsiteX53" fmla="*/ 232410 w 891540"/>
                    <a:gd name="connsiteY53" fmla="*/ 487680 h 1377315"/>
                    <a:gd name="connsiteX54" fmla="*/ 253365 w 891540"/>
                    <a:gd name="connsiteY54" fmla="*/ 483870 h 1377315"/>
                    <a:gd name="connsiteX55" fmla="*/ 278130 w 891540"/>
                    <a:gd name="connsiteY55" fmla="*/ 443865 h 1377315"/>
                    <a:gd name="connsiteX56" fmla="*/ 278130 w 891540"/>
                    <a:gd name="connsiteY56" fmla="*/ 428625 h 1377315"/>
                    <a:gd name="connsiteX57" fmla="*/ 302895 w 891540"/>
                    <a:gd name="connsiteY57" fmla="*/ 419100 h 1377315"/>
                    <a:gd name="connsiteX58" fmla="*/ 342900 w 891540"/>
                    <a:gd name="connsiteY58" fmla="*/ 440055 h 1377315"/>
                    <a:gd name="connsiteX59" fmla="*/ 360045 w 891540"/>
                    <a:gd name="connsiteY59" fmla="*/ 480060 h 1377315"/>
                    <a:gd name="connsiteX60" fmla="*/ 367665 w 891540"/>
                    <a:gd name="connsiteY60" fmla="*/ 508635 h 1377315"/>
                    <a:gd name="connsiteX61" fmla="*/ 401955 w 891540"/>
                    <a:gd name="connsiteY61" fmla="*/ 506730 h 1377315"/>
                    <a:gd name="connsiteX62" fmla="*/ 438150 w 891540"/>
                    <a:gd name="connsiteY62" fmla="*/ 510540 h 1377315"/>
                    <a:gd name="connsiteX63" fmla="*/ 466725 w 891540"/>
                    <a:gd name="connsiteY63" fmla="*/ 499110 h 1377315"/>
                    <a:gd name="connsiteX64" fmla="*/ 481965 w 891540"/>
                    <a:gd name="connsiteY64" fmla="*/ 508635 h 1377315"/>
                    <a:gd name="connsiteX65" fmla="*/ 481965 w 891540"/>
                    <a:gd name="connsiteY65" fmla="*/ 533400 h 1377315"/>
                    <a:gd name="connsiteX66" fmla="*/ 447675 w 891540"/>
                    <a:gd name="connsiteY66" fmla="*/ 577215 h 1377315"/>
                    <a:gd name="connsiteX67" fmla="*/ 405765 w 891540"/>
                    <a:gd name="connsiteY67" fmla="*/ 596265 h 1377315"/>
                    <a:gd name="connsiteX68" fmla="*/ 375285 w 891540"/>
                    <a:gd name="connsiteY68" fmla="*/ 603885 h 1377315"/>
                    <a:gd name="connsiteX69" fmla="*/ 342900 w 891540"/>
                    <a:gd name="connsiteY69" fmla="*/ 605790 h 1377315"/>
                    <a:gd name="connsiteX70" fmla="*/ 314325 w 891540"/>
                    <a:gd name="connsiteY70" fmla="*/ 668655 h 1377315"/>
                    <a:gd name="connsiteX71" fmla="*/ 295275 w 891540"/>
                    <a:gd name="connsiteY71" fmla="*/ 674370 h 1377315"/>
                    <a:gd name="connsiteX72" fmla="*/ 262890 w 891540"/>
                    <a:gd name="connsiteY72" fmla="*/ 683895 h 1377315"/>
                    <a:gd name="connsiteX73" fmla="*/ 211455 w 891540"/>
                    <a:gd name="connsiteY73" fmla="*/ 685800 h 1377315"/>
                    <a:gd name="connsiteX74" fmla="*/ 190500 w 891540"/>
                    <a:gd name="connsiteY74" fmla="*/ 693420 h 1377315"/>
                    <a:gd name="connsiteX75" fmla="*/ 144780 w 891540"/>
                    <a:gd name="connsiteY75" fmla="*/ 706755 h 1377315"/>
                    <a:gd name="connsiteX76" fmla="*/ 118110 w 891540"/>
                    <a:gd name="connsiteY76" fmla="*/ 706755 h 1377315"/>
                    <a:gd name="connsiteX77" fmla="*/ 104775 w 891540"/>
                    <a:gd name="connsiteY77" fmla="*/ 735330 h 1377315"/>
                    <a:gd name="connsiteX78" fmla="*/ 102870 w 891540"/>
                    <a:gd name="connsiteY78" fmla="*/ 781050 h 1377315"/>
                    <a:gd name="connsiteX79" fmla="*/ 89535 w 891540"/>
                    <a:gd name="connsiteY79" fmla="*/ 817245 h 1377315"/>
                    <a:gd name="connsiteX80" fmla="*/ 74295 w 891540"/>
                    <a:gd name="connsiteY80" fmla="*/ 822960 h 1377315"/>
                    <a:gd name="connsiteX81" fmla="*/ 60960 w 891540"/>
                    <a:gd name="connsiteY81" fmla="*/ 836295 h 1377315"/>
                    <a:gd name="connsiteX82" fmla="*/ 49530 w 891540"/>
                    <a:gd name="connsiteY82" fmla="*/ 862965 h 1377315"/>
                    <a:gd name="connsiteX83" fmla="*/ 68580 w 891540"/>
                    <a:gd name="connsiteY83" fmla="*/ 902970 h 1377315"/>
                    <a:gd name="connsiteX84" fmla="*/ 110490 w 891540"/>
                    <a:gd name="connsiteY84" fmla="*/ 922020 h 1377315"/>
                    <a:gd name="connsiteX85" fmla="*/ 133350 w 891540"/>
                    <a:gd name="connsiteY85" fmla="*/ 956310 h 1377315"/>
                    <a:gd name="connsiteX86" fmla="*/ 139065 w 891540"/>
                    <a:gd name="connsiteY86" fmla="*/ 1005840 h 1377315"/>
                    <a:gd name="connsiteX87" fmla="*/ 133350 w 891540"/>
                    <a:gd name="connsiteY87" fmla="*/ 1042035 h 1377315"/>
                    <a:gd name="connsiteX88" fmla="*/ 121920 w 891540"/>
                    <a:gd name="connsiteY88" fmla="*/ 1064895 h 1377315"/>
                    <a:gd name="connsiteX89" fmla="*/ 121920 w 891540"/>
                    <a:gd name="connsiteY89" fmla="*/ 1095375 h 1377315"/>
                    <a:gd name="connsiteX90" fmla="*/ 148590 w 891540"/>
                    <a:gd name="connsiteY90" fmla="*/ 1110615 h 1377315"/>
                    <a:gd name="connsiteX91" fmla="*/ 150495 w 891540"/>
                    <a:gd name="connsiteY91" fmla="*/ 1158240 h 1377315"/>
                    <a:gd name="connsiteX92" fmla="*/ 171450 w 891540"/>
                    <a:gd name="connsiteY92" fmla="*/ 1173480 h 1377315"/>
                    <a:gd name="connsiteX93" fmla="*/ 230505 w 891540"/>
                    <a:gd name="connsiteY93" fmla="*/ 1173480 h 1377315"/>
                    <a:gd name="connsiteX94" fmla="*/ 243840 w 891540"/>
                    <a:gd name="connsiteY94" fmla="*/ 1183005 h 1377315"/>
                    <a:gd name="connsiteX95" fmla="*/ 266700 w 891540"/>
                    <a:gd name="connsiteY95" fmla="*/ 1169670 h 1377315"/>
                    <a:gd name="connsiteX96" fmla="*/ 259080 w 891540"/>
                    <a:gd name="connsiteY96" fmla="*/ 1141095 h 1377315"/>
                    <a:gd name="connsiteX97" fmla="*/ 260985 w 891540"/>
                    <a:gd name="connsiteY97" fmla="*/ 1108710 h 1377315"/>
                    <a:gd name="connsiteX98" fmla="*/ 289560 w 891540"/>
                    <a:gd name="connsiteY98" fmla="*/ 1102995 h 1377315"/>
                    <a:gd name="connsiteX99" fmla="*/ 329565 w 891540"/>
                    <a:gd name="connsiteY99" fmla="*/ 1112520 h 1377315"/>
                    <a:gd name="connsiteX100" fmla="*/ 340995 w 891540"/>
                    <a:gd name="connsiteY100" fmla="*/ 1144905 h 1377315"/>
                    <a:gd name="connsiteX101" fmla="*/ 340995 w 891540"/>
                    <a:gd name="connsiteY101" fmla="*/ 1184910 h 1377315"/>
                    <a:gd name="connsiteX102" fmla="*/ 371475 w 891540"/>
                    <a:gd name="connsiteY102" fmla="*/ 1190625 h 1377315"/>
                    <a:gd name="connsiteX103" fmla="*/ 407670 w 891540"/>
                    <a:gd name="connsiteY103" fmla="*/ 1194435 h 1377315"/>
                    <a:gd name="connsiteX104" fmla="*/ 457200 w 891540"/>
                    <a:gd name="connsiteY104" fmla="*/ 1223010 h 1377315"/>
                    <a:gd name="connsiteX105" fmla="*/ 502920 w 891540"/>
                    <a:gd name="connsiteY105" fmla="*/ 1257300 h 1377315"/>
                    <a:gd name="connsiteX106" fmla="*/ 531495 w 891540"/>
                    <a:gd name="connsiteY106" fmla="*/ 1301115 h 1377315"/>
                    <a:gd name="connsiteX107" fmla="*/ 546735 w 891540"/>
                    <a:gd name="connsiteY107" fmla="*/ 1343025 h 1377315"/>
                    <a:gd name="connsiteX108" fmla="*/ 582930 w 891540"/>
                    <a:gd name="connsiteY108" fmla="*/ 1367790 h 1377315"/>
                    <a:gd name="connsiteX109" fmla="*/ 613410 w 891540"/>
                    <a:gd name="connsiteY109" fmla="*/ 1377315 h 1377315"/>
                    <a:gd name="connsiteX110" fmla="*/ 645795 w 891540"/>
                    <a:gd name="connsiteY110" fmla="*/ 1352550 h 1377315"/>
                    <a:gd name="connsiteX111" fmla="*/ 661035 w 891540"/>
                    <a:gd name="connsiteY111" fmla="*/ 1322070 h 1377315"/>
                    <a:gd name="connsiteX112" fmla="*/ 661035 w 891540"/>
                    <a:gd name="connsiteY112" fmla="*/ 1299210 h 1377315"/>
                    <a:gd name="connsiteX113" fmla="*/ 680085 w 891540"/>
                    <a:gd name="connsiteY113" fmla="*/ 1287780 h 1377315"/>
                    <a:gd name="connsiteX114" fmla="*/ 697230 w 891540"/>
                    <a:gd name="connsiteY114" fmla="*/ 1289685 h 1377315"/>
                    <a:gd name="connsiteX115" fmla="*/ 702945 w 891540"/>
                    <a:gd name="connsiteY115" fmla="*/ 1261110 h 1377315"/>
                    <a:gd name="connsiteX116" fmla="*/ 683895 w 891540"/>
                    <a:gd name="connsiteY116" fmla="*/ 1219200 h 1377315"/>
                    <a:gd name="connsiteX117" fmla="*/ 643890 w 891540"/>
                    <a:gd name="connsiteY117" fmla="*/ 1150620 h 1377315"/>
                    <a:gd name="connsiteX118" fmla="*/ 645795 w 891540"/>
                    <a:gd name="connsiteY118" fmla="*/ 1112520 h 1377315"/>
                    <a:gd name="connsiteX119" fmla="*/ 634365 w 891540"/>
                    <a:gd name="connsiteY119" fmla="*/ 1085850 h 1377315"/>
                    <a:gd name="connsiteX120" fmla="*/ 611505 w 891540"/>
                    <a:gd name="connsiteY120" fmla="*/ 1043940 h 1377315"/>
                    <a:gd name="connsiteX121" fmla="*/ 611505 w 891540"/>
                    <a:gd name="connsiteY121" fmla="*/ 1011555 h 1377315"/>
                    <a:gd name="connsiteX122" fmla="*/ 636270 w 891540"/>
                    <a:gd name="connsiteY122" fmla="*/ 965835 h 1377315"/>
                    <a:gd name="connsiteX123" fmla="*/ 636270 w 891540"/>
                    <a:gd name="connsiteY123" fmla="*/ 958215 h 1377315"/>
                    <a:gd name="connsiteX124" fmla="*/ 611505 w 891540"/>
                    <a:gd name="connsiteY124" fmla="*/ 916305 h 1377315"/>
                    <a:gd name="connsiteX125" fmla="*/ 601980 w 891540"/>
                    <a:gd name="connsiteY125" fmla="*/ 889635 h 1377315"/>
                    <a:gd name="connsiteX126" fmla="*/ 603885 w 891540"/>
                    <a:gd name="connsiteY126" fmla="*/ 862965 h 1377315"/>
                    <a:gd name="connsiteX127" fmla="*/ 632460 w 891540"/>
                    <a:gd name="connsiteY127" fmla="*/ 847725 h 1377315"/>
                    <a:gd name="connsiteX128" fmla="*/ 670560 w 891540"/>
                    <a:gd name="connsiteY128" fmla="*/ 807720 h 1377315"/>
                    <a:gd name="connsiteX129" fmla="*/ 695325 w 891540"/>
                    <a:gd name="connsiteY129" fmla="*/ 784860 h 1377315"/>
                    <a:gd name="connsiteX130" fmla="*/ 731520 w 891540"/>
                    <a:gd name="connsiteY130" fmla="*/ 779145 h 1377315"/>
                    <a:gd name="connsiteX131" fmla="*/ 765810 w 891540"/>
                    <a:gd name="connsiteY131" fmla="*/ 771525 h 1377315"/>
                    <a:gd name="connsiteX132" fmla="*/ 781050 w 891540"/>
                    <a:gd name="connsiteY132" fmla="*/ 750570 h 1377315"/>
                    <a:gd name="connsiteX133" fmla="*/ 784860 w 891540"/>
                    <a:gd name="connsiteY133" fmla="*/ 725805 h 1377315"/>
                    <a:gd name="connsiteX134" fmla="*/ 771525 w 891540"/>
                    <a:gd name="connsiteY134" fmla="*/ 702945 h 1377315"/>
                    <a:gd name="connsiteX135" fmla="*/ 739140 w 891540"/>
                    <a:gd name="connsiteY135" fmla="*/ 697230 h 1377315"/>
                    <a:gd name="connsiteX136" fmla="*/ 718185 w 891540"/>
                    <a:gd name="connsiteY136" fmla="*/ 670560 h 1377315"/>
                    <a:gd name="connsiteX137" fmla="*/ 721995 w 891540"/>
                    <a:gd name="connsiteY137" fmla="*/ 615315 h 1377315"/>
                    <a:gd name="connsiteX138" fmla="*/ 735330 w 891540"/>
                    <a:gd name="connsiteY138" fmla="*/ 594360 h 1377315"/>
                    <a:gd name="connsiteX139" fmla="*/ 710565 w 891540"/>
                    <a:gd name="connsiteY139" fmla="*/ 577215 h 1377315"/>
                    <a:gd name="connsiteX140" fmla="*/ 678180 w 891540"/>
                    <a:gd name="connsiteY140" fmla="*/ 560070 h 1377315"/>
                    <a:gd name="connsiteX141" fmla="*/ 653415 w 891540"/>
                    <a:gd name="connsiteY141" fmla="*/ 552450 h 1377315"/>
                    <a:gd name="connsiteX142" fmla="*/ 622935 w 891540"/>
                    <a:gd name="connsiteY142" fmla="*/ 548640 h 1377315"/>
                    <a:gd name="connsiteX143" fmla="*/ 611505 w 891540"/>
                    <a:gd name="connsiteY143" fmla="*/ 542925 h 1377315"/>
                    <a:gd name="connsiteX144" fmla="*/ 596265 w 891540"/>
                    <a:gd name="connsiteY144" fmla="*/ 512445 h 1377315"/>
                    <a:gd name="connsiteX145" fmla="*/ 592455 w 891540"/>
                    <a:gd name="connsiteY145" fmla="*/ 487680 h 1377315"/>
                    <a:gd name="connsiteX146" fmla="*/ 607695 w 891540"/>
                    <a:gd name="connsiteY146" fmla="*/ 441960 h 1377315"/>
                    <a:gd name="connsiteX147" fmla="*/ 630555 w 891540"/>
                    <a:gd name="connsiteY147" fmla="*/ 428625 h 1377315"/>
                    <a:gd name="connsiteX148" fmla="*/ 668655 w 891540"/>
                    <a:gd name="connsiteY148" fmla="*/ 421005 h 1377315"/>
                    <a:gd name="connsiteX149" fmla="*/ 680085 w 891540"/>
                    <a:gd name="connsiteY149" fmla="*/ 438150 h 1377315"/>
                    <a:gd name="connsiteX150" fmla="*/ 706755 w 891540"/>
                    <a:gd name="connsiteY150" fmla="*/ 457200 h 1377315"/>
                    <a:gd name="connsiteX151" fmla="*/ 765810 w 891540"/>
                    <a:gd name="connsiteY151" fmla="*/ 470535 h 1377315"/>
                    <a:gd name="connsiteX152" fmla="*/ 800100 w 891540"/>
                    <a:gd name="connsiteY152" fmla="*/ 485775 h 1377315"/>
                    <a:gd name="connsiteX153" fmla="*/ 821055 w 891540"/>
                    <a:gd name="connsiteY153" fmla="*/ 485775 h 1377315"/>
                    <a:gd name="connsiteX154" fmla="*/ 824865 w 891540"/>
                    <a:gd name="connsiteY154" fmla="*/ 430530 h 1377315"/>
                    <a:gd name="connsiteX155" fmla="*/ 849630 w 891540"/>
                    <a:gd name="connsiteY155" fmla="*/ 428625 h 1377315"/>
                    <a:gd name="connsiteX156" fmla="*/ 866775 w 891540"/>
                    <a:gd name="connsiteY156" fmla="*/ 400050 h 1377315"/>
                    <a:gd name="connsiteX157" fmla="*/ 891540 w 891540"/>
                    <a:gd name="connsiteY157" fmla="*/ 377190 h 1377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Lst>
                  <a:rect l="l" t="t" r="r" b="b"/>
                  <a:pathLst>
                    <a:path w="891540" h="1377315">
                      <a:moveTo>
                        <a:pt x="891540" y="377190"/>
                      </a:moveTo>
                      <a:lnTo>
                        <a:pt x="887730" y="356235"/>
                      </a:lnTo>
                      <a:lnTo>
                        <a:pt x="851535" y="304800"/>
                      </a:lnTo>
                      <a:lnTo>
                        <a:pt x="834390" y="283845"/>
                      </a:lnTo>
                      <a:lnTo>
                        <a:pt x="790575" y="287655"/>
                      </a:lnTo>
                      <a:lnTo>
                        <a:pt x="775335" y="270510"/>
                      </a:lnTo>
                      <a:lnTo>
                        <a:pt x="765810" y="247650"/>
                      </a:lnTo>
                      <a:lnTo>
                        <a:pt x="760095" y="217170"/>
                      </a:lnTo>
                      <a:lnTo>
                        <a:pt x="744855" y="188595"/>
                      </a:lnTo>
                      <a:lnTo>
                        <a:pt x="720090" y="167640"/>
                      </a:lnTo>
                      <a:lnTo>
                        <a:pt x="681990" y="150495"/>
                      </a:lnTo>
                      <a:lnTo>
                        <a:pt x="651510" y="150495"/>
                      </a:lnTo>
                      <a:lnTo>
                        <a:pt x="628650" y="112395"/>
                      </a:lnTo>
                      <a:lnTo>
                        <a:pt x="601980" y="80010"/>
                      </a:lnTo>
                      <a:lnTo>
                        <a:pt x="554355" y="53340"/>
                      </a:lnTo>
                      <a:lnTo>
                        <a:pt x="493395" y="11430"/>
                      </a:lnTo>
                      <a:lnTo>
                        <a:pt x="461010" y="0"/>
                      </a:lnTo>
                      <a:lnTo>
                        <a:pt x="434340" y="0"/>
                      </a:lnTo>
                      <a:lnTo>
                        <a:pt x="413385" y="13335"/>
                      </a:lnTo>
                      <a:lnTo>
                        <a:pt x="417195" y="45720"/>
                      </a:lnTo>
                      <a:lnTo>
                        <a:pt x="405765" y="66675"/>
                      </a:lnTo>
                      <a:lnTo>
                        <a:pt x="396240" y="85725"/>
                      </a:lnTo>
                      <a:lnTo>
                        <a:pt x="373380" y="80010"/>
                      </a:lnTo>
                      <a:lnTo>
                        <a:pt x="340995" y="80010"/>
                      </a:lnTo>
                      <a:lnTo>
                        <a:pt x="321945" y="93345"/>
                      </a:lnTo>
                      <a:lnTo>
                        <a:pt x="318135" y="133350"/>
                      </a:lnTo>
                      <a:lnTo>
                        <a:pt x="310515" y="167640"/>
                      </a:lnTo>
                      <a:lnTo>
                        <a:pt x="280035" y="211455"/>
                      </a:lnTo>
                      <a:lnTo>
                        <a:pt x="264795" y="245745"/>
                      </a:lnTo>
                      <a:lnTo>
                        <a:pt x="243840" y="283845"/>
                      </a:lnTo>
                      <a:lnTo>
                        <a:pt x="228600" y="297180"/>
                      </a:lnTo>
                      <a:lnTo>
                        <a:pt x="209550" y="297180"/>
                      </a:lnTo>
                      <a:lnTo>
                        <a:pt x="194310" y="291465"/>
                      </a:lnTo>
                      <a:lnTo>
                        <a:pt x="167640" y="276225"/>
                      </a:lnTo>
                      <a:lnTo>
                        <a:pt x="140970" y="280035"/>
                      </a:lnTo>
                      <a:lnTo>
                        <a:pt x="116205" y="287655"/>
                      </a:lnTo>
                      <a:lnTo>
                        <a:pt x="106680" y="329565"/>
                      </a:lnTo>
                      <a:lnTo>
                        <a:pt x="83820" y="340995"/>
                      </a:lnTo>
                      <a:lnTo>
                        <a:pt x="51435" y="356235"/>
                      </a:lnTo>
                      <a:lnTo>
                        <a:pt x="19050" y="375285"/>
                      </a:lnTo>
                      <a:lnTo>
                        <a:pt x="0" y="401955"/>
                      </a:lnTo>
                      <a:lnTo>
                        <a:pt x="9525" y="434340"/>
                      </a:lnTo>
                      <a:lnTo>
                        <a:pt x="45720" y="466725"/>
                      </a:lnTo>
                      <a:lnTo>
                        <a:pt x="62865" y="487680"/>
                      </a:lnTo>
                      <a:lnTo>
                        <a:pt x="80010" y="487680"/>
                      </a:lnTo>
                      <a:lnTo>
                        <a:pt x="93345" y="441960"/>
                      </a:lnTo>
                      <a:lnTo>
                        <a:pt x="102870" y="411480"/>
                      </a:lnTo>
                      <a:lnTo>
                        <a:pt x="148590" y="369570"/>
                      </a:lnTo>
                      <a:lnTo>
                        <a:pt x="167640" y="388620"/>
                      </a:lnTo>
                      <a:lnTo>
                        <a:pt x="161925" y="438150"/>
                      </a:lnTo>
                      <a:lnTo>
                        <a:pt x="173355" y="449580"/>
                      </a:lnTo>
                      <a:lnTo>
                        <a:pt x="194310" y="449580"/>
                      </a:lnTo>
                      <a:lnTo>
                        <a:pt x="219075" y="474345"/>
                      </a:lnTo>
                      <a:lnTo>
                        <a:pt x="232410" y="487680"/>
                      </a:lnTo>
                      <a:lnTo>
                        <a:pt x="253365" y="483870"/>
                      </a:lnTo>
                      <a:lnTo>
                        <a:pt x="278130" y="443865"/>
                      </a:lnTo>
                      <a:lnTo>
                        <a:pt x="278130" y="428625"/>
                      </a:lnTo>
                      <a:lnTo>
                        <a:pt x="302895" y="419100"/>
                      </a:lnTo>
                      <a:lnTo>
                        <a:pt x="342900" y="440055"/>
                      </a:lnTo>
                      <a:lnTo>
                        <a:pt x="360045" y="480060"/>
                      </a:lnTo>
                      <a:lnTo>
                        <a:pt x="367665" y="508635"/>
                      </a:lnTo>
                      <a:lnTo>
                        <a:pt x="401955" y="506730"/>
                      </a:lnTo>
                      <a:lnTo>
                        <a:pt x="438150" y="510540"/>
                      </a:lnTo>
                      <a:lnTo>
                        <a:pt x="466725" y="499110"/>
                      </a:lnTo>
                      <a:lnTo>
                        <a:pt x="481965" y="508635"/>
                      </a:lnTo>
                      <a:lnTo>
                        <a:pt x="481965" y="533400"/>
                      </a:lnTo>
                      <a:lnTo>
                        <a:pt x="447675" y="577215"/>
                      </a:lnTo>
                      <a:lnTo>
                        <a:pt x="405765" y="596265"/>
                      </a:lnTo>
                      <a:lnTo>
                        <a:pt x="375285" y="603885"/>
                      </a:lnTo>
                      <a:lnTo>
                        <a:pt x="342900" y="605790"/>
                      </a:lnTo>
                      <a:lnTo>
                        <a:pt x="314325" y="668655"/>
                      </a:lnTo>
                      <a:lnTo>
                        <a:pt x="295275" y="674370"/>
                      </a:lnTo>
                      <a:lnTo>
                        <a:pt x="262890" y="683895"/>
                      </a:lnTo>
                      <a:lnTo>
                        <a:pt x="211455" y="685800"/>
                      </a:lnTo>
                      <a:lnTo>
                        <a:pt x="190500" y="693420"/>
                      </a:lnTo>
                      <a:lnTo>
                        <a:pt x="144780" y="706755"/>
                      </a:lnTo>
                      <a:lnTo>
                        <a:pt x="118110" y="706755"/>
                      </a:lnTo>
                      <a:lnTo>
                        <a:pt x="104775" y="735330"/>
                      </a:lnTo>
                      <a:lnTo>
                        <a:pt x="102870" y="781050"/>
                      </a:lnTo>
                      <a:lnTo>
                        <a:pt x="89535" y="817245"/>
                      </a:lnTo>
                      <a:lnTo>
                        <a:pt x="74295" y="822960"/>
                      </a:lnTo>
                      <a:lnTo>
                        <a:pt x="60960" y="836295"/>
                      </a:lnTo>
                      <a:lnTo>
                        <a:pt x="49530" y="862965"/>
                      </a:lnTo>
                      <a:lnTo>
                        <a:pt x="68580" y="902970"/>
                      </a:lnTo>
                      <a:lnTo>
                        <a:pt x="110490" y="922020"/>
                      </a:lnTo>
                      <a:lnTo>
                        <a:pt x="133350" y="956310"/>
                      </a:lnTo>
                      <a:lnTo>
                        <a:pt x="139065" y="1005840"/>
                      </a:lnTo>
                      <a:lnTo>
                        <a:pt x="133350" y="1042035"/>
                      </a:lnTo>
                      <a:lnTo>
                        <a:pt x="121920" y="1064895"/>
                      </a:lnTo>
                      <a:lnTo>
                        <a:pt x="121920" y="1095375"/>
                      </a:lnTo>
                      <a:lnTo>
                        <a:pt x="148590" y="1110615"/>
                      </a:lnTo>
                      <a:lnTo>
                        <a:pt x="150495" y="1158240"/>
                      </a:lnTo>
                      <a:lnTo>
                        <a:pt x="171450" y="1173480"/>
                      </a:lnTo>
                      <a:lnTo>
                        <a:pt x="230505" y="1173480"/>
                      </a:lnTo>
                      <a:lnTo>
                        <a:pt x="243840" y="1183005"/>
                      </a:lnTo>
                      <a:lnTo>
                        <a:pt x="266700" y="1169670"/>
                      </a:lnTo>
                      <a:lnTo>
                        <a:pt x="259080" y="1141095"/>
                      </a:lnTo>
                      <a:lnTo>
                        <a:pt x="260985" y="1108710"/>
                      </a:lnTo>
                      <a:lnTo>
                        <a:pt x="289560" y="1102995"/>
                      </a:lnTo>
                      <a:lnTo>
                        <a:pt x="329565" y="1112520"/>
                      </a:lnTo>
                      <a:lnTo>
                        <a:pt x="340995" y="1144905"/>
                      </a:lnTo>
                      <a:lnTo>
                        <a:pt x="340995" y="1184910"/>
                      </a:lnTo>
                      <a:lnTo>
                        <a:pt x="371475" y="1190625"/>
                      </a:lnTo>
                      <a:lnTo>
                        <a:pt x="407670" y="1194435"/>
                      </a:lnTo>
                      <a:lnTo>
                        <a:pt x="457200" y="1223010"/>
                      </a:lnTo>
                      <a:lnTo>
                        <a:pt x="502920" y="1257300"/>
                      </a:lnTo>
                      <a:lnTo>
                        <a:pt x="531495" y="1301115"/>
                      </a:lnTo>
                      <a:lnTo>
                        <a:pt x="546735" y="1343025"/>
                      </a:lnTo>
                      <a:lnTo>
                        <a:pt x="582930" y="1367790"/>
                      </a:lnTo>
                      <a:lnTo>
                        <a:pt x="613410" y="1377315"/>
                      </a:lnTo>
                      <a:lnTo>
                        <a:pt x="645795" y="1352550"/>
                      </a:lnTo>
                      <a:lnTo>
                        <a:pt x="661035" y="1322070"/>
                      </a:lnTo>
                      <a:lnTo>
                        <a:pt x="661035" y="1299210"/>
                      </a:lnTo>
                      <a:lnTo>
                        <a:pt x="680085" y="1287780"/>
                      </a:lnTo>
                      <a:lnTo>
                        <a:pt x="697230" y="1289685"/>
                      </a:lnTo>
                      <a:lnTo>
                        <a:pt x="702945" y="1261110"/>
                      </a:lnTo>
                      <a:lnTo>
                        <a:pt x="683895" y="1219200"/>
                      </a:lnTo>
                      <a:lnTo>
                        <a:pt x="643890" y="1150620"/>
                      </a:lnTo>
                      <a:lnTo>
                        <a:pt x="645795" y="1112520"/>
                      </a:lnTo>
                      <a:lnTo>
                        <a:pt x="634365" y="1085850"/>
                      </a:lnTo>
                      <a:lnTo>
                        <a:pt x="611505" y="1043940"/>
                      </a:lnTo>
                      <a:lnTo>
                        <a:pt x="611505" y="1011555"/>
                      </a:lnTo>
                      <a:lnTo>
                        <a:pt x="636270" y="965835"/>
                      </a:lnTo>
                      <a:lnTo>
                        <a:pt x="636270" y="958215"/>
                      </a:lnTo>
                      <a:lnTo>
                        <a:pt x="611505" y="916305"/>
                      </a:lnTo>
                      <a:lnTo>
                        <a:pt x="601980" y="889635"/>
                      </a:lnTo>
                      <a:lnTo>
                        <a:pt x="603885" y="862965"/>
                      </a:lnTo>
                      <a:lnTo>
                        <a:pt x="632460" y="847725"/>
                      </a:lnTo>
                      <a:lnTo>
                        <a:pt x="670560" y="807720"/>
                      </a:lnTo>
                      <a:lnTo>
                        <a:pt x="695325" y="784860"/>
                      </a:lnTo>
                      <a:lnTo>
                        <a:pt x="731520" y="779145"/>
                      </a:lnTo>
                      <a:lnTo>
                        <a:pt x="765810" y="771525"/>
                      </a:lnTo>
                      <a:lnTo>
                        <a:pt x="781050" y="750570"/>
                      </a:lnTo>
                      <a:lnTo>
                        <a:pt x="784860" y="725805"/>
                      </a:lnTo>
                      <a:lnTo>
                        <a:pt x="771525" y="702945"/>
                      </a:lnTo>
                      <a:lnTo>
                        <a:pt x="739140" y="697230"/>
                      </a:lnTo>
                      <a:lnTo>
                        <a:pt x="718185" y="670560"/>
                      </a:lnTo>
                      <a:lnTo>
                        <a:pt x="721995" y="615315"/>
                      </a:lnTo>
                      <a:lnTo>
                        <a:pt x="735330" y="594360"/>
                      </a:lnTo>
                      <a:lnTo>
                        <a:pt x="710565" y="577215"/>
                      </a:lnTo>
                      <a:lnTo>
                        <a:pt x="678180" y="560070"/>
                      </a:lnTo>
                      <a:lnTo>
                        <a:pt x="653415" y="552450"/>
                      </a:lnTo>
                      <a:lnTo>
                        <a:pt x="622935" y="548640"/>
                      </a:lnTo>
                      <a:lnTo>
                        <a:pt x="611505" y="542925"/>
                      </a:lnTo>
                      <a:lnTo>
                        <a:pt x="596265" y="512445"/>
                      </a:lnTo>
                      <a:lnTo>
                        <a:pt x="592455" y="487680"/>
                      </a:lnTo>
                      <a:lnTo>
                        <a:pt x="607695" y="441960"/>
                      </a:lnTo>
                      <a:lnTo>
                        <a:pt x="630555" y="428625"/>
                      </a:lnTo>
                      <a:lnTo>
                        <a:pt x="668655" y="421005"/>
                      </a:lnTo>
                      <a:lnTo>
                        <a:pt x="680085" y="438150"/>
                      </a:lnTo>
                      <a:lnTo>
                        <a:pt x="706755" y="457200"/>
                      </a:lnTo>
                      <a:lnTo>
                        <a:pt x="765810" y="470535"/>
                      </a:lnTo>
                      <a:lnTo>
                        <a:pt x="800100" y="485775"/>
                      </a:lnTo>
                      <a:lnTo>
                        <a:pt x="821055" y="485775"/>
                      </a:lnTo>
                      <a:lnTo>
                        <a:pt x="824865" y="430530"/>
                      </a:lnTo>
                      <a:lnTo>
                        <a:pt x="849630" y="428625"/>
                      </a:lnTo>
                      <a:lnTo>
                        <a:pt x="866775" y="400050"/>
                      </a:lnTo>
                      <a:lnTo>
                        <a:pt x="891540" y="377190"/>
                      </a:lnTo>
                      <a:close/>
                    </a:path>
                  </a:pathLst>
                </a:cu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700">
                    <a:ln>
                      <a:solidFill>
                        <a:schemeClr val="accent1">
                          <a:alpha val="0"/>
                        </a:schemeClr>
                      </a:solidFill>
                    </a:ln>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73" name="부평구">
                  <a:extLst>
                    <a:ext uri="{FF2B5EF4-FFF2-40B4-BE49-F238E27FC236}">
                      <a16:creationId xmlns:a16="http://schemas.microsoft.com/office/drawing/2014/main" id="{97647AD5-22F9-06A3-E2FD-74DACB21522A}"/>
                    </a:ext>
                  </a:extLst>
                </p:cNvPr>
                <p:cNvSpPr/>
                <p:nvPr/>
              </p:nvSpPr>
              <p:spPr>
                <a:xfrm>
                  <a:off x="5777865" y="4943476"/>
                  <a:ext cx="560071" cy="512445"/>
                </a:xfrm>
                <a:custGeom>
                  <a:avLst/>
                  <a:gdLst>
                    <a:gd name="connsiteX0" fmla="*/ 502920 w 560070"/>
                    <a:gd name="connsiteY0" fmla="*/ 64770 h 512445"/>
                    <a:gd name="connsiteX1" fmla="*/ 462915 w 560070"/>
                    <a:gd name="connsiteY1" fmla="*/ 28575 h 512445"/>
                    <a:gd name="connsiteX2" fmla="*/ 445770 w 560070"/>
                    <a:gd name="connsiteY2" fmla="*/ 19050 h 512445"/>
                    <a:gd name="connsiteX3" fmla="*/ 422910 w 560070"/>
                    <a:gd name="connsiteY3" fmla="*/ 22860 h 512445"/>
                    <a:gd name="connsiteX4" fmla="*/ 405765 w 560070"/>
                    <a:gd name="connsiteY4" fmla="*/ 22860 h 512445"/>
                    <a:gd name="connsiteX5" fmla="*/ 379095 w 560070"/>
                    <a:gd name="connsiteY5" fmla="*/ 9525 h 512445"/>
                    <a:gd name="connsiteX6" fmla="*/ 354330 w 560070"/>
                    <a:gd name="connsiteY6" fmla="*/ 0 h 512445"/>
                    <a:gd name="connsiteX7" fmla="*/ 331470 w 560070"/>
                    <a:gd name="connsiteY7" fmla="*/ 0 h 512445"/>
                    <a:gd name="connsiteX8" fmla="*/ 300990 w 560070"/>
                    <a:gd name="connsiteY8" fmla="*/ 0 h 512445"/>
                    <a:gd name="connsiteX9" fmla="*/ 272415 w 560070"/>
                    <a:gd name="connsiteY9" fmla="*/ 1905 h 512445"/>
                    <a:gd name="connsiteX10" fmla="*/ 224790 w 560070"/>
                    <a:gd name="connsiteY10" fmla="*/ 20955 h 512445"/>
                    <a:gd name="connsiteX11" fmla="*/ 177165 w 560070"/>
                    <a:gd name="connsiteY11" fmla="*/ 38100 h 512445"/>
                    <a:gd name="connsiteX12" fmla="*/ 129540 w 560070"/>
                    <a:gd name="connsiteY12" fmla="*/ 43815 h 512445"/>
                    <a:gd name="connsiteX13" fmla="*/ 106680 w 560070"/>
                    <a:gd name="connsiteY13" fmla="*/ 32385 h 512445"/>
                    <a:gd name="connsiteX14" fmla="*/ 81915 w 560070"/>
                    <a:gd name="connsiteY14" fmla="*/ 26670 h 512445"/>
                    <a:gd name="connsiteX15" fmla="*/ 51435 w 560070"/>
                    <a:gd name="connsiteY15" fmla="*/ 24765 h 512445"/>
                    <a:gd name="connsiteX16" fmla="*/ 28575 w 560070"/>
                    <a:gd name="connsiteY16" fmla="*/ 30480 h 512445"/>
                    <a:gd name="connsiteX17" fmla="*/ 3810 w 560070"/>
                    <a:gd name="connsiteY17" fmla="*/ 55245 h 512445"/>
                    <a:gd name="connsiteX18" fmla="*/ 0 w 560070"/>
                    <a:gd name="connsiteY18" fmla="*/ 91440 h 512445"/>
                    <a:gd name="connsiteX19" fmla="*/ 13335 w 560070"/>
                    <a:gd name="connsiteY19" fmla="*/ 120015 h 512445"/>
                    <a:gd name="connsiteX20" fmla="*/ 32385 w 560070"/>
                    <a:gd name="connsiteY20" fmla="*/ 144780 h 512445"/>
                    <a:gd name="connsiteX21" fmla="*/ 34290 w 560070"/>
                    <a:gd name="connsiteY21" fmla="*/ 180975 h 512445"/>
                    <a:gd name="connsiteX22" fmla="*/ 34290 w 560070"/>
                    <a:gd name="connsiteY22" fmla="*/ 205740 h 512445"/>
                    <a:gd name="connsiteX23" fmla="*/ 68580 w 560070"/>
                    <a:gd name="connsiteY23" fmla="*/ 253365 h 512445"/>
                    <a:gd name="connsiteX24" fmla="*/ 80010 w 560070"/>
                    <a:gd name="connsiteY24" fmla="*/ 291465 h 512445"/>
                    <a:gd name="connsiteX25" fmla="*/ 99060 w 560070"/>
                    <a:gd name="connsiteY25" fmla="*/ 320040 h 512445"/>
                    <a:gd name="connsiteX26" fmla="*/ 68580 w 560070"/>
                    <a:gd name="connsiteY26" fmla="*/ 354330 h 512445"/>
                    <a:gd name="connsiteX27" fmla="*/ 45720 w 560070"/>
                    <a:gd name="connsiteY27" fmla="*/ 360045 h 512445"/>
                    <a:gd name="connsiteX28" fmla="*/ 40005 w 560070"/>
                    <a:gd name="connsiteY28" fmla="*/ 403860 h 512445"/>
                    <a:gd name="connsiteX29" fmla="*/ 3810 w 560070"/>
                    <a:gd name="connsiteY29" fmla="*/ 430530 h 512445"/>
                    <a:gd name="connsiteX30" fmla="*/ 5715 w 560070"/>
                    <a:gd name="connsiteY30" fmla="*/ 453390 h 512445"/>
                    <a:gd name="connsiteX31" fmla="*/ 53340 w 560070"/>
                    <a:gd name="connsiteY31" fmla="*/ 462915 h 512445"/>
                    <a:gd name="connsiteX32" fmla="*/ 97155 w 560070"/>
                    <a:gd name="connsiteY32" fmla="*/ 466725 h 512445"/>
                    <a:gd name="connsiteX33" fmla="*/ 133350 w 560070"/>
                    <a:gd name="connsiteY33" fmla="*/ 455295 h 512445"/>
                    <a:gd name="connsiteX34" fmla="*/ 148590 w 560070"/>
                    <a:gd name="connsiteY34" fmla="*/ 426720 h 512445"/>
                    <a:gd name="connsiteX35" fmla="*/ 144780 w 560070"/>
                    <a:gd name="connsiteY35" fmla="*/ 394335 h 512445"/>
                    <a:gd name="connsiteX36" fmla="*/ 173355 w 560070"/>
                    <a:gd name="connsiteY36" fmla="*/ 367665 h 512445"/>
                    <a:gd name="connsiteX37" fmla="*/ 186690 w 560070"/>
                    <a:gd name="connsiteY37" fmla="*/ 403860 h 512445"/>
                    <a:gd name="connsiteX38" fmla="*/ 219075 w 560070"/>
                    <a:gd name="connsiteY38" fmla="*/ 407670 h 512445"/>
                    <a:gd name="connsiteX39" fmla="*/ 232410 w 560070"/>
                    <a:gd name="connsiteY39" fmla="*/ 426720 h 512445"/>
                    <a:gd name="connsiteX40" fmla="*/ 243840 w 560070"/>
                    <a:gd name="connsiteY40" fmla="*/ 447675 h 512445"/>
                    <a:gd name="connsiteX41" fmla="*/ 281940 w 560070"/>
                    <a:gd name="connsiteY41" fmla="*/ 445770 h 512445"/>
                    <a:gd name="connsiteX42" fmla="*/ 312420 w 560070"/>
                    <a:gd name="connsiteY42" fmla="*/ 432435 h 512445"/>
                    <a:gd name="connsiteX43" fmla="*/ 344805 w 560070"/>
                    <a:gd name="connsiteY43" fmla="*/ 447675 h 512445"/>
                    <a:gd name="connsiteX44" fmla="*/ 369570 w 560070"/>
                    <a:gd name="connsiteY44" fmla="*/ 466725 h 512445"/>
                    <a:gd name="connsiteX45" fmla="*/ 394335 w 560070"/>
                    <a:gd name="connsiteY45" fmla="*/ 491490 h 512445"/>
                    <a:gd name="connsiteX46" fmla="*/ 411480 w 560070"/>
                    <a:gd name="connsiteY46" fmla="*/ 512445 h 512445"/>
                    <a:gd name="connsiteX47" fmla="*/ 440055 w 560070"/>
                    <a:gd name="connsiteY47" fmla="*/ 508635 h 512445"/>
                    <a:gd name="connsiteX48" fmla="*/ 459105 w 560070"/>
                    <a:gd name="connsiteY48" fmla="*/ 474345 h 512445"/>
                    <a:gd name="connsiteX49" fmla="*/ 485775 w 560070"/>
                    <a:gd name="connsiteY49" fmla="*/ 453390 h 512445"/>
                    <a:gd name="connsiteX50" fmla="*/ 518160 w 560070"/>
                    <a:gd name="connsiteY50" fmla="*/ 457200 h 512445"/>
                    <a:gd name="connsiteX51" fmla="*/ 539115 w 560070"/>
                    <a:gd name="connsiteY51" fmla="*/ 453390 h 512445"/>
                    <a:gd name="connsiteX52" fmla="*/ 560070 w 560070"/>
                    <a:gd name="connsiteY52" fmla="*/ 428625 h 512445"/>
                    <a:gd name="connsiteX53" fmla="*/ 541020 w 560070"/>
                    <a:gd name="connsiteY53" fmla="*/ 415290 h 512445"/>
                    <a:gd name="connsiteX54" fmla="*/ 502920 w 560070"/>
                    <a:gd name="connsiteY54" fmla="*/ 405765 h 512445"/>
                    <a:gd name="connsiteX55" fmla="*/ 451485 w 560070"/>
                    <a:gd name="connsiteY55" fmla="*/ 350520 h 512445"/>
                    <a:gd name="connsiteX56" fmla="*/ 424815 w 560070"/>
                    <a:gd name="connsiteY56" fmla="*/ 333375 h 512445"/>
                    <a:gd name="connsiteX57" fmla="*/ 375285 w 560070"/>
                    <a:gd name="connsiteY57" fmla="*/ 291465 h 512445"/>
                    <a:gd name="connsiteX58" fmla="*/ 350520 w 560070"/>
                    <a:gd name="connsiteY58" fmla="*/ 274320 h 512445"/>
                    <a:gd name="connsiteX59" fmla="*/ 352425 w 560070"/>
                    <a:gd name="connsiteY59" fmla="*/ 236220 h 512445"/>
                    <a:gd name="connsiteX60" fmla="*/ 363855 w 560070"/>
                    <a:gd name="connsiteY60" fmla="*/ 220980 h 512445"/>
                    <a:gd name="connsiteX61" fmla="*/ 390525 w 560070"/>
                    <a:gd name="connsiteY61" fmla="*/ 203835 h 512445"/>
                    <a:gd name="connsiteX62" fmla="*/ 390525 w 560070"/>
                    <a:gd name="connsiteY62" fmla="*/ 175260 h 512445"/>
                    <a:gd name="connsiteX63" fmla="*/ 369570 w 560070"/>
                    <a:gd name="connsiteY63" fmla="*/ 158115 h 512445"/>
                    <a:gd name="connsiteX64" fmla="*/ 373380 w 560070"/>
                    <a:gd name="connsiteY64" fmla="*/ 118110 h 512445"/>
                    <a:gd name="connsiteX65" fmla="*/ 403860 w 560070"/>
                    <a:gd name="connsiteY65" fmla="*/ 76200 h 512445"/>
                    <a:gd name="connsiteX66" fmla="*/ 430530 w 560070"/>
                    <a:gd name="connsiteY66" fmla="*/ 66675 h 512445"/>
                    <a:gd name="connsiteX67" fmla="*/ 502920 w 560070"/>
                    <a:gd name="connsiteY67" fmla="*/ 64770 h 512445"/>
                    <a:gd name="connsiteX0" fmla="*/ 502920 w 560070"/>
                    <a:gd name="connsiteY0" fmla="*/ 64770 h 512445"/>
                    <a:gd name="connsiteX1" fmla="*/ 462915 w 560070"/>
                    <a:gd name="connsiteY1" fmla="*/ 28575 h 512445"/>
                    <a:gd name="connsiteX2" fmla="*/ 445770 w 560070"/>
                    <a:gd name="connsiteY2" fmla="*/ 19050 h 512445"/>
                    <a:gd name="connsiteX3" fmla="*/ 422910 w 560070"/>
                    <a:gd name="connsiteY3" fmla="*/ 22860 h 512445"/>
                    <a:gd name="connsiteX4" fmla="*/ 405765 w 560070"/>
                    <a:gd name="connsiteY4" fmla="*/ 22860 h 512445"/>
                    <a:gd name="connsiteX5" fmla="*/ 379095 w 560070"/>
                    <a:gd name="connsiteY5" fmla="*/ 9525 h 512445"/>
                    <a:gd name="connsiteX6" fmla="*/ 354330 w 560070"/>
                    <a:gd name="connsiteY6" fmla="*/ 0 h 512445"/>
                    <a:gd name="connsiteX7" fmla="*/ 331470 w 560070"/>
                    <a:gd name="connsiteY7" fmla="*/ 0 h 512445"/>
                    <a:gd name="connsiteX8" fmla="*/ 300990 w 560070"/>
                    <a:gd name="connsiteY8" fmla="*/ 0 h 512445"/>
                    <a:gd name="connsiteX9" fmla="*/ 272415 w 560070"/>
                    <a:gd name="connsiteY9" fmla="*/ 1905 h 512445"/>
                    <a:gd name="connsiteX10" fmla="*/ 224790 w 560070"/>
                    <a:gd name="connsiteY10" fmla="*/ 20955 h 512445"/>
                    <a:gd name="connsiteX11" fmla="*/ 177165 w 560070"/>
                    <a:gd name="connsiteY11" fmla="*/ 38100 h 512445"/>
                    <a:gd name="connsiteX12" fmla="*/ 129540 w 560070"/>
                    <a:gd name="connsiteY12" fmla="*/ 43815 h 512445"/>
                    <a:gd name="connsiteX13" fmla="*/ 106680 w 560070"/>
                    <a:gd name="connsiteY13" fmla="*/ 32385 h 512445"/>
                    <a:gd name="connsiteX14" fmla="*/ 81915 w 560070"/>
                    <a:gd name="connsiteY14" fmla="*/ 26670 h 512445"/>
                    <a:gd name="connsiteX15" fmla="*/ 51435 w 560070"/>
                    <a:gd name="connsiteY15" fmla="*/ 24765 h 512445"/>
                    <a:gd name="connsiteX16" fmla="*/ 28575 w 560070"/>
                    <a:gd name="connsiteY16" fmla="*/ 30480 h 512445"/>
                    <a:gd name="connsiteX17" fmla="*/ 3810 w 560070"/>
                    <a:gd name="connsiteY17" fmla="*/ 55245 h 512445"/>
                    <a:gd name="connsiteX18" fmla="*/ 0 w 560070"/>
                    <a:gd name="connsiteY18" fmla="*/ 91440 h 512445"/>
                    <a:gd name="connsiteX19" fmla="*/ 13335 w 560070"/>
                    <a:gd name="connsiteY19" fmla="*/ 120015 h 512445"/>
                    <a:gd name="connsiteX20" fmla="*/ 32385 w 560070"/>
                    <a:gd name="connsiteY20" fmla="*/ 144780 h 512445"/>
                    <a:gd name="connsiteX21" fmla="*/ 34290 w 560070"/>
                    <a:gd name="connsiteY21" fmla="*/ 180975 h 512445"/>
                    <a:gd name="connsiteX22" fmla="*/ 34290 w 560070"/>
                    <a:gd name="connsiteY22" fmla="*/ 205740 h 512445"/>
                    <a:gd name="connsiteX23" fmla="*/ 68580 w 560070"/>
                    <a:gd name="connsiteY23" fmla="*/ 253365 h 512445"/>
                    <a:gd name="connsiteX24" fmla="*/ 80010 w 560070"/>
                    <a:gd name="connsiteY24" fmla="*/ 291465 h 512445"/>
                    <a:gd name="connsiteX25" fmla="*/ 99060 w 560070"/>
                    <a:gd name="connsiteY25" fmla="*/ 320040 h 512445"/>
                    <a:gd name="connsiteX26" fmla="*/ 68580 w 560070"/>
                    <a:gd name="connsiteY26" fmla="*/ 354330 h 512445"/>
                    <a:gd name="connsiteX27" fmla="*/ 45720 w 560070"/>
                    <a:gd name="connsiteY27" fmla="*/ 360045 h 512445"/>
                    <a:gd name="connsiteX28" fmla="*/ 40005 w 560070"/>
                    <a:gd name="connsiteY28" fmla="*/ 403860 h 512445"/>
                    <a:gd name="connsiteX29" fmla="*/ 3810 w 560070"/>
                    <a:gd name="connsiteY29" fmla="*/ 430530 h 512445"/>
                    <a:gd name="connsiteX30" fmla="*/ 5715 w 560070"/>
                    <a:gd name="connsiteY30" fmla="*/ 453390 h 512445"/>
                    <a:gd name="connsiteX31" fmla="*/ 53340 w 560070"/>
                    <a:gd name="connsiteY31" fmla="*/ 462915 h 512445"/>
                    <a:gd name="connsiteX32" fmla="*/ 97155 w 560070"/>
                    <a:gd name="connsiteY32" fmla="*/ 466725 h 512445"/>
                    <a:gd name="connsiteX33" fmla="*/ 133350 w 560070"/>
                    <a:gd name="connsiteY33" fmla="*/ 455295 h 512445"/>
                    <a:gd name="connsiteX34" fmla="*/ 148590 w 560070"/>
                    <a:gd name="connsiteY34" fmla="*/ 426720 h 512445"/>
                    <a:gd name="connsiteX35" fmla="*/ 144780 w 560070"/>
                    <a:gd name="connsiteY35" fmla="*/ 394335 h 512445"/>
                    <a:gd name="connsiteX36" fmla="*/ 173355 w 560070"/>
                    <a:gd name="connsiteY36" fmla="*/ 367665 h 512445"/>
                    <a:gd name="connsiteX37" fmla="*/ 186690 w 560070"/>
                    <a:gd name="connsiteY37" fmla="*/ 403860 h 512445"/>
                    <a:gd name="connsiteX38" fmla="*/ 219075 w 560070"/>
                    <a:gd name="connsiteY38" fmla="*/ 407670 h 512445"/>
                    <a:gd name="connsiteX39" fmla="*/ 232410 w 560070"/>
                    <a:gd name="connsiteY39" fmla="*/ 426720 h 512445"/>
                    <a:gd name="connsiteX40" fmla="*/ 243840 w 560070"/>
                    <a:gd name="connsiteY40" fmla="*/ 447675 h 512445"/>
                    <a:gd name="connsiteX41" fmla="*/ 281940 w 560070"/>
                    <a:gd name="connsiteY41" fmla="*/ 445770 h 512445"/>
                    <a:gd name="connsiteX42" fmla="*/ 312420 w 560070"/>
                    <a:gd name="connsiteY42" fmla="*/ 432435 h 512445"/>
                    <a:gd name="connsiteX43" fmla="*/ 344805 w 560070"/>
                    <a:gd name="connsiteY43" fmla="*/ 447675 h 512445"/>
                    <a:gd name="connsiteX44" fmla="*/ 369570 w 560070"/>
                    <a:gd name="connsiteY44" fmla="*/ 466725 h 512445"/>
                    <a:gd name="connsiteX45" fmla="*/ 394335 w 560070"/>
                    <a:gd name="connsiteY45" fmla="*/ 491490 h 512445"/>
                    <a:gd name="connsiteX46" fmla="*/ 411480 w 560070"/>
                    <a:gd name="connsiteY46" fmla="*/ 512445 h 512445"/>
                    <a:gd name="connsiteX47" fmla="*/ 440055 w 560070"/>
                    <a:gd name="connsiteY47" fmla="*/ 508635 h 512445"/>
                    <a:gd name="connsiteX48" fmla="*/ 459105 w 560070"/>
                    <a:gd name="connsiteY48" fmla="*/ 474345 h 512445"/>
                    <a:gd name="connsiteX49" fmla="*/ 485775 w 560070"/>
                    <a:gd name="connsiteY49" fmla="*/ 453390 h 512445"/>
                    <a:gd name="connsiteX50" fmla="*/ 518160 w 560070"/>
                    <a:gd name="connsiteY50" fmla="*/ 457200 h 512445"/>
                    <a:gd name="connsiteX51" fmla="*/ 539115 w 560070"/>
                    <a:gd name="connsiteY51" fmla="*/ 453390 h 512445"/>
                    <a:gd name="connsiteX52" fmla="*/ 560070 w 560070"/>
                    <a:gd name="connsiteY52" fmla="*/ 428625 h 512445"/>
                    <a:gd name="connsiteX53" fmla="*/ 541020 w 560070"/>
                    <a:gd name="connsiteY53" fmla="*/ 415290 h 512445"/>
                    <a:gd name="connsiteX54" fmla="*/ 502920 w 560070"/>
                    <a:gd name="connsiteY54" fmla="*/ 405765 h 512445"/>
                    <a:gd name="connsiteX55" fmla="*/ 451485 w 560070"/>
                    <a:gd name="connsiteY55" fmla="*/ 350520 h 512445"/>
                    <a:gd name="connsiteX56" fmla="*/ 424815 w 560070"/>
                    <a:gd name="connsiteY56" fmla="*/ 333375 h 512445"/>
                    <a:gd name="connsiteX57" fmla="*/ 375285 w 560070"/>
                    <a:gd name="connsiteY57" fmla="*/ 291465 h 512445"/>
                    <a:gd name="connsiteX58" fmla="*/ 350520 w 560070"/>
                    <a:gd name="connsiteY58" fmla="*/ 274320 h 512445"/>
                    <a:gd name="connsiteX59" fmla="*/ 352425 w 560070"/>
                    <a:gd name="connsiteY59" fmla="*/ 236220 h 512445"/>
                    <a:gd name="connsiteX60" fmla="*/ 363855 w 560070"/>
                    <a:gd name="connsiteY60" fmla="*/ 220980 h 512445"/>
                    <a:gd name="connsiteX61" fmla="*/ 390525 w 560070"/>
                    <a:gd name="connsiteY61" fmla="*/ 203835 h 512445"/>
                    <a:gd name="connsiteX62" fmla="*/ 390525 w 560070"/>
                    <a:gd name="connsiteY62" fmla="*/ 175260 h 512445"/>
                    <a:gd name="connsiteX63" fmla="*/ 369570 w 560070"/>
                    <a:gd name="connsiteY63" fmla="*/ 158115 h 512445"/>
                    <a:gd name="connsiteX64" fmla="*/ 373380 w 560070"/>
                    <a:gd name="connsiteY64" fmla="*/ 118110 h 512445"/>
                    <a:gd name="connsiteX65" fmla="*/ 403860 w 560070"/>
                    <a:gd name="connsiteY65" fmla="*/ 76200 h 512445"/>
                    <a:gd name="connsiteX66" fmla="*/ 430530 w 560070"/>
                    <a:gd name="connsiteY66" fmla="*/ 66675 h 512445"/>
                    <a:gd name="connsiteX67" fmla="*/ 480060 w 560070"/>
                    <a:gd name="connsiteY67" fmla="*/ 80010 h 512445"/>
                    <a:gd name="connsiteX68" fmla="*/ 502920 w 560070"/>
                    <a:gd name="connsiteY68" fmla="*/ 64770 h 512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560070" h="512445">
                      <a:moveTo>
                        <a:pt x="502920" y="64770"/>
                      </a:moveTo>
                      <a:lnTo>
                        <a:pt x="462915" y="28575"/>
                      </a:lnTo>
                      <a:lnTo>
                        <a:pt x="445770" y="19050"/>
                      </a:lnTo>
                      <a:lnTo>
                        <a:pt x="422910" y="22860"/>
                      </a:lnTo>
                      <a:lnTo>
                        <a:pt x="405765" y="22860"/>
                      </a:lnTo>
                      <a:lnTo>
                        <a:pt x="379095" y="9525"/>
                      </a:lnTo>
                      <a:lnTo>
                        <a:pt x="354330" y="0"/>
                      </a:lnTo>
                      <a:lnTo>
                        <a:pt x="331470" y="0"/>
                      </a:lnTo>
                      <a:lnTo>
                        <a:pt x="300990" y="0"/>
                      </a:lnTo>
                      <a:lnTo>
                        <a:pt x="272415" y="1905"/>
                      </a:lnTo>
                      <a:lnTo>
                        <a:pt x="224790" y="20955"/>
                      </a:lnTo>
                      <a:lnTo>
                        <a:pt x="177165" y="38100"/>
                      </a:lnTo>
                      <a:lnTo>
                        <a:pt x="129540" y="43815"/>
                      </a:lnTo>
                      <a:lnTo>
                        <a:pt x="106680" y="32385"/>
                      </a:lnTo>
                      <a:lnTo>
                        <a:pt x="81915" y="26670"/>
                      </a:lnTo>
                      <a:lnTo>
                        <a:pt x="51435" y="24765"/>
                      </a:lnTo>
                      <a:lnTo>
                        <a:pt x="28575" y="30480"/>
                      </a:lnTo>
                      <a:lnTo>
                        <a:pt x="3810" y="55245"/>
                      </a:lnTo>
                      <a:lnTo>
                        <a:pt x="0" y="91440"/>
                      </a:lnTo>
                      <a:lnTo>
                        <a:pt x="13335" y="120015"/>
                      </a:lnTo>
                      <a:lnTo>
                        <a:pt x="32385" y="144780"/>
                      </a:lnTo>
                      <a:lnTo>
                        <a:pt x="34290" y="180975"/>
                      </a:lnTo>
                      <a:lnTo>
                        <a:pt x="34290" y="205740"/>
                      </a:lnTo>
                      <a:lnTo>
                        <a:pt x="68580" y="253365"/>
                      </a:lnTo>
                      <a:lnTo>
                        <a:pt x="80010" y="291465"/>
                      </a:lnTo>
                      <a:lnTo>
                        <a:pt x="99060" y="320040"/>
                      </a:lnTo>
                      <a:lnTo>
                        <a:pt x="68580" y="354330"/>
                      </a:lnTo>
                      <a:lnTo>
                        <a:pt x="45720" y="360045"/>
                      </a:lnTo>
                      <a:lnTo>
                        <a:pt x="40005" y="403860"/>
                      </a:lnTo>
                      <a:lnTo>
                        <a:pt x="3810" y="430530"/>
                      </a:lnTo>
                      <a:lnTo>
                        <a:pt x="5715" y="453390"/>
                      </a:lnTo>
                      <a:lnTo>
                        <a:pt x="53340" y="462915"/>
                      </a:lnTo>
                      <a:lnTo>
                        <a:pt x="97155" y="466725"/>
                      </a:lnTo>
                      <a:lnTo>
                        <a:pt x="133350" y="455295"/>
                      </a:lnTo>
                      <a:lnTo>
                        <a:pt x="148590" y="426720"/>
                      </a:lnTo>
                      <a:lnTo>
                        <a:pt x="144780" y="394335"/>
                      </a:lnTo>
                      <a:lnTo>
                        <a:pt x="173355" y="367665"/>
                      </a:lnTo>
                      <a:lnTo>
                        <a:pt x="186690" y="403860"/>
                      </a:lnTo>
                      <a:lnTo>
                        <a:pt x="219075" y="407670"/>
                      </a:lnTo>
                      <a:lnTo>
                        <a:pt x="232410" y="426720"/>
                      </a:lnTo>
                      <a:lnTo>
                        <a:pt x="243840" y="447675"/>
                      </a:lnTo>
                      <a:lnTo>
                        <a:pt x="281940" y="445770"/>
                      </a:lnTo>
                      <a:lnTo>
                        <a:pt x="312420" y="432435"/>
                      </a:lnTo>
                      <a:lnTo>
                        <a:pt x="344805" y="447675"/>
                      </a:lnTo>
                      <a:lnTo>
                        <a:pt x="369570" y="466725"/>
                      </a:lnTo>
                      <a:lnTo>
                        <a:pt x="394335" y="491490"/>
                      </a:lnTo>
                      <a:lnTo>
                        <a:pt x="411480" y="512445"/>
                      </a:lnTo>
                      <a:lnTo>
                        <a:pt x="440055" y="508635"/>
                      </a:lnTo>
                      <a:lnTo>
                        <a:pt x="459105" y="474345"/>
                      </a:lnTo>
                      <a:lnTo>
                        <a:pt x="485775" y="453390"/>
                      </a:lnTo>
                      <a:lnTo>
                        <a:pt x="518160" y="457200"/>
                      </a:lnTo>
                      <a:lnTo>
                        <a:pt x="539115" y="453390"/>
                      </a:lnTo>
                      <a:lnTo>
                        <a:pt x="560070" y="428625"/>
                      </a:lnTo>
                      <a:lnTo>
                        <a:pt x="541020" y="415290"/>
                      </a:lnTo>
                      <a:lnTo>
                        <a:pt x="502920" y="405765"/>
                      </a:lnTo>
                      <a:lnTo>
                        <a:pt x="451485" y="350520"/>
                      </a:lnTo>
                      <a:lnTo>
                        <a:pt x="424815" y="333375"/>
                      </a:lnTo>
                      <a:lnTo>
                        <a:pt x="375285" y="291465"/>
                      </a:lnTo>
                      <a:lnTo>
                        <a:pt x="350520" y="274320"/>
                      </a:lnTo>
                      <a:lnTo>
                        <a:pt x="352425" y="236220"/>
                      </a:lnTo>
                      <a:lnTo>
                        <a:pt x="363855" y="220980"/>
                      </a:lnTo>
                      <a:lnTo>
                        <a:pt x="390525" y="203835"/>
                      </a:lnTo>
                      <a:lnTo>
                        <a:pt x="390525" y="175260"/>
                      </a:lnTo>
                      <a:lnTo>
                        <a:pt x="369570" y="158115"/>
                      </a:lnTo>
                      <a:lnTo>
                        <a:pt x="373380" y="118110"/>
                      </a:lnTo>
                      <a:lnTo>
                        <a:pt x="403860" y="76200"/>
                      </a:lnTo>
                      <a:lnTo>
                        <a:pt x="430530" y="66675"/>
                      </a:lnTo>
                      <a:cubicBezTo>
                        <a:pt x="445135" y="65405"/>
                        <a:pt x="465455" y="81280"/>
                        <a:pt x="480060" y="80010"/>
                      </a:cubicBezTo>
                      <a:lnTo>
                        <a:pt x="502920" y="64770"/>
                      </a:lnTo>
                      <a:close/>
                    </a:path>
                  </a:pathLst>
                </a:cu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700">
                    <a:ln>
                      <a:solidFill>
                        <a:schemeClr val="accent1">
                          <a:alpha val="0"/>
                        </a:schemeClr>
                      </a:solidFill>
                    </a:ln>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74" name="동구">
                  <a:extLst>
                    <a:ext uri="{FF2B5EF4-FFF2-40B4-BE49-F238E27FC236}">
                      <a16:creationId xmlns:a16="http://schemas.microsoft.com/office/drawing/2014/main" id="{715AAD28-1357-560D-C20F-057E05119914}"/>
                    </a:ext>
                  </a:extLst>
                </p:cNvPr>
                <p:cNvSpPr/>
                <p:nvPr/>
              </p:nvSpPr>
              <p:spPr>
                <a:xfrm>
                  <a:off x="5280660" y="5198745"/>
                  <a:ext cx="386716" cy="207644"/>
                </a:xfrm>
                <a:custGeom>
                  <a:avLst/>
                  <a:gdLst>
                    <a:gd name="connsiteX0" fmla="*/ 386715 w 386715"/>
                    <a:gd name="connsiteY0" fmla="*/ 114300 h 207645"/>
                    <a:gd name="connsiteX1" fmla="*/ 352425 w 386715"/>
                    <a:gd name="connsiteY1" fmla="*/ 49530 h 207645"/>
                    <a:gd name="connsiteX2" fmla="*/ 325755 w 386715"/>
                    <a:gd name="connsiteY2" fmla="*/ 36195 h 207645"/>
                    <a:gd name="connsiteX3" fmla="*/ 300990 w 386715"/>
                    <a:gd name="connsiteY3" fmla="*/ 26670 h 207645"/>
                    <a:gd name="connsiteX4" fmla="*/ 276225 w 386715"/>
                    <a:gd name="connsiteY4" fmla="*/ 13335 h 207645"/>
                    <a:gd name="connsiteX5" fmla="*/ 259080 w 386715"/>
                    <a:gd name="connsiteY5" fmla="*/ 7620 h 207645"/>
                    <a:gd name="connsiteX6" fmla="*/ 224790 w 386715"/>
                    <a:gd name="connsiteY6" fmla="*/ 0 h 207645"/>
                    <a:gd name="connsiteX7" fmla="*/ 200025 w 386715"/>
                    <a:gd name="connsiteY7" fmla="*/ 0 h 207645"/>
                    <a:gd name="connsiteX8" fmla="*/ 184785 w 386715"/>
                    <a:gd name="connsiteY8" fmla="*/ 17145 h 207645"/>
                    <a:gd name="connsiteX9" fmla="*/ 169545 w 386715"/>
                    <a:gd name="connsiteY9" fmla="*/ 22860 h 207645"/>
                    <a:gd name="connsiteX10" fmla="*/ 139065 w 386715"/>
                    <a:gd name="connsiteY10" fmla="*/ 24765 h 207645"/>
                    <a:gd name="connsiteX11" fmla="*/ 116205 w 386715"/>
                    <a:gd name="connsiteY11" fmla="*/ 30480 h 207645"/>
                    <a:gd name="connsiteX12" fmla="*/ 95250 w 386715"/>
                    <a:gd name="connsiteY12" fmla="*/ 38100 h 207645"/>
                    <a:gd name="connsiteX13" fmla="*/ 68580 w 386715"/>
                    <a:gd name="connsiteY13" fmla="*/ 32385 h 207645"/>
                    <a:gd name="connsiteX14" fmla="*/ 51435 w 386715"/>
                    <a:gd name="connsiteY14" fmla="*/ 26670 h 207645"/>
                    <a:gd name="connsiteX15" fmla="*/ 34290 w 386715"/>
                    <a:gd name="connsiteY15" fmla="*/ 36195 h 207645"/>
                    <a:gd name="connsiteX16" fmla="*/ 28575 w 386715"/>
                    <a:gd name="connsiteY16" fmla="*/ 47625 h 207645"/>
                    <a:gd name="connsiteX17" fmla="*/ 3810 w 386715"/>
                    <a:gd name="connsiteY17" fmla="*/ 47625 h 207645"/>
                    <a:gd name="connsiteX18" fmla="*/ 0 w 386715"/>
                    <a:gd name="connsiteY18" fmla="*/ 72390 h 207645"/>
                    <a:gd name="connsiteX19" fmla="*/ 9525 w 386715"/>
                    <a:gd name="connsiteY19" fmla="*/ 87630 h 207645"/>
                    <a:gd name="connsiteX20" fmla="*/ 32385 w 386715"/>
                    <a:gd name="connsiteY20" fmla="*/ 83820 h 207645"/>
                    <a:gd name="connsiteX21" fmla="*/ 74295 w 386715"/>
                    <a:gd name="connsiteY21" fmla="*/ 85725 h 207645"/>
                    <a:gd name="connsiteX22" fmla="*/ 120015 w 386715"/>
                    <a:gd name="connsiteY22" fmla="*/ 108585 h 207645"/>
                    <a:gd name="connsiteX23" fmla="*/ 146685 w 386715"/>
                    <a:gd name="connsiteY23" fmla="*/ 133350 h 207645"/>
                    <a:gd name="connsiteX24" fmla="*/ 167640 w 386715"/>
                    <a:gd name="connsiteY24" fmla="*/ 161925 h 207645"/>
                    <a:gd name="connsiteX25" fmla="*/ 194310 w 386715"/>
                    <a:gd name="connsiteY25" fmla="*/ 184785 h 207645"/>
                    <a:gd name="connsiteX26" fmla="*/ 234315 w 386715"/>
                    <a:gd name="connsiteY26" fmla="*/ 207645 h 207645"/>
                    <a:gd name="connsiteX27" fmla="*/ 253365 w 386715"/>
                    <a:gd name="connsiteY27" fmla="*/ 205740 h 207645"/>
                    <a:gd name="connsiteX28" fmla="*/ 270510 w 386715"/>
                    <a:gd name="connsiteY28" fmla="*/ 188595 h 207645"/>
                    <a:gd name="connsiteX29" fmla="*/ 266700 w 386715"/>
                    <a:gd name="connsiteY29" fmla="*/ 142875 h 207645"/>
                    <a:gd name="connsiteX30" fmla="*/ 278130 w 386715"/>
                    <a:gd name="connsiteY30" fmla="*/ 114300 h 207645"/>
                    <a:gd name="connsiteX31" fmla="*/ 304800 w 386715"/>
                    <a:gd name="connsiteY31" fmla="*/ 97155 h 207645"/>
                    <a:gd name="connsiteX32" fmla="*/ 325755 w 386715"/>
                    <a:gd name="connsiteY32" fmla="*/ 91440 h 207645"/>
                    <a:gd name="connsiteX33" fmla="*/ 386715 w 386715"/>
                    <a:gd name="connsiteY33" fmla="*/ 114300 h 207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86715" h="207645">
                      <a:moveTo>
                        <a:pt x="386715" y="114300"/>
                      </a:moveTo>
                      <a:lnTo>
                        <a:pt x="352425" y="49530"/>
                      </a:lnTo>
                      <a:lnTo>
                        <a:pt x="325755" y="36195"/>
                      </a:lnTo>
                      <a:lnTo>
                        <a:pt x="300990" y="26670"/>
                      </a:lnTo>
                      <a:lnTo>
                        <a:pt x="276225" y="13335"/>
                      </a:lnTo>
                      <a:lnTo>
                        <a:pt x="259080" y="7620"/>
                      </a:lnTo>
                      <a:lnTo>
                        <a:pt x="224790" y="0"/>
                      </a:lnTo>
                      <a:lnTo>
                        <a:pt x="200025" y="0"/>
                      </a:lnTo>
                      <a:lnTo>
                        <a:pt x="184785" y="17145"/>
                      </a:lnTo>
                      <a:lnTo>
                        <a:pt x="169545" y="22860"/>
                      </a:lnTo>
                      <a:lnTo>
                        <a:pt x="139065" y="24765"/>
                      </a:lnTo>
                      <a:lnTo>
                        <a:pt x="116205" y="30480"/>
                      </a:lnTo>
                      <a:lnTo>
                        <a:pt x="95250" y="38100"/>
                      </a:lnTo>
                      <a:lnTo>
                        <a:pt x="68580" y="32385"/>
                      </a:lnTo>
                      <a:lnTo>
                        <a:pt x="51435" y="26670"/>
                      </a:lnTo>
                      <a:lnTo>
                        <a:pt x="34290" y="36195"/>
                      </a:lnTo>
                      <a:lnTo>
                        <a:pt x="28575" y="47625"/>
                      </a:lnTo>
                      <a:lnTo>
                        <a:pt x="3810" y="47625"/>
                      </a:lnTo>
                      <a:lnTo>
                        <a:pt x="0" y="72390"/>
                      </a:lnTo>
                      <a:lnTo>
                        <a:pt x="9525" y="87630"/>
                      </a:lnTo>
                      <a:lnTo>
                        <a:pt x="32385" y="83820"/>
                      </a:lnTo>
                      <a:lnTo>
                        <a:pt x="74295" y="85725"/>
                      </a:lnTo>
                      <a:lnTo>
                        <a:pt x="120015" y="108585"/>
                      </a:lnTo>
                      <a:lnTo>
                        <a:pt x="146685" y="133350"/>
                      </a:lnTo>
                      <a:lnTo>
                        <a:pt x="167640" y="161925"/>
                      </a:lnTo>
                      <a:lnTo>
                        <a:pt x="194310" y="184785"/>
                      </a:lnTo>
                      <a:lnTo>
                        <a:pt x="234315" y="207645"/>
                      </a:lnTo>
                      <a:lnTo>
                        <a:pt x="253365" y="205740"/>
                      </a:lnTo>
                      <a:lnTo>
                        <a:pt x="270510" y="188595"/>
                      </a:lnTo>
                      <a:lnTo>
                        <a:pt x="266700" y="142875"/>
                      </a:lnTo>
                      <a:lnTo>
                        <a:pt x="278130" y="114300"/>
                      </a:lnTo>
                      <a:lnTo>
                        <a:pt x="304800" y="97155"/>
                      </a:lnTo>
                      <a:lnTo>
                        <a:pt x="325755" y="91440"/>
                      </a:lnTo>
                      <a:lnTo>
                        <a:pt x="386715" y="114300"/>
                      </a:lnTo>
                      <a:close/>
                    </a:path>
                  </a:pathLst>
                </a:cu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700">
                    <a:ln>
                      <a:solidFill>
                        <a:schemeClr val="accent1">
                          <a:alpha val="0"/>
                        </a:schemeClr>
                      </a:solidFill>
                    </a:ln>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75" name="미추홀구">
                  <a:extLst>
                    <a:ext uri="{FF2B5EF4-FFF2-40B4-BE49-F238E27FC236}">
                      <a16:creationId xmlns:a16="http://schemas.microsoft.com/office/drawing/2014/main" id="{638B42D6-6950-A242-A980-E309C4FCAB37}"/>
                    </a:ext>
                  </a:extLst>
                </p:cNvPr>
                <p:cNvSpPr/>
                <p:nvPr/>
              </p:nvSpPr>
              <p:spPr>
                <a:xfrm>
                  <a:off x="5425440" y="5309234"/>
                  <a:ext cx="449579" cy="449579"/>
                </a:xfrm>
                <a:custGeom>
                  <a:avLst/>
                  <a:gdLst>
                    <a:gd name="connsiteX0" fmla="*/ 245745 w 449580"/>
                    <a:gd name="connsiteY0" fmla="*/ 22860 h 449580"/>
                    <a:gd name="connsiteX1" fmla="*/ 188595 w 449580"/>
                    <a:gd name="connsiteY1" fmla="*/ 1905 h 449580"/>
                    <a:gd name="connsiteX2" fmla="*/ 175260 w 449580"/>
                    <a:gd name="connsiteY2" fmla="*/ 0 h 449580"/>
                    <a:gd name="connsiteX3" fmla="*/ 161925 w 449580"/>
                    <a:gd name="connsiteY3" fmla="*/ 5715 h 449580"/>
                    <a:gd name="connsiteX4" fmla="*/ 146685 w 449580"/>
                    <a:gd name="connsiteY4" fmla="*/ 19050 h 449580"/>
                    <a:gd name="connsiteX5" fmla="*/ 142875 w 449580"/>
                    <a:gd name="connsiteY5" fmla="*/ 30480 h 449580"/>
                    <a:gd name="connsiteX6" fmla="*/ 135255 w 449580"/>
                    <a:gd name="connsiteY6" fmla="*/ 43815 h 449580"/>
                    <a:gd name="connsiteX7" fmla="*/ 140970 w 449580"/>
                    <a:gd name="connsiteY7" fmla="*/ 66675 h 449580"/>
                    <a:gd name="connsiteX8" fmla="*/ 140970 w 449580"/>
                    <a:gd name="connsiteY8" fmla="*/ 85725 h 449580"/>
                    <a:gd name="connsiteX9" fmla="*/ 131445 w 449580"/>
                    <a:gd name="connsiteY9" fmla="*/ 100965 h 449580"/>
                    <a:gd name="connsiteX10" fmla="*/ 104775 w 449580"/>
                    <a:gd name="connsiteY10" fmla="*/ 116205 h 449580"/>
                    <a:gd name="connsiteX11" fmla="*/ 81915 w 449580"/>
                    <a:gd name="connsiteY11" fmla="*/ 135255 h 449580"/>
                    <a:gd name="connsiteX12" fmla="*/ 60960 w 449580"/>
                    <a:gd name="connsiteY12" fmla="*/ 142875 h 449580"/>
                    <a:gd name="connsiteX13" fmla="*/ 51435 w 449580"/>
                    <a:gd name="connsiteY13" fmla="*/ 169545 h 449580"/>
                    <a:gd name="connsiteX14" fmla="*/ 36195 w 449580"/>
                    <a:gd name="connsiteY14" fmla="*/ 190500 h 449580"/>
                    <a:gd name="connsiteX15" fmla="*/ 17145 w 449580"/>
                    <a:gd name="connsiteY15" fmla="*/ 238125 h 449580"/>
                    <a:gd name="connsiteX16" fmla="*/ 0 w 449580"/>
                    <a:gd name="connsiteY16" fmla="*/ 259080 h 449580"/>
                    <a:gd name="connsiteX17" fmla="*/ 3810 w 449580"/>
                    <a:gd name="connsiteY17" fmla="*/ 281940 h 449580"/>
                    <a:gd name="connsiteX18" fmla="*/ 22860 w 449580"/>
                    <a:gd name="connsiteY18" fmla="*/ 331470 h 449580"/>
                    <a:gd name="connsiteX19" fmla="*/ 28575 w 449580"/>
                    <a:gd name="connsiteY19" fmla="*/ 371475 h 449580"/>
                    <a:gd name="connsiteX20" fmla="*/ 28575 w 449580"/>
                    <a:gd name="connsiteY20" fmla="*/ 398145 h 449580"/>
                    <a:gd name="connsiteX21" fmla="*/ 15240 w 449580"/>
                    <a:gd name="connsiteY21" fmla="*/ 424815 h 449580"/>
                    <a:gd name="connsiteX22" fmla="*/ 30480 w 449580"/>
                    <a:gd name="connsiteY22" fmla="*/ 441960 h 449580"/>
                    <a:gd name="connsiteX23" fmla="*/ 45720 w 449580"/>
                    <a:gd name="connsiteY23" fmla="*/ 436245 h 449580"/>
                    <a:gd name="connsiteX24" fmla="*/ 62865 w 449580"/>
                    <a:gd name="connsiteY24" fmla="*/ 428625 h 449580"/>
                    <a:gd name="connsiteX25" fmla="*/ 91440 w 449580"/>
                    <a:gd name="connsiteY25" fmla="*/ 392430 h 449580"/>
                    <a:gd name="connsiteX26" fmla="*/ 142875 w 449580"/>
                    <a:gd name="connsiteY26" fmla="*/ 384810 h 449580"/>
                    <a:gd name="connsiteX27" fmla="*/ 196215 w 449580"/>
                    <a:gd name="connsiteY27" fmla="*/ 390525 h 449580"/>
                    <a:gd name="connsiteX28" fmla="*/ 238125 w 449580"/>
                    <a:gd name="connsiteY28" fmla="*/ 403860 h 449580"/>
                    <a:gd name="connsiteX29" fmla="*/ 287655 w 449580"/>
                    <a:gd name="connsiteY29" fmla="*/ 440055 h 449580"/>
                    <a:gd name="connsiteX30" fmla="*/ 312420 w 449580"/>
                    <a:gd name="connsiteY30" fmla="*/ 449580 h 449580"/>
                    <a:gd name="connsiteX31" fmla="*/ 329565 w 449580"/>
                    <a:gd name="connsiteY31" fmla="*/ 449580 h 449580"/>
                    <a:gd name="connsiteX32" fmla="*/ 335280 w 449580"/>
                    <a:gd name="connsiteY32" fmla="*/ 447675 h 449580"/>
                    <a:gd name="connsiteX33" fmla="*/ 350520 w 449580"/>
                    <a:gd name="connsiteY33" fmla="*/ 417195 h 449580"/>
                    <a:gd name="connsiteX34" fmla="*/ 381000 w 449580"/>
                    <a:gd name="connsiteY34" fmla="*/ 405765 h 449580"/>
                    <a:gd name="connsiteX35" fmla="*/ 407670 w 449580"/>
                    <a:gd name="connsiteY35" fmla="*/ 411480 h 449580"/>
                    <a:gd name="connsiteX36" fmla="*/ 428625 w 449580"/>
                    <a:gd name="connsiteY36" fmla="*/ 398145 h 449580"/>
                    <a:gd name="connsiteX37" fmla="*/ 428625 w 449580"/>
                    <a:gd name="connsiteY37" fmla="*/ 367665 h 449580"/>
                    <a:gd name="connsiteX38" fmla="*/ 441960 w 449580"/>
                    <a:gd name="connsiteY38" fmla="*/ 354330 h 449580"/>
                    <a:gd name="connsiteX39" fmla="*/ 449580 w 449580"/>
                    <a:gd name="connsiteY39" fmla="*/ 350520 h 449580"/>
                    <a:gd name="connsiteX40" fmla="*/ 449580 w 449580"/>
                    <a:gd name="connsiteY40" fmla="*/ 329565 h 449580"/>
                    <a:gd name="connsiteX41" fmla="*/ 421005 w 449580"/>
                    <a:gd name="connsiteY41" fmla="*/ 299085 h 449580"/>
                    <a:gd name="connsiteX42" fmla="*/ 398145 w 449580"/>
                    <a:gd name="connsiteY42" fmla="*/ 268605 h 449580"/>
                    <a:gd name="connsiteX43" fmla="*/ 401955 w 449580"/>
                    <a:gd name="connsiteY43" fmla="*/ 236220 h 449580"/>
                    <a:gd name="connsiteX44" fmla="*/ 409575 w 449580"/>
                    <a:gd name="connsiteY44" fmla="*/ 190500 h 449580"/>
                    <a:gd name="connsiteX45" fmla="*/ 422910 w 449580"/>
                    <a:gd name="connsiteY45" fmla="*/ 175260 h 449580"/>
                    <a:gd name="connsiteX46" fmla="*/ 415290 w 449580"/>
                    <a:gd name="connsiteY46" fmla="*/ 160020 h 449580"/>
                    <a:gd name="connsiteX47" fmla="*/ 381000 w 449580"/>
                    <a:gd name="connsiteY47" fmla="*/ 154305 h 449580"/>
                    <a:gd name="connsiteX48" fmla="*/ 342900 w 449580"/>
                    <a:gd name="connsiteY48" fmla="*/ 137160 h 449580"/>
                    <a:gd name="connsiteX49" fmla="*/ 321945 w 449580"/>
                    <a:gd name="connsiteY49" fmla="*/ 123825 h 449580"/>
                    <a:gd name="connsiteX50" fmla="*/ 314325 w 449580"/>
                    <a:gd name="connsiteY50" fmla="*/ 102870 h 449580"/>
                    <a:gd name="connsiteX51" fmla="*/ 310515 w 449580"/>
                    <a:gd name="connsiteY51" fmla="*/ 80010 h 449580"/>
                    <a:gd name="connsiteX52" fmla="*/ 283845 w 449580"/>
                    <a:gd name="connsiteY52" fmla="*/ 64770 h 449580"/>
                    <a:gd name="connsiteX53" fmla="*/ 245745 w 449580"/>
                    <a:gd name="connsiteY53" fmla="*/ 22860 h 449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449580" h="449580">
                      <a:moveTo>
                        <a:pt x="245745" y="22860"/>
                      </a:moveTo>
                      <a:lnTo>
                        <a:pt x="188595" y="1905"/>
                      </a:lnTo>
                      <a:lnTo>
                        <a:pt x="175260" y="0"/>
                      </a:lnTo>
                      <a:lnTo>
                        <a:pt x="161925" y="5715"/>
                      </a:lnTo>
                      <a:lnTo>
                        <a:pt x="146685" y="19050"/>
                      </a:lnTo>
                      <a:lnTo>
                        <a:pt x="142875" y="30480"/>
                      </a:lnTo>
                      <a:lnTo>
                        <a:pt x="135255" y="43815"/>
                      </a:lnTo>
                      <a:lnTo>
                        <a:pt x="140970" y="66675"/>
                      </a:lnTo>
                      <a:lnTo>
                        <a:pt x="140970" y="85725"/>
                      </a:lnTo>
                      <a:lnTo>
                        <a:pt x="131445" y="100965"/>
                      </a:lnTo>
                      <a:lnTo>
                        <a:pt x="104775" y="116205"/>
                      </a:lnTo>
                      <a:lnTo>
                        <a:pt x="81915" y="135255"/>
                      </a:lnTo>
                      <a:lnTo>
                        <a:pt x="60960" y="142875"/>
                      </a:lnTo>
                      <a:lnTo>
                        <a:pt x="51435" y="169545"/>
                      </a:lnTo>
                      <a:lnTo>
                        <a:pt x="36195" y="190500"/>
                      </a:lnTo>
                      <a:lnTo>
                        <a:pt x="17145" y="238125"/>
                      </a:lnTo>
                      <a:lnTo>
                        <a:pt x="0" y="259080"/>
                      </a:lnTo>
                      <a:lnTo>
                        <a:pt x="3810" y="281940"/>
                      </a:lnTo>
                      <a:lnTo>
                        <a:pt x="22860" y="331470"/>
                      </a:lnTo>
                      <a:lnTo>
                        <a:pt x="28575" y="371475"/>
                      </a:lnTo>
                      <a:lnTo>
                        <a:pt x="28575" y="398145"/>
                      </a:lnTo>
                      <a:lnTo>
                        <a:pt x="15240" y="424815"/>
                      </a:lnTo>
                      <a:lnTo>
                        <a:pt x="30480" y="441960"/>
                      </a:lnTo>
                      <a:lnTo>
                        <a:pt x="45720" y="436245"/>
                      </a:lnTo>
                      <a:lnTo>
                        <a:pt x="62865" y="428625"/>
                      </a:lnTo>
                      <a:lnTo>
                        <a:pt x="91440" y="392430"/>
                      </a:lnTo>
                      <a:lnTo>
                        <a:pt x="142875" y="384810"/>
                      </a:lnTo>
                      <a:lnTo>
                        <a:pt x="196215" y="390525"/>
                      </a:lnTo>
                      <a:lnTo>
                        <a:pt x="238125" y="403860"/>
                      </a:lnTo>
                      <a:lnTo>
                        <a:pt x="287655" y="440055"/>
                      </a:lnTo>
                      <a:lnTo>
                        <a:pt x="312420" y="449580"/>
                      </a:lnTo>
                      <a:lnTo>
                        <a:pt x="329565" y="449580"/>
                      </a:lnTo>
                      <a:lnTo>
                        <a:pt x="335280" y="447675"/>
                      </a:lnTo>
                      <a:lnTo>
                        <a:pt x="350520" y="417195"/>
                      </a:lnTo>
                      <a:lnTo>
                        <a:pt x="381000" y="405765"/>
                      </a:lnTo>
                      <a:lnTo>
                        <a:pt x="407670" y="411480"/>
                      </a:lnTo>
                      <a:lnTo>
                        <a:pt x="428625" y="398145"/>
                      </a:lnTo>
                      <a:lnTo>
                        <a:pt x="428625" y="367665"/>
                      </a:lnTo>
                      <a:lnTo>
                        <a:pt x="441960" y="354330"/>
                      </a:lnTo>
                      <a:lnTo>
                        <a:pt x="449580" y="350520"/>
                      </a:lnTo>
                      <a:lnTo>
                        <a:pt x="449580" y="329565"/>
                      </a:lnTo>
                      <a:lnTo>
                        <a:pt x="421005" y="299085"/>
                      </a:lnTo>
                      <a:lnTo>
                        <a:pt x="398145" y="268605"/>
                      </a:lnTo>
                      <a:lnTo>
                        <a:pt x="401955" y="236220"/>
                      </a:lnTo>
                      <a:lnTo>
                        <a:pt x="409575" y="190500"/>
                      </a:lnTo>
                      <a:lnTo>
                        <a:pt x="422910" y="175260"/>
                      </a:lnTo>
                      <a:lnTo>
                        <a:pt x="415290" y="160020"/>
                      </a:lnTo>
                      <a:lnTo>
                        <a:pt x="381000" y="154305"/>
                      </a:lnTo>
                      <a:lnTo>
                        <a:pt x="342900" y="137160"/>
                      </a:lnTo>
                      <a:lnTo>
                        <a:pt x="321945" y="123825"/>
                      </a:lnTo>
                      <a:lnTo>
                        <a:pt x="314325" y="102870"/>
                      </a:lnTo>
                      <a:lnTo>
                        <a:pt x="310515" y="80010"/>
                      </a:lnTo>
                      <a:lnTo>
                        <a:pt x="283845" y="64770"/>
                      </a:lnTo>
                      <a:lnTo>
                        <a:pt x="245745" y="22860"/>
                      </a:lnTo>
                      <a:close/>
                    </a:path>
                  </a:pathLst>
                </a:cu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700">
                    <a:ln>
                      <a:solidFill>
                        <a:schemeClr val="accent1">
                          <a:alpha val="0"/>
                        </a:schemeClr>
                      </a:solidFill>
                    </a:ln>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76" name="남동구">
                  <a:extLst>
                    <a:ext uri="{FF2B5EF4-FFF2-40B4-BE49-F238E27FC236}">
                      <a16:creationId xmlns:a16="http://schemas.microsoft.com/office/drawing/2014/main" id="{A230B219-C61C-FEA3-8C28-117C8A1B85A5}"/>
                    </a:ext>
                  </a:extLst>
                </p:cNvPr>
                <p:cNvSpPr/>
                <p:nvPr/>
              </p:nvSpPr>
              <p:spPr>
                <a:xfrm>
                  <a:off x="5655944" y="5335906"/>
                  <a:ext cx="750569" cy="806185"/>
                </a:xfrm>
                <a:custGeom>
                  <a:avLst/>
                  <a:gdLst>
                    <a:gd name="connsiteX0" fmla="*/ 697230 w 750570"/>
                    <a:gd name="connsiteY0" fmla="*/ 38100 h 796290"/>
                    <a:gd name="connsiteX1" fmla="*/ 739140 w 750570"/>
                    <a:gd name="connsiteY1" fmla="*/ 70485 h 796290"/>
                    <a:gd name="connsiteX2" fmla="*/ 744855 w 750570"/>
                    <a:gd name="connsiteY2" fmla="*/ 91440 h 796290"/>
                    <a:gd name="connsiteX3" fmla="*/ 750570 w 750570"/>
                    <a:gd name="connsiteY3" fmla="*/ 160020 h 796290"/>
                    <a:gd name="connsiteX4" fmla="*/ 746760 w 750570"/>
                    <a:gd name="connsiteY4" fmla="*/ 188595 h 796290"/>
                    <a:gd name="connsiteX5" fmla="*/ 735330 w 750570"/>
                    <a:gd name="connsiteY5" fmla="*/ 211455 h 796290"/>
                    <a:gd name="connsiteX6" fmla="*/ 716280 w 750570"/>
                    <a:gd name="connsiteY6" fmla="*/ 241935 h 796290"/>
                    <a:gd name="connsiteX7" fmla="*/ 695325 w 750570"/>
                    <a:gd name="connsiteY7" fmla="*/ 253365 h 796290"/>
                    <a:gd name="connsiteX8" fmla="*/ 685800 w 750570"/>
                    <a:gd name="connsiteY8" fmla="*/ 272415 h 796290"/>
                    <a:gd name="connsiteX9" fmla="*/ 681990 w 750570"/>
                    <a:gd name="connsiteY9" fmla="*/ 293370 h 796290"/>
                    <a:gd name="connsiteX10" fmla="*/ 681990 w 750570"/>
                    <a:gd name="connsiteY10" fmla="*/ 325755 h 796290"/>
                    <a:gd name="connsiteX11" fmla="*/ 681990 w 750570"/>
                    <a:gd name="connsiteY11" fmla="*/ 375285 h 796290"/>
                    <a:gd name="connsiteX12" fmla="*/ 691515 w 750570"/>
                    <a:gd name="connsiteY12" fmla="*/ 394335 h 796290"/>
                    <a:gd name="connsiteX13" fmla="*/ 691515 w 750570"/>
                    <a:gd name="connsiteY13" fmla="*/ 419100 h 796290"/>
                    <a:gd name="connsiteX14" fmla="*/ 668655 w 750570"/>
                    <a:gd name="connsiteY14" fmla="*/ 443865 h 796290"/>
                    <a:gd name="connsiteX15" fmla="*/ 638175 w 750570"/>
                    <a:gd name="connsiteY15" fmla="*/ 466725 h 796290"/>
                    <a:gd name="connsiteX16" fmla="*/ 611505 w 750570"/>
                    <a:gd name="connsiteY16" fmla="*/ 466725 h 796290"/>
                    <a:gd name="connsiteX17" fmla="*/ 586740 w 750570"/>
                    <a:gd name="connsiteY17" fmla="*/ 470535 h 796290"/>
                    <a:gd name="connsiteX18" fmla="*/ 582930 w 750570"/>
                    <a:gd name="connsiteY18" fmla="*/ 489585 h 796290"/>
                    <a:gd name="connsiteX19" fmla="*/ 577215 w 750570"/>
                    <a:gd name="connsiteY19" fmla="*/ 520065 h 796290"/>
                    <a:gd name="connsiteX20" fmla="*/ 550545 w 750570"/>
                    <a:gd name="connsiteY20" fmla="*/ 561975 h 796290"/>
                    <a:gd name="connsiteX21" fmla="*/ 512445 w 750570"/>
                    <a:gd name="connsiteY21" fmla="*/ 607695 h 796290"/>
                    <a:gd name="connsiteX22" fmla="*/ 493395 w 750570"/>
                    <a:gd name="connsiteY22" fmla="*/ 643890 h 796290"/>
                    <a:gd name="connsiteX23" fmla="*/ 459105 w 750570"/>
                    <a:gd name="connsiteY23" fmla="*/ 687705 h 796290"/>
                    <a:gd name="connsiteX24" fmla="*/ 400050 w 750570"/>
                    <a:gd name="connsiteY24" fmla="*/ 754380 h 796290"/>
                    <a:gd name="connsiteX25" fmla="*/ 367665 w 750570"/>
                    <a:gd name="connsiteY25" fmla="*/ 773430 h 796290"/>
                    <a:gd name="connsiteX26" fmla="*/ 318135 w 750570"/>
                    <a:gd name="connsiteY26" fmla="*/ 794385 h 796290"/>
                    <a:gd name="connsiteX27" fmla="*/ 268605 w 750570"/>
                    <a:gd name="connsiteY27" fmla="*/ 796290 h 796290"/>
                    <a:gd name="connsiteX28" fmla="*/ 179070 w 750570"/>
                    <a:gd name="connsiteY28" fmla="*/ 781050 h 796290"/>
                    <a:gd name="connsiteX29" fmla="*/ 158115 w 750570"/>
                    <a:gd name="connsiteY29" fmla="*/ 781050 h 796290"/>
                    <a:gd name="connsiteX30" fmla="*/ 68580 w 750570"/>
                    <a:gd name="connsiteY30" fmla="*/ 744855 h 796290"/>
                    <a:gd name="connsiteX31" fmla="*/ 36195 w 750570"/>
                    <a:gd name="connsiteY31" fmla="*/ 741045 h 796290"/>
                    <a:gd name="connsiteX32" fmla="*/ 5715 w 750570"/>
                    <a:gd name="connsiteY32" fmla="*/ 727710 h 796290"/>
                    <a:gd name="connsiteX33" fmla="*/ 0 w 750570"/>
                    <a:gd name="connsiteY33" fmla="*/ 691515 h 796290"/>
                    <a:gd name="connsiteX34" fmla="*/ 22860 w 750570"/>
                    <a:gd name="connsiteY34" fmla="*/ 664845 h 796290"/>
                    <a:gd name="connsiteX35" fmla="*/ 62865 w 750570"/>
                    <a:gd name="connsiteY35" fmla="*/ 630555 h 796290"/>
                    <a:gd name="connsiteX36" fmla="*/ 93345 w 750570"/>
                    <a:gd name="connsiteY36" fmla="*/ 628650 h 796290"/>
                    <a:gd name="connsiteX37" fmla="*/ 104775 w 750570"/>
                    <a:gd name="connsiteY37" fmla="*/ 615315 h 796290"/>
                    <a:gd name="connsiteX38" fmla="*/ 110490 w 750570"/>
                    <a:gd name="connsiteY38" fmla="*/ 573405 h 796290"/>
                    <a:gd name="connsiteX39" fmla="*/ 148590 w 750570"/>
                    <a:gd name="connsiteY39" fmla="*/ 552450 h 796290"/>
                    <a:gd name="connsiteX40" fmla="*/ 188595 w 750570"/>
                    <a:gd name="connsiteY40" fmla="*/ 518160 h 796290"/>
                    <a:gd name="connsiteX41" fmla="*/ 224790 w 750570"/>
                    <a:gd name="connsiteY41" fmla="*/ 481965 h 796290"/>
                    <a:gd name="connsiteX42" fmla="*/ 249555 w 750570"/>
                    <a:gd name="connsiteY42" fmla="*/ 432435 h 796290"/>
                    <a:gd name="connsiteX43" fmla="*/ 251460 w 750570"/>
                    <a:gd name="connsiteY43" fmla="*/ 403860 h 796290"/>
                    <a:gd name="connsiteX44" fmla="*/ 276225 w 750570"/>
                    <a:gd name="connsiteY44" fmla="*/ 363855 h 796290"/>
                    <a:gd name="connsiteX45" fmla="*/ 257175 w 750570"/>
                    <a:gd name="connsiteY45" fmla="*/ 329565 h 796290"/>
                    <a:gd name="connsiteX46" fmla="*/ 234315 w 750570"/>
                    <a:gd name="connsiteY46" fmla="*/ 321945 h 796290"/>
                    <a:gd name="connsiteX47" fmla="*/ 238125 w 750570"/>
                    <a:gd name="connsiteY47" fmla="*/ 293370 h 796290"/>
                    <a:gd name="connsiteX48" fmla="*/ 205740 w 750570"/>
                    <a:gd name="connsiteY48" fmla="*/ 264795 h 796290"/>
                    <a:gd name="connsiteX49" fmla="*/ 182880 w 750570"/>
                    <a:gd name="connsiteY49" fmla="*/ 243840 h 796290"/>
                    <a:gd name="connsiteX50" fmla="*/ 182880 w 750570"/>
                    <a:gd name="connsiteY50" fmla="*/ 209550 h 796290"/>
                    <a:gd name="connsiteX51" fmla="*/ 196215 w 750570"/>
                    <a:gd name="connsiteY51" fmla="*/ 173355 h 796290"/>
                    <a:gd name="connsiteX52" fmla="*/ 217170 w 750570"/>
                    <a:gd name="connsiteY52" fmla="*/ 146685 h 796290"/>
                    <a:gd name="connsiteX53" fmla="*/ 207645 w 750570"/>
                    <a:gd name="connsiteY53" fmla="*/ 116205 h 796290"/>
                    <a:gd name="connsiteX54" fmla="*/ 167640 w 750570"/>
                    <a:gd name="connsiteY54" fmla="*/ 114300 h 796290"/>
                    <a:gd name="connsiteX55" fmla="*/ 131445 w 750570"/>
                    <a:gd name="connsiteY55" fmla="*/ 104775 h 796290"/>
                    <a:gd name="connsiteX56" fmla="*/ 104775 w 750570"/>
                    <a:gd name="connsiteY56" fmla="*/ 93345 h 796290"/>
                    <a:gd name="connsiteX57" fmla="*/ 99060 w 750570"/>
                    <a:gd name="connsiteY57" fmla="*/ 74295 h 796290"/>
                    <a:gd name="connsiteX58" fmla="*/ 99060 w 750570"/>
                    <a:gd name="connsiteY58" fmla="*/ 59055 h 796290"/>
                    <a:gd name="connsiteX59" fmla="*/ 120015 w 750570"/>
                    <a:gd name="connsiteY59" fmla="*/ 60960 h 796290"/>
                    <a:gd name="connsiteX60" fmla="*/ 131445 w 750570"/>
                    <a:gd name="connsiteY60" fmla="*/ 80010 h 796290"/>
                    <a:gd name="connsiteX61" fmla="*/ 171450 w 750570"/>
                    <a:gd name="connsiteY61" fmla="*/ 83820 h 796290"/>
                    <a:gd name="connsiteX62" fmla="*/ 222885 w 750570"/>
                    <a:gd name="connsiteY62" fmla="*/ 89535 h 796290"/>
                    <a:gd name="connsiteX63" fmla="*/ 253365 w 750570"/>
                    <a:gd name="connsiteY63" fmla="*/ 85725 h 796290"/>
                    <a:gd name="connsiteX64" fmla="*/ 274320 w 750570"/>
                    <a:gd name="connsiteY64" fmla="*/ 66675 h 796290"/>
                    <a:gd name="connsiteX65" fmla="*/ 280035 w 750570"/>
                    <a:gd name="connsiteY65" fmla="*/ 45720 h 796290"/>
                    <a:gd name="connsiteX66" fmla="*/ 281940 w 750570"/>
                    <a:gd name="connsiteY66" fmla="*/ 24765 h 796290"/>
                    <a:gd name="connsiteX67" fmla="*/ 281940 w 750570"/>
                    <a:gd name="connsiteY67" fmla="*/ 24765 h 796290"/>
                    <a:gd name="connsiteX68" fmla="*/ 287655 w 750570"/>
                    <a:gd name="connsiteY68" fmla="*/ 0 h 796290"/>
                    <a:gd name="connsiteX69" fmla="*/ 304800 w 750570"/>
                    <a:gd name="connsiteY69" fmla="*/ 30480 h 796290"/>
                    <a:gd name="connsiteX70" fmla="*/ 329565 w 750570"/>
                    <a:gd name="connsiteY70" fmla="*/ 30480 h 796290"/>
                    <a:gd name="connsiteX71" fmla="*/ 348615 w 750570"/>
                    <a:gd name="connsiteY71" fmla="*/ 64770 h 796290"/>
                    <a:gd name="connsiteX72" fmla="*/ 371475 w 750570"/>
                    <a:gd name="connsiteY72" fmla="*/ 76200 h 796290"/>
                    <a:gd name="connsiteX73" fmla="*/ 394335 w 750570"/>
                    <a:gd name="connsiteY73" fmla="*/ 66675 h 796290"/>
                    <a:gd name="connsiteX74" fmla="*/ 426720 w 750570"/>
                    <a:gd name="connsiteY74" fmla="*/ 64770 h 796290"/>
                    <a:gd name="connsiteX75" fmla="*/ 445770 w 750570"/>
                    <a:gd name="connsiteY75" fmla="*/ 64770 h 796290"/>
                    <a:gd name="connsiteX76" fmla="*/ 493395 w 750570"/>
                    <a:gd name="connsiteY76" fmla="*/ 97155 h 796290"/>
                    <a:gd name="connsiteX77" fmla="*/ 512445 w 750570"/>
                    <a:gd name="connsiteY77" fmla="*/ 127635 h 796290"/>
                    <a:gd name="connsiteX78" fmla="*/ 535305 w 750570"/>
                    <a:gd name="connsiteY78" fmla="*/ 139065 h 796290"/>
                    <a:gd name="connsiteX79" fmla="*/ 569595 w 750570"/>
                    <a:gd name="connsiteY79" fmla="*/ 131445 h 796290"/>
                    <a:gd name="connsiteX80" fmla="*/ 579120 w 750570"/>
                    <a:gd name="connsiteY80" fmla="*/ 116205 h 796290"/>
                    <a:gd name="connsiteX81" fmla="*/ 588645 w 750570"/>
                    <a:gd name="connsiteY81" fmla="*/ 93345 h 796290"/>
                    <a:gd name="connsiteX82" fmla="*/ 611505 w 750570"/>
                    <a:gd name="connsiteY82" fmla="*/ 81915 h 796290"/>
                    <a:gd name="connsiteX83" fmla="*/ 626745 w 750570"/>
                    <a:gd name="connsiteY83" fmla="*/ 78105 h 796290"/>
                    <a:gd name="connsiteX84" fmla="*/ 655320 w 750570"/>
                    <a:gd name="connsiteY84" fmla="*/ 80010 h 796290"/>
                    <a:gd name="connsiteX85" fmla="*/ 697230 w 750570"/>
                    <a:gd name="connsiteY85" fmla="*/ 38100 h 796290"/>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81990 w 750570"/>
                    <a:gd name="connsiteY10" fmla="*/ 325755 h 806185"/>
                    <a:gd name="connsiteX11" fmla="*/ 681990 w 750570"/>
                    <a:gd name="connsiteY11" fmla="*/ 375285 h 806185"/>
                    <a:gd name="connsiteX12" fmla="*/ 691515 w 750570"/>
                    <a:gd name="connsiteY12" fmla="*/ 394335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82930 w 750570"/>
                    <a:gd name="connsiteY18" fmla="*/ 489585 h 806185"/>
                    <a:gd name="connsiteX19" fmla="*/ 577215 w 750570"/>
                    <a:gd name="connsiteY19" fmla="*/ 520065 h 806185"/>
                    <a:gd name="connsiteX20" fmla="*/ 550545 w 750570"/>
                    <a:gd name="connsiteY20" fmla="*/ 561975 h 806185"/>
                    <a:gd name="connsiteX21" fmla="*/ 512445 w 750570"/>
                    <a:gd name="connsiteY21" fmla="*/ 607695 h 806185"/>
                    <a:gd name="connsiteX22" fmla="*/ 493395 w 750570"/>
                    <a:gd name="connsiteY22" fmla="*/ 643890 h 806185"/>
                    <a:gd name="connsiteX23" fmla="*/ 459105 w 750570"/>
                    <a:gd name="connsiteY23" fmla="*/ 687705 h 806185"/>
                    <a:gd name="connsiteX24" fmla="*/ 400050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81990 w 750570"/>
                    <a:gd name="connsiteY10" fmla="*/ 325755 h 806185"/>
                    <a:gd name="connsiteX11" fmla="*/ 681990 w 750570"/>
                    <a:gd name="connsiteY11" fmla="*/ 375285 h 806185"/>
                    <a:gd name="connsiteX12" fmla="*/ 691515 w 750570"/>
                    <a:gd name="connsiteY12" fmla="*/ 394335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82930 w 750570"/>
                    <a:gd name="connsiteY18" fmla="*/ 489585 h 806185"/>
                    <a:gd name="connsiteX19" fmla="*/ 577215 w 750570"/>
                    <a:gd name="connsiteY19" fmla="*/ 520065 h 806185"/>
                    <a:gd name="connsiteX20" fmla="*/ 550545 w 750570"/>
                    <a:gd name="connsiteY20" fmla="*/ 561975 h 806185"/>
                    <a:gd name="connsiteX21" fmla="*/ 512445 w 750570"/>
                    <a:gd name="connsiteY21" fmla="*/ 607695 h 806185"/>
                    <a:gd name="connsiteX22" fmla="*/ 493395 w 750570"/>
                    <a:gd name="connsiteY22" fmla="*/ 643890 h 806185"/>
                    <a:gd name="connsiteX23" fmla="*/ 459105 w 750570"/>
                    <a:gd name="connsiteY23" fmla="*/ 687705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81990 w 750570"/>
                    <a:gd name="connsiteY10" fmla="*/ 325755 h 806185"/>
                    <a:gd name="connsiteX11" fmla="*/ 681990 w 750570"/>
                    <a:gd name="connsiteY11" fmla="*/ 375285 h 806185"/>
                    <a:gd name="connsiteX12" fmla="*/ 691515 w 750570"/>
                    <a:gd name="connsiteY12" fmla="*/ 394335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82930 w 750570"/>
                    <a:gd name="connsiteY18" fmla="*/ 489585 h 806185"/>
                    <a:gd name="connsiteX19" fmla="*/ 577215 w 750570"/>
                    <a:gd name="connsiteY19" fmla="*/ 520065 h 806185"/>
                    <a:gd name="connsiteX20" fmla="*/ 550545 w 750570"/>
                    <a:gd name="connsiteY20" fmla="*/ 561975 h 806185"/>
                    <a:gd name="connsiteX21" fmla="*/ 512445 w 750570"/>
                    <a:gd name="connsiteY21" fmla="*/ 607695 h 806185"/>
                    <a:gd name="connsiteX22" fmla="*/ 493395 w 750570"/>
                    <a:gd name="connsiteY22" fmla="*/ 643890 h 806185"/>
                    <a:gd name="connsiteX23" fmla="*/ 483671 w 750570"/>
                    <a:gd name="connsiteY23" fmla="*/ 699989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81990 w 750570"/>
                    <a:gd name="connsiteY10" fmla="*/ 325755 h 806185"/>
                    <a:gd name="connsiteX11" fmla="*/ 681990 w 750570"/>
                    <a:gd name="connsiteY11" fmla="*/ 375285 h 806185"/>
                    <a:gd name="connsiteX12" fmla="*/ 691515 w 750570"/>
                    <a:gd name="connsiteY12" fmla="*/ 394335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82930 w 750570"/>
                    <a:gd name="connsiteY18" fmla="*/ 489585 h 806185"/>
                    <a:gd name="connsiteX19" fmla="*/ 577215 w 750570"/>
                    <a:gd name="connsiteY19" fmla="*/ 520065 h 806185"/>
                    <a:gd name="connsiteX20" fmla="*/ 550545 w 750570"/>
                    <a:gd name="connsiteY20" fmla="*/ 561975 h 806185"/>
                    <a:gd name="connsiteX21" fmla="*/ 512445 w 750570"/>
                    <a:gd name="connsiteY21" fmla="*/ 607695 h 806185"/>
                    <a:gd name="connsiteX22" fmla="*/ 517962 w 750570"/>
                    <a:gd name="connsiteY22" fmla="*/ 668458 h 806185"/>
                    <a:gd name="connsiteX23" fmla="*/ 483671 w 750570"/>
                    <a:gd name="connsiteY23" fmla="*/ 699989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81990 w 750570"/>
                    <a:gd name="connsiteY10" fmla="*/ 325755 h 806185"/>
                    <a:gd name="connsiteX11" fmla="*/ 681990 w 750570"/>
                    <a:gd name="connsiteY11" fmla="*/ 375285 h 806185"/>
                    <a:gd name="connsiteX12" fmla="*/ 691515 w 750570"/>
                    <a:gd name="connsiteY12" fmla="*/ 394335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82930 w 750570"/>
                    <a:gd name="connsiteY18" fmla="*/ 489585 h 806185"/>
                    <a:gd name="connsiteX19" fmla="*/ 577215 w 750570"/>
                    <a:gd name="connsiteY19" fmla="*/ 520065 h 806185"/>
                    <a:gd name="connsiteX20" fmla="*/ 550545 w 750570"/>
                    <a:gd name="connsiteY20" fmla="*/ 561975 h 806185"/>
                    <a:gd name="connsiteX21" fmla="*/ 532916 w 750570"/>
                    <a:gd name="connsiteY21" fmla="*/ 615884 h 806185"/>
                    <a:gd name="connsiteX22" fmla="*/ 517962 w 750570"/>
                    <a:gd name="connsiteY22" fmla="*/ 668458 h 806185"/>
                    <a:gd name="connsiteX23" fmla="*/ 483671 w 750570"/>
                    <a:gd name="connsiteY23" fmla="*/ 699989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81990 w 750570"/>
                    <a:gd name="connsiteY10" fmla="*/ 325755 h 806185"/>
                    <a:gd name="connsiteX11" fmla="*/ 681990 w 750570"/>
                    <a:gd name="connsiteY11" fmla="*/ 375285 h 806185"/>
                    <a:gd name="connsiteX12" fmla="*/ 691515 w 750570"/>
                    <a:gd name="connsiteY12" fmla="*/ 394335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82930 w 750570"/>
                    <a:gd name="connsiteY18" fmla="*/ 489585 h 806185"/>
                    <a:gd name="connsiteX19" fmla="*/ 577215 w 750570"/>
                    <a:gd name="connsiteY19" fmla="*/ 520065 h 806185"/>
                    <a:gd name="connsiteX20" fmla="*/ 575113 w 750570"/>
                    <a:gd name="connsiteY20" fmla="*/ 602919 h 806185"/>
                    <a:gd name="connsiteX21" fmla="*/ 532916 w 750570"/>
                    <a:gd name="connsiteY21" fmla="*/ 615884 h 806185"/>
                    <a:gd name="connsiteX22" fmla="*/ 517962 w 750570"/>
                    <a:gd name="connsiteY22" fmla="*/ 668458 h 806185"/>
                    <a:gd name="connsiteX23" fmla="*/ 483671 w 750570"/>
                    <a:gd name="connsiteY23" fmla="*/ 699989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81990 w 750570"/>
                    <a:gd name="connsiteY10" fmla="*/ 325755 h 806185"/>
                    <a:gd name="connsiteX11" fmla="*/ 681990 w 750570"/>
                    <a:gd name="connsiteY11" fmla="*/ 375285 h 806185"/>
                    <a:gd name="connsiteX12" fmla="*/ 691515 w 750570"/>
                    <a:gd name="connsiteY12" fmla="*/ 394335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82930 w 750570"/>
                    <a:gd name="connsiteY18" fmla="*/ 489585 h 806185"/>
                    <a:gd name="connsiteX19" fmla="*/ 593593 w 750570"/>
                    <a:gd name="connsiteY19" fmla="*/ 548726 h 806185"/>
                    <a:gd name="connsiteX20" fmla="*/ 575113 w 750570"/>
                    <a:gd name="connsiteY20" fmla="*/ 602919 h 806185"/>
                    <a:gd name="connsiteX21" fmla="*/ 532916 w 750570"/>
                    <a:gd name="connsiteY21" fmla="*/ 615884 h 806185"/>
                    <a:gd name="connsiteX22" fmla="*/ 517962 w 750570"/>
                    <a:gd name="connsiteY22" fmla="*/ 668458 h 806185"/>
                    <a:gd name="connsiteX23" fmla="*/ 483671 w 750570"/>
                    <a:gd name="connsiteY23" fmla="*/ 699989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81990 w 750570"/>
                    <a:gd name="connsiteY10" fmla="*/ 325755 h 806185"/>
                    <a:gd name="connsiteX11" fmla="*/ 681990 w 750570"/>
                    <a:gd name="connsiteY11" fmla="*/ 375285 h 806185"/>
                    <a:gd name="connsiteX12" fmla="*/ 691515 w 750570"/>
                    <a:gd name="connsiteY12" fmla="*/ 394335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91119 w 750570"/>
                    <a:gd name="connsiteY18" fmla="*/ 501869 h 806185"/>
                    <a:gd name="connsiteX19" fmla="*/ 593593 w 750570"/>
                    <a:gd name="connsiteY19" fmla="*/ 548726 h 806185"/>
                    <a:gd name="connsiteX20" fmla="*/ 575113 w 750570"/>
                    <a:gd name="connsiteY20" fmla="*/ 602919 h 806185"/>
                    <a:gd name="connsiteX21" fmla="*/ 532916 w 750570"/>
                    <a:gd name="connsiteY21" fmla="*/ 615884 h 806185"/>
                    <a:gd name="connsiteX22" fmla="*/ 517962 w 750570"/>
                    <a:gd name="connsiteY22" fmla="*/ 668458 h 806185"/>
                    <a:gd name="connsiteX23" fmla="*/ 483671 w 750570"/>
                    <a:gd name="connsiteY23" fmla="*/ 699989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81990 w 750570"/>
                    <a:gd name="connsiteY10" fmla="*/ 325755 h 806185"/>
                    <a:gd name="connsiteX11" fmla="*/ 681990 w 750570"/>
                    <a:gd name="connsiteY11" fmla="*/ 375285 h 806185"/>
                    <a:gd name="connsiteX12" fmla="*/ 711989 w 750570"/>
                    <a:gd name="connsiteY12" fmla="*/ 386147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91119 w 750570"/>
                    <a:gd name="connsiteY18" fmla="*/ 501869 h 806185"/>
                    <a:gd name="connsiteX19" fmla="*/ 593593 w 750570"/>
                    <a:gd name="connsiteY19" fmla="*/ 548726 h 806185"/>
                    <a:gd name="connsiteX20" fmla="*/ 575113 w 750570"/>
                    <a:gd name="connsiteY20" fmla="*/ 602919 h 806185"/>
                    <a:gd name="connsiteX21" fmla="*/ 532916 w 750570"/>
                    <a:gd name="connsiteY21" fmla="*/ 615884 h 806185"/>
                    <a:gd name="connsiteX22" fmla="*/ 517962 w 750570"/>
                    <a:gd name="connsiteY22" fmla="*/ 668458 h 806185"/>
                    <a:gd name="connsiteX23" fmla="*/ 483671 w 750570"/>
                    <a:gd name="connsiteY23" fmla="*/ 699989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94274 w 750570"/>
                    <a:gd name="connsiteY10" fmla="*/ 317566 h 806185"/>
                    <a:gd name="connsiteX11" fmla="*/ 681990 w 750570"/>
                    <a:gd name="connsiteY11" fmla="*/ 375285 h 806185"/>
                    <a:gd name="connsiteX12" fmla="*/ 711989 w 750570"/>
                    <a:gd name="connsiteY12" fmla="*/ 386147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91119 w 750570"/>
                    <a:gd name="connsiteY18" fmla="*/ 501869 h 806185"/>
                    <a:gd name="connsiteX19" fmla="*/ 593593 w 750570"/>
                    <a:gd name="connsiteY19" fmla="*/ 548726 h 806185"/>
                    <a:gd name="connsiteX20" fmla="*/ 575113 w 750570"/>
                    <a:gd name="connsiteY20" fmla="*/ 602919 h 806185"/>
                    <a:gd name="connsiteX21" fmla="*/ 532916 w 750570"/>
                    <a:gd name="connsiteY21" fmla="*/ 615884 h 806185"/>
                    <a:gd name="connsiteX22" fmla="*/ 517962 w 750570"/>
                    <a:gd name="connsiteY22" fmla="*/ 668458 h 806185"/>
                    <a:gd name="connsiteX23" fmla="*/ 483671 w 750570"/>
                    <a:gd name="connsiteY23" fmla="*/ 699989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94274 w 750570"/>
                    <a:gd name="connsiteY10" fmla="*/ 317566 h 806185"/>
                    <a:gd name="connsiteX11" fmla="*/ 706557 w 750570"/>
                    <a:gd name="connsiteY11" fmla="*/ 358908 h 806185"/>
                    <a:gd name="connsiteX12" fmla="*/ 711989 w 750570"/>
                    <a:gd name="connsiteY12" fmla="*/ 386147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91119 w 750570"/>
                    <a:gd name="connsiteY18" fmla="*/ 501869 h 806185"/>
                    <a:gd name="connsiteX19" fmla="*/ 593593 w 750570"/>
                    <a:gd name="connsiteY19" fmla="*/ 548726 h 806185"/>
                    <a:gd name="connsiteX20" fmla="*/ 575113 w 750570"/>
                    <a:gd name="connsiteY20" fmla="*/ 602919 h 806185"/>
                    <a:gd name="connsiteX21" fmla="*/ 532916 w 750570"/>
                    <a:gd name="connsiteY21" fmla="*/ 615884 h 806185"/>
                    <a:gd name="connsiteX22" fmla="*/ 517962 w 750570"/>
                    <a:gd name="connsiteY22" fmla="*/ 668458 h 806185"/>
                    <a:gd name="connsiteX23" fmla="*/ 483671 w 750570"/>
                    <a:gd name="connsiteY23" fmla="*/ 699989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750570" h="806185">
                      <a:moveTo>
                        <a:pt x="697230" y="38100"/>
                      </a:moveTo>
                      <a:lnTo>
                        <a:pt x="739140" y="70485"/>
                      </a:lnTo>
                      <a:lnTo>
                        <a:pt x="744855" y="91440"/>
                      </a:lnTo>
                      <a:lnTo>
                        <a:pt x="750570" y="160020"/>
                      </a:lnTo>
                      <a:lnTo>
                        <a:pt x="746760" y="188595"/>
                      </a:lnTo>
                      <a:lnTo>
                        <a:pt x="735330" y="211455"/>
                      </a:lnTo>
                      <a:lnTo>
                        <a:pt x="716280" y="241935"/>
                      </a:lnTo>
                      <a:lnTo>
                        <a:pt x="695325" y="253365"/>
                      </a:lnTo>
                      <a:lnTo>
                        <a:pt x="685800" y="272415"/>
                      </a:lnTo>
                      <a:lnTo>
                        <a:pt x="681990" y="293370"/>
                      </a:lnTo>
                      <a:lnTo>
                        <a:pt x="694274" y="317566"/>
                      </a:lnTo>
                      <a:lnTo>
                        <a:pt x="706557" y="358908"/>
                      </a:lnTo>
                      <a:lnTo>
                        <a:pt x="711989" y="386147"/>
                      </a:lnTo>
                      <a:lnTo>
                        <a:pt x="691515" y="419100"/>
                      </a:lnTo>
                      <a:lnTo>
                        <a:pt x="668655" y="443865"/>
                      </a:lnTo>
                      <a:lnTo>
                        <a:pt x="638175" y="466725"/>
                      </a:lnTo>
                      <a:lnTo>
                        <a:pt x="611505" y="466725"/>
                      </a:lnTo>
                      <a:lnTo>
                        <a:pt x="586740" y="470535"/>
                      </a:lnTo>
                      <a:lnTo>
                        <a:pt x="591119" y="501869"/>
                      </a:lnTo>
                      <a:lnTo>
                        <a:pt x="593593" y="548726"/>
                      </a:lnTo>
                      <a:cubicBezTo>
                        <a:pt x="592892" y="576344"/>
                        <a:pt x="575814" y="575301"/>
                        <a:pt x="575113" y="602919"/>
                      </a:cubicBezTo>
                      <a:lnTo>
                        <a:pt x="532916" y="615884"/>
                      </a:lnTo>
                      <a:lnTo>
                        <a:pt x="517962" y="668458"/>
                      </a:lnTo>
                      <a:lnTo>
                        <a:pt x="483671" y="699989"/>
                      </a:lnTo>
                      <a:lnTo>
                        <a:pt x="445088" y="754380"/>
                      </a:lnTo>
                      <a:lnTo>
                        <a:pt x="384043" y="806185"/>
                      </a:lnTo>
                      <a:lnTo>
                        <a:pt x="318135" y="794385"/>
                      </a:lnTo>
                      <a:lnTo>
                        <a:pt x="268605" y="796290"/>
                      </a:lnTo>
                      <a:lnTo>
                        <a:pt x="179070" y="781050"/>
                      </a:lnTo>
                      <a:lnTo>
                        <a:pt x="158115" y="781050"/>
                      </a:lnTo>
                      <a:lnTo>
                        <a:pt x="68580" y="744855"/>
                      </a:lnTo>
                      <a:lnTo>
                        <a:pt x="36195" y="741045"/>
                      </a:lnTo>
                      <a:lnTo>
                        <a:pt x="5715" y="727710"/>
                      </a:lnTo>
                      <a:lnTo>
                        <a:pt x="0" y="691515"/>
                      </a:lnTo>
                      <a:lnTo>
                        <a:pt x="22860" y="664845"/>
                      </a:lnTo>
                      <a:lnTo>
                        <a:pt x="62865" y="630555"/>
                      </a:lnTo>
                      <a:lnTo>
                        <a:pt x="93345" y="628650"/>
                      </a:lnTo>
                      <a:lnTo>
                        <a:pt x="104775" y="615315"/>
                      </a:lnTo>
                      <a:lnTo>
                        <a:pt x="110490" y="573405"/>
                      </a:lnTo>
                      <a:lnTo>
                        <a:pt x="148590" y="552450"/>
                      </a:lnTo>
                      <a:lnTo>
                        <a:pt x="188595" y="518160"/>
                      </a:lnTo>
                      <a:lnTo>
                        <a:pt x="224790" y="481965"/>
                      </a:lnTo>
                      <a:lnTo>
                        <a:pt x="249555" y="432435"/>
                      </a:lnTo>
                      <a:lnTo>
                        <a:pt x="251460" y="403860"/>
                      </a:lnTo>
                      <a:lnTo>
                        <a:pt x="276225" y="363855"/>
                      </a:lnTo>
                      <a:lnTo>
                        <a:pt x="257175" y="329565"/>
                      </a:lnTo>
                      <a:lnTo>
                        <a:pt x="234315" y="321945"/>
                      </a:lnTo>
                      <a:lnTo>
                        <a:pt x="238125" y="293370"/>
                      </a:lnTo>
                      <a:lnTo>
                        <a:pt x="205740" y="264795"/>
                      </a:lnTo>
                      <a:lnTo>
                        <a:pt x="182880" y="243840"/>
                      </a:lnTo>
                      <a:lnTo>
                        <a:pt x="182880" y="209550"/>
                      </a:lnTo>
                      <a:lnTo>
                        <a:pt x="196215" y="173355"/>
                      </a:lnTo>
                      <a:lnTo>
                        <a:pt x="217170" y="146685"/>
                      </a:lnTo>
                      <a:lnTo>
                        <a:pt x="207645" y="116205"/>
                      </a:lnTo>
                      <a:lnTo>
                        <a:pt x="167640" y="114300"/>
                      </a:lnTo>
                      <a:lnTo>
                        <a:pt x="131445" y="104775"/>
                      </a:lnTo>
                      <a:lnTo>
                        <a:pt x="104775" y="93345"/>
                      </a:lnTo>
                      <a:lnTo>
                        <a:pt x="99060" y="74295"/>
                      </a:lnTo>
                      <a:lnTo>
                        <a:pt x="99060" y="59055"/>
                      </a:lnTo>
                      <a:lnTo>
                        <a:pt x="120015" y="60960"/>
                      </a:lnTo>
                      <a:lnTo>
                        <a:pt x="131445" y="80010"/>
                      </a:lnTo>
                      <a:lnTo>
                        <a:pt x="171450" y="83820"/>
                      </a:lnTo>
                      <a:lnTo>
                        <a:pt x="222885" y="89535"/>
                      </a:lnTo>
                      <a:lnTo>
                        <a:pt x="253365" y="85725"/>
                      </a:lnTo>
                      <a:lnTo>
                        <a:pt x="274320" y="66675"/>
                      </a:lnTo>
                      <a:lnTo>
                        <a:pt x="280035" y="45720"/>
                      </a:lnTo>
                      <a:lnTo>
                        <a:pt x="281940" y="24765"/>
                      </a:lnTo>
                      <a:lnTo>
                        <a:pt x="281940" y="24765"/>
                      </a:lnTo>
                      <a:lnTo>
                        <a:pt x="287655" y="0"/>
                      </a:lnTo>
                      <a:lnTo>
                        <a:pt x="304800" y="30480"/>
                      </a:lnTo>
                      <a:lnTo>
                        <a:pt x="329565" y="30480"/>
                      </a:lnTo>
                      <a:lnTo>
                        <a:pt x="348615" y="64770"/>
                      </a:lnTo>
                      <a:lnTo>
                        <a:pt x="371475" y="76200"/>
                      </a:lnTo>
                      <a:lnTo>
                        <a:pt x="394335" y="66675"/>
                      </a:lnTo>
                      <a:lnTo>
                        <a:pt x="426720" y="64770"/>
                      </a:lnTo>
                      <a:lnTo>
                        <a:pt x="445770" y="64770"/>
                      </a:lnTo>
                      <a:lnTo>
                        <a:pt x="493395" y="97155"/>
                      </a:lnTo>
                      <a:lnTo>
                        <a:pt x="512445" y="127635"/>
                      </a:lnTo>
                      <a:lnTo>
                        <a:pt x="535305" y="139065"/>
                      </a:lnTo>
                      <a:lnTo>
                        <a:pt x="569595" y="131445"/>
                      </a:lnTo>
                      <a:lnTo>
                        <a:pt x="579120" y="116205"/>
                      </a:lnTo>
                      <a:lnTo>
                        <a:pt x="588645" y="93345"/>
                      </a:lnTo>
                      <a:lnTo>
                        <a:pt x="611505" y="81915"/>
                      </a:lnTo>
                      <a:lnTo>
                        <a:pt x="626745" y="78105"/>
                      </a:lnTo>
                      <a:lnTo>
                        <a:pt x="655320" y="80010"/>
                      </a:lnTo>
                      <a:lnTo>
                        <a:pt x="697230" y="38100"/>
                      </a:lnTo>
                      <a:close/>
                    </a:path>
                  </a:pathLst>
                </a:cu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700">
                    <a:ln>
                      <a:solidFill>
                        <a:schemeClr val="accent1">
                          <a:alpha val="0"/>
                        </a:schemeClr>
                      </a:solidFill>
                    </a:ln>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77" name="연수구">
                  <a:extLst>
                    <a:ext uri="{FF2B5EF4-FFF2-40B4-BE49-F238E27FC236}">
                      <a16:creationId xmlns:a16="http://schemas.microsoft.com/office/drawing/2014/main" id="{7D5586FB-01F9-E631-DECB-0FA068CCD440}"/>
                    </a:ext>
                  </a:extLst>
                </p:cNvPr>
                <p:cNvSpPr/>
                <p:nvPr/>
              </p:nvSpPr>
              <p:spPr>
                <a:xfrm>
                  <a:off x="5139690" y="5680710"/>
                  <a:ext cx="821055" cy="777240"/>
                </a:xfrm>
                <a:custGeom>
                  <a:avLst/>
                  <a:gdLst>
                    <a:gd name="connsiteX0" fmla="*/ 312420 w 821055"/>
                    <a:gd name="connsiteY0" fmla="*/ 81915 h 777240"/>
                    <a:gd name="connsiteX1" fmla="*/ 257175 w 821055"/>
                    <a:gd name="connsiteY1" fmla="*/ 87630 h 777240"/>
                    <a:gd name="connsiteX2" fmla="*/ 200025 w 821055"/>
                    <a:gd name="connsiteY2" fmla="*/ 93345 h 777240"/>
                    <a:gd name="connsiteX3" fmla="*/ 171450 w 821055"/>
                    <a:gd name="connsiteY3" fmla="*/ 87630 h 777240"/>
                    <a:gd name="connsiteX4" fmla="*/ 152400 w 821055"/>
                    <a:gd name="connsiteY4" fmla="*/ 87630 h 777240"/>
                    <a:gd name="connsiteX5" fmla="*/ 133350 w 821055"/>
                    <a:gd name="connsiteY5" fmla="*/ 76200 h 777240"/>
                    <a:gd name="connsiteX6" fmla="*/ 116205 w 821055"/>
                    <a:gd name="connsiteY6" fmla="*/ 60960 h 777240"/>
                    <a:gd name="connsiteX7" fmla="*/ 110490 w 821055"/>
                    <a:gd name="connsiteY7" fmla="*/ 36195 h 777240"/>
                    <a:gd name="connsiteX8" fmla="*/ 95250 w 821055"/>
                    <a:gd name="connsiteY8" fmla="*/ 41910 h 777240"/>
                    <a:gd name="connsiteX9" fmla="*/ 87630 w 821055"/>
                    <a:gd name="connsiteY9" fmla="*/ 70485 h 777240"/>
                    <a:gd name="connsiteX10" fmla="*/ 95250 w 821055"/>
                    <a:gd name="connsiteY10" fmla="*/ 106680 h 777240"/>
                    <a:gd name="connsiteX11" fmla="*/ 125730 w 821055"/>
                    <a:gd name="connsiteY11" fmla="*/ 121920 h 777240"/>
                    <a:gd name="connsiteX12" fmla="*/ 116205 w 821055"/>
                    <a:gd name="connsiteY12" fmla="*/ 140970 h 777240"/>
                    <a:gd name="connsiteX13" fmla="*/ 78105 w 821055"/>
                    <a:gd name="connsiteY13" fmla="*/ 137160 h 777240"/>
                    <a:gd name="connsiteX14" fmla="*/ 57150 w 821055"/>
                    <a:gd name="connsiteY14" fmla="*/ 120015 h 777240"/>
                    <a:gd name="connsiteX15" fmla="*/ 41910 w 821055"/>
                    <a:gd name="connsiteY15" fmla="*/ 100965 h 777240"/>
                    <a:gd name="connsiteX16" fmla="*/ 28575 w 821055"/>
                    <a:gd name="connsiteY16" fmla="*/ 53340 h 777240"/>
                    <a:gd name="connsiteX17" fmla="*/ 20955 w 821055"/>
                    <a:gd name="connsiteY17" fmla="*/ 34290 h 777240"/>
                    <a:gd name="connsiteX18" fmla="*/ 0 w 821055"/>
                    <a:gd name="connsiteY18" fmla="*/ 55245 h 777240"/>
                    <a:gd name="connsiteX19" fmla="*/ 13335 w 821055"/>
                    <a:gd name="connsiteY19" fmla="*/ 89535 h 777240"/>
                    <a:gd name="connsiteX20" fmla="*/ 13335 w 821055"/>
                    <a:gd name="connsiteY20" fmla="*/ 123825 h 777240"/>
                    <a:gd name="connsiteX21" fmla="*/ 26670 w 821055"/>
                    <a:gd name="connsiteY21" fmla="*/ 148590 h 777240"/>
                    <a:gd name="connsiteX22" fmla="*/ 49530 w 821055"/>
                    <a:gd name="connsiteY22" fmla="*/ 175260 h 777240"/>
                    <a:gd name="connsiteX23" fmla="*/ 87630 w 821055"/>
                    <a:gd name="connsiteY23" fmla="*/ 173355 h 777240"/>
                    <a:gd name="connsiteX24" fmla="*/ 116205 w 821055"/>
                    <a:gd name="connsiteY24" fmla="*/ 173355 h 777240"/>
                    <a:gd name="connsiteX25" fmla="*/ 129540 w 821055"/>
                    <a:gd name="connsiteY25" fmla="*/ 182880 h 777240"/>
                    <a:gd name="connsiteX26" fmla="*/ 150495 w 821055"/>
                    <a:gd name="connsiteY26" fmla="*/ 203835 h 777240"/>
                    <a:gd name="connsiteX27" fmla="*/ 152400 w 821055"/>
                    <a:gd name="connsiteY27" fmla="*/ 226695 h 777240"/>
                    <a:gd name="connsiteX28" fmla="*/ 150495 w 821055"/>
                    <a:gd name="connsiteY28" fmla="*/ 251460 h 777240"/>
                    <a:gd name="connsiteX29" fmla="*/ 131445 w 821055"/>
                    <a:gd name="connsiteY29" fmla="*/ 270510 h 777240"/>
                    <a:gd name="connsiteX30" fmla="*/ 133350 w 821055"/>
                    <a:gd name="connsiteY30" fmla="*/ 295275 h 777240"/>
                    <a:gd name="connsiteX31" fmla="*/ 135255 w 821055"/>
                    <a:gd name="connsiteY31" fmla="*/ 320040 h 777240"/>
                    <a:gd name="connsiteX32" fmla="*/ 154305 w 821055"/>
                    <a:gd name="connsiteY32" fmla="*/ 358140 h 777240"/>
                    <a:gd name="connsiteX33" fmla="*/ 154305 w 821055"/>
                    <a:gd name="connsiteY33" fmla="*/ 411480 h 777240"/>
                    <a:gd name="connsiteX34" fmla="*/ 148590 w 821055"/>
                    <a:gd name="connsiteY34" fmla="*/ 461010 h 777240"/>
                    <a:gd name="connsiteX35" fmla="*/ 131445 w 821055"/>
                    <a:gd name="connsiteY35" fmla="*/ 523875 h 777240"/>
                    <a:gd name="connsiteX36" fmla="*/ 135255 w 821055"/>
                    <a:gd name="connsiteY36" fmla="*/ 552450 h 777240"/>
                    <a:gd name="connsiteX37" fmla="*/ 120015 w 821055"/>
                    <a:gd name="connsiteY37" fmla="*/ 573405 h 777240"/>
                    <a:gd name="connsiteX38" fmla="*/ 120015 w 821055"/>
                    <a:gd name="connsiteY38" fmla="*/ 609600 h 777240"/>
                    <a:gd name="connsiteX39" fmla="*/ 150495 w 821055"/>
                    <a:gd name="connsiteY39" fmla="*/ 621030 h 777240"/>
                    <a:gd name="connsiteX40" fmla="*/ 182880 w 821055"/>
                    <a:gd name="connsiteY40" fmla="*/ 661035 h 777240"/>
                    <a:gd name="connsiteX41" fmla="*/ 180975 w 821055"/>
                    <a:gd name="connsiteY41" fmla="*/ 725805 h 777240"/>
                    <a:gd name="connsiteX42" fmla="*/ 201930 w 821055"/>
                    <a:gd name="connsiteY42" fmla="*/ 756285 h 777240"/>
                    <a:gd name="connsiteX43" fmla="*/ 247650 w 821055"/>
                    <a:gd name="connsiteY43" fmla="*/ 775335 h 777240"/>
                    <a:gd name="connsiteX44" fmla="*/ 340995 w 821055"/>
                    <a:gd name="connsiteY44" fmla="*/ 769620 h 777240"/>
                    <a:gd name="connsiteX45" fmla="*/ 426720 w 821055"/>
                    <a:gd name="connsiteY45" fmla="*/ 777240 h 777240"/>
                    <a:gd name="connsiteX46" fmla="*/ 470535 w 821055"/>
                    <a:gd name="connsiteY46" fmla="*/ 771525 h 777240"/>
                    <a:gd name="connsiteX47" fmla="*/ 504825 w 821055"/>
                    <a:gd name="connsiteY47" fmla="*/ 729615 h 777240"/>
                    <a:gd name="connsiteX48" fmla="*/ 560070 w 821055"/>
                    <a:gd name="connsiteY48" fmla="*/ 695325 h 777240"/>
                    <a:gd name="connsiteX49" fmla="*/ 601980 w 821055"/>
                    <a:gd name="connsiteY49" fmla="*/ 649605 h 777240"/>
                    <a:gd name="connsiteX50" fmla="*/ 683895 w 821055"/>
                    <a:gd name="connsiteY50" fmla="*/ 588645 h 777240"/>
                    <a:gd name="connsiteX51" fmla="*/ 760095 w 821055"/>
                    <a:gd name="connsiteY51" fmla="*/ 544830 h 777240"/>
                    <a:gd name="connsiteX52" fmla="*/ 782955 w 821055"/>
                    <a:gd name="connsiteY52" fmla="*/ 504825 h 777240"/>
                    <a:gd name="connsiteX53" fmla="*/ 821055 w 821055"/>
                    <a:gd name="connsiteY53" fmla="*/ 466725 h 777240"/>
                    <a:gd name="connsiteX54" fmla="*/ 767715 w 821055"/>
                    <a:gd name="connsiteY54" fmla="*/ 468630 h 777240"/>
                    <a:gd name="connsiteX55" fmla="*/ 704850 w 821055"/>
                    <a:gd name="connsiteY55" fmla="*/ 451485 h 777240"/>
                    <a:gd name="connsiteX56" fmla="*/ 662940 w 821055"/>
                    <a:gd name="connsiteY56" fmla="*/ 451485 h 777240"/>
                    <a:gd name="connsiteX57" fmla="*/ 603885 w 821055"/>
                    <a:gd name="connsiteY57" fmla="*/ 424815 h 777240"/>
                    <a:gd name="connsiteX58" fmla="*/ 563880 w 821055"/>
                    <a:gd name="connsiteY58" fmla="*/ 413385 h 777240"/>
                    <a:gd name="connsiteX59" fmla="*/ 531495 w 821055"/>
                    <a:gd name="connsiteY59" fmla="*/ 411480 h 777240"/>
                    <a:gd name="connsiteX60" fmla="*/ 510540 w 821055"/>
                    <a:gd name="connsiteY60" fmla="*/ 388620 h 777240"/>
                    <a:gd name="connsiteX61" fmla="*/ 501015 w 821055"/>
                    <a:gd name="connsiteY61" fmla="*/ 344805 h 777240"/>
                    <a:gd name="connsiteX62" fmla="*/ 514350 w 821055"/>
                    <a:gd name="connsiteY62" fmla="*/ 312420 h 777240"/>
                    <a:gd name="connsiteX63" fmla="*/ 571500 w 821055"/>
                    <a:gd name="connsiteY63" fmla="*/ 268605 h 777240"/>
                    <a:gd name="connsiteX64" fmla="*/ 607695 w 821055"/>
                    <a:gd name="connsiteY64" fmla="*/ 266700 h 777240"/>
                    <a:gd name="connsiteX65" fmla="*/ 611505 w 821055"/>
                    <a:gd name="connsiteY65" fmla="*/ 245745 h 777240"/>
                    <a:gd name="connsiteX66" fmla="*/ 613410 w 821055"/>
                    <a:gd name="connsiteY66" fmla="*/ 217170 h 777240"/>
                    <a:gd name="connsiteX67" fmla="*/ 647700 w 821055"/>
                    <a:gd name="connsiteY67" fmla="*/ 198120 h 777240"/>
                    <a:gd name="connsiteX68" fmla="*/ 710565 w 821055"/>
                    <a:gd name="connsiteY68" fmla="*/ 150495 h 777240"/>
                    <a:gd name="connsiteX69" fmla="*/ 739140 w 821055"/>
                    <a:gd name="connsiteY69" fmla="*/ 110490 h 777240"/>
                    <a:gd name="connsiteX70" fmla="*/ 752475 w 821055"/>
                    <a:gd name="connsiteY70" fmla="*/ 83820 h 777240"/>
                    <a:gd name="connsiteX71" fmla="*/ 752475 w 821055"/>
                    <a:gd name="connsiteY71" fmla="*/ 53340 h 777240"/>
                    <a:gd name="connsiteX72" fmla="*/ 769620 w 821055"/>
                    <a:gd name="connsiteY72" fmla="*/ 34290 h 777240"/>
                    <a:gd name="connsiteX73" fmla="*/ 769620 w 821055"/>
                    <a:gd name="connsiteY73" fmla="*/ 13335 h 777240"/>
                    <a:gd name="connsiteX74" fmla="*/ 746760 w 821055"/>
                    <a:gd name="connsiteY74" fmla="*/ 0 h 777240"/>
                    <a:gd name="connsiteX75" fmla="*/ 723900 w 821055"/>
                    <a:gd name="connsiteY75" fmla="*/ 13335 h 777240"/>
                    <a:gd name="connsiteX76" fmla="*/ 725805 w 821055"/>
                    <a:gd name="connsiteY76" fmla="*/ 40005 h 777240"/>
                    <a:gd name="connsiteX77" fmla="*/ 693420 w 821055"/>
                    <a:gd name="connsiteY77" fmla="*/ 62865 h 777240"/>
                    <a:gd name="connsiteX78" fmla="*/ 664845 w 821055"/>
                    <a:gd name="connsiteY78" fmla="*/ 55245 h 777240"/>
                    <a:gd name="connsiteX79" fmla="*/ 643890 w 821055"/>
                    <a:gd name="connsiteY79" fmla="*/ 60960 h 777240"/>
                    <a:gd name="connsiteX80" fmla="*/ 636270 w 821055"/>
                    <a:gd name="connsiteY80" fmla="*/ 89535 h 777240"/>
                    <a:gd name="connsiteX81" fmla="*/ 607695 w 821055"/>
                    <a:gd name="connsiteY81" fmla="*/ 99060 h 777240"/>
                    <a:gd name="connsiteX82" fmla="*/ 579120 w 821055"/>
                    <a:gd name="connsiteY82" fmla="*/ 89535 h 777240"/>
                    <a:gd name="connsiteX83" fmla="*/ 548640 w 821055"/>
                    <a:gd name="connsiteY83" fmla="*/ 78105 h 777240"/>
                    <a:gd name="connsiteX84" fmla="*/ 527685 w 821055"/>
                    <a:gd name="connsiteY84" fmla="*/ 53340 h 777240"/>
                    <a:gd name="connsiteX85" fmla="*/ 510540 w 821055"/>
                    <a:gd name="connsiteY85" fmla="*/ 40005 h 777240"/>
                    <a:gd name="connsiteX86" fmla="*/ 480060 w 821055"/>
                    <a:gd name="connsiteY86" fmla="*/ 38100 h 777240"/>
                    <a:gd name="connsiteX87" fmla="*/ 434340 w 821055"/>
                    <a:gd name="connsiteY87" fmla="*/ 30480 h 777240"/>
                    <a:gd name="connsiteX88" fmla="*/ 401955 w 821055"/>
                    <a:gd name="connsiteY88" fmla="*/ 32385 h 777240"/>
                    <a:gd name="connsiteX89" fmla="*/ 379095 w 821055"/>
                    <a:gd name="connsiteY89" fmla="*/ 45720 h 777240"/>
                    <a:gd name="connsiteX90" fmla="*/ 369570 w 821055"/>
                    <a:gd name="connsiteY90" fmla="*/ 70485 h 777240"/>
                    <a:gd name="connsiteX91" fmla="*/ 312420 w 821055"/>
                    <a:gd name="connsiteY91" fmla="*/ 81915 h 777240"/>
                    <a:gd name="connsiteX0" fmla="*/ 318135 w 821055"/>
                    <a:gd name="connsiteY0" fmla="*/ 89535 h 777240"/>
                    <a:gd name="connsiteX1" fmla="*/ 257175 w 821055"/>
                    <a:gd name="connsiteY1" fmla="*/ 87630 h 777240"/>
                    <a:gd name="connsiteX2" fmla="*/ 200025 w 821055"/>
                    <a:gd name="connsiteY2" fmla="*/ 93345 h 777240"/>
                    <a:gd name="connsiteX3" fmla="*/ 171450 w 821055"/>
                    <a:gd name="connsiteY3" fmla="*/ 87630 h 777240"/>
                    <a:gd name="connsiteX4" fmla="*/ 152400 w 821055"/>
                    <a:gd name="connsiteY4" fmla="*/ 87630 h 777240"/>
                    <a:gd name="connsiteX5" fmla="*/ 133350 w 821055"/>
                    <a:gd name="connsiteY5" fmla="*/ 76200 h 777240"/>
                    <a:gd name="connsiteX6" fmla="*/ 116205 w 821055"/>
                    <a:gd name="connsiteY6" fmla="*/ 60960 h 777240"/>
                    <a:gd name="connsiteX7" fmla="*/ 110490 w 821055"/>
                    <a:gd name="connsiteY7" fmla="*/ 36195 h 777240"/>
                    <a:gd name="connsiteX8" fmla="*/ 95250 w 821055"/>
                    <a:gd name="connsiteY8" fmla="*/ 41910 h 777240"/>
                    <a:gd name="connsiteX9" fmla="*/ 87630 w 821055"/>
                    <a:gd name="connsiteY9" fmla="*/ 70485 h 777240"/>
                    <a:gd name="connsiteX10" fmla="*/ 95250 w 821055"/>
                    <a:gd name="connsiteY10" fmla="*/ 106680 h 777240"/>
                    <a:gd name="connsiteX11" fmla="*/ 125730 w 821055"/>
                    <a:gd name="connsiteY11" fmla="*/ 121920 h 777240"/>
                    <a:gd name="connsiteX12" fmla="*/ 116205 w 821055"/>
                    <a:gd name="connsiteY12" fmla="*/ 140970 h 777240"/>
                    <a:gd name="connsiteX13" fmla="*/ 78105 w 821055"/>
                    <a:gd name="connsiteY13" fmla="*/ 137160 h 777240"/>
                    <a:gd name="connsiteX14" fmla="*/ 57150 w 821055"/>
                    <a:gd name="connsiteY14" fmla="*/ 120015 h 777240"/>
                    <a:gd name="connsiteX15" fmla="*/ 41910 w 821055"/>
                    <a:gd name="connsiteY15" fmla="*/ 100965 h 777240"/>
                    <a:gd name="connsiteX16" fmla="*/ 28575 w 821055"/>
                    <a:gd name="connsiteY16" fmla="*/ 53340 h 777240"/>
                    <a:gd name="connsiteX17" fmla="*/ 20955 w 821055"/>
                    <a:gd name="connsiteY17" fmla="*/ 34290 h 777240"/>
                    <a:gd name="connsiteX18" fmla="*/ 0 w 821055"/>
                    <a:gd name="connsiteY18" fmla="*/ 55245 h 777240"/>
                    <a:gd name="connsiteX19" fmla="*/ 13335 w 821055"/>
                    <a:gd name="connsiteY19" fmla="*/ 89535 h 777240"/>
                    <a:gd name="connsiteX20" fmla="*/ 13335 w 821055"/>
                    <a:gd name="connsiteY20" fmla="*/ 123825 h 777240"/>
                    <a:gd name="connsiteX21" fmla="*/ 26670 w 821055"/>
                    <a:gd name="connsiteY21" fmla="*/ 148590 h 777240"/>
                    <a:gd name="connsiteX22" fmla="*/ 49530 w 821055"/>
                    <a:gd name="connsiteY22" fmla="*/ 175260 h 777240"/>
                    <a:gd name="connsiteX23" fmla="*/ 87630 w 821055"/>
                    <a:gd name="connsiteY23" fmla="*/ 173355 h 777240"/>
                    <a:gd name="connsiteX24" fmla="*/ 116205 w 821055"/>
                    <a:gd name="connsiteY24" fmla="*/ 173355 h 777240"/>
                    <a:gd name="connsiteX25" fmla="*/ 129540 w 821055"/>
                    <a:gd name="connsiteY25" fmla="*/ 182880 h 777240"/>
                    <a:gd name="connsiteX26" fmla="*/ 150495 w 821055"/>
                    <a:gd name="connsiteY26" fmla="*/ 203835 h 777240"/>
                    <a:gd name="connsiteX27" fmla="*/ 152400 w 821055"/>
                    <a:gd name="connsiteY27" fmla="*/ 226695 h 777240"/>
                    <a:gd name="connsiteX28" fmla="*/ 150495 w 821055"/>
                    <a:gd name="connsiteY28" fmla="*/ 251460 h 777240"/>
                    <a:gd name="connsiteX29" fmla="*/ 131445 w 821055"/>
                    <a:gd name="connsiteY29" fmla="*/ 270510 h 777240"/>
                    <a:gd name="connsiteX30" fmla="*/ 133350 w 821055"/>
                    <a:gd name="connsiteY30" fmla="*/ 295275 h 777240"/>
                    <a:gd name="connsiteX31" fmla="*/ 135255 w 821055"/>
                    <a:gd name="connsiteY31" fmla="*/ 320040 h 777240"/>
                    <a:gd name="connsiteX32" fmla="*/ 154305 w 821055"/>
                    <a:gd name="connsiteY32" fmla="*/ 358140 h 777240"/>
                    <a:gd name="connsiteX33" fmla="*/ 154305 w 821055"/>
                    <a:gd name="connsiteY33" fmla="*/ 411480 h 777240"/>
                    <a:gd name="connsiteX34" fmla="*/ 148590 w 821055"/>
                    <a:gd name="connsiteY34" fmla="*/ 461010 h 777240"/>
                    <a:gd name="connsiteX35" fmla="*/ 131445 w 821055"/>
                    <a:gd name="connsiteY35" fmla="*/ 523875 h 777240"/>
                    <a:gd name="connsiteX36" fmla="*/ 135255 w 821055"/>
                    <a:gd name="connsiteY36" fmla="*/ 552450 h 777240"/>
                    <a:gd name="connsiteX37" fmla="*/ 120015 w 821055"/>
                    <a:gd name="connsiteY37" fmla="*/ 573405 h 777240"/>
                    <a:gd name="connsiteX38" fmla="*/ 120015 w 821055"/>
                    <a:gd name="connsiteY38" fmla="*/ 609600 h 777240"/>
                    <a:gd name="connsiteX39" fmla="*/ 150495 w 821055"/>
                    <a:gd name="connsiteY39" fmla="*/ 621030 h 777240"/>
                    <a:gd name="connsiteX40" fmla="*/ 182880 w 821055"/>
                    <a:gd name="connsiteY40" fmla="*/ 661035 h 777240"/>
                    <a:gd name="connsiteX41" fmla="*/ 180975 w 821055"/>
                    <a:gd name="connsiteY41" fmla="*/ 725805 h 777240"/>
                    <a:gd name="connsiteX42" fmla="*/ 201930 w 821055"/>
                    <a:gd name="connsiteY42" fmla="*/ 756285 h 777240"/>
                    <a:gd name="connsiteX43" fmla="*/ 247650 w 821055"/>
                    <a:gd name="connsiteY43" fmla="*/ 775335 h 777240"/>
                    <a:gd name="connsiteX44" fmla="*/ 340995 w 821055"/>
                    <a:gd name="connsiteY44" fmla="*/ 769620 h 777240"/>
                    <a:gd name="connsiteX45" fmla="*/ 426720 w 821055"/>
                    <a:gd name="connsiteY45" fmla="*/ 777240 h 777240"/>
                    <a:gd name="connsiteX46" fmla="*/ 470535 w 821055"/>
                    <a:gd name="connsiteY46" fmla="*/ 771525 h 777240"/>
                    <a:gd name="connsiteX47" fmla="*/ 504825 w 821055"/>
                    <a:gd name="connsiteY47" fmla="*/ 729615 h 777240"/>
                    <a:gd name="connsiteX48" fmla="*/ 560070 w 821055"/>
                    <a:gd name="connsiteY48" fmla="*/ 695325 h 777240"/>
                    <a:gd name="connsiteX49" fmla="*/ 601980 w 821055"/>
                    <a:gd name="connsiteY49" fmla="*/ 649605 h 777240"/>
                    <a:gd name="connsiteX50" fmla="*/ 683895 w 821055"/>
                    <a:gd name="connsiteY50" fmla="*/ 588645 h 777240"/>
                    <a:gd name="connsiteX51" fmla="*/ 760095 w 821055"/>
                    <a:gd name="connsiteY51" fmla="*/ 544830 h 777240"/>
                    <a:gd name="connsiteX52" fmla="*/ 782955 w 821055"/>
                    <a:gd name="connsiteY52" fmla="*/ 504825 h 777240"/>
                    <a:gd name="connsiteX53" fmla="*/ 821055 w 821055"/>
                    <a:gd name="connsiteY53" fmla="*/ 466725 h 777240"/>
                    <a:gd name="connsiteX54" fmla="*/ 767715 w 821055"/>
                    <a:gd name="connsiteY54" fmla="*/ 468630 h 777240"/>
                    <a:gd name="connsiteX55" fmla="*/ 704850 w 821055"/>
                    <a:gd name="connsiteY55" fmla="*/ 451485 h 777240"/>
                    <a:gd name="connsiteX56" fmla="*/ 662940 w 821055"/>
                    <a:gd name="connsiteY56" fmla="*/ 451485 h 777240"/>
                    <a:gd name="connsiteX57" fmla="*/ 603885 w 821055"/>
                    <a:gd name="connsiteY57" fmla="*/ 424815 h 777240"/>
                    <a:gd name="connsiteX58" fmla="*/ 563880 w 821055"/>
                    <a:gd name="connsiteY58" fmla="*/ 413385 h 777240"/>
                    <a:gd name="connsiteX59" fmla="*/ 531495 w 821055"/>
                    <a:gd name="connsiteY59" fmla="*/ 411480 h 777240"/>
                    <a:gd name="connsiteX60" fmla="*/ 510540 w 821055"/>
                    <a:gd name="connsiteY60" fmla="*/ 388620 h 777240"/>
                    <a:gd name="connsiteX61" fmla="*/ 501015 w 821055"/>
                    <a:gd name="connsiteY61" fmla="*/ 344805 h 777240"/>
                    <a:gd name="connsiteX62" fmla="*/ 514350 w 821055"/>
                    <a:gd name="connsiteY62" fmla="*/ 312420 h 777240"/>
                    <a:gd name="connsiteX63" fmla="*/ 571500 w 821055"/>
                    <a:gd name="connsiteY63" fmla="*/ 268605 h 777240"/>
                    <a:gd name="connsiteX64" fmla="*/ 607695 w 821055"/>
                    <a:gd name="connsiteY64" fmla="*/ 266700 h 777240"/>
                    <a:gd name="connsiteX65" fmla="*/ 611505 w 821055"/>
                    <a:gd name="connsiteY65" fmla="*/ 245745 h 777240"/>
                    <a:gd name="connsiteX66" fmla="*/ 613410 w 821055"/>
                    <a:gd name="connsiteY66" fmla="*/ 217170 h 777240"/>
                    <a:gd name="connsiteX67" fmla="*/ 647700 w 821055"/>
                    <a:gd name="connsiteY67" fmla="*/ 198120 h 777240"/>
                    <a:gd name="connsiteX68" fmla="*/ 710565 w 821055"/>
                    <a:gd name="connsiteY68" fmla="*/ 150495 h 777240"/>
                    <a:gd name="connsiteX69" fmla="*/ 739140 w 821055"/>
                    <a:gd name="connsiteY69" fmla="*/ 110490 h 777240"/>
                    <a:gd name="connsiteX70" fmla="*/ 752475 w 821055"/>
                    <a:gd name="connsiteY70" fmla="*/ 83820 h 777240"/>
                    <a:gd name="connsiteX71" fmla="*/ 752475 w 821055"/>
                    <a:gd name="connsiteY71" fmla="*/ 53340 h 777240"/>
                    <a:gd name="connsiteX72" fmla="*/ 769620 w 821055"/>
                    <a:gd name="connsiteY72" fmla="*/ 34290 h 777240"/>
                    <a:gd name="connsiteX73" fmla="*/ 769620 w 821055"/>
                    <a:gd name="connsiteY73" fmla="*/ 13335 h 777240"/>
                    <a:gd name="connsiteX74" fmla="*/ 746760 w 821055"/>
                    <a:gd name="connsiteY74" fmla="*/ 0 h 777240"/>
                    <a:gd name="connsiteX75" fmla="*/ 723900 w 821055"/>
                    <a:gd name="connsiteY75" fmla="*/ 13335 h 777240"/>
                    <a:gd name="connsiteX76" fmla="*/ 725805 w 821055"/>
                    <a:gd name="connsiteY76" fmla="*/ 40005 h 777240"/>
                    <a:gd name="connsiteX77" fmla="*/ 693420 w 821055"/>
                    <a:gd name="connsiteY77" fmla="*/ 62865 h 777240"/>
                    <a:gd name="connsiteX78" fmla="*/ 664845 w 821055"/>
                    <a:gd name="connsiteY78" fmla="*/ 55245 h 777240"/>
                    <a:gd name="connsiteX79" fmla="*/ 643890 w 821055"/>
                    <a:gd name="connsiteY79" fmla="*/ 60960 h 777240"/>
                    <a:gd name="connsiteX80" fmla="*/ 636270 w 821055"/>
                    <a:gd name="connsiteY80" fmla="*/ 89535 h 777240"/>
                    <a:gd name="connsiteX81" fmla="*/ 607695 w 821055"/>
                    <a:gd name="connsiteY81" fmla="*/ 99060 h 777240"/>
                    <a:gd name="connsiteX82" fmla="*/ 579120 w 821055"/>
                    <a:gd name="connsiteY82" fmla="*/ 89535 h 777240"/>
                    <a:gd name="connsiteX83" fmla="*/ 548640 w 821055"/>
                    <a:gd name="connsiteY83" fmla="*/ 78105 h 777240"/>
                    <a:gd name="connsiteX84" fmla="*/ 527685 w 821055"/>
                    <a:gd name="connsiteY84" fmla="*/ 53340 h 777240"/>
                    <a:gd name="connsiteX85" fmla="*/ 510540 w 821055"/>
                    <a:gd name="connsiteY85" fmla="*/ 40005 h 777240"/>
                    <a:gd name="connsiteX86" fmla="*/ 480060 w 821055"/>
                    <a:gd name="connsiteY86" fmla="*/ 38100 h 777240"/>
                    <a:gd name="connsiteX87" fmla="*/ 434340 w 821055"/>
                    <a:gd name="connsiteY87" fmla="*/ 30480 h 777240"/>
                    <a:gd name="connsiteX88" fmla="*/ 401955 w 821055"/>
                    <a:gd name="connsiteY88" fmla="*/ 32385 h 777240"/>
                    <a:gd name="connsiteX89" fmla="*/ 379095 w 821055"/>
                    <a:gd name="connsiteY89" fmla="*/ 45720 h 777240"/>
                    <a:gd name="connsiteX90" fmla="*/ 369570 w 821055"/>
                    <a:gd name="connsiteY90" fmla="*/ 70485 h 777240"/>
                    <a:gd name="connsiteX91" fmla="*/ 318135 w 821055"/>
                    <a:gd name="connsiteY91" fmla="*/ 89535 h 777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821055" h="777240">
                      <a:moveTo>
                        <a:pt x="318135" y="89535"/>
                      </a:moveTo>
                      <a:cubicBezTo>
                        <a:pt x="297815" y="88900"/>
                        <a:pt x="276860" y="86995"/>
                        <a:pt x="257175" y="87630"/>
                      </a:cubicBezTo>
                      <a:cubicBezTo>
                        <a:pt x="237490" y="88265"/>
                        <a:pt x="219075" y="91440"/>
                        <a:pt x="200025" y="93345"/>
                      </a:cubicBezTo>
                      <a:lnTo>
                        <a:pt x="171450" y="87630"/>
                      </a:lnTo>
                      <a:lnTo>
                        <a:pt x="152400" y="87630"/>
                      </a:lnTo>
                      <a:lnTo>
                        <a:pt x="133350" y="76200"/>
                      </a:lnTo>
                      <a:lnTo>
                        <a:pt x="116205" y="60960"/>
                      </a:lnTo>
                      <a:lnTo>
                        <a:pt x="110490" y="36195"/>
                      </a:lnTo>
                      <a:lnTo>
                        <a:pt x="95250" y="41910"/>
                      </a:lnTo>
                      <a:lnTo>
                        <a:pt x="87630" y="70485"/>
                      </a:lnTo>
                      <a:lnTo>
                        <a:pt x="95250" y="106680"/>
                      </a:lnTo>
                      <a:lnTo>
                        <a:pt x="125730" y="121920"/>
                      </a:lnTo>
                      <a:lnTo>
                        <a:pt x="116205" y="140970"/>
                      </a:lnTo>
                      <a:lnTo>
                        <a:pt x="78105" y="137160"/>
                      </a:lnTo>
                      <a:lnTo>
                        <a:pt x="57150" y="120015"/>
                      </a:lnTo>
                      <a:lnTo>
                        <a:pt x="41910" y="100965"/>
                      </a:lnTo>
                      <a:lnTo>
                        <a:pt x="28575" y="53340"/>
                      </a:lnTo>
                      <a:lnTo>
                        <a:pt x="20955" y="34290"/>
                      </a:lnTo>
                      <a:lnTo>
                        <a:pt x="0" y="55245"/>
                      </a:lnTo>
                      <a:lnTo>
                        <a:pt x="13335" y="89535"/>
                      </a:lnTo>
                      <a:lnTo>
                        <a:pt x="13335" y="123825"/>
                      </a:lnTo>
                      <a:lnTo>
                        <a:pt x="26670" y="148590"/>
                      </a:lnTo>
                      <a:lnTo>
                        <a:pt x="49530" y="175260"/>
                      </a:lnTo>
                      <a:lnTo>
                        <a:pt x="87630" y="173355"/>
                      </a:lnTo>
                      <a:lnTo>
                        <a:pt x="116205" y="173355"/>
                      </a:lnTo>
                      <a:lnTo>
                        <a:pt x="129540" y="182880"/>
                      </a:lnTo>
                      <a:lnTo>
                        <a:pt x="150495" y="203835"/>
                      </a:lnTo>
                      <a:lnTo>
                        <a:pt x="152400" y="226695"/>
                      </a:lnTo>
                      <a:lnTo>
                        <a:pt x="150495" y="251460"/>
                      </a:lnTo>
                      <a:lnTo>
                        <a:pt x="131445" y="270510"/>
                      </a:lnTo>
                      <a:lnTo>
                        <a:pt x="133350" y="295275"/>
                      </a:lnTo>
                      <a:lnTo>
                        <a:pt x="135255" y="320040"/>
                      </a:lnTo>
                      <a:lnTo>
                        <a:pt x="154305" y="358140"/>
                      </a:lnTo>
                      <a:lnTo>
                        <a:pt x="154305" y="411480"/>
                      </a:lnTo>
                      <a:lnTo>
                        <a:pt x="148590" y="461010"/>
                      </a:lnTo>
                      <a:lnTo>
                        <a:pt x="131445" y="523875"/>
                      </a:lnTo>
                      <a:lnTo>
                        <a:pt x="135255" y="552450"/>
                      </a:lnTo>
                      <a:lnTo>
                        <a:pt x="120015" y="573405"/>
                      </a:lnTo>
                      <a:lnTo>
                        <a:pt x="120015" y="609600"/>
                      </a:lnTo>
                      <a:lnTo>
                        <a:pt x="150495" y="621030"/>
                      </a:lnTo>
                      <a:lnTo>
                        <a:pt x="182880" y="661035"/>
                      </a:lnTo>
                      <a:lnTo>
                        <a:pt x="180975" y="725805"/>
                      </a:lnTo>
                      <a:lnTo>
                        <a:pt x="201930" y="756285"/>
                      </a:lnTo>
                      <a:lnTo>
                        <a:pt x="247650" y="775335"/>
                      </a:lnTo>
                      <a:lnTo>
                        <a:pt x="340995" y="769620"/>
                      </a:lnTo>
                      <a:lnTo>
                        <a:pt x="426720" y="777240"/>
                      </a:lnTo>
                      <a:lnTo>
                        <a:pt x="470535" y="771525"/>
                      </a:lnTo>
                      <a:lnTo>
                        <a:pt x="504825" y="729615"/>
                      </a:lnTo>
                      <a:lnTo>
                        <a:pt x="560070" y="695325"/>
                      </a:lnTo>
                      <a:lnTo>
                        <a:pt x="601980" y="649605"/>
                      </a:lnTo>
                      <a:lnTo>
                        <a:pt x="683895" y="588645"/>
                      </a:lnTo>
                      <a:lnTo>
                        <a:pt x="760095" y="544830"/>
                      </a:lnTo>
                      <a:lnTo>
                        <a:pt x="782955" y="504825"/>
                      </a:lnTo>
                      <a:lnTo>
                        <a:pt x="821055" y="466725"/>
                      </a:lnTo>
                      <a:lnTo>
                        <a:pt x="767715" y="468630"/>
                      </a:lnTo>
                      <a:lnTo>
                        <a:pt x="704850" y="451485"/>
                      </a:lnTo>
                      <a:lnTo>
                        <a:pt x="662940" y="451485"/>
                      </a:lnTo>
                      <a:lnTo>
                        <a:pt x="603885" y="424815"/>
                      </a:lnTo>
                      <a:lnTo>
                        <a:pt x="563880" y="413385"/>
                      </a:lnTo>
                      <a:lnTo>
                        <a:pt x="531495" y="411480"/>
                      </a:lnTo>
                      <a:lnTo>
                        <a:pt x="510540" y="388620"/>
                      </a:lnTo>
                      <a:lnTo>
                        <a:pt x="501015" y="344805"/>
                      </a:lnTo>
                      <a:lnTo>
                        <a:pt x="514350" y="312420"/>
                      </a:lnTo>
                      <a:lnTo>
                        <a:pt x="571500" y="268605"/>
                      </a:lnTo>
                      <a:lnTo>
                        <a:pt x="607695" y="266700"/>
                      </a:lnTo>
                      <a:lnTo>
                        <a:pt x="611505" y="245745"/>
                      </a:lnTo>
                      <a:lnTo>
                        <a:pt x="613410" y="217170"/>
                      </a:lnTo>
                      <a:lnTo>
                        <a:pt x="647700" y="198120"/>
                      </a:lnTo>
                      <a:lnTo>
                        <a:pt x="710565" y="150495"/>
                      </a:lnTo>
                      <a:lnTo>
                        <a:pt x="739140" y="110490"/>
                      </a:lnTo>
                      <a:lnTo>
                        <a:pt x="752475" y="83820"/>
                      </a:lnTo>
                      <a:lnTo>
                        <a:pt x="752475" y="53340"/>
                      </a:lnTo>
                      <a:lnTo>
                        <a:pt x="769620" y="34290"/>
                      </a:lnTo>
                      <a:lnTo>
                        <a:pt x="769620" y="13335"/>
                      </a:lnTo>
                      <a:lnTo>
                        <a:pt x="746760" y="0"/>
                      </a:lnTo>
                      <a:lnTo>
                        <a:pt x="723900" y="13335"/>
                      </a:lnTo>
                      <a:lnTo>
                        <a:pt x="725805" y="40005"/>
                      </a:lnTo>
                      <a:lnTo>
                        <a:pt x="693420" y="62865"/>
                      </a:lnTo>
                      <a:lnTo>
                        <a:pt x="664845" y="55245"/>
                      </a:lnTo>
                      <a:lnTo>
                        <a:pt x="643890" y="60960"/>
                      </a:lnTo>
                      <a:lnTo>
                        <a:pt x="636270" y="89535"/>
                      </a:lnTo>
                      <a:lnTo>
                        <a:pt x="607695" y="99060"/>
                      </a:lnTo>
                      <a:lnTo>
                        <a:pt x="579120" y="89535"/>
                      </a:lnTo>
                      <a:lnTo>
                        <a:pt x="548640" y="78105"/>
                      </a:lnTo>
                      <a:lnTo>
                        <a:pt x="527685" y="53340"/>
                      </a:lnTo>
                      <a:lnTo>
                        <a:pt x="510540" y="40005"/>
                      </a:lnTo>
                      <a:lnTo>
                        <a:pt x="480060" y="38100"/>
                      </a:lnTo>
                      <a:lnTo>
                        <a:pt x="434340" y="30480"/>
                      </a:lnTo>
                      <a:lnTo>
                        <a:pt x="401955" y="32385"/>
                      </a:lnTo>
                      <a:lnTo>
                        <a:pt x="379095" y="45720"/>
                      </a:lnTo>
                      <a:lnTo>
                        <a:pt x="369570" y="70485"/>
                      </a:lnTo>
                      <a:lnTo>
                        <a:pt x="318135" y="89535"/>
                      </a:lnTo>
                      <a:close/>
                    </a:path>
                  </a:pathLst>
                </a:cu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700">
                    <a:ln>
                      <a:solidFill>
                        <a:schemeClr val="accent1">
                          <a:alpha val="0"/>
                        </a:schemeClr>
                      </a:solidFill>
                    </a:ln>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grpSp>
              <p:nvGrpSpPr>
                <p:cNvPr id="178" name="중구">
                  <a:extLst>
                    <a:ext uri="{FF2B5EF4-FFF2-40B4-BE49-F238E27FC236}">
                      <a16:creationId xmlns:a16="http://schemas.microsoft.com/office/drawing/2014/main" id="{1574C908-0CF5-AFFE-C11D-22CDF56CF6CA}"/>
                    </a:ext>
                  </a:extLst>
                </p:cNvPr>
                <p:cNvGrpSpPr/>
                <p:nvPr/>
              </p:nvGrpSpPr>
              <p:grpSpPr>
                <a:xfrm>
                  <a:off x="3640456" y="4756786"/>
                  <a:ext cx="1863090" cy="1478280"/>
                  <a:chOff x="3640455" y="4756785"/>
                  <a:chExt cx="1863090" cy="1478280"/>
                </a:xfrm>
                <a:grpFill/>
              </p:grpSpPr>
              <p:sp>
                <p:nvSpPr>
                  <p:cNvPr id="192" name="자유형: 도형 155">
                    <a:extLst>
                      <a:ext uri="{FF2B5EF4-FFF2-40B4-BE49-F238E27FC236}">
                        <a16:creationId xmlns:a16="http://schemas.microsoft.com/office/drawing/2014/main" id="{0BEC7F5B-6B32-D170-5ED3-7CE85AB0219A}"/>
                      </a:ext>
                    </a:extLst>
                  </p:cNvPr>
                  <p:cNvSpPr/>
                  <p:nvPr/>
                </p:nvSpPr>
                <p:spPr>
                  <a:xfrm>
                    <a:off x="5147310" y="5263515"/>
                    <a:ext cx="356235" cy="466725"/>
                  </a:xfrm>
                  <a:custGeom>
                    <a:avLst/>
                    <a:gdLst>
                      <a:gd name="connsiteX0" fmla="*/ 356235 w 356235"/>
                      <a:gd name="connsiteY0" fmla="*/ 156210 h 466725"/>
                      <a:gd name="connsiteX1" fmla="*/ 306705 w 356235"/>
                      <a:gd name="connsiteY1" fmla="*/ 129540 h 466725"/>
                      <a:gd name="connsiteX2" fmla="*/ 280035 w 356235"/>
                      <a:gd name="connsiteY2" fmla="*/ 102870 h 466725"/>
                      <a:gd name="connsiteX3" fmla="*/ 260985 w 356235"/>
                      <a:gd name="connsiteY3" fmla="*/ 66675 h 466725"/>
                      <a:gd name="connsiteX4" fmla="*/ 222885 w 356235"/>
                      <a:gd name="connsiteY4" fmla="*/ 45720 h 466725"/>
                      <a:gd name="connsiteX5" fmla="*/ 188595 w 356235"/>
                      <a:gd name="connsiteY5" fmla="*/ 32385 h 466725"/>
                      <a:gd name="connsiteX6" fmla="*/ 154305 w 356235"/>
                      <a:gd name="connsiteY6" fmla="*/ 34290 h 466725"/>
                      <a:gd name="connsiteX7" fmla="*/ 144780 w 356235"/>
                      <a:gd name="connsiteY7" fmla="*/ 51435 h 466725"/>
                      <a:gd name="connsiteX8" fmla="*/ 127635 w 356235"/>
                      <a:gd name="connsiteY8" fmla="*/ 47625 h 466725"/>
                      <a:gd name="connsiteX9" fmla="*/ 121920 w 356235"/>
                      <a:gd name="connsiteY9" fmla="*/ 24765 h 466725"/>
                      <a:gd name="connsiteX10" fmla="*/ 118110 w 356235"/>
                      <a:gd name="connsiteY10" fmla="*/ 0 h 466725"/>
                      <a:gd name="connsiteX11" fmla="*/ 95250 w 356235"/>
                      <a:gd name="connsiteY11" fmla="*/ 7620 h 466725"/>
                      <a:gd name="connsiteX12" fmla="*/ 78105 w 356235"/>
                      <a:gd name="connsiteY12" fmla="*/ 32385 h 466725"/>
                      <a:gd name="connsiteX13" fmla="*/ 66675 w 356235"/>
                      <a:gd name="connsiteY13" fmla="*/ 55245 h 466725"/>
                      <a:gd name="connsiteX14" fmla="*/ 55245 w 356235"/>
                      <a:gd name="connsiteY14" fmla="*/ 89535 h 466725"/>
                      <a:gd name="connsiteX15" fmla="*/ 51435 w 356235"/>
                      <a:gd name="connsiteY15" fmla="*/ 123825 h 466725"/>
                      <a:gd name="connsiteX16" fmla="*/ 51435 w 356235"/>
                      <a:gd name="connsiteY16" fmla="*/ 161925 h 466725"/>
                      <a:gd name="connsiteX17" fmla="*/ 81915 w 356235"/>
                      <a:gd name="connsiteY17" fmla="*/ 173355 h 466725"/>
                      <a:gd name="connsiteX18" fmla="*/ 81915 w 356235"/>
                      <a:gd name="connsiteY18" fmla="*/ 173355 h 466725"/>
                      <a:gd name="connsiteX19" fmla="*/ 41910 w 356235"/>
                      <a:gd name="connsiteY19" fmla="*/ 188595 h 466725"/>
                      <a:gd name="connsiteX20" fmla="*/ 28575 w 356235"/>
                      <a:gd name="connsiteY20" fmla="*/ 196215 h 466725"/>
                      <a:gd name="connsiteX21" fmla="*/ 20955 w 356235"/>
                      <a:gd name="connsiteY21" fmla="*/ 209550 h 466725"/>
                      <a:gd name="connsiteX22" fmla="*/ 20955 w 356235"/>
                      <a:gd name="connsiteY22" fmla="*/ 236220 h 466725"/>
                      <a:gd name="connsiteX23" fmla="*/ 36195 w 356235"/>
                      <a:gd name="connsiteY23" fmla="*/ 268605 h 466725"/>
                      <a:gd name="connsiteX24" fmla="*/ 49530 w 356235"/>
                      <a:gd name="connsiteY24" fmla="*/ 283845 h 466725"/>
                      <a:gd name="connsiteX25" fmla="*/ 43815 w 356235"/>
                      <a:gd name="connsiteY25" fmla="*/ 304800 h 466725"/>
                      <a:gd name="connsiteX26" fmla="*/ 19050 w 356235"/>
                      <a:gd name="connsiteY26" fmla="*/ 314325 h 466725"/>
                      <a:gd name="connsiteX27" fmla="*/ 0 w 356235"/>
                      <a:gd name="connsiteY27" fmla="*/ 346710 h 466725"/>
                      <a:gd name="connsiteX28" fmla="*/ 26670 w 356235"/>
                      <a:gd name="connsiteY28" fmla="*/ 384810 h 466725"/>
                      <a:gd name="connsiteX29" fmla="*/ 60960 w 356235"/>
                      <a:gd name="connsiteY29" fmla="*/ 405765 h 466725"/>
                      <a:gd name="connsiteX30" fmla="*/ 89535 w 356235"/>
                      <a:gd name="connsiteY30" fmla="*/ 401955 h 466725"/>
                      <a:gd name="connsiteX31" fmla="*/ 81915 w 356235"/>
                      <a:gd name="connsiteY31" fmla="*/ 367665 h 466725"/>
                      <a:gd name="connsiteX32" fmla="*/ 125730 w 356235"/>
                      <a:gd name="connsiteY32" fmla="*/ 300990 h 466725"/>
                      <a:gd name="connsiteX33" fmla="*/ 167640 w 356235"/>
                      <a:gd name="connsiteY33" fmla="*/ 280035 h 466725"/>
                      <a:gd name="connsiteX34" fmla="*/ 158115 w 356235"/>
                      <a:gd name="connsiteY34" fmla="*/ 297180 h 466725"/>
                      <a:gd name="connsiteX35" fmla="*/ 140970 w 356235"/>
                      <a:gd name="connsiteY35" fmla="*/ 342900 h 466725"/>
                      <a:gd name="connsiteX36" fmla="*/ 156210 w 356235"/>
                      <a:gd name="connsiteY36" fmla="*/ 356235 h 466725"/>
                      <a:gd name="connsiteX37" fmla="*/ 192405 w 356235"/>
                      <a:gd name="connsiteY37" fmla="*/ 371475 h 466725"/>
                      <a:gd name="connsiteX38" fmla="*/ 173355 w 356235"/>
                      <a:gd name="connsiteY38" fmla="*/ 384810 h 466725"/>
                      <a:gd name="connsiteX39" fmla="*/ 139065 w 356235"/>
                      <a:gd name="connsiteY39" fmla="*/ 386715 h 466725"/>
                      <a:gd name="connsiteX40" fmla="*/ 123825 w 356235"/>
                      <a:gd name="connsiteY40" fmla="*/ 369570 h 466725"/>
                      <a:gd name="connsiteX41" fmla="*/ 114300 w 356235"/>
                      <a:gd name="connsiteY41" fmla="*/ 405765 h 466725"/>
                      <a:gd name="connsiteX42" fmla="*/ 144780 w 356235"/>
                      <a:gd name="connsiteY42" fmla="*/ 407670 h 466725"/>
                      <a:gd name="connsiteX43" fmla="*/ 165735 w 356235"/>
                      <a:gd name="connsiteY43" fmla="*/ 428625 h 466725"/>
                      <a:gd name="connsiteX44" fmla="*/ 137160 w 356235"/>
                      <a:gd name="connsiteY44" fmla="*/ 438150 h 466725"/>
                      <a:gd name="connsiteX45" fmla="*/ 137160 w 356235"/>
                      <a:gd name="connsiteY45" fmla="*/ 459105 h 466725"/>
                      <a:gd name="connsiteX46" fmla="*/ 173355 w 356235"/>
                      <a:gd name="connsiteY46" fmla="*/ 462915 h 466725"/>
                      <a:gd name="connsiteX47" fmla="*/ 194310 w 356235"/>
                      <a:gd name="connsiteY47" fmla="*/ 449580 h 466725"/>
                      <a:gd name="connsiteX48" fmla="*/ 230505 w 356235"/>
                      <a:gd name="connsiteY48" fmla="*/ 461010 h 466725"/>
                      <a:gd name="connsiteX49" fmla="*/ 283845 w 356235"/>
                      <a:gd name="connsiteY49" fmla="*/ 466725 h 466725"/>
                      <a:gd name="connsiteX50" fmla="*/ 291465 w 356235"/>
                      <a:gd name="connsiteY50" fmla="*/ 430530 h 466725"/>
                      <a:gd name="connsiteX51" fmla="*/ 287655 w 356235"/>
                      <a:gd name="connsiteY51" fmla="*/ 413385 h 466725"/>
                      <a:gd name="connsiteX52" fmla="*/ 274320 w 356235"/>
                      <a:gd name="connsiteY52" fmla="*/ 365760 h 466725"/>
                      <a:gd name="connsiteX53" fmla="*/ 260985 w 356235"/>
                      <a:gd name="connsiteY53" fmla="*/ 304800 h 466725"/>
                      <a:gd name="connsiteX54" fmla="*/ 287655 w 356235"/>
                      <a:gd name="connsiteY54" fmla="*/ 251460 h 466725"/>
                      <a:gd name="connsiteX55" fmla="*/ 312420 w 356235"/>
                      <a:gd name="connsiteY55" fmla="*/ 215265 h 466725"/>
                      <a:gd name="connsiteX56" fmla="*/ 356235 w 356235"/>
                      <a:gd name="connsiteY56" fmla="*/ 156210 h 466725"/>
                      <a:gd name="connsiteX0" fmla="*/ 356235 w 356235"/>
                      <a:gd name="connsiteY0" fmla="*/ 156210 h 466725"/>
                      <a:gd name="connsiteX1" fmla="*/ 306705 w 356235"/>
                      <a:gd name="connsiteY1" fmla="*/ 129540 h 466725"/>
                      <a:gd name="connsiteX2" fmla="*/ 280035 w 356235"/>
                      <a:gd name="connsiteY2" fmla="*/ 102870 h 466725"/>
                      <a:gd name="connsiteX3" fmla="*/ 260985 w 356235"/>
                      <a:gd name="connsiteY3" fmla="*/ 66675 h 466725"/>
                      <a:gd name="connsiteX4" fmla="*/ 222885 w 356235"/>
                      <a:gd name="connsiteY4" fmla="*/ 45720 h 466725"/>
                      <a:gd name="connsiteX5" fmla="*/ 188595 w 356235"/>
                      <a:gd name="connsiteY5" fmla="*/ 32385 h 466725"/>
                      <a:gd name="connsiteX6" fmla="*/ 154305 w 356235"/>
                      <a:gd name="connsiteY6" fmla="*/ 34290 h 466725"/>
                      <a:gd name="connsiteX7" fmla="*/ 144780 w 356235"/>
                      <a:gd name="connsiteY7" fmla="*/ 51435 h 466725"/>
                      <a:gd name="connsiteX8" fmla="*/ 127635 w 356235"/>
                      <a:gd name="connsiteY8" fmla="*/ 47625 h 466725"/>
                      <a:gd name="connsiteX9" fmla="*/ 121920 w 356235"/>
                      <a:gd name="connsiteY9" fmla="*/ 24765 h 466725"/>
                      <a:gd name="connsiteX10" fmla="*/ 118110 w 356235"/>
                      <a:gd name="connsiteY10" fmla="*/ 0 h 466725"/>
                      <a:gd name="connsiteX11" fmla="*/ 95250 w 356235"/>
                      <a:gd name="connsiteY11" fmla="*/ 7620 h 466725"/>
                      <a:gd name="connsiteX12" fmla="*/ 78105 w 356235"/>
                      <a:gd name="connsiteY12" fmla="*/ 32385 h 466725"/>
                      <a:gd name="connsiteX13" fmla="*/ 66675 w 356235"/>
                      <a:gd name="connsiteY13" fmla="*/ 55245 h 466725"/>
                      <a:gd name="connsiteX14" fmla="*/ 55245 w 356235"/>
                      <a:gd name="connsiteY14" fmla="*/ 89535 h 466725"/>
                      <a:gd name="connsiteX15" fmla="*/ 51435 w 356235"/>
                      <a:gd name="connsiteY15" fmla="*/ 123825 h 466725"/>
                      <a:gd name="connsiteX16" fmla="*/ 51435 w 356235"/>
                      <a:gd name="connsiteY16" fmla="*/ 161925 h 466725"/>
                      <a:gd name="connsiteX17" fmla="*/ 81915 w 356235"/>
                      <a:gd name="connsiteY17" fmla="*/ 173355 h 466725"/>
                      <a:gd name="connsiteX18" fmla="*/ 81915 w 356235"/>
                      <a:gd name="connsiteY18" fmla="*/ 173355 h 466725"/>
                      <a:gd name="connsiteX19" fmla="*/ 41910 w 356235"/>
                      <a:gd name="connsiteY19" fmla="*/ 188595 h 466725"/>
                      <a:gd name="connsiteX20" fmla="*/ 28575 w 356235"/>
                      <a:gd name="connsiteY20" fmla="*/ 196215 h 466725"/>
                      <a:gd name="connsiteX21" fmla="*/ 20955 w 356235"/>
                      <a:gd name="connsiteY21" fmla="*/ 209550 h 466725"/>
                      <a:gd name="connsiteX22" fmla="*/ 20955 w 356235"/>
                      <a:gd name="connsiteY22" fmla="*/ 236220 h 466725"/>
                      <a:gd name="connsiteX23" fmla="*/ 36195 w 356235"/>
                      <a:gd name="connsiteY23" fmla="*/ 268605 h 466725"/>
                      <a:gd name="connsiteX24" fmla="*/ 49530 w 356235"/>
                      <a:gd name="connsiteY24" fmla="*/ 283845 h 466725"/>
                      <a:gd name="connsiteX25" fmla="*/ 43815 w 356235"/>
                      <a:gd name="connsiteY25" fmla="*/ 304800 h 466725"/>
                      <a:gd name="connsiteX26" fmla="*/ 19050 w 356235"/>
                      <a:gd name="connsiteY26" fmla="*/ 314325 h 466725"/>
                      <a:gd name="connsiteX27" fmla="*/ 0 w 356235"/>
                      <a:gd name="connsiteY27" fmla="*/ 346710 h 466725"/>
                      <a:gd name="connsiteX28" fmla="*/ 26670 w 356235"/>
                      <a:gd name="connsiteY28" fmla="*/ 384810 h 466725"/>
                      <a:gd name="connsiteX29" fmla="*/ 60960 w 356235"/>
                      <a:gd name="connsiteY29" fmla="*/ 405765 h 466725"/>
                      <a:gd name="connsiteX30" fmla="*/ 89535 w 356235"/>
                      <a:gd name="connsiteY30" fmla="*/ 401955 h 466725"/>
                      <a:gd name="connsiteX31" fmla="*/ 81915 w 356235"/>
                      <a:gd name="connsiteY31" fmla="*/ 367665 h 466725"/>
                      <a:gd name="connsiteX32" fmla="*/ 125730 w 356235"/>
                      <a:gd name="connsiteY32" fmla="*/ 300990 h 466725"/>
                      <a:gd name="connsiteX33" fmla="*/ 167640 w 356235"/>
                      <a:gd name="connsiteY33" fmla="*/ 280035 h 466725"/>
                      <a:gd name="connsiteX34" fmla="*/ 158115 w 356235"/>
                      <a:gd name="connsiteY34" fmla="*/ 297180 h 466725"/>
                      <a:gd name="connsiteX35" fmla="*/ 140970 w 356235"/>
                      <a:gd name="connsiteY35" fmla="*/ 342900 h 466725"/>
                      <a:gd name="connsiteX36" fmla="*/ 156210 w 356235"/>
                      <a:gd name="connsiteY36" fmla="*/ 356235 h 466725"/>
                      <a:gd name="connsiteX37" fmla="*/ 192405 w 356235"/>
                      <a:gd name="connsiteY37" fmla="*/ 371475 h 466725"/>
                      <a:gd name="connsiteX38" fmla="*/ 173355 w 356235"/>
                      <a:gd name="connsiteY38" fmla="*/ 384810 h 466725"/>
                      <a:gd name="connsiteX39" fmla="*/ 139065 w 356235"/>
                      <a:gd name="connsiteY39" fmla="*/ 386715 h 466725"/>
                      <a:gd name="connsiteX40" fmla="*/ 123825 w 356235"/>
                      <a:gd name="connsiteY40" fmla="*/ 369570 h 466725"/>
                      <a:gd name="connsiteX41" fmla="*/ 114300 w 356235"/>
                      <a:gd name="connsiteY41" fmla="*/ 405765 h 466725"/>
                      <a:gd name="connsiteX42" fmla="*/ 144780 w 356235"/>
                      <a:gd name="connsiteY42" fmla="*/ 407670 h 466725"/>
                      <a:gd name="connsiteX43" fmla="*/ 165735 w 356235"/>
                      <a:gd name="connsiteY43" fmla="*/ 428625 h 466725"/>
                      <a:gd name="connsiteX44" fmla="*/ 137160 w 356235"/>
                      <a:gd name="connsiteY44" fmla="*/ 438150 h 466725"/>
                      <a:gd name="connsiteX45" fmla="*/ 137160 w 356235"/>
                      <a:gd name="connsiteY45" fmla="*/ 459105 h 466725"/>
                      <a:gd name="connsiteX46" fmla="*/ 173355 w 356235"/>
                      <a:gd name="connsiteY46" fmla="*/ 462915 h 466725"/>
                      <a:gd name="connsiteX47" fmla="*/ 194310 w 356235"/>
                      <a:gd name="connsiteY47" fmla="*/ 449580 h 466725"/>
                      <a:gd name="connsiteX48" fmla="*/ 230505 w 356235"/>
                      <a:gd name="connsiteY48" fmla="*/ 461010 h 466725"/>
                      <a:gd name="connsiteX49" fmla="*/ 283845 w 356235"/>
                      <a:gd name="connsiteY49" fmla="*/ 466725 h 466725"/>
                      <a:gd name="connsiteX50" fmla="*/ 291465 w 356235"/>
                      <a:gd name="connsiteY50" fmla="*/ 430530 h 466725"/>
                      <a:gd name="connsiteX51" fmla="*/ 287655 w 356235"/>
                      <a:gd name="connsiteY51" fmla="*/ 413385 h 466725"/>
                      <a:gd name="connsiteX52" fmla="*/ 274320 w 356235"/>
                      <a:gd name="connsiteY52" fmla="*/ 365760 h 466725"/>
                      <a:gd name="connsiteX53" fmla="*/ 260985 w 356235"/>
                      <a:gd name="connsiteY53" fmla="*/ 304800 h 466725"/>
                      <a:gd name="connsiteX54" fmla="*/ 287655 w 356235"/>
                      <a:gd name="connsiteY54" fmla="*/ 251460 h 466725"/>
                      <a:gd name="connsiteX55" fmla="*/ 312420 w 356235"/>
                      <a:gd name="connsiteY55" fmla="*/ 215265 h 466725"/>
                      <a:gd name="connsiteX56" fmla="*/ 323850 w 356235"/>
                      <a:gd name="connsiteY56" fmla="*/ 179070 h 466725"/>
                      <a:gd name="connsiteX57" fmla="*/ 356235 w 356235"/>
                      <a:gd name="connsiteY57" fmla="*/ 156210 h 466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356235" h="466725">
                        <a:moveTo>
                          <a:pt x="356235" y="156210"/>
                        </a:moveTo>
                        <a:lnTo>
                          <a:pt x="306705" y="129540"/>
                        </a:lnTo>
                        <a:lnTo>
                          <a:pt x="280035" y="102870"/>
                        </a:lnTo>
                        <a:lnTo>
                          <a:pt x="260985" y="66675"/>
                        </a:lnTo>
                        <a:lnTo>
                          <a:pt x="222885" y="45720"/>
                        </a:lnTo>
                        <a:lnTo>
                          <a:pt x="188595" y="32385"/>
                        </a:lnTo>
                        <a:lnTo>
                          <a:pt x="154305" y="34290"/>
                        </a:lnTo>
                        <a:lnTo>
                          <a:pt x="144780" y="51435"/>
                        </a:lnTo>
                        <a:lnTo>
                          <a:pt x="127635" y="47625"/>
                        </a:lnTo>
                        <a:lnTo>
                          <a:pt x="121920" y="24765"/>
                        </a:lnTo>
                        <a:lnTo>
                          <a:pt x="118110" y="0"/>
                        </a:lnTo>
                        <a:lnTo>
                          <a:pt x="95250" y="7620"/>
                        </a:lnTo>
                        <a:lnTo>
                          <a:pt x="78105" y="32385"/>
                        </a:lnTo>
                        <a:lnTo>
                          <a:pt x="66675" y="55245"/>
                        </a:lnTo>
                        <a:lnTo>
                          <a:pt x="55245" y="89535"/>
                        </a:lnTo>
                        <a:lnTo>
                          <a:pt x="51435" y="123825"/>
                        </a:lnTo>
                        <a:lnTo>
                          <a:pt x="51435" y="161925"/>
                        </a:lnTo>
                        <a:lnTo>
                          <a:pt x="81915" y="173355"/>
                        </a:lnTo>
                        <a:lnTo>
                          <a:pt x="81915" y="173355"/>
                        </a:lnTo>
                        <a:lnTo>
                          <a:pt x="41910" y="188595"/>
                        </a:lnTo>
                        <a:lnTo>
                          <a:pt x="28575" y="196215"/>
                        </a:lnTo>
                        <a:lnTo>
                          <a:pt x="20955" y="209550"/>
                        </a:lnTo>
                        <a:lnTo>
                          <a:pt x="20955" y="236220"/>
                        </a:lnTo>
                        <a:lnTo>
                          <a:pt x="36195" y="268605"/>
                        </a:lnTo>
                        <a:lnTo>
                          <a:pt x="49530" y="283845"/>
                        </a:lnTo>
                        <a:lnTo>
                          <a:pt x="43815" y="304800"/>
                        </a:lnTo>
                        <a:lnTo>
                          <a:pt x="19050" y="314325"/>
                        </a:lnTo>
                        <a:lnTo>
                          <a:pt x="0" y="346710"/>
                        </a:lnTo>
                        <a:lnTo>
                          <a:pt x="26670" y="384810"/>
                        </a:lnTo>
                        <a:lnTo>
                          <a:pt x="60960" y="405765"/>
                        </a:lnTo>
                        <a:lnTo>
                          <a:pt x="89535" y="401955"/>
                        </a:lnTo>
                        <a:lnTo>
                          <a:pt x="81915" y="367665"/>
                        </a:lnTo>
                        <a:lnTo>
                          <a:pt x="125730" y="300990"/>
                        </a:lnTo>
                        <a:lnTo>
                          <a:pt x="167640" y="280035"/>
                        </a:lnTo>
                        <a:lnTo>
                          <a:pt x="158115" y="297180"/>
                        </a:lnTo>
                        <a:lnTo>
                          <a:pt x="140970" y="342900"/>
                        </a:lnTo>
                        <a:lnTo>
                          <a:pt x="156210" y="356235"/>
                        </a:lnTo>
                        <a:lnTo>
                          <a:pt x="192405" y="371475"/>
                        </a:lnTo>
                        <a:lnTo>
                          <a:pt x="173355" y="384810"/>
                        </a:lnTo>
                        <a:lnTo>
                          <a:pt x="139065" y="386715"/>
                        </a:lnTo>
                        <a:lnTo>
                          <a:pt x="123825" y="369570"/>
                        </a:lnTo>
                        <a:lnTo>
                          <a:pt x="114300" y="405765"/>
                        </a:lnTo>
                        <a:lnTo>
                          <a:pt x="144780" y="407670"/>
                        </a:lnTo>
                        <a:lnTo>
                          <a:pt x="165735" y="428625"/>
                        </a:lnTo>
                        <a:lnTo>
                          <a:pt x="137160" y="438150"/>
                        </a:lnTo>
                        <a:lnTo>
                          <a:pt x="137160" y="459105"/>
                        </a:lnTo>
                        <a:lnTo>
                          <a:pt x="173355" y="462915"/>
                        </a:lnTo>
                        <a:lnTo>
                          <a:pt x="194310" y="449580"/>
                        </a:lnTo>
                        <a:lnTo>
                          <a:pt x="230505" y="461010"/>
                        </a:lnTo>
                        <a:lnTo>
                          <a:pt x="283845" y="466725"/>
                        </a:lnTo>
                        <a:lnTo>
                          <a:pt x="291465" y="430530"/>
                        </a:lnTo>
                        <a:lnTo>
                          <a:pt x="287655" y="413385"/>
                        </a:lnTo>
                        <a:lnTo>
                          <a:pt x="274320" y="365760"/>
                        </a:lnTo>
                        <a:lnTo>
                          <a:pt x="260985" y="304800"/>
                        </a:lnTo>
                        <a:lnTo>
                          <a:pt x="287655" y="251460"/>
                        </a:lnTo>
                        <a:lnTo>
                          <a:pt x="312420" y="215265"/>
                        </a:lnTo>
                        <a:cubicBezTo>
                          <a:pt x="319405" y="203835"/>
                          <a:pt x="316865" y="190500"/>
                          <a:pt x="323850" y="179070"/>
                        </a:cubicBezTo>
                        <a:lnTo>
                          <a:pt x="356235" y="156210"/>
                        </a:lnTo>
                        <a:close/>
                      </a:path>
                    </a:pathLst>
                  </a:cu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700">
                      <a:ln>
                        <a:solidFill>
                          <a:schemeClr val="accent1">
                            <a:alpha val="0"/>
                          </a:schemeClr>
                        </a:solidFill>
                      </a:ln>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93" name="자유형: 도형 156">
                    <a:extLst>
                      <a:ext uri="{FF2B5EF4-FFF2-40B4-BE49-F238E27FC236}">
                        <a16:creationId xmlns:a16="http://schemas.microsoft.com/office/drawing/2014/main" id="{00EF5246-EA1F-FAB0-7CF6-B04C2C4F6C08}"/>
                      </a:ext>
                    </a:extLst>
                  </p:cNvPr>
                  <p:cNvSpPr/>
                  <p:nvPr/>
                </p:nvSpPr>
                <p:spPr>
                  <a:xfrm>
                    <a:off x="4888230" y="4802505"/>
                    <a:ext cx="211455" cy="184785"/>
                  </a:xfrm>
                  <a:custGeom>
                    <a:avLst/>
                    <a:gdLst>
                      <a:gd name="connsiteX0" fmla="*/ 211455 w 211455"/>
                      <a:gd name="connsiteY0" fmla="*/ 0 h 184785"/>
                      <a:gd name="connsiteX1" fmla="*/ 154305 w 211455"/>
                      <a:gd name="connsiteY1" fmla="*/ 0 h 184785"/>
                      <a:gd name="connsiteX2" fmla="*/ 97155 w 211455"/>
                      <a:gd name="connsiteY2" fmla="*/ 24765 h 184785"/>
                      <a:gd name="connsiteX3" fmla="*/ 43815 w 211455"/>
                      <a:gd name="connsiteY3" fmla="*/ 60960 h 184785"/>
                      <a:gd name="connsiteX4" fmla="*/ 9525 w 211455"/>
                      <a:gd name="connsiteY4" fmla="*/ 104775 h 184785"/>
                      <a:gd name="connsiteX5" fmla="*/ 0 w 211455"/>
                      <a:gd name="connsiteY5" fmla="*/ 150495 h 184785"/>
                      <a:gd name="connsiteX6" fmla="*/ 41910 w 211455"/>
                      <a:gd name="connsiteY6" fmla="*/ 163830 h 184785"/>
                      <a:gd name="connsiteX7" fmla="*/ 55245 w 211455"/>
                      <a:gd name="connsiteY7" fmla="*/ 146685 h 184785"/>
                      <a:gd name="connsiteX8" fmla="*/ 74295 w 211455"/>
                      <a:gd name="connsiteY8" fmla="*/ 173355 h 184785"/>
                      <a:gd name="connsiteX9" fmla="*/ 116205 w 211455"/>
                      <a:gd name="connsiteY9" fmla="*/ 184785 h 184785"/>
                      <a:gd name="connsiteX10" fmla="*/ 154305 w 211455"/>
                      <a:gd name="connsiteY10" fmla="*/ 180975 h 184785"/>
                      <a:gd name="connsiteX11" fmla="*/ 161925 w 211455"/>
                      <a:gd name="connsiteY11" fmla="*/ 179070 h 184785"/>
                      <a:gd name="connsiteX12" fmla="*/ 169545 w 211455"/>
                      <a:gd name="connsiteY12" fmla="*/ 175260 h 184785"/>
                      <a:gd name="connsiteX13" fmla="*/ 194310 w 211455"/>
                      <a:gd name="connsiteY13" fmla="*/ 167640 h 184785"/>
                      <a:gd name="connsiteX14" fmla="*/ 196215 w 211455"/>
                      <a:gd name="connsiteY14" fmla="*/ 118110 h 184785"/>
                      <a:gd name="connsiteX15" fmla="*/ 196215 w 211455"/>
                      <a:gd name="connsiteY15" fmla="*/ 97155 h 184785"/>
                      <a:gd name="connsiteX16" fmla="*/ 192405 w 211455"/>
                      <a:gd name="connsiteY16" fmla="*/ 76200 h 184785"/>
                      <a:gd name="connsiteX17" fmla="*/ 173355 w 211455"/>
                      <a:gd name="connsiteY17" fmla="*/ 59055 h 184785"/>
                      <a:gd name="connsiteX18" fmla="*/ 211455 w 211455"/>
                      <a:gd name="connsiteY18" fmla="*/ 0 h 184785"/>
                      <a:gd name="connsiteX0" fmla="*/ 211455 w 211455"/>
                      <a:gd name="connsiteY0" fmla="*/ 0 h 184785"/>
                      <a:gd name="connsiteX1" fmla="*/ 154305 w 211455"/>
                      <a:gd name="connsiteY1" fmla="*/ 0 h 184785"/>
                      <a:gd name="connsiteX2" fmla="*/ 97155 w 211455"/>
                      <a:gd name="connsiteY2" fmla="*/ 24765 h 184785"/>
                      <a:gd name="connsiteX3" fmla="*/ 43815 w 211455"/>
                      <a:gd name="connsiteY3" fmla="*/ 60960 h 184785"/>
                      <a:gd name="connsiteX4" fmla="*/ 9525 w 211455"/>
                      <a:gd name="connsiteY4" fmla="*/ 104775 h 184785"/>
                      <a:gd name="connsiteX5" fmla="*/ 0 w 211455"/>
                      <a:gd name="connsiteY5" fmla="*/ 150495 h 184785"/>
                      <a:gd name="connsiteX6" fmla="*/ 41910 w 211455"/>
                      <a:gd name="connsiteY6" fmla="*/ 163830 h 184785"/>
                      <a:gd name="connsiteX7" fmla="*/ 55245 w 211455"/>
                      <a:gd name="connsiteY7" fmla="*/ 146685 h 184785"/>
                      <a:gd name="connsiteX8" fmla="*/ 74295 w 211455"/>
                      <a:gd name="connsiteY8" fmla="*/ 173355 h 184785"/>
                      <a:gd name="connsiteX9" fmla="*/ 116205 w 211455"/>
                      <a:gd name="connsiteY9" fmla="*/ 184785 h 184785"/>
                      <a:gd name="connsiteX10" fmla="*/ 154305 w 211455"/>
                      <a:gd name="connsiteY10" fmla="*/ 180975 h 184785"/>
                      <a:gd name="connsiteX11" fmla="*/ 161925 w 211455"/>
                      <a:gd name="connsiteY11" fmla="*/ 179070 h 184785"/>
                      <a:gd name="connsiteX12" fmla="*/ 169545 w 211455"/>
                      <a:gd name="connsiteY12" fmla="*/ 175260 h 184785"/>
                      <a:gd name="connsiteX13" fmla="*/ 194310 w 211455"/>
                      <a:gd name="connsiteY13" fmla="*/ 167640 h 184785"/>
                      <a:gd name="connsiteX14" fmla="*/ 196215 w 211455"/>
                      <a:gd name="connsiteY14" fmla="*/ 118110 h 184785"/>
                      <a:gd name="connsiteX15" fmla="*/ 196215 w 211455"/>
                      <a:gd name="connsiteY15" fmla="*/ 97155 h 184785"/>
                      <a:gd name="connsiteX16" fmla="*/ 192405 w 211455"/>
                      <a:gd name="connsiteY16" fmla="*/ 76200 h 184785"/>
                      <a:gd name="connsiteX17" fmla="*/ 173355 w 211455"/>
                      <a:gd name="connsiteY17" fmla="*/ 59055 h 184785"/>
                      <a:gd name="connsiteX18" fmla="*/ 209550 w 211455"/>
                      <a:gd name="connsiteY18" fmla="*/ 26670 h 184785"/>
                      <a:gd name="connsiteX19" fmla="*/ 211455 w 211455"/>
                      <a:gd name="connsiteY19" fmla="*/ 0 h 184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11455" h="184785">
                        <a:moveTo>
                          <a:pt x="211455" y="0"/>
                        </a:moveTo>
                        <a:lnTo>
                          <a:pt x="154305" y="0"/>
                        </a:lnTo>
                        <a:lnTo>
                          <a:pt x="97155" y="24765"/>
                        </a:lnTo>
                        <a:lnTo>
                          <a:pt x="43815" y="60960"/>
                        </a:lnTo>
                        <a:lnTo>
                          <a:pt x="9525" y="104775"/>
                        </a:lnTo>
                        <a:lnTo>
                          <a:pt x="0" y="150495"/>
                        </a:lnTo>
                        <a:lnTo>
                          <a:pt x="41910" y="163830"/>
                        </a:lnTo>
                        <a:lnTo>
                          <a:pt x="55245" y="146685"/>
                        </a:lnTo>
                        <a:lnTo>
                          <a:pt x="74295" y="173355"/>
                        </a:lnTo>
                        <a:lnTo>
                          <a:pt x="116205" y="184785"/>
                        </a:lnTo>
                        <a:cubicBezTo>
                          <a:pt x="128905" y="183515"/>
                          <a:pt x="141640" y="182558"/>
                          <a:pt x="154305" y="180975"/>
                        </a:cubicBezTo>
                        <a:cubicBezTo>
                          <a:pt x="156903" y="180650"/>
                          <a:pt x="159474" y="179989"/>
                          <a:pt x="161925" y="179070"/>
                        </a:cubicBezTo>
                        <a:cubicBezTo>
                          <a:pt x="164584" y="178073"/>
                          <a:pt x="169545" y="175260"/>
                          <a:pt x="169545" y="175260"/>
                        </a:cubicBezTo>
                        <a:lnTo>
                          <a:pt x="194310" y="167640"/>
                        </a:lnTo>
                        <a:lnTo>
                          <a:pt x="196215" y="118110"/>
                        </a:lnTo>
                        <a:lnTo>
                          <a:pt x="196215" y="97155"/>
                        </a:lnTo>
                        <a:lnTo>
                          <a:pt x="192405" y="76200"/>
                        </a:lnTo>
                        <a:lnTo>
                          <a:pt x="173355" y="59055"/>
                        </a:lnTo>
                        <a:cubicBezTo>
                          <a:pt x="179705" y="46990"/>
                          <a:pt x="203200" y="38735"/>
                          <a:pt x="209550" y="26670"/>
                        </a:cubicBezTo>
                        <a:lnTo>
                          <a:pt x="211455" y="0"/>
                        </a:lnTo>
                        <a:close/>
                      </a:path>
                    </a:pathLst>
                  </a:cu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700">
                      <a:ln>
                        <a:solidFill>
                          <a:schemeClr val="accent1">
                            <a:alpha val="0"/>
                          </a:schemeClr>
                        </a:solidFill>
                      </a:ln>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94" name="자유형: 도형 157">
                    <a:extLst>
                      <a:ext uri="{FF2B5EF4-FFF2-40B4-BE49-F238E27FC236}">
                        <a16:creationId xmlns:a16="http://schemas.microsoft.com/office/drawing/2014/main" id="{7BB9F0AA-7376-1C9D-6508-00A2F305C4E2}"/>
                      </a:ext>
                    </a:extLst>
                  </p:cNvPr>
                  <p:cNvSpPr/>
                  <p:nvPr/>
                </p:nvSpPr>
                <p:spPr>
                  <a:xfrm>
                    <a:off x="3834765" y="4756785"/>
                    <a:ext cx="289560" cy="236220"/>
                  </a:xfrm>
                  <a:custGeom>
                    <a:avLst/>
                    <a:gdLst>
                      <a:gd name="connsiteX0" fmla="*/ 224790 w 289560"/>
                      <a:gd name="connsiteY0" fmla="*/ 1905 h 230505"/>
                      <a:gd name="connsiteX1" fmla="*/ 175260 w 289560"/>
                      <a:gd name="connsiteY1" fmla="*/ 0 h 230505"/>
                      <a:gd name="connsiteX2" fmla="*/ 173355 w 289560"/>
                      <a:gd name="connsiteY2" fmla="*/ 22860 h 230505"/>
                      <a:gd name="connsiteX3" fmla="*/ 160020 w 289560"/>
                      <a:gd name="connsiteY3" fmla="*/ 62865 h 230505"/>
                      <a:gd name="connsiteX4" fmla="*/ 133350 w 289560"/>
                      <a:gd name="connsiteY4" fmla="*/ 97155 h 230505"/>
                      <a:gd name="connsiteX5" fmla="*/ 106680 w 289560"/>
                      <a:gd name="connsiteY5" fmla="*/ 110490 h 230505"/>
                      <a:gd name="connsiteX6" fmla="*/ 68580 w 289560"/>
                      <a:gd name="connsiteY6" fmla="*/ 102870 h 230505"/>
                      <a:gd name="connsiteX7" fmla="*/ 43815 w 289560"/>
                      <a:gd name="connsiteY7" fmla="*/ 110490 h 230505"/>
                      <a:gd name="connsiteX8" fmla="*/ 13335 w 289560"/>
                      <a:gd name="connsiteY8" fmla="*/ 146685 h 230505"/>
                      <a:gd name="connsiteX9" fmla="*/ 0 w 289560"/>
                      <a:gd name="connsiteY9" fmla="*/ 167640 h 230505"/>
                      <a:gd name="connsiteX10" fmla="*/ 20955 w 289560"/>
                      <a:gd name="connsiteY10" fmla="*/ 209550 h 230505"/>
                      <a:gd name="connsiteX11" fmla="*/ 57150 w 289560"/>
                      <a:gd name="connsiteY11" fmla="*/ 205740 h 230505"/>
                      <a:gd name="connsiteX12" fmla="*/ 91440 w 289560"/>
                      <a:gd name="connsiteY12" fmla="*/ 173355 h 230505"/>
                      <a:gd name="connsiteX13" fmla="*/ 137160 w 289560"/>
                      <a:gd name="connsiteY13" fmla="*/ 169545 h 230505"/>
                      <a:gd name="connsiteX14" fmla="*/ 140970 w 289560"/>
                      <a:gd name="connsiteY14" fmla="*/ 198120 h 230505"/>
                      <a:gd name="connsiteX15" fmla="*/ 201930 w 289560"/>
                      <a:gd name="connsiteY15" fmla="*/ 211455 h 230505"/>
                      <a:gd name="connsiteX16" fmla="*/ 226695 w 289560"/>
                      <a:gd name="connsiteY16" fmla="*/ 230505 h 230505"/>
                      <a:gd name="connsiteX17" fmla="*/ 243840 w 289560"/>
                      <a:gd name="connsiteY17" fmla="*/ 222885 h 230505"/>
                      <a:gd name="connsiteX18" fmla="*/ 245745 w 289560"/>
                      <a:gd name="connsiteY18" fmla="*/ 196215 h 230505"/>
                      <a:gd name="connsiteX19" fmla="*/ 241935 w 289560"/>
                      <a:gd name="connsiteY19" fmla="*/ 179070 h 230505"/>
                      <a:gd name="connsiteX20" fmla="*/ 220980 w 289560"/>
                      <a:gd name="connsiteY20" fmla="*/ 154305 h 230505"/>
                      <a:gd name="connsiteX21" fmla="*/ 215265 w 289560"/>
                      <a:gd name="connsiteY21" fmla="*/ 127635 h 230505"/>
                      <a:gd name="connsiteX22" fmla="*/ 274320 w 289560"/>
                      <a:gd name="connsiteY22" fmla="*/ 121920 h 230505"/>
                      <a:gd name="connsiteX23" fmla="*/ 289560 w 289560"/>
                      <a:gd name="connsiteY23" fmla="*/ 83820 h 230505"/>
                      <a:gd name="connsiteX24" fmla="*/ 268605 w 289560"/>
                      <a:gd name="connsiteY24" fmla="*/ 53340 h 230505"/>
                      <a:gd name="connsiteX25" fmla="*/ 224790 w 289560"/>
                      <a:gd name="connsiteY25" fmla="*/ 1905 h 230505"/>
                      <a:gd name="connsiteX0" fmla="*/ 232410 w 289560"/>
                      <a:gd name="connsiteY0" fmla="*/ 1905 h 230505"/>
                      <a:gd name="connsiteX1" fmla="*/ 175260 w 289560"/>
                      <a:gd name="connsiteY1" fmla="*/ 0 h 230505"/>
                      <a:gd name="connsiteX2" fmla="*/ 173355 w 289560"/>
                      <a:gd name="connsiteY2" fmla="*/ 22860 h 230505"/>
                      <a:gd name="connsiteX3" fmla="*/ 160020 w 289560"/>
                      <a:gd name="connsiteY3" fmla="*/ 62865 h 230505"/>
                      <a:gd name="connsiteX4" fmla="*/ 133350 w 289560"/>
                      <a:gd name="connsiteY4" fmla="*/ 97155 h 230505"/>
                      <a:gd name="connsiteX5" fmla="*/ 106680 w 289560"/>
                      <a:gd name="connsiteY5" fmla="*/ 110490 h 230505"/>
                      <a:gd name="connsiteX6" fmla="*/ 68580 w 289560"/>
                      <a:gd name="connsiteY6" fmla="*/ 102870 h 230505"/>
                      <a:gd name="connsiteX7" fmla="*/ 43815 w 289560"/>
                      <a:gd name="connsiteY7" fmla="*/ 110490 h 230505"/>
                      <a:gd name="connsiteX8" fmla="*/ 13335 w 289560"/>
                      <a:gd name="connsiteY8" fmla="*/ 146685 h 230505"/>
                      <a:gd name="connsiteX9" fmla="*/ 0 w 289560"/>
                      <a:gd name="connsiteY9" fmla="*/ 167640 h 230505"/>
                      <a:gd name="connsiteX10" fmla="*/ 20955 w 289560"/>
                      <a:gd name="connsiteY10" fmla="*/ 209550 h 230505"/>
                      <a:gd name="connsiteX11" fmla="*/ 57150 w 289560"/>
                      <a:gd name="connsiteY11" fmla="*/ 205740 h 230505"/>
                      <a:gd name="connsiteX12" fmla="*/ 91440 w 289560"/>
                      <a:gd name="connsiteY12" fmla="*/ 173355 h 230505"/>
                      <a:gd name="connsiteX13" fmla="*/ 137160 w 289560"/>
                      <a:gd name="connsiteY13" fmla="*/ 169545 h 230505"/>
                      <a:gd name="connsiteX14" fmla="*/ 140970 w 289560"/>
                      <a:gd name="connsiteY14" fmla="*/ 198120 h 230505"/>
                      <a:gd name="connsiteX15" fmla="*/ 201930 w 289560"/>
                      <a:gd name="connsiteY15" fmla="*/ 211455 h 230505"/>
                      <a:gd name="connsiteX16" fmla="*/ 226695 w 289560"/>
                      <a:gd name="connsiteY16" fmla="*/ 230505 h 230505"/>
                      <a:gd name="connsiteX17" fmla="*/ 243840 w 289560"/>
                      <a:gd name="connsiteY17" fmla="*/ 222885 h 230505"/>
                      <a:gd name="connsiteX18" fmla="*/ 245745 w 289560"/>
                      <a:gd name="connsiteY18" fmla="*/ 196215 h 230505"/>
                      <a:gd name="connsiteX19" fmla="*/ 241935 w 289560"/>
                      <a:gd name="connsiteY19" fmla="*/ 179070 h 230505"/>
                      <a:gd name="connsiteX20" fmla="*/ 220980 w 289560"/>
                      <a:gd name="connsiteY20" fmla="*/ 154305 h 230505"/>
                      <a:gd name="connsiteX21" fmla="*/ 215265 w 289560"/>
                      <a:gd name="connsiteY21" fmla="*/ 127635 h 230505"/>
                      <a:gd name="connsiteX22" fmla="*/ 274320 w 289560"/>
                      <a:gd name="connsiteY22" fmla="*/ 121920 h 230505"/>
                      <a:gd name="connsiteX23" fmla="*/ 289560 w 289560"/>
                      <a:gd name="connsiteY23" fmla="*/ 83820 h 230505"/>
                      <a:gd name="connsiteX24" fmla="*/ 268605 w 289560"/>
                      <a:gd name="connsiteY24" fmla="*/ 53340 h 230505"/>
                      <a:gd name="connsiteX25" fmla="*/ 232410 w 289560"/>
                      <a:gd name="connsiteY25" fmla="*/ 1905 h 230505"/>
                      <a:gd name="connsiteX0" fmla="*/ 232410 w 289560"/>
                      <a:gd name="connsiteY0" fmla="*/ 1905 h 230505"/>
                      <a:gd name="connsiteX1" fmla="*/ 175260 w 289560"/>
                      <a:gd name="connsiteY1" fmla="*/ 0 h 230505"/>
                      <a:gd name="connsiteX2" fmla="*/ 173355 w 289560"/>
                      <a:gd name="connsiteY2" fmla="*/ 22860 h 230505"/>
                      <a:gd name="connsiteX3" fmla="*/ 160020 w 289560"/>
                      <a:gd name="connsiteY3" fmla="*/ 62865 h 230505"/>
                      <a:gd name="connsiteX4" fmla="*/ 133350 w 289560"/>
                      <a:gd name="connsiteY4" fmla="*/ 97155 h 230505"/>
                      <a:gd name="connsiteX5" fmla="*/ 106680 w 289560"/>
                      <a:gd name="connsiteY5" fmla="*/ 110490 h 230505"/>
                      <a:gd name="connsiteX6" fmla="*/ 68580 w 289560"/>
                      <a:gd name="connsiteY6" fmla="*/ 102870 h 230505"/>
                      <a:gd name="connsiteX7" fmla="*/ 43815 w 289560"/>
                      <a:gd name="connsiteY7" fmla="*/ 110490 h 230505"/>
                      <a:gd name="connsiteX8" fmla="*/ 13335 w 289560"/>
                      <a:gd name="connsiteY8" fmla="*/ 146685 h 230505"/>
                      <a:gd name="connsiteX9" fmla="*/ 0 w 289560"/>
                      <a:gd name="connsiteY9" fmla="*/ 167640 h 230505"/>
                      <a:gd name="connsiteX10" fmla="*/ 20955 w 289560"/>
                      <a:gd name="connsiteY10" fmla="*/ 209550 h 230505"/>
                      <a:gd name="connsiteX11" fmla="*/ 57150 w 289560"/>
                      <a:gd name="connsiteY11" fmla="*/ 205740 h 230505"/>
                      <a:gd name="connsiteX12" fmla="*/ 91440 w 289560"/>
                      <a:gd name="connsiteY12" fmla="*/ 173355 h 230505"/>
                      <a:gd name="connsiteX13" fmla="*/ 137160 w 289560"/>
                      <a:gd name="connsiteY13" fmla="*/ 169545 h 230505"/>
                      <a:gd name="connsiteX14" fmla="*/ 140970 w 289560"/>
                      <a:gd name="connsiteY14" fmla="*/ 198120 h 230505"/>
                      <a:gd name="connsiteX15" fmla="*/ 201930 w 289560"/>
                      <a:gd name="connsiteY15" fmla="*/ 211455 h 230505"/>
                      <a:gd name="connsiteX16" fmla="*/ 226695 w 289560"/>
                      <a:gd name="connsiteY16" fmla="*/ 230505 h 230505"/>
                      <a:gd name="connsiteX17" fmla="*/ 243840 w 289560"/>
                      <a:gd name="connsiteY17" fmla="*/ 222885 h 230505"/>
                      <a:gd name="connsiteX18" fmla="*/ 245745 w 289560"/>
                      <a:gd name="connsiteY18" fmla="*/ 196215 h 230505"/>
                      <a:gd name="connsiteX19" fmla="*/ 241935 w 289560"/>
                      <a:gd name="connsiteY19" fmla="*/ 179070 h 230505"/>
                      <a:gd name="connsiteX20" fmla="*/ 220980 w 289560"/>
                      <a:gd name="connsiteY20" fmla="*/ 154305 h 230505"/>
                      <a:gd name="connsiteX21" fmla="*/ 215265 w 289560"/>
                      <a:gd name="connsiteY21" fmla="*/ 127635 h 230505"/>
                      <a:gd name="connsiteX22" fmla="*/ 274320 w 289560"/>
                      <a:gd name="connsiteY22" fmla="*/ 121920 h 230505"/>
                      <a:gd name="connsiteX23" fmla="*/ 289560 w 289560"/>
                      <a:gd name="connsiteY23" fmla="*/ 83820 h 230505"/>
                      <a:gd name="connsiteX24" fmla="*/ 262890 w 289560"/>
                      <a:gd name="connsiteY24" fmla="*/ 55245 h 230505"/>
                      <a:gd name="connsiteX25" fmla="*/ 232410 w 289560"/>
                      <a:gd name="connsiteY25" fmla="*/ 1905 h 230505"/>
                      <a:gd name="connsiteX0" fmla="*/ 232410 w 289560"/>
                      <a:gd name="connsiteY0" fmla="*/ 7620 h 236220"/>
                      <a:gd name="connsiteX1" fmla="*/ 184785 w 289560"/>
                      <a:gd name="connsiteY1" fmla="*/ 0 h 236220"/>
                      <a:gd name="connsiteX2" fmla="*/ 173355 w 289560"/>
                      <a:gd name="connsiteY2" fmla="*/ 28575 h 236220"/>
                      <a:gd name="connsiteX3" fmla="*/ 160020 w 289560"/>
                      <a:gd name="connsiteY3" fmla="*/ 68580 h 236220"/>
                      <a:gd name="connsiteX4" fmla="*/ 133350 w 289560"/>
                      <a:gd name="connsiteY4" fmla="*/ 102870 h 236220"/>
                      <a:gd name="connsiteX5" fmla="*/ 106680 w 289560"/>
                      <a:gd name="connsiteY5" fmla="*/ 116205 h 236220"/>
                      <a:gd name="connsiteX6" fmla="*/ 68580 w 289560"/>
                      <a:gd name="connsiteY6" fmla="*/ 108585 h 236220"/>
                      <a:gd name="connsiteX7" fmla="*/ 43815 w 289560"/>
                      <a:gd name="connsiteY7" fmla="*/ 116205 h 236220"/>
                      <a:gd name="connsiteX8" fmla="*/ 13335 w 289560"/>
                      <a:gd name="connsiteY8" fmla="*/ 152400 h 236220"/>
                      <a:gd name="connsiteX9" fmla="*/ 0 w 289560"/>
                      <a:gd name="connsiteY9" fmla="*/ 173355 h 236220"/>
                      <a:gd name="connsiteX10" fmla="*/ 20955 w 289560"/>
                      <a:gd name="connsiteY10" fmla="*/ 215265 h 236220"/>
                      <a:gd name="connsiteX11" fmla="*/ 57150 w 289560"/>
                      <a:gd name="connsiteY11" fmla="*/ 211455 h 236220"/>
                      <a:gd name="connsiteX12" fmla="*/ 91440 w 289560"/>
                      <a:gd name="connsiteY12" fmla="*/ 179070 h 236220"/>
                      <a:gd name="connsiteX13" fmla="*/ 137160 w 289560"/>
                      <a:gd name="connsiteY13" fmla="*/ 175260 h 236220"/>
                      <a:gd name="connsiteX14" fmla="*/ 140970 w 289560"/>
                      <a:gd name="connsiteY14" fmla="*/ 203835 h 236220"/>
                      <a:gd name="connsiteX15" fmla="*/ 201930 w 289560"/>
                      <a:gd name="connsiteY15" fmla="*/ 217170 h 236220"/>
                      <a:gd name="connsiteX16" fmla="*/ 226695 w 289560"/>
                      <a:gd name="connsiteY16" fmla="*/ 236220 h 236220"/>
                      <a:gd name="connsiteX17" fmla="*/ 243840 w 289560"/>
                      <a:gd name="connsiteY17" fmla="*/ 228600 h 236220"/>
                      <a:gd name="connsiteX18" fmla="*/ 245745 w 289560"/>
                      <a:gd name="connsiteY18" fmla="*/ 201930 h 236220"/>
                      <a:gd name="connsiteX19" fmla="*/ 241935 w 289560"/>
                      <a:gd name="connsiteY19" fmla="*/ 184785 h 236220"/>
                      <a:gd name="connsiteX20" fmla="*/ 220980 w 289560"/>
                      <a:gd name="connsiteY20" fmla="*/ 160020 h 236220"/>
                      <a:gd name="connsiteX21" fmla="*/ 215265 w 289560"/>
                      <a:gd name="connsiteY21" fmla="*/ 133350 h 236220"/>
                      <a:gd name="connsiteX22" fmla="*/ 274320 w 289560"/>
                      <a:gd name="connsiteY22" fmla="*/ 127635 h 236220"/>
                      <a:gd name="connsiteX23" fmla="*/ 289560 w 289560"/>
                      <a:gd name="connsiteY23" fmla="*/ 89535 h 236220"/>
                      <a:gd name="connsiteX24" fmla="*/ 262890 w 289560"/>
                      <a:gd name="connsiteY24" fmla="*/ 60960 h 236220"/>
                      <a:gd name="connsiteX25" fmla="*/ 232410 w 289560"/>
                      <a:gd name="connsiteY25" fmla="*/ 7620 h 23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89560" h="236220">
                        <a:moveTo>
                          <a:pt x="232410" y="7620"/>
                        </a:moveTo>
                        <a:lnTo>
                          <a:pt x="184785" y="0"/>
                        </a:lnTo>
                        <a:lnTo>
                          <a:pt x="173355" y="28575"/>
                        </a:lnTo>
                        <a:lnTo>
                          <a:pt x="160020" y="68580"/>
                        </a:lnTo>
                        <a:lnTo>
                          <a:pt x="133350" y="102870"/>
                        </a:lnTo>
                        <a:lnTo>
                          <a:pt x="106680" y="116205"/>
                        </a:lnTo>
                        <a:lnTo>
                          <a:pt x="68580" y="108585"/>
                        </a:lnTo>
                        <a:lnTo>
                          <a:pt x="43815" y="116205"/>
                        </a:lnTo>
                        <a:lnTo>
                          <a:pt x="13335" y="152400"/>
                        </a:lnTo>
                        <a:lnTo>
                          <a:pt x="0" y="173355"/>
                        </a:lnTo>
                        <a:lnTo>
                          <a:pt x="20955" y="215265"/>
                        </a:lnTo>
                        <a:lnTo>
                          <a:pt x="57150" y="211455"/>
                        </a:lnTo>
                        <a:lnTo>
                          <a:pt x="91440" y="179070"/>
                        </a:lnTo>
                        <a:lnTo>
                          <a:pt x="137160" y="175260"/>
                        </a:lnTo>
                        <a:lnTo>
                          <a:pt x="140970" y="203835"/>
                        </a:lnTo>
                        <a:lnTo>
                          <a:pt x="201930" y="217170"/>
                        </a:lnTo>
                        <a:lnTo>
                          <a:pt x="226695" y="236220"/>
                        </a:lnTo>
                        <a:lnTo>
                          <a:pt x="243840" y="228600"/>
                        </a:lnTo>
                        <a:lnTo>
                          <a:pt x="245745" y="201930"/>
                        </a:lnTo>
                        <a:lnTo>
                          <a:pt x="241935" y="184785"/>
                        </a:lnTo>
                        <a:lnTo>
                          <a:pt x="220980" y="160020"/>
                        </a:lnTo>
                        <a:lnTo>
                          <a:pt x="215265" y="133350"/>
                        </a:lnTo>
                        <a:lnTo>
                          <a:pt x="274320" y="127635"/>
                        </a:lnTo>
                        <a:lnTo>
                          <a:pt x="289560" y="89535"/>
                        </a:lnTo>
                        <a:lnTo>
                          <a:pt x="262890" y="60960"/>
                        </a:lnTo>
                        <a:lnTo>
                          <a:pt x="232410" y="7620"/>
                        </a:lnTo>
                        <a:close/>
                      </a:path>
                    </a:pathLst>
                  </a:cu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700">
                      <a:ln>
                        <a:solidFill>
                          <a:schemeClr val="accent1">
                            <a:alpha val="0"/>
                          </a:schemeClr>
                        </a:solidFill>
                      </a:ln>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95" name="자유형: 도형 158">
                    <a:extLst>
                      <a:ext uri="{FF2B5EF4-FFF2-40B4-BE49-F238E27FC236}">
                        <a16:creationId xmlns:a16="http://schemas.microsoft.com/office/drawing/2014/main" id="{06BDE06C-704C-CD8E-4146-F4EC92A4BBCD}"/>
                      </a:ext>
                    </a:extLst>
                  </p:cNvPr>
                  <p:cNvSpPr/>
                  <p:nvPr/>
                </p:nvSpPr>
                <p:spPr>
                  <a:xfrm>
                    <a:off x="3640455" y="4855845"/>
                    <a:ext cx="1485900" cy="967740"/>
                  </a:xfrm>
                  <a:custGeom>
                    <a:avLst/>
                    <a:gdLst>
                      <a:gd name="connsiteX0" fmla="*/ 1106805 w 1485900"/>
                      <a:gd name="connsiteY0" fmla="*/ 91440 h 967740"/>
                      <a:gd name="connsiteX1" fmla="*/ 1102995 w 1485900"/>
                      <a:gd name="connsiteY1" fmla="*/ 66675 h 967740"/>
                      <a:gd name="connsiteX2" fmla="*/ 1082040 w 1485900"/>
                      <a:gd name="connsiteY2" fmla="*/ 41910 h 967740"/>
                      <a:gd name="connsiteX3" fmla="*/ 1045845 w 1485900"/>
                      <a:gd name="connsiteY3" fmla="*/ 0 h 967740"/>
                      <a:gd name="connsiteX4" fmla="*/ 1019175 w 1485900"/>
                      <a:gd name="connsiteY4" fmla="*/ 13335 h 967740"/>
                      <a:gd name="connsiteX5" fmla="*/ 973455 w 1485900"/>
                      <a:gd name="connsiteY5" fmla="*/ 47625 h 967740"/>
                      <a:gd name="connsiteX6" fmla="*/ 929640 w 1485900"/>
                      <a:gd name="connsiteY6" fmla="*/ 28575 h 967740"/>
                      <a:gd name="connsiteX7" fmla="*/ 901065 w 1485900"/>
                      <a:gd name="connsiteY7" fmla="*/ 51435 h 967740"/>
                      <a:gd name="connsiteX8" fmla="*/ 914400 w 1485900"/>
                      <a:gd name="connsiteY8" fmla="*/ 89535 h 967740"/>
                      <a:gd name="connsiteX9" fmla="*/ 929640 w 1485900"/>
                      <a:gd name="connsiteY9" fmla="*/ 110490 h 967740"/>
                      <a:gd name="connsiteX10" fmla="*/ 918210 w 1485900"/>
                      <a:gd name="connsiteY10" fmla="*/ 152400 h 967740"/>
                      <a:gd name="connsiteX11" fmla="*/ 908685 w 1485900"/>
                      <a:gd name="connsiteY11" fmla="*/ 165735 h 967740"/>
                      <a:gd name="connsiteX12" fmla="*/ 910590 w 1485900"/>
                      <a:gd name="connsiteY12" fmla="*/ 219075 h 967740"/>
                      <a:gd name="connsiteX13" fmla="*/ 862965 w 1485900"/>
                      <a:gd name="connsiteY13" fmla="*/ 259080 h 967740"/>
                      <a:gd name="connsiteX14" fmla="*/ 849630 w 1485900"/>
                      <a:gd name="connsiteY14" fmla="*/ 268605 h 967740"/>
                      <a:gd name="connsiteX15" fmla="*/ 805815 w 1485900"/>
                      <a:gd name="connsiteY15" fmla="*/ 299085 h 967740"/>
                      <a:gd name="connsiteX16" fmla="*/ 781050 w 1485900"/>
                      <a:gd name="connsiteY16" fmla="*/ 327660 h 967740"/>
                      <a:gd name="connsiteX17" fmla="*/ 748665 w 1485900"/>
                      <a:gd name="connsiteY17" fmla="*/ 304800 h 967740"/>
                      <a:gd name="connsiteX18" fmla="*/ 706755 w 1485900"/>
                      <a:gd name="connsiteY18" fmla="*/ 304800 h 967740"/>
                      <a:gd name="connsiteX19" fmla="*/ 584835 w 1485900"/>
                      <a:gd name="connsiteY19" fmla="*/ 306705 h 967740"/>
                      <a:gd name="connsiteX20" fmla="*/ 499110 w 1485900"/>
                      <a:gd name="connsiteY20" fmla="*/ 300990 h 967740"/>
                      <a:gd name="connsiteX21" fmla="*/ 447675 w 1485900"/>
                      <a:gd name="connsiteY21" fmla="*/ 299085 h 967740"/>
                      <a:gd name="connsiteX22" fmla="*/ 436245 w 1485900"/>
                      <a:gd name="connsiteY22" fmla="*/ 312420 h 967740"/>
                      <a:gd name="connsiteX23" fmla="*/ 392430 w 1485900"/>
                      <a:gd name="connsiteY23" fmla="*/ 312420 h 967740"/>
                      <a:gd name="connsiteX24" fmla="*/ 339090 w 1485900"/>
                      <a:gd name="connsiteY24" fmla="*/ 342900 h 967740"/>
                      <a:gd name="connsiteX25" fmla="*/ 327660 w 1485900"/>
                      <a:gd name="connsiteY25" fmla="*/ 358140 h 967740"/>
                      <a:gd name="connsiteX26" fmla="*/ 297180 w 1485900"/>
                      <a:gd name="connsiteY26" fmla="*/ 382905 h 967740"/>
                      <a:gd name="connsiteX27" fmla="*/ 285750 w 1485900"/>
                      <a:gd name="connsiteY27" fmla="*/ 396240 h 967740"/>
                      <a:gd name="connsiteX28" fmla="*/ 280035 w 1485900"/>
                      <a:gd name="connsiteY28" fmla="*/ 398145 h 967740"/>
                      <a:gd name="connsiteX29" fmla="*/ 213360 w 1485900"/>
                      <a:gd name="connsiteY29" fmla="*/ 445770 h 967740"/>
                      <a:gd name="connsiteX30" fmla="*/ 165735 w 1485900"/>
                      <a:gd name="connsiteY30" fmla="*/ 489585 h 967740"/>
                      <a:gd name="connsiteX31" fmla="*/ 131445 w 1485900"/>
                      <a:gd name="connsiteY31" fmla="*/ 520065 h 967740"/>
                      <a:gd name="connsiteX32" fmla="*/ 102870 w 1485900"/>
                      <a:gd name="connsiteY32" fmla="*/ 537210 h 967740"/>
                      <a:gd name="connsiteX33" fmla="*/ 78105 w 1485900"/>
                      <a:gd name="connsiteY33" fmla="*/ 531495 h 967740"/>
                      <a:gd name="connsiteX34" fmla="*/ 66675 w 1485900"/>
                      <a:gd name="connsiteY34" fmla="*/ 495300 h 967740"/>
                      <a:gd name="connsiteX35" fmla="*/ 36195 w 1485900"/>
                      <a:gd name="connsiteY35" fmla="*/ 491490 h 967740"/>
                      <a:gd name="connsiteX36" fmla="*/ 17145 w 1485900"/>
                      <a:gd name="connsiteY36" fmla="*/ 512445 h 967740"/>
                      <a:gd name="connsiteX37" fmla="*/ 0 w 1485900"/>
                      <a:gd name="connsiteY37" fmla="*/ 571500 h 967740"/>
                      <a:gd name="connsiteX38" fmla="*/ 22860 w 1485900"/>
                      <a:gd name="connsiteY38" fmla="*/ 613410 h 967740"/>
                      <a:gd name="connsiteX39" fmla="*/ 64770 w 1485900"/>
                      <a:gd name="connsiteY39" fmla="*/ 640080 h 967740"/>
                      <a:gd name="connsiteX40" fmla="*/ 95250 w 1485900"/>
                      <a:gd name="connsiteY40" fmla="*/ 659130 h 967740"/>
                      <a:gd name="connsiteX41" fmla="*/ 104775 w 1485900"/>
                      <a:gd name="connsiteY41" fmla="*/ 689610 h 967740"/>
                      <a:gd name="connsiteX42" fmla="*/ 106680 w 1485900"/>
                      <a:gd name="connsiteY42" fmla="*/ 737235 h 967740"/>
                      <a:gd name="connsiteX43" fmla="*/ 78105 w 1485900"/>
                      <a:gd name="connsiteY43" fmla="*/ 754380 h 967740"/>
                      <a:gd name="connsiteX44" fmla="*/ 91440 w 1485900"/>
                      <a:gd name="connsiteY44" fmla="*/ 775335 h 967740"/>
                      <a:gd name="connsiteX45" fmla="*/ 108585 w 1485900"/>
                      <a:gd name="connsiteY45" fmla="*/ 773430 h 967740"/>
                      <a:gd name="connsiteX46" fmla="*/ 129540 w 1485900"/>
                      <a:gd name="connsiteY46" fmla="*/ 769620 h 967740"/>
                      <a:gd name="connsiteX47" fmla="*/ 184785 w 1485900"/>
                      <a:gd name="connsiteY47" fmla="*/ 794385 h 967740"/>
                      <a:gd name="connsiteX48" fmla="*/ 224790 w 1485900"/>
                      <a:gd name="connsiteY48" fmla="*/ 779145 h 967740"/>
                      <a:gd name="connsiteX49" fmla="*/ 249555 w 1485900"/>
                      <a:gd name="connsiteY49" fmla="*/ 731520 h 967740"/>
                      <a:gd name="connsiteX50" fmla="*/ 291465 w 1485900"/>
                      <a:gd name="connsiteY50" fmla="*/ 750570 h 967740"/>
                      <a:gd name="connsiteX51" fmla="*/ 291465 w 1485900"/>
                      <a:gd name="connsiteY51" fmla="*/ 790575 h 967740"/>
                      <a:gd name="connsiteX52" fmla="*/ 260985 w 1485900"/>
                      <a:gd name="connsiteY52" fmla="*/ 819150 h 967740"/>
                      <a:gd name="connsiteX53" fmla="*/ 278130 w 1485900"/>
                      <a:gd name="connsiteY53" fmla="*/ 830580 h 967740"/>
                      <a:gd name="connsiteX54" fmla="*/ 331470 w 1485900"/>
                      <a:gd name="connsiteY54" fmla="*/ 800100 h 967740"/>
                      <a:gd name="connsiteX55" fmla="*/ 384810 w 1485900"/>
                      <a:gd name="connsiteY55" fmla="*/ 821055 h 967740"/>
                      <a:gd name="connsiteX56" fmla="*/ 405765 w 1485900"/>
                      <a:gd name="connsiteY56" fmla="*/ 882015 h 967740"/>
                      <a:gd name="connsiteX57" fmla="*/ 407670 w 1485900"/>
                      <a:gd name="connsiteY57" fmla="*/ 910590 h 967740"/>
                      <a:gd name="connsiteX58" fmla="*/ 375285 w 1485900"/>
                      <a:gd name="connsiteY58" fmla="*/ 952500 h 967740"/>
                      <a:gd name="connsiteX59" fmla="*/ 417195 w 1485900"/>
                      <a:gd name="connsiteY59" fmla="*/ 967740 h 967740"/>
                      <a:gd name="connsiteX60" fmla="*/ 451485 w 1485900"/>
                      <a:gd name="connsiteY60" fmla="*/ 925830 h 967740"/>
                      <a:gd name="connsiteX61" fmla="*/ 495300 w 1485900"/>
                      <a:gd name="connsiteY61" fmla="*/ 927735 h 967740"/>
                      <a:gd name="connsiteX62" fmla="*/ 529590 w 1485900"/>
                      <a:gd name="connsiteY62" fmla="*/ 954405 h 967740"/>
                      <a:gd name="connsiteX63" fmla="*/ 575310 w 1485900"/>
                      <a:gd name="connsiteY63" fmla="*/ 956310 h 967740"/>
                      <a:gd name="connsiteX64" fmla="*/ 586740 w 1485900"/>
                      <a:gd name="connsiteY64" fmla="*/ 912495 h 967740"/>
                      <a:gd name="connsiteX65" fmla="*/ 769620 w 1485900"/>
                      <a:gd name="connsiteY65" fmla="*/ 815340 h 967740"/>
                      <a:gd name="connsiteX66" fmla="*/ 828675 w 1485900"/>
                      <a:gd name="connsiteY66" fmla="*/ 754380 h 967740"/>
                      <a:gd name="connsiteX67" fmla="*/ 880110 w 1485900"/>
                      <a:gd name="connsiteY67" fmla="*/ 701040 h 967740"/>
                      <a:gd name="connsiteX68" fmla="*/ 933450 w 1485900"/>
                      <a:gd name="connsiteY68" fmla="*/ 596265 h 967740"/>
                      <a:gd name="connsiteX69" fmla="*/ 992505 w 1485900"/>
                      <a:gd name="connsiteY69" fmla="*/ 567690 h 967740"/>
                      <a:gd name="connsiteX70" fmla="*/ 1194435 w 1485900"/>
                      <a:gd name="connsiteY70" fmla="*/ 493395 h 967740"/>
                      <a:gd name="connsiteX71" fmla="*/ 1280160 w 1485900"/>
                      <a:gd name="connsiteY71" fmla="*/ 480060 h 967740"/>
                      <a:gd name="connsiteX72" fmla="*/ 1344930 w 1485900"/>
                      <a:gd name="connsiteY72" fmla="*/ 459105 h 967740"/>
                      <a:gd name="connsiteX73" fmla="*/ 1400175 w 1485900"/>
                      <a:gd name="connsiteY73" fmla="*/ 415290 h 967740"/>
                      <a:gd name="connsiteX74" fmla="*/ 1459230 w 1485900"/>
                      <a:gd name="connsiteY74" fmla="*/ 394335 h 967740"/>
                      <a:gd name="connsiteX75" fmla="*/ 1485900 w 1485900"/>
                      <a:gd name="connsiteY75" fmla="*/ 356235 h 967740"/>
                      <a:gd name="connsiteX76" fmla="*/ 1447800 w 1485900"/>
                      <a:gd name="connsiteY76" fmla="*/ 270510 h 967740"/>
                      <a:gd name="connsiteX77" fmla="*/ 1384935 w 1485900"/>
                      <a:gd name="connsiteY77" fmla="*/ 209550 h 967740"/>
                      <a:gd name="connsiteX78" fmla="*/ 1358265 w 1485900"/>
                      <a:gd name="connsiteY78" fmla="*/ 169545 h 967740"/>
                      <a:gd name="connsiteX79" fmla="*/ 1308735 w 1485900"/>
                      <a:gd name="connsiteY79" fmla="*/ 165735 h 967740"/>
                      <a:gd name="connsiteX80" fmla="*/ 1242060 w 1485900"/>
                      <a:gd name="connsiteY80" fmla="*/ 165735 h 967740"/>
                      <a:gd name="connsiteX81" fmla="*/ 1234440 w 1485900"/>
                      <a:gd name="connsiteY81" fmla="*/ 129540 h 967740"/>
                      <a:gd name="connsiteX82" fmla="*/ 1205865 w 1485900"/>
                      <a:gd name="connsiteY82" fmla="*/ 112395 h 967740"/>
                      <a:gd name="connsiteX83" fmla="*/ 1179195 w 1485900"/>
                      <a:gd name="connsiteY83" fmla="*/ 118110 h 967740"/>
                      <a:gd name="connsiteX84" fmla="*/ 1106805 w 1485900"/>
                      <a:gd name="connsiteY84" fmla="*/ 91440 h 967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1485900" h="967740">
                        <a:moveTo>
                          <a:pt x="1106805" y="91440"/>
                        </a:moveTo>
                        <a:lnTo>
                          <a:pt x="1102995" y="66675"/>
                        </a:lnTo>
                        <a:lnTo>
                          <a:pt x="1082040" y="41910"/>
                        </a:lnTo>
                        <a:lnTo>
                          <a:pt x="1045845" y="0"/>
                        </a:lnTo>
                        <a:lnTo>
                          <a:pt x="1019175" y="13335"/>
                        </a:lnTo>
                        <a:lnTo>
                          <a:pt x="973455" y="47625"/>
                        </a:lnTo>
                        <a:lnTo>
                          <a:pt x="929640" y="28575"/>
                        </a:lnTo>
                        <a:lnTo>
                          <a:pt x="901065" y="51435"/>
                        </a:lnTo>
                        <a:lnTo>
                          <a:pt x="914400" y="89535"/>
                        </a:lnTo>
                        <a:lnTo>
                          <a:pt x="929640" y="110490"/>
                        </a:lnTo>
                        <a:lnTo>
                          <a:pt x="918210" y="152400"/>
                        </a:lnTo>
                        <a:lnTo>
                          <a:pt x="908685" y="165735"/>
                        </a:lnTo>
                        <a:lnTo>
                          <a:pt x="910590" y="219075"/>
                        </a:lnTo>
                        <a:lnTo>
                          <a:pt x="862965" y="259080"/>
                        </a:lnTo>
                        <a:lnTo>
                          <a:pt x="849630" y="268605"/>
                        </a:lnTo>
                        <a:lnTo>
                          <a:pt x="805815" y="299085"/>
                        </a:lnTo>
                        <a:lnTo>
                          <a:pt x="781050" y="327660"/>
                        </a:lnTo>
                        <a:lnTo>
                          <a:pt x="748665" y="304800"/>
                        </a:lnTo>
                        <a:lnTo>
                          <a:pt x="706755" y="304800"/>
                        </a:lnTo>
                        <a:lnTo>
                          <a:pt x="584835" y="306705"/>
                        </a:lnTo>
                        <a:lnTo>
                          <a:pt x="499110" y="300990"/>
                        </a:lnTo>
                        <a:lnTo>
                          <a:pt x="447675" y="299085"/>
                        </a:lnTo>
                        <a:lnTo>
                          <a:pt x="436245" y="312420"/>
                        </a:lnTo>
                        <a:lnTo>
                          <a:pt x="392430" y="312420"/>
                        </a:lnTo>
                        <a:lnTo>
                          <a:pt x="339090" y="342900"/>
                        </a:lnTo>
                        <a:lnTo>
                          <a:pt x="327660" y="358140"/>
                        </a:lnTo>
                        <a:lnTo>
                          <a:pt x="297180" y="382905"/>
                        </a:lnTo>
                        <a:cubicBezTo>
                          <a:pt x="293370" y="387350"/>
                          <a:pt x="290126" y="392351"/>
                          <a:pt x="285750" y="396240"/>
                        </a:cubicBezTo>
                        <a:cubicBezTo>
                          <a:pt x="284249" y="397574"/>
                          <a:pt x="280035" y="398145"/>
                          <a:pt x="280035" y="398145"/>
                        </a:cubicBezTo>
                        <a:lnTo>
                          <a:pt x="213360" y="445770"/>
                        </a:lnTo>
                        <a:lnTo>
                          <a:pt x="165735" y="489585"/>
                        </a:lnTo>
                        <a:lnTo>
                          <a:pt x="131445" y="520065"/>
                        </a:lnTo>
                        <a:lnTo>
                          <a:pt x="102870" y="537210"/>
                        </a:lnTo>
                        <a:lnTo>
                          <a:pt x="78105" y="531495"/>
                        </a:lnTo>
                        <a:lnTo>
                          <a:pt x="66675" y="495300"/>
                        </a:lnTo>
                        <a:lnTo>
                          <a:pt x="36195" y="491490"/>
                        </a:lnTo>
                        <a:lnTo>
                          <a:pt x="17145" y="512445"/>
                        </a:lnTo>
                        <a:lnTo>
                          <a:pt x="0" y="571500"/>
                        </a:lnTo>
                        <a:lnTo>
                          <a:pt x="22860" y="613410"/>
                        </a:lnTo>
                        <a:lnTo>
                          <a:pt x="64770" y="640080"/>
                        </a:lnTo>
                        <a:lnTo>
                          <a:pt x="95250" y="659130"/>
                        </a:lnTo>
                        <a:lnTo>
                          <a:pt x="104775" y="689610"/>
                        </a:lnTo>
                        <a:lnTo>
                          <a:pt x="106680" y="737235"/>
                        </a:lnTo>
                        <a:lnTo>
                          <a:pt x="78105" y="754380"/>
                        </a:lnTo>
                        <a:lnTo>
                          <a:pt x="91440" y="775335"/>
                        </a:lnTo>
                        <a:lnTo>
                          <a:pt x="108585" y="773430"/>
                        </a:lnTo>
                        <a:lnTo>
                          <a:pt x="129540" y="769620"/>
                        </a:lnTo>
                        <a:lnTo>
                          <a:pt x="184785" y="794385"/>
                        </a:lnTo>
                        <a:lnTo>
                          <a:pt x="224790" y="779145"/>
                        </a:lnTo>
                        <a:lnTo>
                          <a:pt x="249555" y="731520"/>
                        </a:lnTo>
                        <a:lnTo>
                          <a:pt x="291465" y="750570"/>
                        </a:lnTo>
                        <a:lnTo>
                          <a:pt x="291465" y="790575"/>
                        </a:lnTo>
                        <a:lnTo>
                          <a:pt x="260985" y="819150"/>
                        </a:lnTo>
                        <a:lnTo>
                          <a:pt x="278130" y="830580"/>
                        </a:lnTo>
                        <a:lnTo>
                          <a:pt x="331470" y="800100"/>
                        </a:lnTo>
                        <a:lnTo>
                          <a:pt x="384810" y="821055"/>
                        </a:lnTo>
                        <a:lnTo>
                          <a:pt x="405765" y="882015"/>
                        </a:lnTo>
                        <a:lnTo>
                          <a:pt x="407670" y="910590"/>
                        </a:lnTo>
                        <a:lnTo>
                          <a:pt x="375285" y="952500"/>
                        </a:lnTo>
                        <a:lnTo>
                          <a:pt x="417195" y="967740"/>
                        </a:lnTo>
                        <a:lnTo>
                          <a:pt x="451485" y="925830"/>
                        </a:lnTo>
                        <a:lnTo>
                          <a:pt x="495300" y="927735"/>
                        </a:lnTo>
                        <a:lnTo>
                          <a:pt x="529590" y="954405"/>
                        </a:lnTo>
                        <a:lnTo>
                          <a:pt x="575310" y="956310"/>
                        </a:lnTo>
                        <a:lnTo>
                          <a:pt x="586740" y="912495"/>
                        </a:lnTo>
                        <a:lnTo>
                          <a:pt x="769620" y="815340"/>
                        </a:lnTo>
                        <a:lnTo>
                          <a:pt x="828675" y="754380"/>
                        </a:lnTo>
                        <a:lnTo>
                          <a:pt x="880110" y="701040"/>
                        </a:lnTo>
                        <a:lnTo>
                          <a:pt x="933450" y="596265"/>
                        </a:lnTo>
                        <a:lnTo>
                          <a:pt x="992505" y="567690"/>
                        </a:lnTo>
                        <a:lnTo>
                          <a:pt x="1194435" y="493395"/>
                        </a:lnTo>
                        <a:lnTo>
                          <a:pt x="1280160" y="480060"/>
                        </a:lnTo>
                        <a:lnTo>
                          <a:pt x="1344930" y="459105"/>
                        </a:lnTo>
                        <a:lnTo>
                          <a:pt x="1400175" y="415290"/>
                        </a:lnTo>
                        <a:lnTo>
                          <a:pt x="1459230" y="394335"/>
                        </a:lnTo>
                        <a:lnTo>
                          <a:pt x="1485900" y="356235"/>
                        </a:lnTo>
                        <a:lnTo>
                          <a:pt x="1447800" y="270510"/>
                        </a:lnTo>
                        <a:lnTo>
                          <a:pt x="1384935" y="209550"/>
                        </a:lnTo>
                        <a:lnTo>
                          <a:pt x="1358265" y="169545"/>
                        </a:lnTo>
                        <a:lnTo>
                          <a:pt x="1308735" y="165735"/>
                        </a:lnTo>
                        <a:lnTo>
                          <a:pt x="1242060" y="165735"/>
                        </a:lnTo>
                        <a:lnTo>
                          <a:pt x="1234440" y="129540"/>
                        </a:lnTo>
                        <a:lnTo>
                          <a:pt x="1205865" y="112395"/>
                        </a:lnTo>
                        <a:lnTo>
                          <a:pt x="1179195" y="118110"/>
                        </a:lnTo>
                        <a:lnTo>
                          <a:pt x="1106805" y="91440"/>
                        </a:lnTo>
                        <a:close/>
                      </a:path>
                    </a:pathLst>
                  </a:cu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700">
                      <a:ln>
                        <a:solidFill>
                          <a:schemeClr val="accent1">
                            <a:alpha val="0"/>
                          </a:schemeClr>
                        </a:solidFill>
                      </a:ln>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96" name="자유형: 도형 159">
                    <a:extLst>
                      <a:ext uri="{FF2B5EF4-FFF2-40B4-BE49-F238E27FC236}">
                        <a16:creationId xmlns:a16="http://schemas.microsoft.com/office/drawing/2014/main" id="{CDDE7AB6-8243-1896-A13B-E784A855B010}"/>
                      </a:ext>
                    </a:extLst>
                  </p:cNvPr>
                  <p:cNvSpPr/>
                  <p:nvPr/>
                </p:nvSpPr>
                <p:spPr>
                  <a:xfrm>
                    <a:off x="3901440" y="5855970"/>
                    <a:ext cx="285750" cy="379095"/>
                  </a:xfrm>
                  <a:custGeom>
                    <a:avLst/>
                    <a:gdLst>
                      <a:gd name="connsiteX0" fmla="*/ 285750 w 285750"/>
                      <a:gd name="connsiteY0" fmla="*/ 270510 h 379095"/>
                      <a:gd name="connsiteX1" fmla="*/ 232410 w 285750"/>
                      <a:gd name="connsiteY1" fmla="*/ 285750 h 379095"/>
                      <a:gd name="connsiteX2" fmla="*/ 232410 w 285750"/>
                      <a:gd name="connsiteY2" fmla="*/ 310515 h 379095"/>
                      <a:gd name="connsiteX3" fmla="*/ 249555 w 285750"/>
                      <a:gd name="connsiteY3" fmla="*/ 331470 h 379095"/>
                      <a:gd name="connsiteX4" fmla="*/ 243840 w 285750"/>
                      <a:gd name="connsiteY4" fmla="*/ 358140 h 379095"/>
                      <a:gd name="connsiteX5" fmla="*/ 224790 w 285750"/>
                      <a:gd name="connsiteY5" fmla="*/ 369570 h 379095"/>
                      <a:gd name="connsiteX6" fmla="*/ 190500 w 285750"/>
                      <a:gd name="connsiteY6" fmla="*/ 373380 h 379095"/>
                      <a:gd name="connsiteX7" fmla="*/ 146685 w 285750"/>
                      <a:gd name="connsiteY7" fmla="*/ 361950 h 379095"/>
                      <a:gd name="connsiteX8" fmla="*/ 121920 w 285750"/>
                      <a:gd name="connsiteY8" fmla="*/ 379095 h 379095"/>
                      <a:gd name="connsiteX9" fmla="*/ 89535 w 285750"/>
                      <a:gd name="connsiteY9" fmla="*/ 377190 h 379095"/>
                      <a:gd name="connsiteX10" fmla="*/ 78105 w 285750"/>
                      <a:gd name="connsiteY10" fmla="*/ 352425 h 379095"/>
                      <a:gd name="connsiteX11" fmla="*/ 83820 w 285750"/>
                      <a:gd name="connsiteY11" fmla="*/ 280035 h 379095"/>
                      <a:gd name="connsiteX12" fmla="*/ 83820 w 285750"/>
                      <a:gd name="connsiteY12" fmla="*/ 262890 h 379095"/>
                      <a:gd name="connsiteX13" fmla="*/ 83820 w 285750"/>
                      <a:gd name="connsiteY13" fmla="*/ 194310 h 379095"/>
                      <a:gd name="connsiteX14" fmla="*/ 70485 w 285750"/>
                      <a:gd name="connsiteY14" fmla="*/ 175260 h 379095"/>
                      <a:gd name="connsiteX15" fmla="*/ 45720 w 285750"/>
                      <a:gd name="connsiteY15" fmla="*/ 175260 h 379095"/>
                      <a:gd name="connsiteX16" fmla="*/ 3810 w 285750"/>
                      <a:gd name="connsiteY16" fmla="*/ 165735 h 379095"/>
                      <a:gd name="connsiteX17" fmla="*/ 0 w 285750"/>
                      <a:gd name="connsiteY17" fmla="*/ 135255 h 379095"/>
                      <a:gd name="connsiteX18" fmla="*/ 28575 w 285750"/>
                      <a:gd name="connsiteY18" fmla="*/ 110490 h 379095"/>
                      <a:gd name="connsiteX19" fmla="*/ 45720 w 285750"/>
                      <a:gd name="connsiteY19" fmla="*/ 66675 h 379095"/>
                      <a:gd name="connsiteX20" fmla="*/ 43815 w 285750"/>
                      <a:gd name="connsiteY20" fmla="*/ 32385 h 379095"/>
                      <a:gd name="connsiteX21" fmla="*/ 68580 w 285750"/>
                      <a:gd name="connsiteY21" fmla="*/ 0 h 379095"/>
                      <a:gd name="connsiteX22" fmla="*/ 108585 w 285750"/>
                      <a:gd name="connsiteY22" fmla="*/ 26670 h 379095"/>
                      <a:gd name="connsiteX23" fmla="*/ 118110 w 285750"/>
                      <a:gd name="connsiteY23" fmla="*/ 74295 h 379095"/>
                      <a:gd name="connsiteX24" fmla="*/ 158115 w 285750"/>
                      <a:gd name="connsiteY24" fmla="*/ 118110 h 379095"/>
                      <a:gd name="connsiteX25" fmla="*/ 200025 w 285750"/>
                      <a:gd name="connsiteY25" fmla="*/ 152400 h 379095"/>
                      <a:gd name="connsiteX26" fmla="*/ 236220 w 285750"/>
                      <a:gd name="connsiteY26" fmla="*/ 213360 h 379095"/>
                      <a:gd name="connsiteX27" fmla="*/ 285750 w 285750"/>
                      <a:gd name="connsiteY27" fmla="*/ 270510 h 379095"/>
                      <a:gd name="connsiteX0" fmla="*/ 285750 w 285750"/>
                      <a:gd name="connsiteY0" fmla="*/ 270510 h 379095"/>
                      <a:gd name="connsiteX1" fmla="*/ 232410 w 285750"/>
                      <a:gd name="connsiteY1" fmla="*/ 285750 h 379095"/>
                      <a:gd name="connsiteX2" fmla="*/ 232410 w 285750"/>
                      <a:gd name="connsiteY2" fmla="*/ 310515 h 379095"/>
                      <a:gd name="connsiteX3" fmla="*/ 249555 w 285750"/>
                      <a:gd name="connsiteY3" fmla="*/ 331470 h 379095"/>
                      <a:gd name="connsiteX4" fmla="*/ 243840 w 285750"/>
                      <a:gd name="connsiteY4" fmla="*/ 358140 h 379095"/>
                      <a:gd name="connsiteX5" fmla="*/ 224790 w 285750"/>
                      <a:gd name="connsiteY5" fmla="*/ 369570 h 379095"/>
                      <a:gd name="connsiteX6" fmla="*/ 190500 w 285750"/>
                      <a:gd name="connsiteY6" fmla="*/ 373380 h 379095"/>
                      <a:gd name="connsiteX7" fmla="*/ 146685 w 285750"/>
                      <a:gd name="connsiteY7" fmla="*/ 361950 h 379095"/>
                      <a:gd name="connsiteX8" fmla="*/ 121920 w 285750"/>
                      <a:gd name="connsiteY8" fmla="*/ 379095 h 379095"/>
                      <a:gd name="connsiteX9" fmla="*/ 89535 w 285750"/>
                      <a:gd name="connsiteY9" fmla="*/ 377190 h 379095"/>
                      <a:gd name="connsiteX10" fmla="*/ 78105 w 285750"/>
                      <a:gd name="connsiteY10" fmla="*/ 352425 h 379095"/>
                      <a:gd name="connsiteX11" fmla="*/ 83820 w 285750"/>
                      <a:gd name="connsiteY11" fmla="*/ 280035 h 379095"/>
                      <a:gd name="connsiteX12" fmla="*/ 83820 w 285750"/>
                      <a:gd name="connsiteY12" fmla="*/ 262890 h 379095"/>
                      <a:gd name="connsiteX13" fmla="*/ 83820 w 285750"/>
                      <a:gd name="connsiteY13" fmla="*/ 194310 h 379095"/>
                      <a:gd name="connsiteX14" fmla="*/ 70485 w 285750"/>
                      <a:gd name="connsiteY14" fmla="*/ 175260 h 379095"/>
                      <a:gd name="connsiteX15" fmla="*/ 45720 w 285750"/>
                      <a:gd name="connsiteY15" fmla="*/ 175260 h 379095"/>
                      <a:gd name="connsiteX16" fmla="*/ 3810 w 285750"/>
                      <a:gd name="connsiteY16" fmla="*/ 165735 h 379095"/>
                      <a:gd name="connsiteX17" fmla="*/ 0 w 285750"/>
                      <a:gd name="connsiteY17" fmla="*/ 135255 h 379095"/>
                      <a:gd name="connsiteX18" fmla="*/ 28575 w 285750"/>
                      <a:gd name="connsiteY18" fmla="*/ 110490 h 379095"/>
                      <a:gd name="connsiteX19" fmla="*/ 45720 w 285750"/>
                      <a:gd name="connsiteY19" fmla="*/ 66675 h 379095"/>
                      <a:gd name="connsiteX20" fmla="*/ 43815 w 285750"/>
                      <a:gd name="connsiteY20" fmla="*/ 32385 h 379095"/>
                      <a:gd name="connsiteX21" fmla="*/ 68580 w 285750"/>
                      <a:gd name="connsiteY21" fmla="*/ 0 h 379095"/>
                      <a:gd name="connsiteX22" fmla="*/ 108585 w 285750"/>
                      <a:gd name="connsiteY22" fmla="*/ 26670 h 379095"/>
                      <a:gd name="connsiteX23" fmla="*/ 118110 w 285750"/>
                      <a:gd name="connsiteY23" fmla="*/ 74295 h 379095"/>
                      <a:gd name="connsiteX24" fmla="*/ 158115 w 285750"/>
                      <a:gd name="connsiteY24" fmla="*/ 118110 h 379095"/>
                      <a:gd name="connsiteX25" fmla="*/ 200025 w 285750"/>
                      <a:gd name="connsiteY25" fmla="*/ 152400 h 379095"/>
                      <a:gd name="connsiteX26" fmla="*/ 236220 w 285750"/>
                      <a:gd name="connsiteY26" fmla="*/ 213360 h 379095"/>
                      <a:gd name="connsiteX27" fmla="*/ 278130 w 285750"/>
                      <a:gd name="connsiteY27" fmla="*/ 243840 h 379095"/>
                      <a:gd name="connsiteX28" fmla="*/ 285750 w 285750"/>
                      <a:gd name="connsiteY28" fmla="*/ 270510 h 379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85750" h="379095">
                        <a:moveTo>
                          <a:pt x="285750" y="270510"/>
                        </a:moveTo>
                        <a:lnTo>
                          <a:pt x="232410" y="285750"/>
                        </a:lnTo>
                        <a:lnTo>
                          <a:pt x="232410" y="310515"/>
                        </a:lnTo>
                        <a:lnTo>
                          <a:pt x="249555" y="331470"/>
                        </a:lnTo>
                        <a:lnTo>
                          <a:pt x="243840" y="358140"/>
                        </a:lnTo>
                        <a:lnTo>
                          <a:pt x="224790" y="369570"/>
                        </a:lnTo>
                        <a:lnTo>
                          <a:pt x="190500" y="373380"/>
                        </a:lnTo>
                        <a:lnTo>
                          <a:pt x="146685" y="361950"/>
                        </a:lnTo>
                        <a:lnTo>
                          <a:pt x="121920" y="379095"/>
                        </a:lnTo>
                        <a:lnTo>
                          <a:pt x="89535" y="377190"/>
                        </a:lnTo>
                        <a:lnTo>
                          <a:pt x="78105" y="352425"/>
                        </a:lnTo>
                        <a:lnTo>
                          <a:pt x="83820" y="280035"/>
                        </a:lnTo>
                        <a:lnTo>
                          <a:pt x="83820" y="262890"/>
                        </a:lnTo>
                        <a:lnTo>
                          <a:pt x="83820" y="194310"/>
                        </a:lnTo>
                        <a:lnTo>
                          <a:pt x="70485" y="175260"/>
                        </a:lnTo>
                        <a:lnTo>
                          <a:pt x="45720" y="175260"/>
                        </a:lnTo>
                        <a:lnTo>
                          <a:pt x="3810" y="165735"/>
                        </a:lnTo>
                        <a:lnTo>
                          <a:pt x="0" y="135255"/>
                        </a:lnTo>
                        <a:lnTo>
                          <a:pt x="28575" y="110490"/>
                        </a:lnTo>
                        <a:lnTo>
                          <a:pt x="45720" y="66675"/>
                        </a:lnTo>
                        <a:lnTo>
                          <a:pt x="43815" y="32385"/>
                        </a:lnTo>
                        <a:lnTo>
                          <a:pt x="68580" y="0"/>
                        </a:lnTo>
                        <a:lnTo>
                          <a:pt x="108585" y="26670"/>
                        </a:lnTo>
                        <a:lnTo>
                          <a:pt x="118110" y="74295"/>
                        </a:lnTo>
                        <a:lnTo>
                          <a:pt x="158115" y="118110"/>
                        </a:lnTo>
                        <a:lnTo>
                          <a:pt x="200025" y="152400"/>
                        </a:lnTo>
                        <a:lnTo>
                          <a:pt x="236220" y="213360"/>
                        </a:lnTo>
                        <a:cubicBezTo>
                          <a:pt x="247015" y="226695"/>
                          <a:pt x="267335" y="230505"/>
                          <a:pt x="278130" y="243840"/>
                        </a:cubicBezTo>
                        <a:lnTo>
                          <a:pt x="285750" y="270510"/>
                        </a:lnTo>
                        <a:close/>
                      </a:path>
                    </a:pathLst>
                  </a:cu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700">
                      <a:ln>
                        <a:solidFill>
                          <a:schemeClr val="accent1">
                            <a:alpha val="0"/>
                          </a:schemeClr>
                        </a:solidFill>
                      </a:ln>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grpSp>
            <p:grpSp>
              <p:nvGrpSpPr>
                <p:cNvPr id="179" name="강화군">
                  <a:extLst>
                    <a:ext uri="{FF2B5EF4-FFF2-40B4-BE49-F238E27FC236}">
                      <a16:creationId xmlns:a16="http://schemas.microsoft.com/office/drawing/2014/main" id="{BEF1D164-7D66-7780-D0CA-73579B020B50}"/>
                    </a:ext>
                  </a:extLst>
                </p:cNvPr>
                <p:cNvGrpSpPr/>
                <p:nvPr/>
              </p:nvGrpSpPr>
              <p:grpSpPr>
                <a:xfrm>
                  <a:off x="2068833" y="2377440"/>
                  <a:ext cx="2781297" cy="2090421"/>
                  <a:chOff x="2068831" y="2377440"/>
                  <a:chExt cx="2781299" cy="2090420"/>
                </a:xfrm>
                <a:grpFill/>
              </p:grpSpPr>
              <p:sp>
                <p:nvSpPr>
                  <p:cNvPr id="183" name="자유형: 도형 146">
                    <a:extLst>
                      <a:ext uri="{FF2B5EF4-FFF2-40B4-BE49-F238E27FC236}">
                        <a16:creationId xmlns:a16="http://schemas.microsoft.com/office/drawing/2014/main" id="{1BE53D55-0ADF-2F95-21D7-7DA630BE091F}"/>
                      </a:ext>
                    </a:extLst>
                  </p:cNvPr>
                  <p:cNvSpPr/>
                  <p:nvPr/>
                </p:nvSpPr>
                <p:spPr>
                  <a:xfrm>
                    <a:off x="2068831" y="3505200"/>
                    <a:ext cx="165758" cy="116205"/>
                  </a:xfrm>
                  <a:custGeom>
                    <a:avLst/>
                    <a:gdLst>
                      <a:gd name="connsiteX0" fmla="*/ 146685 w 154305"/>
                      <a:gd name="connsiteY0" fmla="*/ 51435 h 116205"/>
                      <a:gd name="connsiteX1" fmla="*/ 78105 w 154305"/>
                      <a:gd name="connsiteY1" fmla="*/ 11430 h 116205"/>
                      <a:gd name="connsiteX2" fmla="*/ 43815 w 154305"/>
                      <a:gd name="connsiteY2" fmla="*/ 0 h 116205"/>
                      <a:gd name="connsiteX3" fmla="*/ 7620 w 154305"/>
                      <a:gd name="connsiteY3" fmla="*/ 1905 h 116205"/>
                      <a:gd name="connsiteX4" fmla="*/ 0 w 154305"/>
                      <a:gd name="connsiteY4" fmla="*/ 32385 h 116205"/>
                      <a:gd name="connsiteX5" fmla="*/ 38100 w 154305"/>
                      <a:gd name="connsiteY5" fmla="*/ 59055 h 116205"/>
                      <a:gd name="connsiteX6" fmla="*/ 83820 w 154305"/>
                      <a:gd name="connsiteY6" fmla="*/ 95250 h 116205"/>
                      <a:gd name="connsiteX7" fmla="*/ 116205 w 154305"/>
                      <a:gd name="connsiteY7" fmla="*/ 116205 h 116205"/>
                      <a:gd name="connsiteX8" fmla="*/ 154305 w 154305"/>
                      <a:gd name="connsiteY8" fmla="*/ 108585 h 116205"/>
                      <a:gd name="connsiteX9" fmla="*/ 146685 w 154305"/>
                      <a:gd name="connsiteY9" fmla="*/ 51435 h 116205"/>
                      <a:gd name="connsiteX0" fmla="*/ 146685 w 165758"/>
                      <a:gd name="connsiteY0" fmla="*/ 51435 h 116205"/>
                      <a:gd name="connsiteX1" fmla="*/ 78105 w 165758"/>
                      <a:gd name="connsiteY1" fmla="*/ 11430 h 116205"/>
                      <a:gd name="connsiteX2" fmla="*/ 43815 w 165758"/>
                      <a:gd name="connsiteY2" fmla="*/ 0 h 116205"/>
                      <a:gd name="connsiteX3" fmla="*/ 7620 w 165758"/>
                      <a:gd name="connsiteY3" fmla="*/ 1905 h 116205"/>
                      <a:gd name="connsiteX4" fmla="*/ 0 w 165758"/>
                      <a:gd name="connsiteY4" fmla="*/ 32385 h 116205"/>
                      <a:gd name="connsiteX5" fmla="*/ 38100 w 165758"/>
                      <a:gd name="connsiteY5" fmla="*/ 59055 h 116205"/>
                      <a:gd name="connsiteX6" fmla="*/ 83820 w 165758"/>
                      <a:gd name="connsiteY6" fmla="*/ 95250 h 116205"/>
                      <a:gd name="connsiteX7" fmla="*/ 116205 w 165758"/>
                      <a:gd name="connsiteY7" fmla="*/ 116205 h 116205"/>
                      <a:gd name="connsiteX8" fmla="*/ 154305 w 165758"/>
                      <a:gd name="connsiteY8" fmla="*/ 108585 h 116205"/>
                      <a:gd name="connsiteX9" fmla="*/ 165735 w 165758"/>
                      <a:gd name="connsiteY9" fmla="*/ 74295 h 116205"/>
                      <a:gd name="connsiteX10" fmla="*/ 146685 w 165758"/>
                      <a:gd name="connsiteY10" fmla="*/ 51435 h 116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5758" h="116205">
                        <a:moveTo>
                          <a:pt x="146685" y="51435"/>
                        </a:moveTo>
                        <a:lnTo>
                          <a:pt x="78105" y="11430"/>
                        </a:lnTo>
                        <a:lnTo>
                          <a:pt x="43815" y="0"/>
                        </a:lnTo>
                        <a:lnTo>
                          <a:pt x="7620" y="1905"/>
                        </a:lnTo>
                        <a:lnTo>
                          <a:pt x="0" y="32385"/>
                        </a:lnTo>
                        <a:lnTo>
                          <a:pt x="38100" y="59055"/>
                        </a:lnTo>
                        <a:lnTo>
                          <a:pt x="83820" y="95250"/>
                        </a:lnTo>
                        <a:lnTo>
                          <a:pt x="116205" y="116205"/>
                        </a:lnTo>
                        <a:lnTo>
                          <a:pt x="154305" y="108585"/>
                        </a:lnTo>
                        <a:cubicBezTo>
                          <a:pt x="153670" y="99695"/>
                          <a:pt x="166370" y="83185"/>
                          <a:pt x="165735" y="74295"/>
                        </a:cubicBezTo>
                        <a:lnTo>
                          <a:pt x="146685" y="51435"/>
                        </a:lnTo>
                        <a:close/>
                      </a:path>
                    </a:pathLst>
                  </a:cu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700">
                      <a:ln>
                        <a:solidFill>
                          <a:schemeClr val="accent1">
                            <a:alpha val="0"/>
                          </a:schemeClr>
                        </a:solidFill>
                      </a:ln>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84" name="자유형: 도형 147">
                    <a:extLst>
                      <a:ext uri="{FF2B5EF4-FFF2-40B4-BE49-F238E27FC236}">
                        <a16:creationId xmlns:a16="http://schemas.microsoft.com/office/drawing/2014/main" id="{D2995923-D077-90C0-0B04-626E99CC1322}"/>
                      </a:ext>
                    </a:extLst>
                  </p:cNvPr>
                  <p:cNvSpPr/>
                  <p:nvPr/>
                </p:nvSpPr>
                <p:spPr>
                  <a:xfrm>
                    <a:off x="2295525" y="3526155"/>
                    <a:ext cx="392430" cy="335280"/>
                  </a:xfrm>
                  <a:custGeom>
                    <a:avLst/>
                    <a:gdLst>
                      <a:gd name="connsiteX0" fmla="*/ 262890 w 392430"/>
                      <a:gd name="connsiteY0" fmla="*/ 0 h 335280"/>
                      <a:gd name="connsiteX1" fmla="*/ 220980 w 392430"/>
                      <a:gd name="connsiteY1" fmla="*/ 64770 h 335280"/>
                      <a:gd name="connsiteX2" fmla="*/ 161925 w 392430"/>
                      <a:gd name="connsiteY2" fmla="*/ 120015 h 335280"/>
                      <a:gd name="connsiteX3" fmla="*/ 133350 w 392430"/>
                      <a:gd name="connsiteY3" fmla="*/ 129540 h 335280"/>
                      <a:gd name="connsiteX4" fmla="*/ 110490 w 392430"/>
                      <a:gd name="connsiteY4" fmla="*/ 118110 h 335280"/>
                      <a:gd name="connsiteX5" fmla="*/ 93345 w 392430"/>
                      <a:gd name="connsiteY5" fmla="*/ 110490 h 335280"/>
                      <a:gd name="connsiteX6" fmla="*/ 78105 w 392430"/>
                      <a:gd name="connsiteY6" fmla="*/ 97155 h 335280"/>
                      <a:gd name="connsiteX7" fmla="*/ 38100 w 392430"/>
                      <a:gd name="connsiteY7" fmla="*/ 97155 h 335280"/>
                      <a:gd name="connsiteX8" fmla="*/ 7620 w 392430"/>
                      <a:gd name="connsiteY8" fmla="*/ 118110 h 335280"/>
                      <a:gd name="connsiteX9" fmla="*/ 0 w 392430"/>
                      <a:gd name="connsiteY9" fmla="*/ 152400 h 335280"/>
                      <a:gd name="connsiteX10" fmla="*/ 32385 w 392430"/>
                      <a:gd name="connsiteY10" fmla="*/ 192405 h 335280"/>
                      <a:gd name="connsiteX11" fmla="*/ 55245 w 392430"/>
                      <a:gd name="connsiteY11" fmla="*/ 200025 h 335280"/>
                      <a:gd name="connsiteX12" fmla="*/ 89535 w 392430"/>
                      <a:gd name="connsiteY12" fmla="*/ 182880 h 335280"/>
                      <a:gd name="connsiteX13" fmla="*/ 135255 w 392430"/>
                      <a:gd name="connsiteY13" fmla="*/ 173355 h 335280"/>
                      <a:gd name="connsiteX14" fmla="*/ 177165 w 392430"/>
                      <a:gd name="connsiteY14" fmla="*/ 190500 h 335280"/>
                      <a:gd name="connsiteX15" fmla="*/ 201930 w 392430"/>
                      <a:gd name="connsiteY15" fmla="*/ 213360 h 335280"/>
                      <a:gd name="connsiteX16" fmla="*/ 209550 w 392430"/>
                      <a:gd name="connsiteY16" fmla="*/ 241935 h 335280"/>
                      <a:gd name="connsiteX17" fmla="*/ 213360 w 392430"/>
                      <a:gd name="connsiteY17" fmla="*/ 272415 h 335280"/>
                      <a:gd name="connsiteX18" fmla="*/ 222885 w 392430"/>
                      <a:gd name="connsiteY18" fmla="*/ 287655 h 335280"/>
                      <a:gd name="connsiteX19" fmla="*/ 245745 w 392430"/>
                      <a:gd name="connsiteY19" fmla="*/ 302895 h 335280"/>
                      <a:gd name="connsiteX20" fmla="*/ 266700 w 392430"/>
                      <a:gd name="connsiteY20" fmla="*/ 299085 h 335280"/>
                      <a:gd name="connsiteX21" fmla="*/ 297180 w 392430"/>
                      <a:gd name="connsiteY21" fmla="*/ 289560 h 335280"/>
                      <a:gd name="connsiteX22" fmla="*/ 320040 w 392430"/>
                      <a:gd name="connsiteY22" fmla="*/ 310515 h 335280"/>
                      <a:gd name="connsiteX23" fmla="*/ 350520 w 392430"/>
                      <a:gd name="connsiteY23" fmla="*/ 335280 h 335280"/>
                      <a:gd name="connsiteX24" fmla="*/ 371475 w 392430"/>
                      <a:gd name="connsiteY24" fmla="*/ 331470 h 335280"/>
                      <a:gd name="connsiteX25" fmla="*/ 381000 w 392430"/>
                      <a:gd name="connsiteY25" fmla="*/ 312420 h 335280"/>
                      <a:gd name="connsiteX26" fmla="*/ 369570 w 392430"/>
                      <a:gd name="connsiteY26" fmla="*/ 287655 h 335280"/>
                      <a:gd name="connsiteX27" fmla="*/ 392430 w 392430"/>
                      <a:gd name="connsiteY27" fmla="*/ 253365 h 335280"/>
                      <a:gd name="connsiteX28" fmla="*/ 392430 w 392430"/>
                      <a:gd name="connsiteY28" fmla="*/ 220980 h 335280"/>
                      <a:gd name="connsiteX29" fmla="*/ 381000 w 392430"/>
                      <a:gd name="connsiteY29" fmla="*/ 205740 h 335280"/>
                      <a:gd name="connsiteX30" fmla="*/ 377190 w 392430"/>
                      <a:gd name="connsiteY30" fmla="*/ 188595 h 335280"/>
                      <a:gd name="connsiteX31" fmla="*/ 361950 w 392430"/>
                      <a:gd name="connsiteY31" fmla="*/ 180975 h 335280"/>
                      <a:gd name="connsiteX32" fmla="*/ 340995 w 392430"/>
                      <a:gd name="connsiteY32" fmla="*/ 171450 h 335280"/>
                      <a:gd name="connsiteX33" fmla="*/ 306705 w 392430"/>
                      <a:gd name="connsiteY33" fmla="*/ 123825 h 335280"/>
                      <a:gd name="connsiteX34" fmla="*/ 291465 w 392430"/>
                      <a:gd name="connsiteY34" fmla="*/ 99060 h 335280"/>
                      <a:gd name="connsiteX35" fmla="*/ 295275 w 392430"/>
                      <a:gd name="connsiteY35" fmla="*/ 76200 h 335280"/>
                      <a:gd name="connsiteX36" fmla="*/ 300990 w 392430"/>
                      <a:gd name="connsiteY36" fmla="*/ 41910 h 335280"/>
                      <a:gd name="connsiteX37" fmla="*/ 262890 w 392430"/>
                      <a:gd name="connsiteY37" fmla="*/ 0 h 335280"/>
                      <a:gd name="connsiteX0" fmla="*/ 262890 w 392430"/>
                      <a:gd name="connsiteY0" fmla="*/ 0 h 335280"/>
                      <a:gd name="connsiteX1" fmla="*/ 220980 w 392430"/>
                      <a:gd name="connsiteY1" fmla="*/ 64770 h 335280"/>
                      <a:gd name="connsiteX2" fmla="*/ 161925 w 392430"/>
                      <a:gd name="connsiteY2" fmla="*/ 120015 h 335280"/>
                      <a:gd name="connsiteX3" fmla="*/ 133350 w 392430"/>
                      <a:gd name="connsiteY3" fmla="*/ 129540 h 335280"/>
                      <a:gd name="connsiteX4" fmla="*/ 110490 w 392430"/>
                      <a:gd name="connsiteY4" fmla="*/ 118110 h 335280"/>
                      <a:gd name="connsiteX5" fmla="*/ 93345 w 392430"/>
                      <a:gd name="connsiteY5" fmla="*/ 110490 h 335280"/>
                      <a:gd name="connsiteX6" fmla="*/ 78105 w 392430"/>
                      <a:gd name="connsiteY6" fmla="*/ 97155 h 335280"/>
                      <a:gd name="connsiteX7" fmla="*/ 38100 w 392430"/>
                      <a:gd name="connsiteY7" fmla="*/ 97155 h 335280"/>
                      <a:gd name="connsiteX8" fmla="*/ 7620 w 392430"/>
                      <a:gd name="connsiteY8" fmla="*/ 118110 h 335280"/>
                      <a:gd name="connsiteX9" fmla="*/ 0 w 392430"/>
                      <a:gd name="connsiteY9" fmla="*/ 152400 h 335280"/>
                      <a:gd name="connsiteX10" fmla="*/ 32385 w 392430"/>
                      <a:gd name="connsiteY10" fmla="*/ 192405 h 335280"/>
                      <a:gd name="connsiteX11" fmla="*/ 55245 w 392430"/>
                      <a:gd name="connsiteY11" fmla="*/ 200025 h 335280"/>
                      <a:gd name="connsiteX12" fmla="*/ 89535 w 392430"/>
                      <a:gd name="connsiteY12" fmla="*/ 182880 h 335280"/>
                      <a:gd name="connsiteX13" fmla="*/ 135255 w 392430"/>
                      <a:gd name="connsiteY13" fmla="*/ 173355 h 335280"/>
                      <a:gd name="connsiteX14" fmla="*/ 177165 w 392430"/>
                      <a:gd name="connsiteY14" fmla="*/ 190500 h 335280"/>
                      <a:gd name="connsiteX15" fmla="*/ 201930 w 392430"/>
                      <a:gd name="connsiteY15" fmla="*/ 213360 h 335280"/>
                      <a:gd name="connsiteX16" fmla="*/ 209550 w 392430"/>
                      <a:gd name="connsiteY16" fmla="*/ 241935 h 335280"/>
                      <a:gd name="connsiteX17" fmla="*/ 213360 w 392430"/>
                      <a:gd name="connsiteY17" fmla="*/ 272415 h 335280"/>
                      <a:gd name="connsiteX18" fmla="*/ 222885 w 392430"/>
                      <a:gd name="connsiteY18" fmla="*/ 287655 h 335280"/>
                      <a:gd name="connsiteX19" fmla="*/ 245745 w 392430"/>
                      <a:gd name="connsiteY19" fmla="*/ 302895 h 335280"/>
                      <a:gd name="connsiteX20" fmla="*/ 266700 w 392430"/>
                      <a:gd name="connsiteY20" fmla="*/ 299085 h 335280"/>
                      <a:gd name="connsiteX21" fmla="*/ 297180 w 392430"/>
                      <a:gd name="connsiteY21" fmla="*/ 289560 h 335280"/>
                      <a:gd name="connsiteX22" fmla="*/ 320040 w 392430"/>
                      <a:gd name="connsiteY22" fmla="*/ 310515 h 335280"/>
                      <a:gd name="connsiteX23" fmla="*/ 350520 w 392430"/>
                      <a:gd name="connsiteY23" fmla="*/ 335280 h 335280"/>
                      <a:gd name="connsiteX24" fmla="*/ 371475 w 392430"/>
                      <a:gd name="connsiteY24" fmla="*/ 331470 h 335280"/>
                      <a:gd name="connsiteX25" fmla="*/ 381000 w 392430"/>
                      <a:gd name="connsiteY25" fmla="*/ 312420 h 335280"/>
                      <a:gd name="connsiteX26" fmla="*/ 369570 w 392430"/>
                      <a:gd name="connsiteY26" fmla="*/ 287655 h 335280"/>
                      <a:gd name="connsiteX27" fmla="*/ 392430 w 392430"/>
                      <a:gd name="connsiteY27" fmla="*/ 253365 h 335280"/>
                      <a:gd name="connsiteX28" fmla="*/ 392430 w 392430"/>
                      <a:gd name="connsiteY28" fmla="*/ 220980 h 335280"/>
                      <a:gd name="connsiteX29" fmla="*/ 381000 w 392430"/>
                      <a:gd name="connsiteY29" fmla="*/ 205740 h 335280"/>
                      <a:gd name="connsiteX30" fmla="*/ 377190 w 392430"/>
                      <a:gd name="connsiteY30" fmla="*/ 188595 h 335280"/>
                      <a:gd name="connsiteX31" fmla="*/ 361950 w 392430"/>
                      <a:gd name="connsiteY31" fmla="*/ 180975 h 335280"/>
                      <a:gd name="connsiteX32" fmla="*/ 340995 w 392430"/>
                      <a:gd name="connsiteY32" fmla="*/ 171450 h 335280"/>
                      <a:gd name="connsiteX33" fmla="*/ 306705 w 392430"/>
                      <a:gd name="connsiteY33" fmla="*/ 123825 h 335280"/>
                      <a:gd name="connsiteX34" fmla="*/ 291465 w 392430"/>
                      <a:gd name="connsiteY34" fmla="*/ 99060 h 335280"/>
                      <a:gd name="connsiteX35" fmla="*/ 295275 w 392430"/>
                      <a:gd name="connsiteY35" fmla="*/ 76200 h 335280"/>
                      <a:gd name="connsiteX36" fmla="*/ 300990 w 392430"/>
                      <a:gd name="connsiteY36" fmla="*/ 41910 h 335280"/>
                      <a:gd name="connsiteX37" fmla="*/ 295275 w 392430"/>
                      <a:gd name="connsiteY37" fmla="*/ 1905 h 335280"/>
                      <a:gd name="connsiteX38" fmla="*/ 262890 w 392430"/>
                      <a:gd name="connsiteY38" fmla="*/ 0 h 335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92430" h="335280">
                        <a:moveTo>
                          <a:pt x="262890" y="0"/>
                        </a:moveTo>
                        <a:lnTo>
                          <a:pt x="220980" y="64770"/>
                        </a:lnTo>
                        <a:lnTo>
                          <a:pt x="161925" y="120015"/>
                        </a:lnTo>
                        <a:lnTo>
                          <a:pt x="133350" y="129540"/>
                        </a:lnTo>
                        <a:lnTo>
                          <a:pt x="110490" y="118110"/>
                        </a:lnTo>
                        <a:lnTo>
                          <a:pt x="93345" y="110490"/>
                        </a:lnTo>
                        <a:lnTo>
                          <a:pt x="78105" y="97155"/>
                        </a:lnTo>
                        <a:lnTo>
                          <a:pt x="38100" y="97155"/>
                        </a:lnTo>
                        <a:lnTo>
                          <a:pt x="7620" y="118110"/>
                        </a:lnTo>
                        <a:lnTo>
                          <a:pt x="0" y="152400"/>
                        </a:lnTo>
                        <a:lnTo>
                          <a:pt x="32385" y="192405"/>
                        </a:lnTo>
                        <a:lnTo>
                          <a:pt x="55245" y="200025"/>
                        </a:lnTo>
                        <a:lnTo>
                          <a:pt x="89535" y="182880"/>
                        </a:lnTo>
                        <a:lnTo>
                          <a:pt x="135255" y="173355"/>
                        </a:lnTo>
                        <a:lnTo>
                          <a:pt x="177165" y="190500"/>
                        </a:lnTo>
                        <a:lnTo>
                          <a:pt x="201930" y="213360"/>
                        </a:lnTo>
                        <a:lnTo>
                          <a:pt x="209550" y="241935"/>
                        </a:lnTo>
                        <a:lnTo>
                          <a:pt x="213360" y="272415"/>
                        </a:lnTo>
                        <a:lnTo>
                          <a:pt x="222885" y="287655"/>
                        </a:lnTo>
                        <a:lnTo>
                          <a:pt x="245745" y="302895"/>
                        </a:lnTo>
                        <a:lnTo>
                          <a:pt x="266700" y="299085"/>
                        </a:lnTo>
                        <a:lnTo>
                          <a:pt x="297180" y="289560"/>
                        </a:lnTo>
                        <a:lnTo>
                          <a:pt x="320040" y="310515"/>
                        </a:lnTo>
                        <a:lnTo>
                          <a:pt x="350520" y="335280"/>
                        </a:lnTo>
                        <a:cubicBezTo>
                          <a:pt x="369076" y="333218"/>
                          <a:pt x="362522" y="335947"/>
                          <a:pt x="371475" y="331470"/>
                        </a:cubicBezTo>
                        <a:lnTo>
                          <a:pt x="381000" y="312420"/>
                        </a:lnTo>
                        <a:lnTo>
                          <a:pt x="369570" y="287655"/>
                        </a:lnTo>
                        <a:lnTo>
                          <a:pt x="392430" y="253365"/>
                        </a:lnTo>
                        <a:lnTo>
                          <a:pt x="392430" y="220980"/>
                        </a:lnTo>
                        <a:cubicBezTo>
                          <a:pt x="382383" y="206914"/>
                          <a:pt x="386768" y="211508"/>
                          <a:pt x="381000" y="205740"/>
                        </a:cubicBezTo>
                        <a:lnTo>
                          <a:pt x="377190" y="188595"/>
                        </a:lnTo>
                        <a:lnTo>
                          <a:pt x="361950" y="180975"/>
                        </a:lnTo>
                        <a:lnTo>
                          <a:pt x="340995" y="171450"/>
                        </a:lnTo>
                        <a:lnTo>
                          <a:pt x="306705" y="123825"/>
                        </a:lnTo>
                        <a:lnTo>
                          <a:pt x="291465" y="99060"/>
                        </a:lnTo>
                        <a:lnTo>
                          <a:pt x="295275" y="76200"/>
                        </a:lnTo>
                        <a:lnTo>
                          <a:pt x="300990" y="41910"/>
                        </a:lnTo>
                        <a:cubicBezTo>
                          <a:pt x="295275" y="33655"/>
                          <a:pt x="300990" y="10160"/>
                          <a:pt x="295275" y="1905"/>
                        </a:cubicBezTo>
                        <a:lnTo>
                          <a:pt x="262890" y="0"/>
                        </a:lnTo>
                        <a:close/>
                      </a:path>
                    </a:pathLst>
                  </a:cu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700">
                      <a:ln>
                        <a:solidFill>
                          <a:schemeClr val="accent1">
                            <a:alpha val="0"/>
                          </a:schemeClr>
                        </a:solidFill>
                      </a:ln>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85" name="자유형: 도형 148">
                    <a:extLst>
                      <a:ext uri="{FF2B5EF4-FFF2-40B4-BE49-F238E27FC236}">
                        <a16:creationId xmlns:a16="http://schemas.microsoft.com/office/drawing/2014/main" id="{BD5315C7-3149-997E-E4E7-98841ADEB3D9}"/>
                      </a:ext>
                    </a:extLst>
                  </p:cNvPr>
                  <p:cNvSpPr/>
                  <p:nvPr/>
                </p:nvSpPr>
                <p:spPr>
                  <a:xfrm>
                    <a:off x="2737485" y="3827145"/>
                    <a:ext cx="285750" cy="236220"/>
                  </a:xfrm>
                  <a:custGeom>
                    <a:avLst/>
                    <a:gdLst>
                      <a:gd name="connsiteX0" fmla="*/ 106680 w 285750"/>
                      <a:gd name="connsiteY0" fmla="*/ 0 h 236220"/>
                      <a:gd name="connsiteX1" fmla="*/ 62865 w 285750"/>
                      <a:gd name="connsiteY1" fmla="*/ 7620 h 236220"/>
                      <a:gd name="connsiteX2" fmla="*/ 51435 w 285750"/>
                      <a:gd name="connsiteY2" fmla="*/ 32385 h 236220"/>
                      <a:gd name="connsiteX3" fmla="*/ 28575 w 285750"/>
                      <a:gd name="connsiteY3" fmla="*/ 19050 h 236220"/>
                      <a:gd name="connsiteX4" fmla="*/ 0 w 285750"/>
                      <a:gd name="connsiteY4" fmla="*/ 40005 h 236220"/>
                      <a:gd name="connsiteX5" fmla="*/ 32385 w 285750"/>
                      <a:gd name="connsiteY5" fmla="*/ 70485 h 236220"/>
                      <a:gd name="connsiteX6" fmla="*/ 47625 w 285750"/>
                      <a:gd name="connsiteY6" fmla="*/ 100965 h 236220"/>
                      <a:gd name="connsiteX7" fmla="*/ 78105 w 285750"/>
                      <a:gd name="connsiteY7" fmla="*/ 144780 h 236220"/>
                      <a:gd name="connsiteX8" fmla="*/ 97155 w 285750"/>
                      <a:gd name="connsiteY8" fmla="*/ 150495 h 236220"/>
                      <a:gd name="connsiteX9" fmla="*/ 102870 w 285750"/>
                      <a:gd name="connsiteY9" fmla="*/ 154305 h 236220"/>
                      <a:gd name="connsiteX10" fmla="*/ 110490 w 285750"/>
                      <a:gd name="connsiteY10" fmla="*/ 156210 h 236220"/>
                      <a:gd name="connsiteX11" fmla="*/ 139065 w 285750"/>
                      <a:gd name="connsiteY11" fmla="*/ 182880 h 236220"/>
                      <a:gd name="connsiteX12" fmla="*/ 171450 w 285750"/>
                      <a:gd name="connsiteY12" fmla="*/ 217170 h 236220"/>
                      <a:gd name="connsiteX13" fmla="*/ 213360 w 285750"/>
                      <a:gd name="connsiteY13" fmla="*/ 226695 h 236220"/>
                      <a:gd name="connsiteX14" fmla="*/ 272415 w 285750"/>
                      <a:gd name="connsiteY14" fmla="*/ 236220 h 236220"/>
                      <a:gd name="connsiteX15" fmla="*/ 285750 w 285750"/>
                      <a:gd name="connsiteY15" fmla="*/ 226695 h 236220"/>
                      <a:gd name="connsiteX16" fmla="*/ 262890 w 285750"/>
                      <a:gd name="connsiteY16" fmla="*/ 211455 h 236220"/>
                      <a:gd name="connsiteX17" fmla="*/ 245745 w 285750"/>
                      <a:gd name="connsiteY17" fmla="*/ 209550 h 236220"/>
                      <a:gd name="connsiteX18" fmla="*/ 219075 w 285750"/>
                      <a:gd name="connsiteY18" fmla="*/ 180975 h 236220"/>
                      <a:gd name="connsiteX19" fmla="*/ 215265 w 285750"/>
                      <a:gd name="connsiteY19" fmla="*/ 137160 h 236220"/>
                      <a:gd name="connsiteX20" fmla="*/ 209550 w 285750"/>
                      <a:gd name="connsiteY20" fmla="*/ 116205 h 236220"/>
                      <a:gd name="connsiteX21" fmla="*/ 201930 w 285750"/>
                      <a:gd name="connsiteY21" fmla="*/ 99060 h 236220"/>
                      <a:gd name="connsiteX22" fmla="*/ 217170 w 285750"/>
                      <a:gd name="connsiteY22" fmla="*/ 87630 h 236220"/>
                      <a:gd name="connsiteX23" fmla="*/ 249555 w 285750"/>
                      <a:gd name="connsiteY23" fmla="*/ 64770 h 236220"/>
                      <a:gd name="connsiteX24" fmla="*/ 255270 w 285750"/>
                      <a:gd name="connsiteY24" fmla="*/ 30480 h 236220"/>
                      <a:gd name="connsiteX25" fmla="*/ 255270 w 285750"/>
                      <a:gd name="connsiteY25" fmla="*/ 13335 h 236220"/>
                      <a:gd name="connsiteX26" fmla="*/ 238125 w 285750"/>
                      <a:gd name="connsiteY26" fmla="*/ 7620 h 236220"/>
                      <a:gd name="connsiteX27" fmla="*/ 228600 w 285750"/>
                      <a:gd name="connsiteY27" fmla="*/ 22860 h 236220"/>
                      <a:gd name="connsiteX28" fmla="*/ 213360 w 285750"/>
                      <a:gd name="connsiteY28" fmla="*/ 47625 h 236220"/>
                      <a:gd name="connsiteX29" fmla="*/ 161925 w 285750"/>
                      <a:gd name="connsiteY29" fmla="*/ 47625 h 236220"/>
                      <a:gd name="connsiteX30" fmla="*/ 106680 w 285750"/>
                      <a:gd name="connsiteY30" fmla="*/ 0 h 23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85750" h="236220">
                        <a:moveTo>
                          <a:pt x="106680" y="0"/>
                        </a:moveTo>
                        <a:lnTo>
                          <a:pt x="62865" y="7620"/>
                        </a:lnTo>
                        <a:lnTo>
                          <a:pt x="51435" y="32385"/>
                        </a:lnTo>
                        <a:lnTo>
                          <a:pt x="28575" y="19050"/>
                        </a:lnTo>
                        <a:lnTo>
                          <a:pt x="0" y="40005"/>
                        </a:lnTo>
                        <a:lnTo>
                          <a:pt x="32385" y="70485"/>
                        </a:lnTo>
                        <a:lnTo>
                          <a:pt x="47625" y="100965"/>
                        </a:lnTo>
                        <a:lnTo>
                          <a:pt x="78105" y="144780"/>
                        </a:lnTo>
                        <a:cubicBezTo>
                          <a:pt x="84455" y="146685"/>
                          <a:pt x="90967" y="148115"/>
                          <a:pt x="97155" y="150495"/>
                        </a:cubicBezTo>
                        <a:cubicBezTo>
                          <a:pt x="99292" y="151317"/>
                          <a:pt x="100766" y="153403"/>
                          <a:pt x="102870" y="154305"/>
                        </a:cubicBezTo>
                        <a:cubicBezTo>
                          <a:pt x="105276" y="155336"/>
                          <a:pt x="110490" y="156210"/>
                          <a:pt x="110490" y="156210"/>
                        </a:cubicBezTo>
                        <a:lnTo>
                          <a:pt x="139065" y="182880"/>
                        </a:lnTo>
                        <a:lnTo>
                          <a:pt x="171450" y="217170"/>
                        </a:lnTo>
                        <a:lnTo>
                          <a:pt x="213360" y="226695"/>
                        </a:lnTo>
                        <a:lnTo>
                          <a:pt x="272415" y="236220"/>
                        </a:lnTo>
                        <a:lnTo>
                          <a:pt x="285750" y="226695"/>
                        </a:lnTo>
                        <a:lnTo>
                          <a:pt x="262890" y="211455"/>
                        </a:lnTo>
                        <a:lnTo>
                          <a:pt x="245745" y="209550"/>
                        </a:lnTo>
                        <a:lnTo>
                          <a:pt x="219075" y="180975"/>
                        </a:lnTo>
                        <a:lnTo>
                          <a:pt x="215265" y="137160"/>
                        </a:lnTo>
                        <a:lnTo>
                          <a:pt x="209550" y="116205"/>
                        </a:lnTo>
                        <a:lnTo>
                          <a:pt x="201930" y="99060"/>
                        </a:lnTo>
                        <a:cubicBezTo>
                          <a:pt x="215747" y="87217"/>
                          <a:pt x="209411" y="87630"/>
                          <a:pt x="217170" y="87630"/>
                        </a:cubicBezTo>
                        <a:lnTo>
                          <a:pt x="249555" y="64770"/>
                        </a:lnTo>
                        <a:lnTo>
                          <a:pt x="255270" y="30480"/>
                        </a:lnTo>
                        <a:lnTo>
                          <a:pt x="255270" y="13335"/>
                        </a:lnTo>
                        <a:lnTo>
                          <a:pt x="238125" y="7620"/>
                        </a:lnTo>
                        <a:cubicBezTo>
                          <a:pt x="228231" y="21472"/>
                          <a:pt x="228600" y="15493"/>
                          <a:pt x="228600" y="22860"/>
                        </a:cubicBezTo>
                        <a:lnTo>
                          <a:pt x="213360" y="47625"/>
                        </a:lnTo>
                        <a:lnTo>
                          <a:pt x="161925" y="47625"/>
                        </a:lnTo>
                        <a:lnTo>
                          <a:pt x="106680" y="0"/>
                        </a:lnTo>
                        <a:close/>
                      </a:path>
                    </a:pathLst>
                  </a:cu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700">
                      <a:ln>
                        <a:solidFill>
                          <a:schemeClr val="accent1">
                            <a:alpha val="0"/>
                          </a:schemeClr>
                        </a:solidFill>
                      </a:ln>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86" name="자유형: 도형 149">
                    <a:extLst>
                      <a:ext uri="{FF2B5EF4-FFF2-40B4-BE49-F238E27FC236}">
                        <a16:creationId xmlns:a16="http://schemas.microsoft.com/office/drawing/2014/main" id="{D9F6BAB8-4A29-2616-5917-FDB49145FB4D}"/>
                      </a:ext>
                    </a:extLst>
                  </p:cNvPr>
                  <p:cNvSpPr/>
                  <p:nvPr/>
                </p:nvSpPr>
                <p:spPr>
                  <a:xfrm>
                    <a:off x="2727960" y="3183255"/>
                    <a:ext cx="201930" cy="171450"/>
                  </a:xfrm>
                  <a:custGeom>
                    <a:avLst/>
                    <a:gdLst>
                      <a:gd name="connsiteX0" fmla="*/ 135255 w 201930"/>
                      <a:gd name="connsiteY0" fmla="*/ 1905 h 171450"/>
                      <a:gd name="connsiteX1" fmla="*/ 83820 w 201930"/>
                      <a:gd name="connsiteY1" fmla="*/ 0 h 171450"/>
                      <a:gd name="connsiteX2" fmla="*/ 55245 w 201930"/>
                      <a:gd name="connsiteY2" fmla="*/ 22860 h 171450"/>
                      <a:gd name="connsiteX3" fmla="*/ 19050 w 201930"/>
                      <a:gd name="connsiteY3" fmla="*/ 62865 h 171450"/>
                      <a:gd name="connsiteX4" fmla="*/ 0 w 201930"/>
                      <a:gd name="connsiteY4" fmla="*/ 97155 h 171450"/>
                      <a:gd name="connsiteX5" fmla="*/ 9525 w 201930"/>
                      <a:gd name="connsiteY5" fmla="*/ 123825 h 171450"/>
                      <a:gd name="connsiteX6" fmla="*/ 51435 w 201930"/>
                      <a:gd name="connsiteY6" fmla="*/ 131445 h 171450"/>
                      <a:gd name="connsiteX7" fmla="*/ 85725 w 201930"/>
                      <a:gd name="connsiteY7" fmla="*/ 144780 h 171450"/>
                      <a:gd name="connsiteX8" fmla="*/ 104775 w 201930"/>
                      <a:gd name="connsiteY8" fmla="*/ 152400 h 171450"/>
                      <a:gd name="connsiteX9" fmla="*/ 139065 w 201930"/>
                      <a:gd name="connsiteY9" fmla="*/ 165735 h 171450"/>
                      <a:gd name="connsiteX10" fmla="*/ 182880 w 201930"/>
                      <a:gd name="connsiteY10" fmla="*/ 171450 h 171450"/>
                      <a:gd name="connsiteX11" fmla="*/ 201930 w 201930"/>
                      <a:gd name="connsiteY11" fmla="*/ 154305 h 171450"/>
                      <a:gd name="connsiteX12" fmla="*/ 177165 w 201930"/>
                      <a:gd name="connsiteY12" fmla="*/ 118110 h 171450"/>
                      <a:gd name="connsiteX13" fmla="*/ 131445 w 201930"/>
                      <a:gd name="connsiteY13" fmla="*/ 80010 h 171450"/>
                      <a:gd name="connsiteX14" fmla="*/ 112395 w 201930"/>
                      <a:gd name="connsiteY14" fmla="*/ 55245 h 171450"/>
                      <a:gd name="connsiteX15" fmla="*/ 135255 w 201930"/>
                      <a:gd name="connsiteY15" fmla="*/ 1905 h 171450"/>
                      <a:gd name="connsiteX0" fmla="*/ 135255 w 201930"/>
                      <a:gd name="connsiteY0" fmla="*/ 1905 h 171450"/>
                      <a:gd name="connsiteX1" fmla="*/ 83820 w 201930"/>
                      <a:gd name="connsiteY1" fmla="*/ 0 h 171450"/>
                      <a:gd name="connsiteX2" fmla="*/ 55245 w 201930"/>
                      <a:gd name="connsiteY2" fmla="*/ 22860 h 171450"/>
                      <a:gd name="connsiteX3" fmla="*/ 19050 w 201930"/>
                      <a:gd name="connsiteY3" fmla="*/ 62865 h 171450"/>
                      <a:gd name="connsiteX4" fmla="*/ 0 w 201930"/>
                      <a:gd name="connsiteY4" fmla="*/ 97155 h 171450"/>
                      <a:gd name="connsiteX5" fmla="*/ 9525 w 201930"/>
                      <a:gd name="connsiteY5" fmla="*/ 123825 h 171450"/>
                      <a:gd name="connsiteX6" fmla="*/ 51435 w 201930"/>
                      <a:gd name="connsiteY6" fmla="*/ 131445 h 171450"/>
                      <a:gd name="connsiteX7" fmla="*/ 85725 w 201930"/>
                      <a:gd name="connsiteY7" fmla="*/ 144780 h 171450"/>
                      <a:gd name="connsiteX8" fmla="*/ 104775 w 201930"/>
                      <a:gd name="connsiteY8" fmla="*/ 152400 h 171450"/>
                      <a:gd name="connsiteX9" fmla="*/ 139065 w 201930"/>
                      <a:gd name="connsiteY9" fmla="*/ 165735 h 171450"/>
                      <a:gd name="connsiteX10" fmla="*/ 182880 w 201930"/>
                      <a:gd name="connsiteY10" fmla="*/ 171450 h 171450"/>
                      <a:gd name="connsiteX11" fmla="*/ 201930 w 201930"/>
                      <a:gd name="connsiteY11" fmla="*/ 154305 h 171450"/>
                      <a:gd name="connsiteX12" fmla="*/ 177165 w 201930"/>
                      <a:gd name="connsiteY12" fmla="*/ 118110 h 171450"/>
                      <a:gd name="connsiteX13" fmla="*/ 131445 w 201930"/>
                      <a:gd name="connsiteY13" fmla="*/ 80010 h 171450"/>
                      <a:gd name="connsiteX14" fmla="*/ 112395 w 201930"/>
                      <a:gd name="connsiteY14" fmla="*/ 55245 h 171450"/>
                      <a:gd name="connsiteX15" fmla="*/ 140970 w 201930"/>
                      <a:gd name="connsiteY15" fmla="*/ 26670 h 171450"/>
                      <a:gd name="connsiteX16" fmla="*/ 135255 w 201930"/>
                      <a:gd name="connsiteY16" fmla="*/ 190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1930" h="171450">
                        <a:moveTo>
                          <a:pt x="135255" y="1905"/>
                        </a:moveTo>
                        <a:lnTo>
                          <a:pt x="83820" y="0"/>
                        </a:lnTo>
                        <a:lnTo>
                          <a:pt x="55245" y="22860"/>
                        </a:lnTo>
                        <a:lnTo>
                          <a:pt x="19050" y="62865"/>
                        </a:lnTo>
                        <a:lnTo>
                          <a:pt x="0" y="97155"/>
                        </a:lnTo>
                        <a:lnTo>
                          <a:pt x="9525" y="123825"/>
                        </a:lnTo>
                        <a:lnTo>
                          <a:pt x="51435" y="131445"/>
                        </a:lnTo>
                        <a:lnTo>
                          <a:pt x="85725" y="144780"/>
                        </a:lnTo>
                        <a:cubicBezTo>
                          <a:pt x="102101" y="152968"/>
                          <a:pt x="95285" y="152400"/>
                          <a:pt x="104775" y="152400"/>
                        </a:cubicBezTo>
                        <a:lnTo>
                          <a:pt x="139065" y="165735"/>
                        </a:lnTo>
                        <a:lnTo>
                          <a:pt x="182880" y="171450"/>
                        </a:lnTo>
                        <a:lnTo>
                          <a:pt x="201930" y="154305"/>
                        </a:lnTo>
                        <a:lnTo>
                          <a:pt x="177165" y="118110"/>
                        </a:lnTo>
                        <a:lnTo>
                          <a:pt x="131445" y="80010"/>
                        </a:lnTo>
                        <a:lnTo>
                          <a:pt x="112395" y="55245"/>
                        </a:lnTo>
                        <a:cubicBezTo>
                          <a:pt x="118110" y="44450"/>
                          <a:pt x="135255" y="37465"/>
                          <a:pt x="140970" y="26670"/>
                        </a:cubicBezTo>
                        <a:lnTo>
                          <a:pt x="135255" y="1905"/>
                        </a:lnTo>
                        <a:close/>
                      </a:path>
                    </a:pathLst>
                  </a:cu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700">
                      <a:ln>
                        <a:solidFill>
                          <a:schemeClr val="accent1">
                            <a:alpha val="0"/>
                          </a:schemeClr>
                        </a:solidFill>
                      </a:ln>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87" name="자유형: 도형 150">
                    <a:extLst>
                      <a:ext uri="{FF2B5EF4-FFF2-40B4-BE49-F238E27FC236}">
                        <a16:creationId xmlns:a16="http://schemas.microsoft.com/office/drawing/2014/main" id="{69B3A009-19B9-577B-ED17-29DE6C0DB57C}"/>
                      </a:ext>
                    </a:extLst>
                  </p:cNvPr>
                  <p:cNvSpPr/>
                  <p:nvPr/>
                </p:nvSpPr>
                <p:spPr>
                  <a:xfrm>
                    <a:off x="2990850" y="3135630"/>
                    <a:ext cx="64770" cy="123825"/>
                  </a:xfrm>
                  <a:custGeom>
                    <a:avLst/>
                    <a:gdLst>
                      <a:gd name="connsiteX0" fmla="*/ 47625 w 64770"/>
                      <a:gd name="connsiteY0" fmla="*/ 0 h 123825"/>
                      <a:gd name="connsiteX1" fmla="*/ 22860 w 64770"/>
                      <a:gd name="connsiteY1" fmla="*/ 34290 h 123825"/>
                      <a:gd name="connsiteX2" fmla="*/ 11430 w 64770"/>
                      <a:gd name="connsiteY2" fmla="*/ 68580 h 123825"/>
                      <a:gd name="connsiteX3" fmla="*/ 0 w 64770"/>
                      <a:gd name="connsiteY3" fmla="*/ 91440 h 123825"/>
                      <a:gd name="connsiteX4" fmla="*/ 43815 w 64770"/>
                      <a:gd name="connsiteY4" fmla="*/ 123825 h 123825"/>
                      <a:gd name="connsiteX5" fmla="*/ 64770 w 64770"/>
                      <a:gd name="connsiteY5" fmla="*/ 95250 h 123825"/>
                      <a:gd name="connsiteX6" fmla="*/ 55245 w 64770"/>
                      <a:gd name="connsiteY6" fmla="*/ 72390 h 123825"/>
                      <a:gd name="connsiteX7" fmla="*/ 47625 w 64770"/>
                      <a:gd name="connsiteY7" fmla="*/ 0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770" h="123825">
                        <a:moveTo>
                          <a:pt x="47625" y="0"/>
                        </a:moveTo>
                        <a:lnTo>
                          <a:pt x="22860" y="34290"/>
                        </a:lnTo>
                        <a:lnTo>
                          <a:pt x="11430" y="68580"/>
                        </a:lnTo>
                        <a:lnTo>
                          <a:pt x="0" y="91440"/>
                        </a:lnTo>
                        <a:lnTo>
                          <a:pt x="43815" y="123825"/>
                        </a:lnTo>
                        <a:lnTo>
                          <a:pt x="64770" y="95250"/>
                        </a:lnTo>
                        <a:lnTo>
                          <a:pt x="55245" y="72390"/>
                        </a:lnTo>
                        <a:cubicBezTo>
                          <a:pt x="61507" y="51515"/>
                          <a:pt x="60960" y="59970"/>
                          <a:pt x="47625" y="0"/>
                        </a:cubicBezTo>
                        <a:close/>
                      </a:path>
                    </a:pathLst>
                  </a:cu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700">
                      <a:ln>
                        <a:solidFill>
                          <a:schemeClr val="accent1">
                            <a:alpha val="0"/>
                          </a:schemeClr>
                        </a:solidFill>
                      </a:ln>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88" name="자유형: 도형 151">
                    <a:extLst>
                      <a:ext uri="{FF2B5EF4-FFF2-40B4-BE49-F238E27FC236}">
                        <a16:creationId xmlns:a16="http://schemas.microsoft.com/office/drawing/2014/main" id="{DA18F1A8-C1D3-739A-FFD9-EDD14316C8CC}"/>
                      </a:ext>
                    </a:extLst>
                  </p:cNvPr>
                  <p:cNvSpPr/>
                  <p:nvPr/>
                </p:nvSpPr>
                <p:spPr>
                  <a:xfrm>
                    <a:off x="3068955" y="3015615"/>
                    <a:ext cx="720090" cy="944880"/>
                  </a:xfrm>
                  <a:custGeom>
                    <a:avLst/>
                    <a:gdLst>
                      <a:gd name="connsiteX0" fmla="*/ 329565 w 720090"/>
                      <a:gd name="connsiteY0" fmla="*/ 0 h 944880"/>
                      <a:gd name="connsiteX1" fmla="*/ 287655 w 720090"/>
                      <a:gd name="connsiteY1" fmla="*/ 22860 h 944880"/>
                      <a:gd name="connsiteX2" fmla="*/ 283845 w 720090"/>
                      <a:gd name="connsiteY2" fmla="*/ 57150 h 944880"/>
                      <a:gd name="connsiteX3" fmla="*/ 253365 w 720090"/>
                      <a:gd name="connsiteY3" fmla="*/ 81915 h 944880"/>
                      <a:gd name="connsiteX4" fmla="*/ 220980 w 720090"/>
                      <a:gd name="connsiteY4" fmla="*/ 93345 h 944880"/>
                      <a:gd name="connsiteX5" fmla="*/ 201930 w 720090"/>
                      <a:gd name="connsiteY5" fmla="*/ 81915 h 944880"/>
                      <a:gd name="connsiteX6" fmla="*/ 194310 w 720090"/>
                      <a:gd name="connsiteY6" fmla="*/ 64770 h 944880"/>
                      <a:gd name="connsiteX7" fmla="*/ 190500 w 720090"/>
                      <a:gd name="connsiteY7" fmla="*/ 64770 h 944880"/>
                      <a:gd name="connsiteX8" fmla="*/ 167640 w 720090"/>
                      <a:gd name="connsiteY8" fmla="*/ 64770 h 944880"/>
                      <a:gd name="connsiteX9" fmla="*/ 146685 w 720090"/>
                      <a:gd name="connsiteY9" fmla="*/ 70485 h 944880"/>
                      <a:gd name="connsiteX10" fmla="*/ 123825 w 720090"/>
                      <a:gd name="connsiteY10" fmla="*/ 99060 h 944880"/>
                      <a:gd name="connsiteX11" fmla="*/ 123825 w 720090"/>
                      <a:gd name="connsiteY11" fmla="*/ 142875 h 944880"/>
                      <a:gd name="connsiteX12" fmla="*/ 120015 w 720090"/>
                      <a:gd name="connsiteY12" fmla="*/ 241935 h 944880"/>
                      <a:gd name="connsiteX13" fmla="*/ 110490 w 720090"/>
                      <a:gd name="connsiteY13" fmla="*/ 295275 h 944880"/>
                      <a:gd name="connsiteX14" fmla="*/ 114300 w 720090"/>
                      <a:gd name="connsiteY14" fmla="*/ 323850 h 944880"/>
                      <a:gd name="connsiteX15" fmla="*/ 108585 w 720090"/>
                      <a:gd name="connsiteY15" fmla="*/ 333375 h 944880"/>
                      <a:gd name="connsiteX16" fmla="*/ 108585 w 720090"/>
                      <a:gd name="connsiteY16" fmla="*/ 369570 h 944880"/>
                      <a:gd name="connsiteX17" fmla="*/ 76200 w 720090"/>
                      <a:gd name="connsiteY17" fmla="*/ 373380 h 944880"/>
                      <a:gd name="connsiteX18" fmla="*/ 55245 w 720090"/>
                      <a:gd name="connsiteY18" fmla="*/ 346710 h 944880"/>
                      <a:gd name="connsiteX19" fmla="*/ 28575 w 720090"/>
                      <a:gd name="connsiteY19" fmla="*/ 325755 h 944880"/>
                      <a:gd name="connsiteX20" fmla="*/ 0 w 720090"/>
                      <a:gd name="connsiteY20" fmla="*/ 340995 h 944880"/>
                      <a:gd name="connsiteX21" fmla="*/ 7620 w 720090"/>
                      <a:gd name="connsiteY21" fmla="*/ 379095 h 944880"/>
                      <a:gd name="connsiteX22" fmla="*/ 68580 w 720090"/>
                      <a:gd name="connsiteY22" fmla="*/ 451485 h 944880"/>
                      <a:gd name="connsiteX23" fmla="*/ 139065 w 720090"/>
                      <a:gd name="connsiteY23" fmla="*/ 501015 h 944880"/>
                      <a:gd name="connsiteX24" fmla="*/ 167640 w 720090"/>
                      <a:gd name="connsiteY24" fmla="*/ 527685 h 944880"/>
                      <a:gd name="connsiteX25" fmla="*/ 230505 w 720090"/>
                      <a:gd name="connsiteY25" fmla="*/ 550545 h 944880"/>
                      <a:gd name="connsiteX26" fmla="*/ 276225 w 720090"/>
                      <a:gd name="connsiteY26" fmla="*/ 579120 h 944880"/>
                      <a:gd name="connsiteX27" fmla="*/ 329565 w 720090"/>
                      <a:gd name="connsiteY27" fmla="*/ 617220 h 944880"/>
                      <a:gd name="connsiteX28" fmla="*/ 339090 w 720090"/>
                      <a:gd name="connsiteY28" fmla="*/ 630555 h 944880"/>
                      <a:gd name="connsiteX29" fmla="*/ 360045 w 720090"/>
                      <a:gd name="connsiteY29" fmla="*/ 674370 h 944880"/>
                      <a:gd name="connsiteX30" fmla="*/ 375285 w 720090"/>
                      <a:gd name="connsiteY30" fmla="*/ 706755 h 944880"/>
                      <a:gd name="connsiteX31" fmla="*/ 371475 w 720090"/>
                      <a:gd name="connsiteY31" fmla="*/ 762000 h 944880"/>
                      <a:gd name="connsiteX32" fmla="*/ 329565 w 720090"/>
                      <a:gd name="connsiteY32" fmla="*/ 790575 h 944880"/>
                      <a:gd name="connsiteX33" fmla="*/ 331470 w 720090"/>
                      <a:gd name="connsiteY33" fmla="*/ 834390 h 944880"/>
                      <a:gd name="connsiteX34" fmla="*/ 369570 w 720090"/>
                      <a:gd name="connsiteY34" fmla="*/ 845820 h 944880"/>
                      <a:gd name="connsiteX35" fmla="*/ 413385 w 720090"/>
                      <a:gd name="connsiteY35" fmla="*/ 861060 h 944880"/>
                      <a:gd name="connsiteX36" fmla="*/ 422910 w 720090"/>
                      <a:gd name="connsiteY36" fmla="*/ 902970 h 944880"/>
                      <a:gd name="connsiteX37" fmla="*/ 447675 w 720090"/>
                      <a:gd name="connsiteY37" fmla="*/ 944880 h 944880"/>
                      <a:gd name="connsiteX38" fmla="*/ 470535 w 720090"/>
                      <a:gd name="connsiteY38" fmla="*/ 904875 h 944880"/>
                      <a:gd name="connsiteX39" fmla="*/ 485775 w 720090"/>
                      <a:gd name="connsiteY39" fmla="*/ 843915 h 944880"/>
                      <a:gd name="connsiteX40" fmla="*/ 539115 w 720090"/>
                      <a:gd name="connsiteY40" fmla="*/ 832485 h 944880"/>
                      <a:gd name="connsiteX41" fmla="*/ 558165 w 720090"/>
                      <a:gd name="connsiteY41" fmla="*/ 824865 h 944880"/>
                      <a:gd name="connsiteX42" fmla="*/ 579120 w 720090"/>
                      <a:gd name="connsiteY42" fmla="*/ 792480 h 944880"/>
                      <a:gd name="connsiteX43" fmla="*/ 630555 w 720090"/>
                      <a:gd name="connsiteY43" fmla="*/ 771525 h 944880"/>
                      <a:gd name="connsiteX44" fmla="*/ 670560 w 720090"/>
                      <a:gd name="connsiteY44" fmla="*/ 731520 h 944880"/>
                      <a:gd name="connsiteX45" fmla="*/ 683895 w 720090"/>
                      <a:gd name="connsiteY45" fmla="*/ 718185 h 944880"/>
                      <a:gd name="connsiteX46" fmla="*/ 685800 w 720090"/>
                      <a:gd name="connsiteY46" fmla="*/ 712470 h 944880"/>
                      <a:gd name="connsiteX47" fmla="*/ 689610 w 720090"/>
                      <a:gd name="connsiteY47" fmla="*/ 704850 h 944880"/>
                      <a:gd name="connsiteX48" fmla="*/ 708660 w 720090"/>
                      <a:gd name="connsiteY48" fmla="*/ 638175 h 944880"/>
                      <a:gd name="connsiteX49" fmla="*/ 720090 w 720090"/>
                      <a:gd name="connsiteY49" fmla="*/ 605790 h 944880"/>
                      <a:gd name="connsiteX50" fmla="*/ 681990 w 720090"/>
                      <a:gd name="connsiteY50" fmla="*/ 546735 h 944880"/>
                      <a:gd name="connsiteX51" fmla="*/ 613410 w 720090"/>
                      <a:gd name="connsiteY51" fmla="*/ 521970 h 944880"/>
                      <a:gd name="connsiteX52" fmla="*/ 594360 w 720090"/>
                      <a:gd name="connsiteY52" fmla="*/ 521970 h 944880"/>
                      <a:gd name="connsiteX53" fmla="*/ 480060 w 720090"/>
                      <a:gd name="connsiteY53" fmla="*/ 455295 h 944880"/>
                      <a:gd name="connsiteX54" fmla="*/ 413385 w 720090"/>
                      <a:gd name="connsiteY54" fmla="*/ 436245 h 944880"/>
                      <a:gd name="connsiteX55" fmla="*/ 365760 w 720090"/>
                      <a:gd name="connsiteY55" fmla="*/ 388620 h 944880"/>
                      <a:gd name="connsiteX56" fmla="*/ 342900 w 720090"/>
                      <a:gd name="connsiteY56" fmla="*/ 337185 h 944880"/>
                      <a:gd name="connsiteX57" fmla="*/ 329565 w 720090"/>
                      <a:gd name="connsiteY57" fmla="*/ 295275 h 944880"/>
                      <a:gd name="connsiteX58" fmla="*/ 318135 w 720090"/>
                      <a:gd name="connsiteY58" fmla="*/ 230505 h 944880"/>
                      <a:gd name="connsiteX59" fmla="*/ 331470 w 720090"/>
                      <a:gd name="connsiteY59" fmla="*/ 125730 h 944880"/>
                      <a:gd name="connsiteX60" fmla="*/ 375285 w 720090"/>
                      <a:gd name="connsiteY60" fmla="*/ 89535 h 944880"/>
                      <a:gd name="connsiteX61" fmla="*/ 409575 w 720090"/>
                      <a:gd name="connsiteY61" fmla="*/ 74295 h 944880"/>
                      <a:gd name="connsiteX62" fmla="*/ 405765 w 720090"/>
                      <a:gd name="connsiteY62" fmla="*/ 40005 h 944880"/>
                      <a:gd name="connsiteX63" fmla="*/ 329565 w 720090"/>
                      <a:gd name="connsiteY63" fmla="*/ 0 h 944880"/>
                      <a:gd name="connsiteX0" fmla="*/ 329565 w 720090"/>
                      <a:gd name="connsiteY0" fmla="*/ 0 h 944880"/>
                      <a:gd name="connsiteX1" fmla="*/ 287655 w 720090"/>
                      <a:gd name="connsiteY1" fmla="*/ 22860 h 944880"/>
                      <a:gd name="connsiteX2" fmla="*/ 283845 w 720090"/>
                      <a:gd name="connsiteY2" fmla="*/ 57150 h 944880"/>
                      <a:gd name="connsiteX3" fmla="*/ 253365 w 720090"/>
                      <a:gd name="connsiteY3" fmla="*/ 81915 h 944880"/>
                      <a:gd name="connsiteX4" fmla="*/ 220980 w 720090"/>
                      <a:gd name="connsiteY4" fmla="*/ 93345 h 944880"/>
                      <a:gd name="connsiteX5" fmla="*/ 201930 w 720090"/>
                      <a:gd name="connsiteY5" fmla="*/ 81915 h 944880"/>
                      <a:gd name="connsiteX6" fmla="*/ 194310 w 720090"/>
                      <a:gd name="connsiteY6" fmla="*/ 64770 h 944880"/>
                      <a:gd name="connsiteX7" fmla="*/ 190500 w 720090"/>
                      <a:gd name="connsiteY7" fmla="*/ 64770 h 944880"/>
                      <a:gd name="connsiteX8" fmla="*/ 167640 w 720090"/>
                      <a:gd name="connsiteY8" fmla="*/ 64770 h 944880"/>
                      <a:gd name="connsiteX9" fmla="*/ 146685 w 720090"/>
                      <a:gd name="connsiteY9" fmla="*/ 70485 h 944880"/>
                      <a:gd name="connsiteX10" fmla="*/ 123825 w 720090"/>
                      <a:gd name="connsiteY10" fmla="*/ 99060 h 944880"/>
                      <a:gd name="connsiteX11" fmla="*/ 123825 w 720090"/>
                      <a:gd name="connsiteY11" fmla="*/ 142875 h 944880"/>
                      <a:gd name="connsiteX12" fmla="*/ 120015 w 720090"/>
                      <a:gd name="connsiteY12" fmla="*/ 241935 h 944880"/>
                      <a:gd name="connsiteX13" fmla="*/ 110490 w 720090"/>
                      <a:gd name="connsiteY13" fmla="*/ 295275 h 944880"/>
                      <a:gd name="connsiteX14" fmla="*/ 114300 w 720090"/>
                      <a:gd name="connsiteY14" fmla="*/ 323850 h 944880"/>
                      <a:gd name="connsiteX15" fmla="*/ 108585 w 720090"/>
                      <a:gd name="connsiteY15" fmla="*/ 333375 h 944880"/>
                      <a:gd name="connsiteX16" fmla="*/ 108585 w 720090"/>
                      <a:gd name="connsiteY16" fmla="*/ 369570 h 944880"/>
                      <a:gd name="connsiteX17" fmla="*/ 76200 w 720090"/>
                      <a:gd name="connsiteY17" fmla="*/ 373380 h 944880"/>
                      <a:gd name="connsiteX18" fmla="*/ 55245 w 720090"/>
                      <a:gd name="connsiteY18" fmla="*/ 346710 h 944880"/>
                      <a:gd name="connsiteX19" fmla="*/ 28575 w 720090"/>
                      <a:gd name="connsiteY19" fmla="*/ 325755 h 944880"/>
                      <a:gd name="connsiteX20" fmla="*/ 0 w 720090"/>
                      <a:gd name="connsiteY20" fmla="*/ 340995 h 944880"/>
                      <a:gd name="connsiteX21" fmla="*/ 7620 w 720090"/>
                      <a:gd name="connsiteY21" fmla="*/ 379095 h 944880"/>
                      <a:gd name="connsiteX22" fmla="*/ 68580 w 720090"/>
                      <a:gd name="connsiteY22" fmla="*/ 451485 h 944880"/>
                      <a:gd name="connsiteX23" fmla="*/ 139065 w 720090"/>
                      <a:gd name="connsiteY23" fmla="*/ 501015 h 944880"/>
                      <a:gd name="connsiteX24" fmla="*/ 167640 w 720090"/>
                      <a:gd name="connsiteY24" fmla="*/ 527685 h 944880"/>
                      <a:gd name="connsiteX25" fmla="*/ 230505 w 720090"/>
                      <a:gd name="connsiteY25" fmla="*/ 550545 h 944880"/>
                      <a:gd name="connsiteX26" fmla="*/ 276225 w 720090"/>
                      <a:gd name="connsiteY26" fmla="*/ 579120 h 944880"/>
                      <a:gd name="connsiteX27" fmla="*/ 329565 w 720090"/>
                      <a:gd name="connsiteY27" fmla="*/ 617220 h 944880"/>
                      <a:gd name="connsiteX28" fmla="*/ 339090 w 720090"/>
                      <a:gd name="connsiteY28" fmla="*/ 630555 h 944880"/>
                      <a:gd name="connsiteX29" fmla="*/ 360045 w 720090"/>
                      <a:gd name="connsiteY29" fmla="*/ 674370 h 944880"/>
                      <a:gd name="connsiteX30" fmla="*/ 375285 w 720090"/>
                      <a:gd name="connsiteY30" fmla="*/ 706755 h 944880"/>
                      <a:gd name="connsiteX31" fmla="*/ 371475 w 720090"/>
                      <a:gd name="connsiteY31" fmla="*/ 762000 h 944880"/>
                      <a:gd name="connsiteX32" fmla="*/ 329565 w 720090"/>
                      <a:gd name="connsiteY32" fmla="*/ 790575 h 944880"/>
                      <a:gd name="connsiteX33" fmla="*/ 331470 w 720090"/>
                      <a:gd name="connsiteY33" fmla="*/ 834390 h 944880"/>
                      <a:gd name="connsiteX34" fmla="*/ 369570 w 720090"/>
                      <a:gd name="connsiteY34" fmla="*/ 845820 h 944880"/>
                      <a:gd name="connsiteX35" fmla="*/ 413385 w 720090"/>
                      <a:gd name="connsiteY35" fmla="*/ 861060 h 944880"/>
                      <a:gd name="connsiteX36" fmla="*/ 422910 w 720090"/>
                      <a:gd name="connsiteY36" fmla="*/ 902970 h 944880"/>
                      <a:gd name="connsiteX37" fmla="*/ 447675 w 720090"/>
                      <a:gd name="connsiteY37" fmla="*/ 944880 h 944880"/>
                      <a:gd name="connsiteX38" fmla="*/ 470535 w 720090"/>
                      <a:gd name="connsiteY38" fmla="*/ 904875 h 944880"/>
                      <a:gd name="connsiteX39" fmla="*/ 485775 w 720090"/>
                      <a:gd name="connsiteY39" fmla="*/ 843915 h 944880"/>
                      <a:gd name="connsiteX40" fmla="*/ 539115 w 720090"/>
                      <a:gd name="connsiteY40" fmla="*/ 832485 h 944880"/>
                      <a:gd name="connsiteX41" fmla="*/ 558165 w 720090"/>
                      <a:gd name="connsiteY41" fmla="*/ 824865 h 944880"/>
                      <a:gd name="connsiteX42" fmla="*/ 579120 w 720090"/>
                      <a:gd name="connsiteY42" fmla="*/ 792480 h 944880"/>
                      <a:gd name="connsiteX43" fmla="*/ 630555 w 720090"/>
                      <a:gd name="connsiteY43" fmla="*/ 771525 h 944880"/>
                      <a:gd name="connsiteX44" fmla="*/ 670560 w 720090"/>
                      <a:gd name="connsiteY44" fmla="*/ 731520 h 944880"/>
                      <a:gd name="connsiteX45" fmla="*/ 683895 w 720090"/>
                      <a:gd name="connsiteY45" fmla="*/ 718185 h 944880"/>
                      <a:gd name="connsiteX46" fmla="*/ 685800 w 720090"/>
                      <a:gd name="connsiteY46" fmla="*/ 712470 h 944880"/>
                      <a:gd name="connsiteX47" fmla="*/ 689610 w 720090"/>
                      <a:gd name="connsiteY47" fmla="*/ 704850 h 944880"/>
                      <a:gd name="connsiteX48" fmla="*/ 708660 w 720090"/>
                      <a:gd name="connsiteY48" fmla="*/ 638175 h 944880"/>
                      <a:gd name="connsiteX49" fmla="*/ 720090 w 720090"/>
                      <a:gd name="connsiteY49" fmla="*/ 605790 h 944880"/>
                      <a:gd name="connsiteX50" fmla="*/ 681990 w 720090"/>
                      <a:gd name="connsiteY50" fmla="*/ 546735 h 944880"/>
                      <a:gd name="connsiteX51" fmla="*/ 613410 w 720090"/>
                      <a:gd name="connsiteY51" fmla="*/ 521970 h 944880"/>
                      <a:gd name="connsiteX52" fmla="*/ 594360 w 720090"/>
                      <a:gd name="connsiteY52" fmla="*/ 521970 h 944880"/>
                      <a:gd name="connsiteX53" fmla="*/ 480060 w 720090"/>
                      <a:gd name="connsiteY53" fmla="*/ 455295 h 944880"/>
                      <a:gd name="connsiteX54" fmla="*/ 413385 w 720090"/>
                      <a:gd name="connsiteY54" fmla="*/ 436245 h 944880"/>
                      <a:gd name="connsiteX55" fmla="*/ 365760 w 720090"/>
                      <a:gd name="connsiteY55" fmla="*/ 388620 h 944880"/>
                      <a:gd name="connsiteX56" fmla="*/ 342900 w 720090"/>
                      <a:gd name="connsiteY56" fmla="*/ 337185 h 944880"/>
                      <a:gd name="connsiteX57" fmla="*/ 329565 w 720090"/>
                      <a:gd name="connsiteY57" fmla="*/ 295275 h 944880"/>
                      <a:gd name="connsiteX58" fmla="*/ 318135 w 720090"/>
                      <a:gd name="connsiteY58" fmla="*/ 230505 h 944880"/>
                      <a:gd name="connsiteX59" fmla="*/ 331470 w 720090"/>
                      <a:gd name="connsiteY59" fmla="*/ 125730 h 944880"/>
                      <a:gd name="connsiteX60" fmla="*/ 375285 w 720090"/>
                      <a:gd name="connsiteY60" fmla="*/ 89535 h 944880"/>
                      <a:gd name="connsiteX61" fmla="*/ 409575 w 720090"/>
                      <a:gd name="connsiteY61" fmla="*/ 74295 h 944880"/>
                      <a:gd name="connsiteX62" fmla="*/ 405765 w 720090"/>
                      <a:gd name="connsiteY62" fmla="*/ 40005 h 944880"/>
                      <a:gd name="connsiteX63" fmla="*/ 360045 w 720090"/>
                      <a:gd name="connsiteY63" fmla="*/ 24765 h 944880"/>
                      <a:gd name="connsiteX64" fmla="*/ 329565 w 720090"/>
                      <a:gd name="connsiteY64" fmla="*/ 0 h 944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720090" h="944880">
                        <a:moveTo>
                          <a:pt x="329565" y="0"/>
                        </a:moveTo>
                        <a:lnTo>
                          <a:pt x="287655" y="22860"/>
                        </a:lnTo>
                        <a:lnTo>
                          <a:pt x="283845" y="57150"/>
                        </a:lnTo>
                        <a:lnTo>
                          <a:pt x="253365" y="81915"/>
                        </a:lnTo>
                        <a:lnTo>
                          <a:pt x="220980" y="93345"/>
                        </a:lnTo>
                        <a:lnTo>
                          <a:pt x="201930" y="81915"/>
                        </a:lnTo>
                        <a:cubicBezTo>
                          <a:pt x="195900" y="65834"/>
                          <a:pt x="200051" y="70511"/>
                          <a:pt x="194310" y="64770"/>
                        </a:cubicBezTo>
                        <a:lnTo>
                          <a:pt x="190500" y="64770"/>
                        </a:lnTo>
                        <a:lnTo>
                          <a:pt x="167640" y="64770"/>
                        </a:lnTo>
                        <a:lnTo>
                          <a:pt x="146685" y="70485"/>
                        </a:lnTo>
                        <a:lnTo>
                          <a:pt x="123825" y="99060"/>
                        </a:lnTo>
                        <a:lnTo>
                          <a:pt x="123825" y="142875"/>
                        </a:lnTo>
                        <a:lnTo>
                          <a:pt x="120015" y="241935"/>
                        </a:lnTo>
                        <a:lnTo>
                          <a:pt x="110490" y="295275"/>
                        </a:lnTo>
                        <a:lnTo>
                          <a:pt x="114300" y="323850"/>
                        </a:lnTo>
                        <a:lnTo>
                          <a:pt x="108585" y="333375"/>
                        </a:lnTo>
                        <a:lnTo>
                          <a:pt x="108585" y="369570"/>
                        </a:lnTo>
                        <a:lnTo>
                          <a:pt x="76200" y="373380"/>
                        </a:lnTo>
                        <a:lnTo>
                          <a:pt x="55245" y="346710"/>
                        </a:lnTo>
                        <a:lnTo>
                          <a:pt x="28575" y="325755"/>
                        </a:lnTo>
                        <a:lnTo>
                          <a:pt x="0" y="340995"/>
                        </a:lnTo>
                        <a:lnTo>
                          <a:pt x="7620" y="379095"/>
                        </a:lnTo>
                        <a:lnTo>
                          <a:pt x="68580" y="451485"/>
                        </a:lnTo>
                        <a:lnTo>
                          <a:pt x="139065" y="501015"/>
                        </a:lnTo>
                        <a:lnTo>
                          <a:pt x="167640" y="527685"/>
                        </a:lnTo>
                        <a:lnTo>
                          <a:pt x="230505" y="550545"/>
                        </a:lnTo>
                        <a:lnTo>
                          <a:pt x="276225" y="579120"/>
                        </a:lnTo>
                        <a:lnTo>
                          <a:pt x="329565" y="617220"/>
                        </a:lnTo>
                        <a:lnTo>
                          <a:pt x="339090" y="630555"/>
                        </a:lnTo>
                        <a:lnTo>
                          <a:pt x="360045" y="674370"/>
                        </a:lnTo>
                        <a:lnTo>
                          <a:pt x="375285" y="706755"/>
                        </a:lnTo>
                        <a:lnTo>
                          <a:pt x="371475" y="762000"/>
                        </a:lnTo>
                        <a:lnTo>
                          <a:pt x="329565" y="790575"/>
                        </a:lnTo>
                        <a:lnTo>
                          <a:pt x="331470" y="834390"/>
                        </a:lnTo>
                        <a:lnTo>
                          <a:pt x="369570" y="845820"/>
                        </a:lnTo>
                        <a:lnTo>
                          <a:pt x="413385" y="861060"/>
                        </a:lnTo>
                        <a:lnTo>
                          <a:pt x="422910" y="902970"/>
                        </a:lnTo>
                        <a:lnTo>
                          <a:pt x="447675" y="944880"/>
                        </a:lnTo>
                        <a:lnTo>
                          <a:pt x="470535" y="904875"/>
                        </a:lnTo>
                        <a:lnTo>
                          <a:pt x="485775" y="843915"/>
                        </a:lnTo>
                        <a:lnTo>
                          <a:pt x="539115" y="832485"/>
                        </a:lnTo>
                        <a:cubicBezTo>
                          <a:pt x="555684" y="826271"/>
                          <a:pt x="549502" y="829196"/>
                          <a:pt x="558165" y="824865"/>
                        </a:cubicBezTo>
                        <a:lnTo>
                          <a:pt x="579120" y="792480"/>
                        </a:lnTo>
                        <a:lnTo>
                          <a:pt x="630555" y="771525"/>
                        </a:lnTo>
                        <a:lnTo>
                          <a:pt x="670560" y="731520"/>
                        </a:lnTo>
                        <a:cubicBezTo>
                          <a:pt x="675005" y="727075"/>
                          <a:pt x="679968" y="723094"/>
                          <a:pt x="683895" y="718185"/>
                        </a:cubicBezTo>
                        <a:cubicBezTo>
                          <a:pt x="685149" y="716617"/>
                          <a:pt x="685009" y="714316"/>
                          <a:pt x="685800" y="712470"/>
                        </a:cubicBezTo>
                        <a:cubicBezTo>
                          <a:pt x="686919" y="709860"/>
                          <a:pt x="689610" y="704850"/>
                          <a:pt x="689610" y="704850"/>
                        </a:cubicBezTo>
                        <a:lnTo>
                          <a:pt x="708660" y="638175"/>
                        </a:lnTo>
                        <a:lnTo>
                          <a:pt x="720090" y="605790"/>
                        </a:lnTo>
                        <a:lnTo>
                          <a:pt x="681990" y="546735"/>
                        </a:lnTo>
                        <a:lnTo>
                          <a:pt x="613410" y="521970"/>
                        </a:lnTo>
                        <a:lnTo>
                          <a:pt x="594360" y="521970"/>
                        </a:lnTo>
                        <a:lnTo>
                          <a:pt x="480060" y="455295"/>
                        </a:lnTo>
                        <a:lnTo>
                          <a:pt x="413385" y="436245"/>
                        </a:lnTo>
                        <a:lnTo>
                          <a:pt x="365760" y="388620"/>
                        </a:lnTo>
                        <a:lnTo>
                          <a:pt x="342900" y="337185"/>
                        </a:lnTo>
                        <a:lnTo>
                          <a:pt x="329565" y="295275"/>
                        </a:lnTo>
                        <a:lnTo>
                          <a:pt x="318135" y="230505"/>
                        </a:lnTo>
                        <a:lnTo>
                          <a:pt x="331470" y="125730"/>
                        </a:lnTo>
                        <a:lnTo>
                          <a:pt x="375285" y="89535"/>
                        </a:lnTo>
                        <a:lnTo>
                          <a:pt x="409575" y="74295"/>
                        </a:lnTo>
                        <a:lnTo>
                          <a:pt x="405765" y="40005"/>
                        </a:lnTo>
                        <a:cubicBezTo>
                          <a:pt x="389890" y="31750"/>
                          <a:pt x="375920" y="33020"/>
                          <a:pt x="360045" y="24765"/>
                        </a:cubicBezTo>
                        <a:lnTo>
                          <a:pt x="329565" y="0"/>
                        </a:lnTo>
                        <a:close/>
                      </a:path>
                    </a:pathLst>
                  </a:cu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700">
                      <a:ln>
                        <a:solidFill>
                          <a:schemeClr val="accent1">
                            <a:alpha val="0"/>
                          </a:schemeClr>
                        </a:solidFill>
                      </a:ln>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89" name="자유형: 도형 152">
                    <a:extLst>
                      <a:ext uri="{FF2B5EF4-FFF2-40B4-BE49-F238E27FC236}">
                        <a16:creationId xmlns:a16="http://schemas.microsoft.com/office/drawing/2014/main" id="{E1451661-E849-D331-9F38-3B7380CE64F3}"/>
                      </a:ext>
                    </a:extLst>
                  </p:cNvPr>
                  <p:cNvSpPr/>
                  <p:nvPr/>
                </p:nvSpPr>
                <p:spPr>
                  <a:xfrm>
                    <a:off x="2604135" y="2482215"/>
                    <a:ext cx="885825" cy="556260"/>
                  </a:xfrm>
                  <a:custGeom>
                    <a:avLst/>
                    <a:gdLst>
                      <a:gd name="connsiteX0" fmla="*/ 853440 w 885825"/>
                      <a:gd name="connsiteY0" fmla="*/ 87630 h 556260"/>
                      <a:gd name="connsiteX1" fmla="*/ 798195 w 885825"/>
                      <a:gd name="connsiteY1" fmla="*/ 100965 h 556260"/>
                      <a:gd name="connsiteX2" fmla="*/ 752475 w 885825"/>
                      <a:gd name="connsiteY2" fmla="*/ 131445 h 556260"/>
                      <a:gd name="connsiteX3" fmla="*/ 708660 w 885825"/>
                      <a:gd name="connsiteY3" fmla="*/ 142875 h 556260"/>
                      <a:gd name="connsiteX4" fmla="*/ 664845 w 885825"/>
                      <a:gd name="connsiteY4" fmla="*/ 142875 h 556260"/>
                      <a:gd name="connsiteX5" fmla="*/ 586740 w 885825"/>
                      <a:gd name="connsiteY5" fmla="*/ 129540 h 556260"/>
                      <a:gd name="connsiteX6" fmla="*/ 561975 w 885825"/>
                      <a:gd name="connsiteY6" fmla="*/ 89535 h 556260"/>
                      <a:gd name="connsiteX7" fmla="*/ 550545 w 885825"/>
                      <a:gd name="connsiteY7" fmla="*/ 72390 h 556260"/>
                      <a:gd name="connsiteX8" fmla="*/ 527685 w 885825"/>
                      <a:gd name="connsiteY8" fmla="*/ 59055 h 556260"/>
                      <a:gd name="connsiteX9" fmla="*/ 485775 w 885825"/>
                      <a:gd name="connsiteY9" fmla="*/ 1905 h 556260"/>
                      <a:gd name="connsiteX10" fmla="*/ 443865 w 885825"/>
                      <a:gd name="connsiteY10" fmla="*/ 0 h 556260"/>
                      <a:gd name="connsiteX11" fmla="*/ 335280 w 885825"/>
                      <a:gd name="connsiteY11" fmla="*/ 13335 h 556260"/>
                      <a:gd name="connsiteX12" fmla="*/ 316230 w 885825"/>
                      <a:gd name="connsiteY12" fmla="*/ 36195 h 556260"/>
                      <a:gd name="connsiteX13" fmla="*/ 276225 w 885825"/>
                      <a:gd name="connsiteY13" fmla="*/ 30480 h 556260"/>
                      <a:gd name="connsiteX14" fmla="*/ 259080 w 885825"/>
                      <a:gd name="connsiteY14" fmla="*/ 17145 h 556260"/>
                      <a:gd name="connsiteX15" fmla="*/ 188595 w 885825"/>
                      <a:gd name="connsiteY15" fmla="*/ 76200 h 556260"/>
                      <a:gd name="connsiteX16" fmla="*/ 144780 w 885825"/>
                      <a:gd name="connsiteY16" fmla="*/ 131445 h 556260"/>
                      <a:gd name="connsiteX17" fmla="*/ 137160 w 885825"/>
                      <a:gd name="connsiteY17" fmla="*/ 186690 h 556260"/>
                      <a:gd name="connsiteX18" fmla="*/ 150495 w 885825"/>
                      <a:gd name="connsiteY18" fmla="*/ 211455 h 556260"/>
                      <a:gd name="connsiteX19" fmla="*/ 146685 w 885825"/>
                      <a:gd name="connsiteY19" fmla="*/ 251460 h 556260"/>
                      <a:gd name="connsiteX20" fmla="*/ 121920 w 885825"/>
                      <a:gd name="connsiteY20" fmla="*/ 306705 h 556260"/>
                      <a:gd name="connsiteX21" fmla="*/ 68580 w 885825"/>
                      <a:gd name="connsiteY21" fmla="*/ 350520 h 556260"/>
                      <a:gd name="connsiteX22" fmla="*/ 51435 w 885825"/>
                      <a:gd name="connsiteY22" fmla="*/ 350520 h 556260"/>
                      <a:gd name="connsiteX23" fmla="*/ 7620 w 885825"/>
                      <a:gd name="connsiteY23" fmla="*/ 365760 h 556260"/>
                      <a:gd name="connsiteX24" fmla="*/ 0 w 885825"/>
                      <a:gd name="connsiteY24" fmla="*/ 403860 h 556260"/>
                      <a:gd name="connsiteX25" fmla="*/ 60960 w 885825"/>
                      <a:gd name="connsiteY25" fmla="*/ 411480 h 556260"/>
                      <a:gd name="connsiteX26" fmla="*/ 133350 w 885825"/>
                      <a:gd name="connsiteY26" fmla="*/ 516255 h 556260"/>
                      <a:gd name="connsiteX27" fmla="*/ 184785 w 885825"/>
                      <a:gd name="connsiteY27" fmla="*/ 552450 h 556260"/>
                      <a:gd name="connsiteX28" fmla="*/ 234315 w 885825"/>
                      <a:gd name="connsiteY28" fmla="*/ 556260 h 556260"/>
                      <a:gd name="connsiteX29" fmla="*/ 249555 w 885825"/>
                      <a:gd name="connsiteY29" fmla="*/ 548640 h 556260"/>
                      <a:gd name="connsiteX30" fmla="*/ 255270 w 885825"/>
                      <a:gd name="connsiteY30" fmla="*/ 542925 h 556260"/>
                      <a:gd name="connsiteX31" fmla="*/ 268605 w 885825"/>
                      <a:gd name="connsiteY31" fmla="*/ 510540 h 556260"/>
                      <a:gd name="connsiteX32" fmla="*/ 283845 w 885825"/>
                      <a:gd name="connsiteY32" fmla="*/ 461010 h 556260"/>
                      <a:gd name="connsiteX33" fmla="*/ 312420 w 885825"/>
                      <a:gd name="connsiteY33" fmla="*/ 434340 h 556260"/>
                      <a:gd name="connsiteX34" fmla="*/ 329565 w 885825"/>
                      <a:gd name="connsiteY34" fmla="*/ 440055 h 556260"/>
                      <a:gd name="connsiteX35" fmla="*/ 356235 w 885825"/>
                      <a:gd name="connsiteY35" fmla="*/ 451485 h 556260"/>
                      <a:gd name="connsiteX36" fmla="*/ 430530 w 885825"/>
                      <a:gd name="connsiteY36" fmla="*/ 447675 h 556260"/>
                      <a:gd name="connsiteX37" fmla="*/ 445770 w 885825"/>
                      <a:gd name="connsiteY37" fmla="*/ 438150 h 556260"/>
                      <a:gd name="connsiteX38" fmla="*/ 487680 w 885825"/>
                      <a:gd name="connsiteY38" fmla="*/ 392430 h 556260"/>
                      <a:gd name="connsiteX39" fmla="*/ 531495 w 885825"/>
                      <a:gd name="connsiteY39" fmla="*/ 394335 h 556260"/>
                      <a:gd name="connsiteX40" fmla="*/ 586740 w 885825"/>
                      <a:gd name="connsiteY40" fmla="*/ 440055 h 556260"/>
                      <a:gd name="connsiteX41" fmla="*/ 649605 w 885825"/>
                      <a:gd name="connsiteY41" fmla="*/ 428625 h 556260"/>
                      <a:gd name="connsiteX42" fmla="*/ 662940 w 885825"/>
                      <a:gd name="connsiteY42" fmla="*/ 415290 h 556260"/>
                      <a:gd name="connsiteX43" fmla="*/ 725805 w 885825"/>
                      <a:gd name="connsiteY43" fmla="*/ 390525 h 556260"/>
                      <a:gd name="connsiteX44" fmla="*/ 762000 w 885825"/>
                      <a:gd name="connsiteY44" fmla="*/ 361950 h 556260"/>
                      <a:gd name="connsiteX45" fmla="*/ 773430 w 885825"/>
                      <a:gd name="connsiteY45" fmla="*/ 312420 h 556260"/>
                      <a:gd name="connsiteX46" fmla="*/ 834390 w 885825"/>
                      <a:gd name="connsiteY46" fmla="*/ 274320 h 556260"/>
                      <a:gd name="connsiteX47" fmla="*/ 883920 w 885825"/>
                      <a:gd name="connsiteY47" fmla="*/ 245745 h 556260"/>
                      <a:gd name="connsiteX48" fmla="*/ 885825 w 885825"/>
                      <a:gd name="connsiteY48" fmla="*/ 165735 h 556260"/>
                      <a:gd name="connsiteX49" fmla="*/ 857250 w 885825"/>
                      <a:gd name="connsiteY49" fmla="*/ 156210 h 556260"/>
                      <a:gd name="connsiteX50" fmla="*/ 853440 w 885825"/>
                      <a:gd name="connsiteY50" fmla="*/ 87630 h 556260"/>
                      <a:gd name="connsiteX0" fmla="*/ 853440 w 885825"/>
                      <a:gd name="connsiteY0" fmla="*/ 87630 h 556260"/>
                      <a:gd name="connsiteX1" fmla="*/ 798195 w 885825"/>
                      <a:gd name="connsiteY1" fmla="*/ 100965 h 556260"/>
                      <a:gd name="connsiteX2" fmla="*/ 752475 w 885825"/>
                      <a:gd name="connsiteY2" fmla="*/ 131445 h 556260"/>
                      <a:gd name="connsiteX3" fmla="*/ 708660 w 885825"/>
                      <a:gd name="connsiteY3" fmla="*/ 142875 h 556260"/>
                      <a:gd name="connsiteX4" fmla="*/ 664845 w 885825"/>
                      <a:gd name="connsiteY4" fmla="*/ 142875 h 556260"/>
                      <a:gd name="connsiteX5" fmla="*/ 586740 w 885825"/>
                      <a:gd name="connsiteY5" fmla="*/ 129540 h 556260"/>
                      <a:gd name="connsiteX6" fmla="*/ 561975 w 885825"/>
                      <a:gd name="connsiteY6" fmla="*/ 89535 h 556260"/>
                      <a:gd name="connsiteX7" fmla="*/ 550545 w 885825"/>
                      <a:gd name="connsiteY7" fmla="*/ 72390 h 556260"/>
                      <a:gd name="connsiteX8" fmla="*/ 527685 w 885825"/>
                      <a:gd name="connsiteY8" fmla="*/ 59055 h 556260"/>
                      <a:gd name="connsiteX9" fmla="*/ 485775 w 885825"/>
                      <a:gd name="connsiteY9" fmla="*/ 1905 h 556260"/>
                      <a:gd name="connsiteX10" fmla="*/ 443865 w 885825"/>
                      <a:gd name="connsiteY10" fmla="*/ 0 h 556260"/>
                      <a:gd name="connsiteX11" fmla="*/ 335280 w 885825"/>
                      <a:gd name="connsiteY11" fmla="*/ 13335 h 556260"/>
                      <a:gd name="connsiteX12" fmla="*/ 316230 w 885825"/>
                      <a:gd name="connsiteY12" fmla="*/ 36195 h 556260"/>
                      <a:gd name="connsiteX13" fmla="*/ 276225 w 885825"/>
                      <a:gd name="connsiteY13" fmla="*/ 30480 h 556260"/>
                      <a:gd name="connsiteX14" fmla="*/ 259080 w 885825"/>
                      <a:gd name="connsiteY14" fmla="*/ 17145 h 556260"/>
                      <a:gd name="connsiteX15" fmla="*/ 188595 w 885825"/>
                      <a:gd name="connsiteY15" fmla="*/ 76200 h 556260"/>
                      <a:gd name="connsiteX16" fmla="*/ 144780 w 885825"/>
                      <a:gd name="connsiteY16" fmla="*/ 131445 h 556260"/>
                      <a:gd name="connsiteX17" fmla="*/ 137160 w 885825"/>
                      <a:gd name="connsiteY17" fmla="*/ 186690 h 556260"/>
                      <a:gd name="connsiteX18" fmla="*/ 150495 w 885825"/>
                      <a:gd name="connsiteY18" fmla="*/ 211455 h 556260"/>
                      <a:gd name="connsiteX19" fmla="*/ 146685 w 885825"/>
                      <a:gd name="connsiteY19" fmla="*/ 251460 h 556260"/>
                      <a:gd name="connsiteX20" fmla="*/ 121920 w 885825"/>
                      <a:gd name="connsiteY20" fmla="*/ 306705 h 556260"/>
                      <a:gd name="connsiteX21" fmla="*/ 68580 w 885825"/>
                      <a:gd name="connsiteY21" fmla="*/ 350520 h 556260"/>
                      <a:gd name="connsiteX22" fmla="*/ 51435 w 885825"/>
                      <a:gd name="connsiteY22" fmla="*/ 350520 h 556260"/>
                      <a:gd name="connsiteX23" fmla="*/ 7620 w 885825"/>
                      <a:gd name="connsiteY23" fmla="*/ 365760 h 556260"/>
                      <a:gd name="connsiteX24" fmla="*/ 0 w 885825"/>
                      <a:gd name="connsiteY24" fmla="*/ 403860 h 556260"/>
                      <a:gd name="connsiteX25" fmla="*/ 60960 w 885825"/>
                      <a:gd name="connsiteY25" fmla="*/ 411480 h 556260"/>
                      <a:gd name="connsiteX26" fmla="*/ 133350 w 885825"/>
                      <a:gd name="connsiteY26" fmla="*/ 516255 h 556260"/>
                      <a:gd name="connsiteX27" fmla="*/ 184785 w 885825"/>
                      <a:gd name="connsiteY27" fmla="*/ 552450 h 556260"/>
                      <a:gd name="connsiteX28" fmla="*/ 234315 w 885825"/>
                      <a:gd name="connsiteY28" fmla="*/ 556260 h 556260"/>
                      <a:gd name="connsiteX29" fmla="*/ 249555 w 885825"/>
                      <a:gd name="connsiteY29" fmla="*/ 548640 h 556260"/>
                      <a:gd name="connsiteX30" fmla="*/ 255270 w 885825"/>
                      <a:gd name="connsiteY30" fmla="*/ 542925 h 556260"/>
                      <a:gd name="connsiteX31" fmla="*/ 268605 w 885825"/>
                      <a:gd name="connsiteY31" fmla="*/ 510540 h 556260"/>
                      <a:gd name="connsiteX32" fmla="*/ 283845 w 885825"/>
                      <a:gd name="connsiteY32" fmla="*/ 461010 h 556260"/>
                      <a:gd name="connsiteX33" fmla="*/ 312420 w 885825"/>
                      <a:gd name="connsiteY33" fmla="*/ 434340 h 556260"/>
                      <a:gd name="connsiteX34" fmla="*/ 329565 w 885825"/>
                      <a:gd name="connsiteY34" fmla="*/ 440055 h 556260"/>
                      <a:gd name="connsiteX35" fmla="*/ 356235 w 885825"/>
                      <a:gd name="connsiteY35" fmla="*/ 451485 h 556260"/>
                      <a:gd name="connsiteX36" fmla="*/ 430530 w 885825"/>
                      <a:gd name="connsiteY36" fmla="*/ 447675 h 556260"/>
                      <a:gd name="connsiteX37" fmla="*/ 445770 w 885825"/>
                      <a:gd name="connsiteY37" fmla="*/ 438150 h 556260"/>
                      <a:gd name="connsiteX38" fmla="*/ 487680 w 885825"/>
                      <a:gd name="connsiteY38" fmla="*/ 392430 h 556260"/>
                      <a:gd name="connsiteX39" fmla="*/ 531495 w 885825"/>
                      <a:gd name="connsiteY39" fmla="*/ 394335 h 556260"/>
                      <a:gd name="connsiteX40" fmla="*/ 586740 w 885825"/>
                      <a:gd name="connsiteY40" fmla="*/ 440055 h 556260"/>
                      <a:gd name="connsiteX41" fmla="*/ 649605 w 885825"/>
                      <a:gd name="connsiteY41" fmla="*/ 428625 h 556260"/>
                      <a:gd name="connsiteX42" fmla="*/ 662940 w 885825"/>
                      <a:gd name="connsiteY42" fmla="*/ 415290 h 556260"/>
                      <a:gd name="connsiteX43" fmla="*/ 725805 w 885825"/>
                      <a:gd name="connsiteY43" fmla="*/ 390525 h 556260"/>
                      <a:gd name="connsiteX44" fmla="*/ 762000 w 885825"/>
                      <a:gd name="connsiteY44" fmla="*/ 361950 h 556260"/>
                      <a:gd name="connsiteX45" fmla="*/ 773430 w 885825"/>
                      <a:gd name="connsiteY45" fmla="*/ 312420 h 556260"/>
                      <a:gd name="connsiteX46" fmla="*/ 834390 w 885825"/>
                      <a:gd name="connsiteY46" fmla="*/ 274320 h 556260"/>
                      <a:gd name="connsiteX47" fmla="*/ 883920 w 885825"/>
                      <a:gd name="connsiteY47" fmla="*/ 245745 h 556260"/>
                      <a:gd name="connsiteX48" fmla="*/ 885825 w 885825"/>
                      <a:gd name="connsiteY48" fmla="*/ 165735 h 556260"/>
                      <a:gd name="connsiteX49" fmla="*/ 857250 w 885825"/>
                      <a:gd name="connsiteY49" fmla="*/ 156210 h 556260"/>
                      <a:gd name="connsiteX50" fmla="*/ 872490 w 885825"/>
                      <a:gd name="connsiteY50" fmla="*/ 112395 h 556260"/>
                      <a:gd name="connsiteX51" fmla="*/ 853440 w 885825"/>
                      <a:gd name="connsiteY51" fmla="*/ 87630 h 556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885825" h="556260">
                        <a:moveTo>
                          <a:pt x="853440" y="87630"/>
                        </a:moveTo>
                        <a:lnTo>
                          <a:pt x="798195" y="100965"/>
                        </a:lnTo>
                        <a:lnTo>
                          <a:pt x="752475" y="131445"/>
                        </a:lnTo>
                        <a:lnTo>
                          <a:pt x="708660" y="142875"/>
                        </a:lnTo>
                        <a:lnTo>
                          <a:pt x="664845" y="142875"/>
                        </a:lnTo>
                        <a:lnTo>
                          <a:pt x="586740" y="129540"/>
                        </a:lnTo>
                        <a:lnTo>
                          <a:pt x="561975" y="89535"/>
                        </a:lnTo>
                        <a:lnTo>
                          <a:pt x="550545" y="72390"/>
                        </a:lnTo>
                        <a:lnTo>
                          <a:pt x="527685" y="59055"/>
                        </a:lnTo>
                        <a:lnTo>
                          <a:pt x="485775" y="1905"/>
                        </a:lnTo>
                        <a:lnTo>
                          <a:pt x="443865" y="0"/>
                        </a:lnTo>
                        <a:lnTo>
                          <a:pt x="335280" y="13335"/>
                        </a:lnTo>
                        <a:lnTo>
                          <a:pt x="316230" y="36195"/>
                        </a:lnTo>
                        <a:lnTo>
                          <a:pt x="276225" y="30480"/>
                        </a:lnTo>
                        <a:lnTo>
                          <a:pt x="259080" y="17145"/>
                        </a:lnTo>
                        <a:lnTo>
                          <a:pt x="188595" y="76200"/>
                        </a:lnTo>
                        <a:lnTo>
                          <a:pt x="144780" y="131445"/>
                        </a:lnTo>
                        <a:lnTo>
                          <a:pt x="137160" y="186690"/>
                        </a:lnTo>
                        <a:lnTo>
                          <a:pt x="150495" y="211455"/>
                        </a:lnTo>
                        <a:lnTo>
                          <a:pt x="146685" y="251460"/>
                        </a:lnTo>
                        <a:lnTo>
                          <a:pt x="121920" y="306705"/>
                        </a:lnTo>
                        <a:lnTo>
                          <a:pt x="68580" y="350520"/>
                        </a:lnTo>
                        <a:lnTo>
                          <a:pt x="51435" y="350520"/>
                        </a:lnTo>
                        <a:lnTo>
                          <a:pt x="7620" y="365760"/>
                        </a:lnTo>
                        <a:lnTo>
                          <a:pt x="0" y="403860"/>
                        </a:lnTo>
                        <a:lnTo>
                          <a:pt x="60960" y="411480"/>
                        </a:lnTo>
                        <a:lnTo>
                          <a:pt x="133350" y="516255"/>
                        </a:lnTo>
                        <a:lnTo>
                          <a:pt x="184785" y="552450"/>
                        </a:lnTo>
                        <a:lnTo>
                          <a:pt x="234315" y="556260"/>
                        </a:lnTo>
                        <a:cubicBezTo>
                          <a:pt x="239395" y="553720"/>
                          <a:pt x="244763" y="551689"/>
                          <a:pt x="249555" y="548640"/>
                        </a:cubicBezTo>
                        <a:cubicBezTo>
                          <a:pt x="251828" y="547194"/>
                          <a:pt x="255270" y="542925"/>
                          <a:pt x="255270" y="542925"/>
                        </a:cubicBezTo>
                        <a:lnTo>
                          <a:pt x="268605" y="510540"/>
                        </a:lnTo>
                        <a:lnTo>
                          <a:pt x="283845" y="461010"/>
                        </a:lnTo>
                        <a:lnTo>
                          <a:pt x="312420" y="434340"/>
                        </a:lnTo>
                        <a:cubicBezTo>
                          <a:pt x="328255" y="440278"/>
                          <a:pt x="322235" y="440055"/>
                          <a:pt x="329565" y="440055"/>
                        </a:cubicBezTo>
                        <a:lnTo>
                          <a:pt x="356235" y="451485"/>
                        </a:lnTo>
                        <a:lnTo>
                          <a:pt x="430530" y="447675"/>
                        </a:lnTo>
                        <a:lnTo>
                          <a:pt x="445770" y="438150"/>
                        </a:lnTo>
                        <a:lnTo>
                          <a:pt x="487680" y="392430"/>
                        </a:lnTo>
                        <a:lnTo>
                          <a:pt x="531495" y="394335"/>
                        </a:lnTo>
                        <a:lnTo>
                          <a:pt x="586740" y="440055"/>
                        </a:lnTo>
                        <a:lnTo>
                          <a:pt x="649605" y="428625"/>
                        </a:lnTo>
                        <a:cubicBezTo>
                          <a:pt x="663422" y="416782"/>
                          <a:pt x="662940" y="423049"/>
                          <a:pt x="662940" y="415290"/>
                        </a:cubicBezTo>
                        <a:lnTo>
                          <a:pt x="725805" y="390525"/>
                        </a:lnTo>
                        <a:lnTo>
                          <a:pt x="762000" y="361950"/>
                        </a:lnTo>
                        <a:lnTo>
                          <a:pt x="773430" y="312420"/>
                        </a:lnTo>
                        <a:lnTo>
                          <a:pt x="834390" y="274320"/>
                        </a:lnTo>
                        <a:lnTo>
                          <a:pt x="883920" y="245745"/>
                        </a:lnTo>
                        <a:lnTo>
                          <a:pt x="885825" y="165735"/>
                        </a:lnTo>
                        <a:lnTo>
                          <a:pt x="857250" y="156210"/>
                        </a:lnTo>
                        <a:cubicBezTo>
                          <a:pt x="856615" y="142875"/>
                          <a:pt x="873125" y="125730"/>
                          <a:pt x="872490" y="112395"/>
                        </a:cubicBezTo>
                        <a:lnTo>
                          <a:pt x="853440" y="87630"/>
                        </a:lnTo>
                        <a:close/>
                      </a:path>
                    </a:pathLst>
                  </a:cu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700">
                      <a:ln>
                        <a:solidFill>
                          <a:schemeClr val="accent1">
                            <a:alpha val="0"/>
                          </a:schemeClr>
                        </a:solidFill>
                      </a:ln>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90" name="자유형: 도형 153">
                    <a:extLst>
                      <a:ext uri="{FF2B5EF4-FFF2-40B4-BE49-F238E27FC236}">
                        <a16:creationId xmlns:a16="http://schemas.microsoft.com/office/drawing/2014/main" id="{17F72E33-39A2-225B-3F55-D607DAAF584C}"/>
                      </a:ext>
                    </a:extLst>
                  </p:cNvPr>
                  <p:cNvSpPr/>
                  <p:nvPr/>
                </p:nvSpPr>
                <p:spPr>
                  <a:xfrm>
                    <a:off x="3585210" y="2377440"/>
                    <a:ext cx="1264920" cy="2011680"/>
                  </a:xfrm>
                  <a:custGeom>
                    <a:avLst/>
                    <a:gdLst>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37160 w 1264920"/>
                      <a:gd name="connsiteY11" fmla="*/ 243840 h 2011680"/>
                      <a:gd name="connsiteX12" fmla="*/ 91440 w 1264920"/>
                      <a:gd name="connsiteY12" fmla="*/ 28956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76300 w 1264920"/>
                      <a:gd name="connsiteY73" fmla="*/ 1905000 h 2011680"/>
                      <a:gd name="connsiteX74" fmla="*/ 994410 w 1264920"/>
                      <a:gd name="connsiteY74" fmla="*/ 195453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5830 w 1264920"/>
                      <a:gd name="connsiteY120" fmla="*/ 381000 h 2011680"/>
                      <a:gd name="connsiteX121" fmla="*/ 838200 w 1264920"/>
                      <a:gd name="connsiteY121" fmla="*/ 297180 h 2011680"/>
                      <a:gd name="connsiteX122" fmla="*/ 781050 w 1264920"/>
                      <a:gd name="connsiteY122" fmla="*/ 2743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37160 w 1264920"/>
                      <a:gd name="connsiteY11" fmla="*/ 243840 h 2011680"/>
                      <a:gd name="connsiteX12" fmla="*/ 91440 w 1264920"/>
                      <a:gd name="connsiteY12" fmla="*/ 28956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94080 w 1264920"/>
                      <a:gd name="connsiteY73" fmla="*/ 1889760 h 2011680"/>
                      <a:gd name="connsiteX74" fmla="*/ 994410 w 1264920"/>
                      <a:gd name="connsiteY74" fmla="*/ 195453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5830 w 1264920"/>
                      <a:gd name="connsiteY120" fmla="*/ 381000 h 2011680"/>
                      <a:gd name="connsiteX121" fmla="*/ 838200 w 1264920"/>
                      <a:gd name="connsiteY121" fmla="*/ 297180 h 2011680"/>
                      <a:gd name="connsiteX122" fmla="*/ 781050 w 1264920"/>
                      <a:gd name="connsiteY122" fmla="*/ 2743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37160 w 1264920"/>
                      <a:gd name="connsiteY11" fmla="*/ 243840 h 2011680"/>
                      <a:gd name="connsiteX12" fmla="*/ 91440 w 1264920"/>
                      <a:gd name="connsiteY12" fmla="*/ 28956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94080 w 1264920"/>
                      <a:gd name="connsiteY73" fmla="*/ 1889760 h 2011680"/>
                      <a:gd name="connsiteX74" fmla="*/ 994410 w 1264920"/>
                      <a:gd name="connsiteY74" fmla="*/ 195453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5830 w 1264920"/>
                      <a:gd name="connsiteY120" fmla="*/ 381000 h 2011680"/>
                      <a:gd name="connsiteX121" fmla="*/ 838200 w 1264920"/>
                      <a:gd name="connsiteY121" fmla="*/ 297180 h 2011680"/>
                      <a:gd name="connsiteX122" fmla="*/ 781050 w 1264920"/>
                      <a:gd name="connsiteY122" fmla="*/ 2743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37160 w 1264920"/>
                      <a:gd name="connsiteY11" fmla="*/ 243840 h 2011680"/>
                      <a:gd name="connsiteX12" fmla="*/ 91440 w 1264920"/>
                      <a:gd name="connsiteY12" fmla="*/ 28956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94080 w 1264920"/>
                      <a:gd name="connsiteY73" fmla="*/ 1889760 h 2011680"/>
                      <a:gd name="connsiteX74" fmla="*/ 994410 w 1264920"/>
                      <a:gd name="connsiteY74" fmla="*/ 195453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5830 w 1264920"/>
                      <a:gd name="connsiteY120" fmla="*/ 381000 h 2011680"/>
                      <a:gd name="connsiteX121" fmla="*/ 838200 w 1264920"/>
                      <a:gd name="connsiteY121" fmla="*/ 297180 h 2011680"/>
                      <a:gd name="connsiteX122" fmla="*/ 781050 w 1264920"/>
                      <a:gd name="connsiteY122" fmla="*/ 2743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37160 w 1264920"/>
                      <a:gd name="connsiteY11" fmla="*/ 243840 h 2011680"/>
                      <a:gd name="connsiteX12" fmla="*/ 91440 w 1264920"/>
                      <a:gd name="connsiteY12" fmla="*/ 28956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94080 w 1264920"/>
                      <a:gd name="connsiteY73" fmla="*/ 1889760 h 2011680"/>
                      <a:gd name="connsiteX74" fmla="*/ 991870 w 1264920"/>
                      <a:gd name="connsiteY74" fmla="*/ 196215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5830 w 1264920"/>
                      <a:gd name="connsiteY120" fmla="*/ 381000 h 2011680"/>
                      <a:gd name="connsiteX121" fmla="*/ 838200 w 1264920"/>
                      <a:gd name="connsiteY121" fmla="*/ 297180 h 2011680"/>
                      <a:gd name="connsiteX122" fmla="*/ 781050 w 1264920"/>
                      <a:gd name="connsiteY122" fmla="*/ 2743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37160 w 1264920"/>
                      <a:gd name="connsiteY11" fmla="*/ 243840 h 2011680"/>
                      <a:gd name="connsiteX12" fmla="*/ 91440 w 1264920"/>
                      <a:gd name="connsiteY12" fmla="*/ 28956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83920 w 1264920"/>
                      <a:gd name="connsiteY73" fmla="*/ 1884680 h 2011680"/>
                      <a:gd name="connsiteX74" fmla="*/ 991870 w 1264920"/>
                      <a:gd name="connsiteY74" fmla="*/ 196215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5830 w 1264920"/>
                      <a:gd name="connsiteY120" fmla="*/ 381000 h 2011680"/>
                      <a:gd name="connsiteX121" fmla="*/ 838200 w 1264920"/>
                      <a:gd name="connsiteY121" fmla="*/ 297180 h 2011680"/>
                      <a:gd name="connsiteX122" fmla="*/ 781050 w 1264920"/>
                      <a:gd name="connsiteY122" fmla="*/ 2743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37160 w 1264920"/>
                      <a:gd name="connsiteY11" fmla="*/ 243840 h 2011680"/>
                      <a:gd name="connsiteX12" fmla="*/ 91440 w 1264920"/>
                      <a:gd name="connsiteY12" fmla="*/ 28956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83920 w 1264920"/>
                      <a:gd name="connsiteY73" fmla="*/ 1884680 h 2011680"/>
                      <a:gd name="connsiteX74" fmla="*/ 991870 w 1264920"/>
                      <a:gd name="connsiteY74" fmla="*/ 196215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5830 w 1264920"/>
                      <a:gd name="connsiteY120" fmla="*/ 381000 h 2011680"/>
                      <a:gd name="connsiteX121" fmla="*/ 838200 w 1264920"/>
                      <a:gd name="connsiteY121" fmla="*/ 297180 h 2011680"/>
                      <a:gd name="connsiteX122" fmla="*/ 781050 w 1264920"/>
                      <a:gd name="connsiteY122" fmla="*/ 2616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37160 w 1264920"/>
                      <a:gd name="connsiteY11" fmla="*/ 243840 h 2011680"/>
                      <a:gd name="connsiteX12" fmla="*/ 91440 w 1264920"/>
                      <a:gd name="connsiteY12" fmla="*/ 28956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83920 w 1264920"/>
                      <a:gd name="connsiteY73" fmla="*/ 1884680 h 2011680"/>
                      <a:gd name="connsiteX74" fmla="*/ 991870 w 1264920"/>
                      <a:gd name="connsiteY74" fmla="*/ 196215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8370 w 1264920"/>
                      <a:gd name="connsiteY120" fmla="*/ 373380 h 2011680"/>
                      <a:gd name="connsiteX121" fmla="*/ 838200 w 1264920"/>
                      <a:gd name="connsiteY121" fmla="*/ 297180 h 2011680"/>
                      <a:gd name="connsiteX122" fmla="*/ 781050 w 1264920"/>
                      <a:gd name="connsiteY122" fmla="*/ 2616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37160 w 1264920"/>
                      <a:gd name="connsiteY11" fmla="*/ 243840 h 2011680"/>
                      <a:gd name="connsiteX12" fmla="*/ 111760 w 1264920"/>
                      <a:gd name="connsiteY12" fmla="*/ 29210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83920 w 1264920"/>
                      <a:gd name="connsiteY73" fmla="*/ 1884680 h 2011680"/>
                      <a:gd name="connsiteX74" fmla="*/ 991870 w 1264920"/>
                      <a:gd name="connsiteY74" fmla="*/ 196215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8370 w 1264920"/>
                      <a:gd name="connsiteY120" fmla="*/ 373380 h 2011680"/>
                      <a:gd name="connsiteX121" fmla="*/ 838200 w 1264920"/>
                      <a:gd name="connsiteY121" fmla="*/ 297180 h 2011680"/>
                      <a:gd name="connsiteX122" fmla="*/ 781050 w 1264920"/>
                      <a:gd name="connsiteY122" fmla="*/ 2616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49860 w 1264920"/>
                      <a:gd name="connsiteY11" fmla="*/ 248920 h 2011680"/>
                      <a:gd name="connsiteX12" fmla="*/ 111760 w 1264920"/>
                      <a:gd name="connsiteY12" fmla="*/ 29210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83920 w 1264920"/>
                      <a:gd name="connsiteY73" fmla="*/ 1884680 h 2011680"/>
                      <a:gd name="connsiteX74" fmla="*/ 991870 w 1264920"/>
                      <a:gd name="connsiteY74" fmla="*/ 196215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8370 w 1264920"/>
                      <a:gd name="connsiteY120" fmla="*/ 373380 h 2011680"/>
                      <a:gd name="connsiteX121" fmla="*/ 838200 w 1264920"/>
                      <a:gd name="connsiteY121" fmla="*/ 297180 h 2011680"/>
                      <a:gd name="connsiteX122" fmla="*/ 781050 w 1264920"/>
                      <a:gd name="connsiteY122" fmla="*/ 2616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2100 w 1264920"/>
                      <a:gd name="connsiteY7" fmla="*/ 1155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49860 w 1264920"/>
                      <a:gd name="connsiteY11" fmla="*/ 248920 h 2011680"/>
                      <a:gd name="connsiteX12" fmla="*/ 111760 w 1264920"/>
                      <a:gd name="connsiteY12" fmla="*/ 29210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83920 w 1264920"/>
                      <a:gd name="connsiteY73" fmla="*/ 1884680 h 2011680"/>
                      <a:gd name="connsiteX74" fmla="*/ 991870 w 1264920"/>
                      <a:gd name="connsiteY74" fmla="*/ 196215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8370 w 1264920"/>
                      <a:gd name="connsiteY120" fmla="*/ 373380 h 2011680"/>
                      <a:gd name="connsiteX121" fmla="*/ 838200 w 1264920"/>
                      <a:gd name="connsiteY121" fmla="*/ 297180 h 2011680"/>
                      <a:gd name="connsiteX122" fmla="*/ 781050 w 1264920"/>
                      <a:gd name="connsiteY122" fmla="*/ 2616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302260 w 1264920"/>
                      <a:gd name="connsiteY6" fmla="*/ 77470 h 2011680"/>
                      <a:gd name="connsiteX7" fmla="*/ 292100 w 1264920"/>
                      <a:gd name="connsiteY7" fmla="*/ 1155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49860 w 1264920"/>
                      <a:gd name="connsiteY11" fmla="*/ 248920 h 2011680"/>
                      <a:gd name="connsiteX12" fmla="*/ 111760 w 1264920"/>
                      <a:gd name="connsiteY12" fmla="*/ 29210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83920 w 1264920"/>
                      <a:gd name="connsiteY73" fmla="*/ 1884680 h 2011680"/>
                      <a:gd name="connsiteX74" fmla="*/ 991870 w 1264920"/>
                      <a:gd name="connsiteY74" fmla="*/ 196215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8370 w 1264920"/>
                      <a:gd name="connsiteY120" fmla="*/ 373380 h 2011680"/>
                      <a:gd name="connsiteX121" fmla="*/ 838200 w 1264920"/>
                      <a:gd name="connsiteY121" fmla="*/ 297180 h 2011680"/>
                      <a:gd name="connsiteX122" fmla="*/ 781050 w 1264920"/>
                      <a:gd name="connsiteY122" fmla="*/ 2616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9182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302260 w 1264920"/>
                      <a:gd name="connsiteY6" fmla="*/ 77470 h 2011680"/>
                      <a:gd name="connsiteX7" fmla="*/ 292100 w 1264920"/>
                      <a:gd name="connsiteY7" fmla="*/ 1155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49860 w 1264920"/>
                      <a:gd name="connsiteY11" fmla="*/ 248920 h 2011680"/>
                      <a:gd name="connsiteX12" fmla="*/ 111760 w 1264920"/>
                      <a:gd name="connsiteY12" fmla="*/ 29210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83920 w 1264920"/>
                      <a:gd name="connsiteY73" fmla="*/ 1884680 h 2011680"/>
                      <a:gd name="connsiteX74" fmla="*/ 991870 w 1264920"/>
                      <a:gd name="connsiteY74" fmla="*/ 196215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8370 w 1264920"/>
                      <a:gd name="connsiteY120" fmla="*/ 373380 h 2011680"/>
                      <a:gd name="connsiteX121" fmla="*/ 838200 w 1264920"/>
                      <a:gd name="connsiteY121" fmla="*/ 297180 h 2011680"/>
                      <a:gd name="connsiteX122" fmla="*/ 781050 w 1264920"/>
                      <a:gd name="connsiteY122" fmla="*/ 2616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91820 w 1264920"/>
                      <a:gd name="connsiteY127" fmla="*/ 15240 h 2011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Lst>
                    <a:rect l="l" t="t" r="r" b="b"/>
                    <a:pathLst>
                      <a:path w="1264920" h="2011680">
                        <a:moveTo>
                          <a:pt x="591820" y="15240"/>
                        </a:moveTo>
                        <a:lnTo>
                          <a:pt x="514350" y="0"/>
                        </a:lnTo>
                        <a:lnTo>
                          <a:pt x="499110" y="45720"/>
                        </a:lnTo>
                        <a:lnTo>
                          <a:pt x="461010" y="80010"/>
                        </a:lnTo>
                        <a:lnTo>
                          <a:pt x="373380" y="80010"/>
                        </a:lnTo>
                        <a:lnTo>
                          <a:pt x="331470" y="68580"/>
                        </a:lnTo>
                        <a:cubicBezTo>
                          <a:pt x="320040" y="67310"/>
                          <a:pt x="308822" y="69638"/>
                          <a:pt x="302260" y="77470"/>
                        </a:cubicBezTo>
                        <a:cubicBezTo>
                          <a:pt x="295698" y="85302"/>
                          <a:pt x="293793" y="98637"/>
                          <a:pt x="292100" y="115570"/>
                        </a:cubicBezTo>
                        <a:lnTo>
                          <a:pt x="285750" y="179070"/>
                        </a:lnTo>
                        <a:lnTo>
                          <a:pt x="232410" y="213360"/>
                        </a:lnTo>
                        <a:lnTo>
                          <a:pt x="186690" y="236220"/>
                        </a:lnTo>
                        <a:lnTo>
                          <a:pt x="149860" y="248920"/>
                        </a:lnTo>
                        <a:lnTo>
                          <a:pt x="111760" y="292100"/>
                        </a:lnTo>
                        <a:lnTo>
                          <a:pt x="34290" y="323850"/>
                        </a:lnTo>
                        <a:lnTo>
                          <a:pt x="7620" y="335280"/>
                        </a:lnTo>
                        <a:lnTo>
                          <a:pt x="7620" y="373380"/>
                        </a:lnTo>
                        <a:lnTo>
                          <a:pt x="34290" y="392430"/>
                        </a:lnTo>
                        <a:lnTo>
                          <a:pt x="53340" y="449580"/>
                        </a:lnTo>
                        <a:lnTo>
                          <a:pt x="49530" y="586740"/>
                        </a:lnTo>
                        <a:lnTo>
                          <a:pt x="38100" y="659130"/>
                        </a:lnTo>
                        <a:lnTo>
                          <a:pt x="11430" y="697230"/>
                        </a:lnTo>
                        <a:lnTo>
                          <a:pt x="26670" y="727710"/>
                        </a:lnTo>
                        <a:lnTo>
                          <a:pt x="53340" y="750570"/>
                        </a:lnTo>
                        <a:lnTo>
                          <a:pt x="19050" y="769620"/>
                        </a:lnTo>
                        <a:lnTo>
                          <a:pt x="0" y="784860"/>
                        </a:lnTo>
                        <a:lnTo>
                          <a:pt x="0" y="815340"/>
                        </a:lnTo>
                        <a:lnTo>
                          <a:pt x="38100" y="864870"/>
                        </a:lnTo>
                        <a:lnTo>
                          <a:pt x="26670" y="952500"/>
                        </a:lnTo>
                        <a:lnTo>
                          <a:pt x="26670" y="1009650"/>
                        </a:lnTo>
                        <a:lnTo>
                          <a:pt x="91440" y="1066800"/>
                        </a:lnTo>
                        <a:lnTo>
                          <a:pt x="167640" y="1097280"/>
                        </a:lnTo>
                        <a:lnTo>
                          <a:pt x="213360" y="1101090"/>
                        </a:lnTo>
                        <a:lnTo>
                          <a:pt x="251460" y="1101090"/>
                        </a:lnTo>
                        <a:lnTo>
                          <a:pt x="270510" y="1146810"/>
                        </a:lnTo>
                        <a:lnTo>
                          <a:pt x="262890" y="1188720"/>
                        </a:lnTo>
                        <a:lnTo>
                          <a:pt x="293370" y="1234440"/>
                        </a:lnTo>
                        <a:lnTo>
                          <a:pt x="335280" y="1276350"/>
                        </a:lnTo>
                        <a:lnTo>
                          <a:pt x="365760" y="1337310"/>
                        </a:lnTo>
                        <a:lnTo>
                          <a:pt x="354330" y="1383030"/>
                        </a:lnTo>
                        <a:lnTo>
                          <a:pt x="373380" y="1432560"/>
                        </a:lnTo>
                        <a:lnTo>
                          <a:pt x="403860" y="1482090"/>
                        </a:lnTo>
                        <a:lnTo>
                          <a:pt x="403860" y="1516380"/>
                        </a:lnTo>
                        <a:lnTo>
                          <a:pt x="365760" y="1554480"/>
                        </a:lnTo>
                        <a:lnTo>
                          <a:pt x="320040" y="1596390"/>
                        </a:lnTo>
                        <a:lnTo>
                          <a:pt x="278130" y="1604010"/>
                        </a:lnTo>
                        <a:lnTo>
                          <a:pt x="236220" y="1584960"/>
                        </a:lnTo>
                        <a:lnTo>
                          <a:pt x="179070" y="1600200"/>
                        </a:lnTo>
                        <a:lnTo>
                          <a:pt x="179070" y="1600200"/>
                        </a:lnTo>
                        <a:lnTo>
                          <a:pt x="129540" y="1630680"/>
                        </a:lnTo>
                        <a:lnTo>
                          <a:pt x="99060" y="1638300"/>
                        </a:lnTo>
                        <a:lnTo>
                          <a:pt x="160020" y="1664970"/>
                        </a:lnTo>
                        <a:lnTo>
                          <a:pt x="160020" y="1699260"/>
                        </a:lnTo>
                        <a:lnTo>
                          <a:pt x="160020" y="1699260"/>
                        </a:lnTo>
                        <a:lnTo>
                          <a:pt x="175260" y="1764030"/>
                        </a:lnTo>
                        <a:lnTo>
                          <a:pt x="163830" y="1794510"/>
                        </a:lnTo>
                        <a:lnTo>
                          <a:pt x="125730" y="1805940"/>
                        </a:lnTo>
                        <a:lnTo>
                          <a:pt x="133350" y="1832610"/>
                        </a:lnTo>
                        <a:lnTo>
                          <a:pt x="201930" y="1847850"/>
                        </a:lnTo>
                        <a:lnTo>
                          <a:pt x="224790" y="1870710"/>
                        </a:lnTo>
                        <a:lnTo>
                          <a:pt x="259080" y="1931670"/>
                        </a:lnTo>
                        <a:lnTo>
                          <a:pt x="316230" y="1962150"/>
                        </a:lnTo>
                        <a:lnTo>
                          <a:pt x="369570" y="1962150"/>
                        </a:lnTo>
                        <a:lnTo>
                          <a:pt x="441960" y="1981200"/>
                        </a:lnTo>
                        <a:lnTo>
                          <a:pt x="476250" y="1981200"/>
                        </a:lnTo>
                        <a:lnTo>
                          <a:pt x="537210" y="1992630"/>
                        </a:lnTo>
                        <a:lnTo>
                          <a:pt x="571500" y="1992630"/>
                        </a:lnTo>
                        <a:lnTo>
                          <a:pt x="609600" y="1969770"/>
                        </a:lnTo>
                        <a:lnTo>
                          <a:pt x="659130" y="1969770"/>
                        </a:lnTo>
                        <a:lnTo>
                          <a:pt x="723900" y="2011680"/>
                        </a:lnTo>
                        <a:lnTo>
                          <a:pt x="746760" y="1962150"/>
                        </a:lnTo>
                        <a:lnTo>
                          <a:pt x="834390" y="1950720"/>
                        </a:lnTo>
                        <a:lnTo>
                          <a:pt x="845820" y="1908810"/>
                        </a:lnTo>
                        <a:lnTo>
                          <a:pt x="845820" y="1908810"/>
                        </a:lnTo>
                        <a:lnTo>
                          <a:pt x="883920" y="1884680"/>
                        </a:lnTo>
                        <a:cubicBezTo>
                          <a:pt x="922443" y="1921510"/>
                          <a:pt x="958427" y="1940560"/>
                          <a:pt x="991870" y="1962150"/>
                        </a:cubicBezTo>
                        <a:lnTo>
                          <a:pt x="1036320" y="1962150"/>
                        </a:lnTo>
                        <a:lnTo>
                          <a:pt x="1066800" y="1924050"/>
                        </a:lnTo>
                        <a:lnTo>
                          <a:pt x="1078230" y="1920240"/>
                        </a:lnTo>
                        <a:lnTo>
                          <a:pt x="1108710" y="1870710"/>
                        </a:lnTo>
                        <a:lnTo>
                          <a:pt x="1116330" y="1824990"/>
                        </a:lnTo>
                        <a:lnTo>
                          <a:pt x="1146810" y="1824990"/>
                        </a:lnTo>
                        <a:lnTo>
                          <a:pt x="1203960" y="1824990"/>
                        </a:lnTo>
                        <a:lnTo>
                          <a:pt x="1264920" y="1767840"/>
                        </a:lnTo>
                        <a:lnTo>
                          <a:pt x="1264920" y="1741170"/>
                        </a:lnTo>
                        <a:lnTo>
                          <a:pt x="1234440" y="1729740"/>
                        </a:lnTo>
                        <a:lnTo>
                          <a:pt x="1219200" y="1684020"/>
                        </a:lnTo>
                        <a:lnTo>
                          <a:pt x="1177290" y="1615440"/>
                        </a:lnTo>
                        <a:lnTo>
                          <a:pt x="1131570" y="1569720"/>
                        </a:lnTo>
                        <a:lnTo>
                          <a:pt x="1123950" y="1554480"/>
                        </a:lnTo>
                        <a:lnTo>
                          <a:pt x="1146810" y="1550670"/>
                        </a:lnTo>
                        <a:lnTo>
                          <a:pt x="1146810" y="1516380"/>
                        </a:lnTo>
                        <a:lnTo>
                          <a:pt x="1120140" y="1493520"/>
                        </a:lnTo>
                        <a:lnTo>
                          <a:pt x="1135380" y="1443990"/>
                        </a:lnTo>
                        <a:lnTo>
                          <a:pt x="1165860" y="1443990"/>
                        </a:lnTo>
                        <a:lnTo>
                          <a:pt x="1215390" y="1424940"/>
                        </a:lnTo>
                        <a:lnTo>
                          <a:pt x="1188720" y="1398270"/>
                        </a:lnTo>
                        <a:lnTo>
                          <a:pt x="1131570" y="1367790"/>
                        </a:lnTo>
                        <a:lnTo>
                          <a:pt x="1116330" y="1333500"/>
                        </a:lnTo>
                        <a:lnTo>
                          <a:pt x="1108710" y="1287780"/>
                        </a:lnTo>
                        <a:lnTo>
                          <a:pt x="1108710" y="1219200"/>
                        </a:lnTo>
                        <a:lnTo>
                          <a:pt x="1108710" y="1173480"/>
                        </a:lnTo>
                        <a:lnTo>
                          <a:pt x="1127760" y="1135380"/>
                        </a:lnTo>
                        <a:lnTo>
                          <a:pt x="1165860" y="1101090"/>
                        </a:lnTo>
                        <a:lnTo>
                          <a:pt x="1150620" y="1070610"/>
                        </a:lnTo>
                        <a:lnTo>
                          <a:pt x="1116330" y="1047750"/>
                        </a:lnTo>
                        <a:lnTo>
                          <a:pt x="1089660" y="1002030"/>
                        </a:lnTo>
                        <a:lnTo>
                          <a:pt x="1085850" y="952500"/>
                        </a:lnTo>
                        <a:lnTo>
                          <a:pt x="1074420" y="925830"/>
                        </a:lnTo>
                        <a:lnTo>
                          <a:pt x="1097280" y="868680"/>
                        </a:lnTo>
                        <a:lnTo>
                          <a:pt x="1127760" y="811530"/>
                        </a:lnTo>
                        <a:lnTo>
                          <a:pt x="1150620" y="762000"/>
                        </a:lnTo>
                        <a:lnTo>
                          <a:pt x="1146810" y="716280"/>
                        </a:lnTo>
                        <a:lnTo>
                          <a:pt x="1104900" y="621030"/>
                        </a:lnTo>
                        <a:lnTo>
                          <a:pt x="1074420" y="586740"/>
                        </a:lnTo>
                        <a:lnTo>
                          <a:pt x="1070610" y="548640"/>
                        </a:lnTo>
                        <a:lnTo>
                          <a:pt x="1074420" y="506730"/>
                        </a:lnTo>
                        <a:lnTo>
                          <a:pt x="1059180" y="476250"/>
                        </a:lnTo>
                        <a:lnTo>
                          <a:pt x="1036320" y="430530"/>
                        </a:lnTo>
                        <a:lnTo>
                          <a:pt x="1036320" y="430530"/>
                        </a:lnTo>
                        <a:lnTo>
                          <a:pt x="1002030" y="403860"/>
                        </a:lnTo>
                        <a:lnTo>
                          <a:pt x="928370" y="373380"/>
                        </a:lnTo>
                        <a:lnTo>
                          <a:pt x="838200" y="297180"/>
                        </a:lnTo>
                        <a:lnTo>
                          <a:pt x="781050" y="261620"/>
                        </a:lnTo>
                        <a:lnTo>
                          <a:pt x="708660" y="198120"/>
                        </a:lnTo>
                        <a:lnTo>
                          <a:pt x="666750" y="148590"/>
                        </a:lnTo>
                        <a:lnTo>
                          <a:pt x="628650" y="95250"/>
                        </a:lnTo>
                        <a:lnTo>
                          <a:pt x="609600" y="68580"/>
                        </a:lnTo>
                        <a:lnTo>
                          <a:pt x="591820" y="15240"/>
                        </a:lnTo>
                        <a:close/>
                      </a:path>
                    </a:pathLst>
                  </a:cu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700">
                      <a:ln>
                        <a:solidFill>
                          <a:schemeClr val="accent1">
                            <a:alpha val="0"/>
                          </a:schemeClr>
                        </a:solidFill>
                      </a:ln>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91" name="자유형: 도형 154">
                    <a:extLst>
                      <a:ext uri="{FF2B5EF4-FFF2-40B4-BE49-F238E27FC236}">
                        <a16:creationId xmlns:a16="http://schemas.microsoft.com/office/drawing/2014/main" id="{156CCDA2-7DF5-952A-B62C-2E41837EFE50}"/>
                      </a:ext>
                    </a:extLst>
                  </p:cNvPr>
                  <p:cNvSpPr/>
                  <p:nvPr/>
                </p:nvSpPr>
                <p:spPr>
                  <a:xfrm>
                    <a:off x="4577080" y="4310380"/>
                    <a:ext cx="187960" cy="157480"/>
                  </a:xfrm>
                  <a:custGeom>
                    <a:avLst/>
                    <a:gdLst>
                      <a:gd name="connsiteX0" fmla="*/ 149860 w 187960"/>
                      <a:gd name="connsiteY0" fmla="*/ 0 h 157480"/>
                      <a:gd name="connsiteX1" fmla="*/ 96520 w 187960"/>
                      <a:gd name="connsiteY1" fmla="*/ 7620 h 157480"/>
                      <a:gd name="connsiteX2" fmla="*/ 86360 w 187960"/>
                      <a:gd name="connsiteY2" fmla="*/ 33020 h 157480"/>
                      <a:gd name="connsiteX3" fmla="*/ 71120 w 187960"/>
                      <a:gd name="connsiteY3" fmla="*/ 58420 h 157480"/>
                      <a:gd name="connsiteX4" fmla="*/ 43180 w 187960"/>
                      <a:gd name="connsiteY4" fmla="*/ 63500 h 157480"/>
                      <a:gd name="connsiteX5" fmla="*/ 12700 w 187960"/>
                      <a:gd name="connsiteY5" fmla="*/ 60960 h 157480"/>
                      <a:gd name="connsiteX6" fmla="*/ 0 w 187960"/>
                      <a:gd name="connsiteY6" fmla="*/ 68580 h 157480"/>
                      <a:gd name="connsiteX7" fmla="*/ 10160 w 187960"/>
                      <a:gd name="connsiteY7" fmla="*/ 93980 h 157480"/>
                      <a:gd name="connsiteX8" fmla="*/ 50800 w 187960"/>
                      <a:gd name="connsiteY8" fmla="*/ 109220 h 157480"/>
                      <a:gd name="connsiteX9" fmla="*/ 73660 w 187960"/>
                      <a:gd name="connsiteY9" fmla="*/ 134620 h 157480"/>
                      <a:gd name="connsiteX10" fmla="*/ 93980 w 187960"/>
                      <a:gd name="connsiteY10" fmla="*/ 157480 h 157480"/>
                      <a:gd name="connsiteX11" fmla="*/ 124460 w 187960"/>
                      <a:gd name="connsiteY11" fmla="*/ 137160 h 157480"/>
                      <a:gd name="connsiteX12" fmla="*/ 129540 w 187960"/>
                      <a:gd name="connsiteY12" fmla="*/ 119380 h 157480"/>
                      <a:gd name="connsiteX13" fmla="*/ 170180 w 187960"/>
                      <a:gd name="connsiteY13" fmla="*/ 114300 h 157480"/>
                      <a:gd name="connsiteX14" fmla="*/ 187960 w 187960"/>
                      <a:gd name="connsiteY14" fmla="*/ 93980 h 157480"/>
                      <a:gd name="connsiteX15" fmla="*/ 165100 w 187960"/>
                      <a:gd name="connsiteY15" fmla="*/ 81280 h 157480"/>
                      <a:gd name="connsiteX16" fmla="*/ 137160 w 187960"/>
                      <a:gd name="connsiteY16" fmla="*/ 55880 h 157480"/>
                      <a:gd name="connsiteX17" fmla="*/ 149860 w 187960"/>
                      <a:gd name="connsiteY17" fmla="*/ 0 h 157480"/>
                      <a:gd name="connsiteX0" fmla="*/ 149860 w 187960"/>
                      <a:gd name="connsiteY0" fmla="*/ 0 h 157480"/>
                      <a:gd name="connsiteX1" fmla="*/ 96520 w 187960"/>
                      <a:gd name="connsiteY1" fmla="*/ 7620 h 157480"/>
                      <a:gd name="connsiteX2" fmla="*/ 86360 w 187960"/>
                      <a:gd name="connsiteY2" fmla="*/ 33020 h 157480"/>
                      <a:gd name="connsiteX3" fmla="*/ 71120 w 187960"/>
                      <a:gd name="connsiteY3" fmla="*/ 58420 h 157480"/>
                      <a:gd name="connsiteX4" fmla="*/ 43180 w 187960"/>
                      <a:gd name="connsiteY4" fmla="*/ 63500 h 157480"/>
                      <a:gd name="connsiteX5" fmla="*/ 12700 w 187960"/>
                      <a:gd name="connsiteY5" fmla="*/ 60960 h 157480"/>
                      <a:gd name="connsiteX6" fmla="*/ 0 w 187960"/>
                      <a:gd name="connsiteY6" fmla="*/ 68580 h 157480"/>
                      <a:gd name="connsiteX7" fmla="*/ 10160 w 187960"/>
                      <a:gd name="connsiteY7" fmla="*/ 93980 h 157480"/>
                      <a:gd name="connsiteX8" fmla="*/ 50800 w 187960"/>
                      <a:gd name="connsiteY8" fmla="*/ 109220 h 157480"/>
                      <a:gd name="connsiteX9" fmla="*/ 73660 w 187960"/>
                      <a:gd name="connsiteY9" fmla="*/ 134620 h 157480"/>
                      <a:gd name="connsiteX10" fmla="*/ 93980 w 187960"/>
                      <a:gd name="connsiteY10" fmla="*/ 157480 h 157480"/>
                      <a:gd name="connsiteX11" fmla="*/ 124460 w 187960"/>
                      <a:gd name="connsiteY11" fmla="*/ 137160 h 157480"/>
                      <a:gd name="connsiteX12" fmla="*/ 129540 w 187960"/>
                      <a:gd name="connsiteY12" fmla="*/ 119380 h 157480"/>
                      <a:gd name="connsiteX13" fmla="*/ 170180 w 187960"/>
                      <a:gd name="connsiteY13" fmla="*/ 114300 h 157480"/>
                      <a:gd name="connsiteX14" fmla="*/ 187960 w 187960"/>
                      <a:gd name="connsiteY14" fmla="*/ 93980 h 157480"/>
                      <a:gd name="connsiteX15" fmla="*/ 165100 w 187960"/>
                      <a:gd name="connsiteY15" fmla="*/ 81280 h 157480"/>
                      <a:gd name="connsiteX16" fmla="*/ 137160 w 187960"/>
                      <a:gd name="connsiteY16" fmla="*/ 55880 h 157480"/>
                      <a:gd name="connsiteX17" fmla="*/ 170180 w 187960"/>
                      <a:gd name="connsiteY17" fmla="*/ 22860 h 157480"/>
                      <a:gd name="connsiteX18" fmla="*/ 149860 w 187960"/>
                      <a:gd name="connsiteY18" fmla="*/ 0 h 157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87960" h="157480">
                        <a:moveTo>
                          <a:pt x="149860" y="0"/>
                        </a:moveTo>
                        <a:lnTo>
                          <a:pt x="96520" y="7620"/>
                        </a:lnTo>
                        <a:lnTo>
                          <a:pt x="86360" y="33020"/>
                        </a:lnTo>
                        <a:lnTo>
                          <a:pt x="71120" y="58420"/>
                        </a:lnTo>
                        <a:lnTo>
                          <a:pt x="43180" y="63500"/>
                        </a:lnTo>
                        <a:lnTo>
                          <a:pt x="12700" y="60960"/>
                        </a:lnTo>
                        <a:lnTo>
                          <a:pt x="0" y="68580"/>
                        </a:lnTo>
                        <a:lnTo>
                          <a:pt x="10160" y="93980"/>
                        </a:lnTo>
                        <a:lnTo>
                          <a:pt x="50800" y="109220"/>
                        </a:lnTo>
                        <a:lnTo>
                          <a:pt x="73660" y="134620"/>
                        </a:lnTo>
                        <a:lnTo>
                          <a:pt x="93980" y="157480"/>
                        </a:lnTo>
                        <a:lnTo>
                          <a:pt x="124460" y="137160"/>
                        </a:lnTo>
                        <a:lnTo>
                          <a:pt x="129540" y="119380"/>
                        </a:lnTo>
                        <a:lnTo>
                          <a:pt x="170180" y="114300"/>
                        </a:lnTo>
                        <a:lnTo>
                          <a:pt x="187960" y="93980"/>
                        </a:lnTo>
                        <a:lnTo>
                          <a:pt x="165100" y="81280"/>
                        </a:lnTo>
                        <a:lnTo>
                          <a:pt x="137160" y="55880"/>
                        </a:lnTo>
                        <a:cubicBezTo>
                          <a:pt x="139700" y="45720"/>
                          <a:pt x="167640" y="33020"/>
                          <a:pt x="170180" y="22860"/>
                        </a:cubicBezTo>
                        <a:lnTo>
                          <a:pt x="149860" y="0"/>
                        </a:lnTo>
                        <a:close/>
                      </a:path>
                    </a:pathLst>
                  </a:cu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700">
                      <a:ln>
                        <a:solidFill>
                          <a:schemeClr val="accent1">
                            <a:alpha val="0"/>
                          </a:schemeClr>
                        </a:solidFill>
                      </a:ln>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grpSp>
            <p:grpSp>
              <p:nvGrpSpPr>
                <p:cNvPr id="180" name="옹진군">
                  <a:extLst>
                    <a:ext uri="{FF2B5EF4-FFF2-40B4-BE49-F238E27FC236}">
                      <a16:creationId xmlns:a16="http://schemas.microsoft.com/office/drawing/2014/main" id="{DF7F7CA6-1DB0-9624-C081-D4E6AB824165}"/>
                    </a:ext>
                  </a:extLst>
                </p:cNvPr>
                <p:cNvGrpSpPr/>
                <p:nvPr/>
              </p:nvGrpSpPr>
              <p:grpSpPr>
                <a:xfrm>
                  <a:off x="2751421" y="5705298"/>
                  <a:ext cx="564903" cy="529766"/>
                  <a:chOff x="5814060" y="2967990"/>
                  <a:chExt cx="2103120" cy="1972310"/>
                </a:xfrm>
                <a:grpFill/>
              </p:grpSpPr>
              <p:sp>
                <p:nvSpPr>
                  <p:cNvPr id="181" name="자유형: 도형 144">
                    <a:extLst>
                      <a:ext uri="{FF2B5EF4-FFF2-40B4-BE49-F238E27FC236}">
                        <a16:creationId xmlns:a16="http://schemas.microsoft.com/office/drawing/2014/main" id="{C809900E-02B5-76AA-4E3F-3ECDF10F8CD8}"/>
                      </a:ext>
                    </a:extLst>
                  </p:cNvPr>
                  <p:cNvSpPr/>
                  <p:nvPr/>
                </p:nvSpPr>
                <p:spPr>
                  <a:xfrm>
                    <a:off x="5814060" y="2967990"/>
                    <a:ext cx="1588770" cy="1604010"/>
                  </a:xfrm>
                  <a:custGeom>
                    <a:avLst/>
                    <a:gdLst>
                      <a:gd name="connsiteX0" fmla="*/ 499110 w 1588770"/>
                      <a:gd name="connsiteY0" fmla="*/ 91440 h 1604010"/>
                      <a:gd name="connsiteX1" fmla="*/ 476250 w 1588770"/>
                      <a:gd name="connsiteY1" fmla="*/ 26670 h 1604010"/>
                      <a:gd name="connsiteX2" fmla="*/ 445770 w 1588770"/>
                      <a:gd name="connsiteY2" fmla="*/ 38100 h 1604010"/>
                      <a:gd name="connsiteX3" fmla="*/ 426720 w 1588770"/>
                      <a:gd name="connsiteY3" fmla="*/ 26670 h 1604010"/>
                      <a:gd name="connsiteX4" fmla="*/ 403860 w 1588770"/>
                      <a:gd name="connsiteY4" fmla="*/ 7620 h 1604010"/>
                      <a:gd name="connsiteX5" fmla="*/ 358140 w 1588770"/>
                      <a:gd name="connsiteY5" fmla="*/ 0 h 1604010"/>
                      <a:gd name="connsiteX6" fmla="*/ 304800 w 1588770"/>
                      <a:gd name="connsiteY6" fmla="*/ 34290 h 1604010"/>
                      <a:gd name="connsiteX7" fmla="*/ 293370 w 1588770"/>
                      <a:gd name="connsiteY7" fmla="*/ 72390 h 1604010"/>
                      <a:gd name="connsiteX8" fmla="*/ 316230 w 1588770"/>
                      <a:gd name="connsiteY8" fmla="*/ 99060 h 1604010"/>
                      <a:gd name="connsiteX9" fmla="*/ 335280 w 1588770"/>
                      <a:gd name="connsiteY9" fmla="*/ 140970 h 1604010"/>
                      <a:gd name="connsiteX10" fmla="*/ 335280 w 1588770"/>
                      <a:gd name="connsiteY10" fmla="*/ 182880 h 1604010"/>
                      <a:gd name="connsiteX11" fmla="*/ 320040 w 1588770"/>
                      <a:gd name="connsiteY11" fmla="*/ 232410 h 1604010"/>
                      <a:gd name="connsiteX12" fmla="*/ 297180 w 1588770"/>
                      <a:gd name="connsiteY12" fmla="*/ 236220 h 1604010"/>
                      <a:gd name="connsiteX13" fmla="*/ 255270 w 1588770"/>
                      <a:gd name="connsiteY13" fmla="*/ 281940 h 1604010"/>
                      <a:gd name="connsiteX14" fmla="*/ 228600 w 1588770"/>
                      <a:gd name="connsiteY14" fmla="*/ 335280 h 1604010"/>
                      <a:gd name="connsiteX15" fmla="*/ 228600 w 1588770"/>
                      <a:gd name="connsiteY15" fmla="*/ 377190 h 1604010"/>
                      <a:gd name="connsiteX16" fmla="*/ 220980 w 1588770"/>
                      <a:gd name="connsiteY16" fmla="*/ 430530 h 1604010"/>
                      <a:gd name="connsiteX17" fmla="*/ 205740 w 1588770"/>
                      <a:gd name="connsiteY17" fmla="*/ 461010 h 1604010"/>
                      <a:gd name="connsiteX18" fmla="*/ 205740 w 1588770"/>
                      <a:gd name="connsiteY18" fmla="*/ 499110 h 1604010"/>
                      <a:gd name="connsiteX19" fmla="*/ 182880 w 1588770"/>
                      <a:gd name="connsiteY19" fmla="*/ 525780 h 1604010"/>
                      <a:gd name="connsiteX20" fmla="*/ 152400 w 1588770"/>
                      <a:gd name="connsiteY20" fmla="*/ 563880 h 1604010"/>
                      <a:gd name="connsiteX21" fmla="*/ 129540 w 1588770"/>
                      <a:gd name="connsiteY21" fmla="*/ 582930 h 1604010"/>
                      <a:gd name="connsiteX22" fmla="*/ 91440 w 1588770"/>
                      <a:gd name="connsiteY22" fmla="*/ 609600 h 1604010"/>
                      <a:gd name="connsiteX23" fmla="*/ 72390 w 1588770"/>
                      <a:gd name="connsiteY23" fmla="*/ 666750 h 1604010"/>
                      <a:gd name="connsiteX24" fmla="*/ 99060 w 1588770"/>
                      <a:gd name="connsiteY24" fmla="*/ 689610 h 1604010"/>
                      <a:gd name="connsiteX25" fmla="*/ 72390 w 1588770"/>
                      <a:gd name="connsiteY25" fmla="*/ 754380 h 1604010"/>
                      <a:gd name="connsiteX26" fmla="*/ 91440 w 1588770"/>
                      <a:gd name="connsiteY26" fmla="*/ 777240 h 1604010"/>
                      <a:gd name="connsiteX27" fmla="*/ 83820 w 1588770"/>
                      <a:gd name="connsiteY27" fmla="*/ 807720 h 1604010"/>
                      <a:gd name="connsiteX28" fmla="*/ 80010 w 1588770"/>
                      <a:gd name="connsiteY28" fmla="*/ 845820 h 1604010"/>
                      <a:gd name="connsiteX29" fmla="*/ 80010 w 1588770"/>
                      <a:gd name="connsiteY29" fmla="*/ 845820 h 1604010"/>
                      <a:gd name="connsiteX30" fmla="*/ 57150 w 1588770"/>
                      <a:gd name="connsiteY30" fmla="*/ 887730 h 1604010"/>
                      <a:gd name="connsiteX31" fmla="*/ 99060 w 1588770"/>
                      <a:gd name="connsiteY31" fmla="*/ 876300 h 1604010"/>
                      <a:gd name="connsiteX32" fmla="*/ 133350 w 1588770"/>
                      <a:gd name="connsiteY32" fmla="*/ 876300 h 1604010"/>
                      <a:gd name="connsiteX33" fmla="*/ 121920 w 1588770"/>
                      <a:gd name="connsiteY33" fmla="*/ 948690 h 1604010"/>
                      <a:gd name="connsiteX34" fmla="*/ 133350 w 1588770"/>
                      <a:gd name="connsiteY34" fmla="*/ 971550 h 1604010"/>
                      <a:gd name="connsiteX35" fmla="*/ 99060 w 1588770"/>
                      <a:gd name="connsiteY35" fmla="*/ 979170 h 1604010"/>
                      <a:gd name="connsiteX36" fmla="*/ 99060 w 1588770"/>
                      <a:gd name="connsiteY36" fmla="*/ 1040130 h 1604010"/>
                      <a:gd name="connsiteX37" fmla="*/ 110490 w 1588770"/>
                      <a:gd name="connsiteY37" fmla="*/ 1078230 h 1604010"/>
                      <a:gd name="connsiteX38" fmla="*/ 87630 w 1588770"/>
                      <a:gd name="connsiteY38" fmla="*/ 1139190 h 1604010"/>
                      <a:gd name="connsiteX39" fmla="*/ 57150 w 1588770"/>
                      <a:gd name="connsiteY39" fmla="*/ 1162050 h 1604010"/>
                      <a:gd name="connsiteX40" fmla="*/ 45720 w 1588770"/>
                      <a:gd name="connsiteY40" fmla="*/ 1165860 h 1604010"/>
                      <a:gd name="connsiteX41" fmla="*/ 38100 w 1588770"/>
                      <a:gd name="connsiteY41" fmla="*/ 1169670 h 1604010"/>
                      <a:gd name="connsiteX42" fmla="*/ 0 w 1588770"/>
                      <a:gd name="connsiteY42" fmla="*/ 1215390 h 1604010"/>
                      <a:gd name="connsiteX43" fmla="*/ 0 w 1588770"/>
                      <a:gd name="connsiteY43" fmla="*/ 1287780 h 1604010"/>
                      <a:gd name="connsiteX44" fmla="*/ 83820 w 1588770"/>
                      <a:gd name="connsiteY44" fmla="*/ 1295400 h 1604010"/>
                      <a:gd name="connsiteX45" fmla="*/ 114300 w 1588770"/>
                      <a:gd name="connsiteY45" fmla="*/ 1234440 h 1604010"/>
                      <a:gd name="connsiteX46" fmla="*/ 152400 w 1588770"/>
                      <a:gd name="connsiteY46" fmla="*/ 1215390 h 1604010"/>
                      <a:gd name="connsiteX47" fmla="*/ 152400 w 1588770"/>
                      <a:gd name="connsiteY47" fmla="*/ 1215390 h 1604010"/>
                      <a:gd name="connsiteX48" fmla="*/ 171450 w 1588770"/>
                      <a:gd name="connsiteY48" fmla="*/ 1150620 h 1604010"/>
                      <a:gd name="connsiteX49" fmla="*/ 205740 w 1588770"/>
                      <a:gd name="connsiteY49" fmla="*/ 1101090 h 1604010"/>
                      <a:gd name="connsiteX50" fmla="*/ 247650 w 1588770"/>
                      <a:gd name="connsiteY50" fmla="*/ 1047750 h 1604010"/>
                      <a:gd name="connsiteX51" fmla="*/ 270510 w 1588770"/>
                      <a:gd name="connsiteY51" fmla="*/ 1093470 h 1604010"/>
                      <a:gd name="connsiteX52" fmla="*/ 323850 w 1588770"/>
                      <a:gd name="connsiteY52" fmla="*/ 1093470 h 1604010"/>
                      <a:gd name="connsiteX53" fmla="*/ 342900 w 1588770"/>
                      <a:gd name="connsiteY53" fmla="*/ 1093470 h 1604010"/>
                      <a:gd name="connsiteX54" fmla="*/ 381000 w 1588770"/>
                      <a:gd name="connsiteY54" fmla="*/ 1150620 h 1604010"/>
                      <a:gd name="connsiteX55" fmla="*/ 342900 w 1588770"/>
                      <a:gd name="connsiteY55" fmla="*/ 1181100 h 1604010"/>
                      <a:gd name="connsiteX56" fmla="*/ 300990 w 1588770"/>
                      <a:gd name="connsiteY56" fmla="*/ 1219200 h 1604010"/>
                      <a:gd name="connsiteX57" fmla="*/ 270510 w 1588770"/>
                      <a:gd name="connsiteY57" fmla="*/ 1257300 h 1604010"/>
                      <a:gd name="connsiteX58" fmla="*/ 285750 w 1588770"/>
                      <a:gd name="connsiteY58" fmla="*/ 1291590 h 1604010"/>
                      <a:gd name="connsiteX59" fmla="*/ 339090 w 1588770"/>
                      <a:gd name="connsiteY59" fmla="*/ 1303020 h 1604010"/>
                      <a:gd name="connsiteX60" fmla="*/ 358140 w 1588770"/>
                      <a:gd name="connsiteY60" fmla="*/ 1344930 h 1604010"/>
                      <a:gd name="connsiteX61" fmla="*/ 407670 w 1588770"/>
                      <a:gd name="connsiteY61" fmla="*/ 1325880 h 1604010"/>
                      <a:gd name="connsiteX62" fmla="*/ 464820 w 1588770"/>
                      <a:gd name="connsiteY62" fmla="*/ 1306830 h 1604010"/>
                      <a:gd name="connsiteX63" fmla="*/ 521970 w 1588770"/>
                      <a:gd name="connsiteY63" fmla="*/ 1337310 h 1604010"/>
                      <a:gd name="connsiteX64" fmla="*/ 544830 w 1588770"/>
                      <a:gd name="connsiteY64" fmla="*/ 1390650 h 1604010"/>
                      <a:gd name="connsiteX65" fmla="*/ 560070 w 1588770"/>
                      <a:gd name="connsiteY65" fmla="*/ 1440180 h 1604010"/>
                      <a:gd name="connsiteX66" fmla="*/ 560070 w 1588770"/>
                      <a:gd name="connsiteY66" fmla="*/ 1440180 h 1604010"/>
                      <a:gd name="connsiteX67" fmla="*/ 525780 w 1588770"/>
                      <a:gd name="connsiteY67" fmla="*/ 1474470 h 1604010"/>
                      <a:gd name="connsiteX68" fmla="*/ 483870 w 1588770"/>
                      <a:gd name="connsiteY68" fmla="*/ 1474470 h 1604010"/>
                      <a:gd name="connsiteX69" fmla="*/ 483870 w 1588770"/>
                      <a:gd name="connsiteY69" fmla="*/ 1474470 h 1604010"/>
                      <a:gd name="connsiteX70" fmla="*/ 487680 w 1588770"/>
                      <a:gd name="connsiteY70" fmla="*/ 1516380 h 1604010"/>
                      <a:gd name="connsiteX71" fmla="*/ 514350 w 1588770"/>
                      <a:gd name="connsiteY71" fmla="*/ 1543050 h 1604010"/>
                      <a:gd name="connsiteX72" fmla="*/ 548640 w 1588770"/>
                      <a:gd name="connsiteY72" fmla="*/ 1573530 h 1604010"/>
                      <a:gd name="connsiteX73" fmla="*/ 548640 w 1588770"/>
                      <a:gd name="connsiteY73" fmla="*/ 1573530 h 1604010"/>
                      <a:gd name="connsiteX74" fmla="*/ 598170 w 1588770"/>
                      <a:gd name="connsiteY74" fmla="*/ 1604010 h 1604010"/>
                      <a:gd name="connsiteX75" fmla="*/ 647700 w 1588770"/>
                      <a:gd name="connsiteY75" fmla="*/ 1577340 h 1604010"/>
                      <a:gd name="connsiteX76" fmla="*/ 674370 w 1588770"/>
                      <a:gd name="connsiteY76" fmla="*/ 1543050 h 1604010"/>
                      <a:gd name="connsiteX77" fmla="*/ 731520 w 1588770"/>
                      <a:gd name="connsiteY77" fmla="*/ 1554480 h 1604010"/>
                      <a:gd name="connsiteX78" fmla="*/ 731520 w 1588770"/>
                      <a:gd name="connsiteY78" fmla="*/ 1554480 h 1604010"/>
                      <a:gd name="connsiteX79" fmla="*/ 784860 w 1588770"/>
                      <a:gd name="connsiteY79" fmla="*/ 1516380 h 1604010"/>
                      <a:gd name="connsiteX80" fmla="*/ 819150 w 1588770"/>
                      <a:gd name="connsiteY80" fmla="*/ 1531620 h 1604010"/>
                      <a:gd name="connsiteX81" fmla="*/ 864870 w 1588770"/>
                      <a:gd name="connsiteY81" fmla="*/ 1543050 h 1604010"/>
                      <a:gd name="connsiteX82" fmla="*/ 895350 w 1588770"/>
                      <a:gd name="connsiteY82" fmla="*/ 1516380 h 1604010"/>
                      <a:gd name="connsiteX83" fmla="*/ 956310 w 1588770"/>
                      <a:gd name="connsiteY83" fmla="*/ 1508760 h 1604010"/>
                      <a:gd name="connsiteX84" fmla="*/ 986790 w 1588770"/>
                      <a:gd name="connsiteY84" fmla="*/ 1527810 h 1604010"/>
                      <a:gd name="connsiteX85" fmla="*/ 1009650 w 1588770"/>
                      <a:gd name="connsiteY85" fmla="*/ 1550670 h 1604010"/>
                      <a:gd name="connsiteX86" fmla="*/ 1040130 w 1588770"/>
                      <a:gd name="connsiteY86" fmla="*/ 1565910 h 1604010"/>
                      <a:gd name="connsiteX87" fmla="*/ 1051560 w 1588770"/>
                      <a:gd name="connsiteY87" fmla="*/ 1535430 h 1604010"/>
                      <a:gd name="connsiteX88" fmla="*/ 1059180 w 1588770"/>
                      <a:gd name="connsiteY88" fmla="*/ 1493520 h 1604010"/>
                      <a:gd name="connsiteX89" fmla="*/ 1135380 w 1588770"/>
                      <a:gd name="connsiteY89" fmla="*/ 1466850 h 1604010"/>
                      <a:gd name="connsiteX90" fmla="*/ 1165860 w 1588770"/>
                      <a:gd name="connsiteY90" fmla="*/ 1474470 h 1604010"/>
                      <a:gd name="connsiteX91" fmla="*/ 1203960 w 1588770"/>
                      <a:gd name="connsiteY91" fmla="*/ 1497330 h 1604010"/>
                      <a:gd name="connsiteX92" fmla="*/ 1238250 w 1588770"/>
                      <a:gd name="connsiteY92" fmla="*/ 1478280 h 1604010"/>
                      <a:gd name="connsiteX93" fmla="*/ 1203960 w 1588770"/>
                      <a:gd name="connsiteY93" fmla="*/ 1432560 h 1604010"/>
                      <a:gd name="connsiteX94" fmla="*/ 1203960 w 1588770"/>
                      <a:gd name="connsiteY94" fmla="*/ 1432560 h 1604010"/>
                      <a:gd name="connsiteX95" fmla="*/ 1177290 w 1588770"/>
                      <a:gd name="connsiteY95" fmla="*/ 1398270 h 1604010"/>
                      <a:gd name="connsiteX96" fmla="*/ 1150620 w 1588770"/>
                      <a:gd name="connsiteY96" fmla="*/ 1360170 h 1604010"/>
                      <a:gd name="connsiteX97" fmla="*/ 1150620 w 1588770"/>
                      <a:gd name="connsiteY97" fmla="*/ 1360170 h 1604010"/>
                      <a:gd name="connsiteX98" fmla="*/ 1188720 w 1588770"/>
                      <a:gd name="connsiteY98" fmla="*/ 1318260 h 1604010"/>
                      <a:gd name="connsiteX99" fmla="*/ 1200150 w 1588770"/>
                      <a:gd name="connsiteY99" fmla="*/ 1280160 h 1604010"/>
                      <a:gd name="connsiteX100" fmla="*/ 1238250 w 1588770"/>
                      <a:gd name="connsiteY100" fmla="*/ 1245870 h 1604010"/>
                      <a:gd name="connsiteX101" fmla="*/ 1276350 w 1588770"/>
                      <a:gd name="connsiteY101" fmla="*/ 1245870 h 1604010"/>
                      <a:gd name="connsiteX102" fmla="*/ 1299210 w 1588770"/>
                      <a:gd name="connsiteY102" fmla="*/ 1287780 h 1604010"/>
                      <a:gd name="connsiteX103" fmla="*/ 1299210 w 1588770"/>
                      <a:gd name="connsiteY103" fmla="*/ 1287780 h 1604010"/>
                      <a:gd name="connsiteX104" fmla="*/ 1344930 w 1588770"/>
                      <a:gd name="connsiteY104" fmla="*/ 1264920 h 1604010"/>
                      <a:gd name="connsiteX105" fmla="*/ 1367790 w 1588770"/>
                      <a:gd name="connsiteY105" fmla="*/ 1196340 h 1604010"/>
                      <a:gd name="connsiteX106" fmla="*/ 1417320 w 1588770"/>
                      <a:gd name="connsiteY106" fmla="*/ 1146810 h 1604010"/>
                      <a:gd name="connsiteX107" fmla="*/ 1455420 w 1588770"/>
                      <a:gd name="connsiteY107" fmla="*/ 1146810 h 1604010"/>
                      <a:gd name="connsiteX108" fmla="*/ 1493520 w 1588770"/>
                      <a:gd name="connsiteY108" fmla="*/ 1143000 h 1604010"/>
                      <a:gd name="connsiteX109" fmla="*/ 1520190 w 1588770"/>
                      <a:gd name="connsiteY109" fmla="*/ 1097280 h 1604010"/>
                      <a:gd name="connsiteX110" fmla="*/ 1569720 w 1588770"/>
                      <a:gd name="connsiteY110" fmla="*/ 1089660 h 1604010"/>
                      <a:gd name="connsiteX111" fmla="*/ 1588770 w 1588770"/>
                      <a:gd name="connsiteY111" fmla="*/ 1059180 h 1604010"/>
                      <a:gd name="connsiteX112" fmla="*/ 1539240 w 1588770"/>
                      <a:gd name="connsiteY112" fmla="*/ 1043940 h 1604010"/>
                      <a:gd name="connsiteX113" fmla="*/ 1493520 w 1588770"/>
                      <a:gd name="connsiteY113" fmla="*/ 998220 h 1604010"/>
                      <a:gd name="connsiteX114" fmla="*/ 1482090 w 1588770"/>
                      <a:gd name="connsiteY114" fmla="*/ 967740 h 1604010"/>
                      <a:gd name="connsiteX115" fmla="*/ 1440180 w 1588770"/>
                      <a:gd name="connsiteY115" fmla="*/ 971550 h 1604010"/>
                      <a:gd name="connsiteX116" fmla="*/ 1390650 w 1588770"/>
                      <a:gd name="connsiteY116" fmla="*/ 967740 h 1604010"/>
                      <a:gd name="connsiteX117" fmla="*/ 1360170 w 1588770"/>
                      <a:gd name="connsiteY117" fmla="*/ 925830 h 1604010"/>
                      <a:gd name="connsiteX118" fmla="*/ 1344930 w 1588770"/>
                      <a:gd name="connsiteY118" fmla="*/ 891540 h 1604010"/>
                      <a:gd name="connsiteX119" fmla="*/ 1268730 w 1588770"/>
                      <a:gd name="connsiteY119" fmla="*/ 857250 h 1604010"/>
                      <a:gd name="connsiteX120" fmla="*/ 1230630 w 1588770"/>
                      <a:gd name="connsiteY120" fmla="*/ 864870 h 1604010"/>
                      <a:gd name="connsiteX121" fmla="*/ 1192530 w 1588770"/>
                      <a:gd name="connsiteY121" fmla="*/ 887730 h 1604010"/>
                      <a:gd name="connsiteX122" fmla="*/ 1165860 w 1588770"/>
                      <a:gd name="connsiteY122" fmla="*/ 864870 h 1604010"/>
                      <a:gd name="connsiteX123" fmla="*/ 1188720 w 1588770"/>
                      <a:gd name="connsiteY123" fmla="*/ 800100 h 1604010"/>
                      <a:gd name="connsiteX124" fmla="*/ 1162050 w 1588770"/>
                      <a:gd name="connsiteY124" fmla="*/ 788670 h 1604010"/>
                      <a:gd name="connsiteX125" fmla="*/ 1135380 w 1588770"/>
                      <a:gd name="connsiteY125" fmla="*/ 807720 h 1604010"/>
                      <a:gd name="connsiteX126" fmla="*/ 1055370 w 1588770"/>
                      <a:gd name="connsiteY126" fmla="*/ 762000 h 1604010"/>
                      <a:gd name="connsiteX127" fmla="*/ 1040130 w 1588770"/>
                      <a:gd name="connsiteY127" fmla="*/ 693420 h 1604010"/>
                      <a:gd name="connsiteX128" fmla="*/ 990600 w 1588770"/>
                      <a:gd name="connsiteY128" fmla="*/ 662940 h 1604010"/>
                      <a:gd name="connsiteX129" fmla="*/ 925830 w 1588770"/>
                      <a:gd name="connsiteY129" fmla="*/ 670560 h 1604010"/>
                      <a:gd name="connsiteX130" fmla="*/ 887730 w 1588770"/>
                      <a:gd name="connsiteY130" fmla="*/ 628650 h 1604010"/>
                      <a:gd name="connsiteX131" fmla="*/ 880110 w 1588770"/>
                      <a:gd name="connsiteY131" fmla="*/ 582930 h 1604010"/>
                      <a:gd name="connsiteX132" fmla="*/ 853440 w 1588770"/>
                      <a:gd name="connsiteY132" fmla="*/ 556260 h 1604010"/>
                      <a:gd name="connsiteX133" fmla="*/ 796290 w 1588770"/>
                      <a:gd name="connsiteY133" fmla="*/ 544830 h 1604010"/>
                      <a:gd name="connsiteX134" fmla="*/ 765810 w 1588770"/>
                      <a:gd name="connsiteY134" fmla="*/ 582930 h 1604010"/>
                      <a:gd name="connsiteX135" fmla="*/ 746760 w 1588770"/>
                      <a:gd name="connsiteY135" fmla="*/ 617220 h 1604010"/>
                      <a:gd name="connsiteX136" fmla="*/ 708660 w 1588770"/>
                      <a:gd name="connsiteY136" fmla="*/ 643890 h 1604010"/>
                      <a:gd name="connsiteX137" fmla="*/ 681990 w 1588770"/>
                      <a:gd name="connsiteY137" fmla="*/ 662940 h 1604010"/>
                      <a:gd name="connsiteX138" fmla="*/ 636270 w 1588770"/>
                      <a:gd name="connsiteY138" fmla="*/ 659130 h 1604010"/>
                      <a:gd name="connsiteX139" fmla="*/ 609600 w 1588770"/>
                      <a:gd name="connsiteY139" fmla="*/ 582930 h 1604010"/>
                      <a:gd name="connsiteX140" fmla="*/ 617220 w 1588770"/>
                      <a:gd name="connsiteY140" fmla="*/ 548640 h 1604010"/>
                      <a:gd name="connsiteX141" fmla="*/ 617220 w 1588770"/>
                      <a:gd name="connsiteY141" fmla="*/ 548640 h 1604010"/>
                      <a:gd name="connsiteX142" fmla="*/ 651510 w 1588770"/>
                      <a:gd name="connsiteY142" fmla="*/ 552450 h 1604010"/>
                      <a:gd name="connsiteX143" fmla="*/ 674370 w 1588770"/>
                      <a:gd name="connsiteY143" fmla="*/ 525780 h 1604010"/>
                      <a:gd name="connsiteX144" fmla="*/ 674370 w 1588770"/>
                      <a:gd name="connsiteY144" fmla="*/ 525780 h 1604010"/>
                      <a:gd name="connsiteX145" fmla="*/ 643890 w 1588770"/>
                      <a:gd name="connsiteY145" fmla="*/ 476250 h 1604010"/>
                      <a:gd name="connsiteX146" fmla="*/ 666750 w 1588770"/>
                      <a:gd name="connsiteY146" fmla="*/ 411480 h 1604010"/>
                      <a:gd name="connsiteX147" fmla="*/ 628650 w 1588770"/>
                      <a:gd name="connsiteY147" fmla="*/ 392430 h 1604010"/>
                      <a:gd name="connsiteX148" fmla="*/ 613410 w 1588770"/>
                      <a:gd name="connsiteY148" fmla="*/ 400050 h 1604010"/>
                      <a:gd name="connsiteX149" fmla="*/ 590550 w 1588770"/>
                      <a:gd name="connsiteY149" fmla="*/ 388620 h 1604010"/>
                      <a:gd name="connsiteX150" fmla="*/ 556260 w 1588770"/>
                      <a:gd name="connsiteY150" fmla="*/ 403860 h 1604010"/>
                      <a:gd name="connsiteX151" fmla="*/ 521970 w 1588770"/>
                      <a:gd name="connsiteY151" fmla="*/ 388620 h 1604010"/>
                      <a:gd name="connsiteX152" fmla="*/ 495300 w 1588770"/>
                      <a:gd name="connsiteY152" fmla="*/ 312420 h 1604010"/>
                      <a:gd name="connsiteX153" fmla="*/ 518160 w 1588770"/>
                      <a:gd name="connsiteY153" fmla="*/ 259080 h 1604010"/>
                      <a:gd name="connsiteX154" fmla="*/ 483870 w 1588770"/>
                      <a:gd name="connsiteY154" fmla="*/ 198120 h 1604010"/>
                      <a:gd name="connsiteX155" fmla="*/ 472440 w 1588770"/>
                      <a:gd name="connsiteY155" fmla="*/ 175260 h 1604010"/>
                      <a:gd name="connsiteX156" fmla="*/ 472440 w 1588770"/>
                      <a:gd name="connsiteY156" fmla="*/ 175260 h 1604010"/>
                      <a:gd name="connsiteX157" fmla="*/ 487680 w 1588770"/>
                      <a:gd name="connsiteY157" fmla="*/ 144780 h 1604010"/>
                      <a:gd name="connsiteX158" fmla="*/ 499110 w 1588770"/>
                      <a:gd name="connsiteY158" fmla="*/ 91440 h 1604010"/>
                      <a:gd name="connsiteX0" fmla="*/ 499110 w 1588770"/>
                      <a:gd name="connsiteY0" fmla="*/ 91440 h 1604010"/>
                      <a:gd name="connsiteX1" fmla="*/ 476250 w 1588770"/>
                      <a:gd name="connsiteY1" fmla="*/ 26670 h 1604010"/>
                      <a:gd name="connsiteX2" fmla="*/ 445770 w 1588770"/>
                      <a:gd name="connsiteY2" fmla="*/ 38100 h 1604010"/>
                      <a:gd name="connsiteX3" fmla="*/ 426720 w 1588770"/>
                      <a:gd name="connsiteY3" fmla="*/ 26670 h 1604010"/>
                      <a:gd name="connsiteX4" fmla="*/ 403860 w 1588770"/>
                      <a:gd name="connsiteY4" fmla="*/ 7620 h 1604010"/>
                      <a:gd name="connsiteX5" fmla="*/ 358140 w 1588770"/>
                      <a:gd name="connsiteY5" fmla="*/ 0 h 1604010"/>
                      <a:gd name="connsiteX6" fmla="*/ 304800 w 1588770"/>
                      <a:gd name="connsiteY6" fmla="*/ 34290 h 1604010"/>
                      <a:gd name="connsiteX7" fmla="*/ 293370 w 1588770"/>
                      <a:gd name="connsiteY7" fmla="*/ 72390 h 1604010"/>
                      <a:gd name="connsiteX8" fmla="*/ 316230 w 1588770"/>
                      <a:gd name="connsiteY8" fmla="*/ 99060 h 1604010"/>
                      <a:gd name="connsiteX9" fmla="*/ 335280 w 1588770"/>
                      <a:gd name="connsiteY9" fmla="*/ 140970 h 1604010"/>
                      <a:gd name="connsiteX10" fmla="*/ 335280 w 1588770"/>
                      <a:gd name="connsiteY10" fmla="*/ 182880 h 1604010"/>
                      <a:gd name="connsiteX11" fmla="*/ 320040 w 1588770"/>
                      <a:gd name="connsiteY11" fmla="*/ 232410 h 1604010"/>
                      <a:gd name="connsiteX12" fmla="*/ 297180 w 1588770"/>
                      <a:gd name="connsiteY12" fmla="*/ 236220 h 1604010"/>
                      <a:gd name="connsiteX13" fmla="*/ 255270 w 1588770"/>
                      <a:gd name="connsiteY13" fmla="*/ 281940 h 1604010"/>
                      <a:gd name="connsiteX14" fmla="*/ 228600 w 1588770"/>
                      <a:gd name="connsiteY14" fmla="*/ 335280 h 1604010"/>
                      <a:gd name="connsiteX15" fmla="*/ 228600 w 1588770"/>
                      <a:gd name="connsiteY15" fmla="*/ 377190 h 1604010"/>
                      <a:gd name="connsiteX16" fmla="*/ 220980 w 1588770"/>
                      <a:gd name="connsiteY16" fmla="*/ 430530 h 1604010"/>
                      <a:gd name="connsiteX17" fmla="*/ 205740 w 1588770"/>
                      <a:gd name="connsiteY17" fmla="*/ 461010 h 1604010"/>
                      <a:gd name="connsiteX18" fmla="*/ 205740 w 1588770"/>
                      <a:gd name="connsiteY18" fmla="*/ 499110 h 1604010"/>
                      <a:gd name="connsiteX19" fmla="*/ 182880 w 1588770"/>
                      <a:gd name="connsiteY19" fmla="*/ 525780 h 1604010"/>
                      <a:gd name="connsiteX20" fmla="*/ 152400 w 1588770"/>
                      <a:gd name="connsiteY20" fmla="*/ 563880 h 1604010"/>
                      <a:gd name="connsiteX21" fmla="*/ 129540 w 1588770"/>
                      <a:gd name="connsiteY21" fmla="*/ 582930 h 1604010"/>
                      <a:gd name="connsiteX22" fmla="*/ 91440 w 1588770"/>
                      <a:gd name="connsiteY22" fmla="*/ 609600 h 1604010"/>
                      <a:gd name="connsiteX23" fmla="*/ 72390 w 1588770"/>
                      <a:gd name="connsiteY23" fmla="*/ 666750 h 1604010"/>
                      <a:gd name="connsiteX24" fmla="*/ 99060 w 1588770"/>
                      <a:gd name="connsiteY24" fmla="*/ 689610 h 1604010"/>
                      <a:gd name="connsiteX25" fmla="*/ 72390 w 1588770"/>
                      <a:gd name="connsiteY25" fmla="*/ 754380 h 1604010"/>
                      <a:gd name="connsiteX26" fmla="*/ 91440 w 1588770"/>
                      <a:gd name="connsiteY26" fmla="*/ 777240 h 1604010"/>
                      <a:gd name="connsiteX27" fmla="*/ 83820 w 1588770"/>
                      <a:gd name="connsiteY27" fmla="*/ 807720 h 1604010"/>
                      <a:gd name="connsiteX28" fmla="*/ 80010 w 1588770"/>
                      <a:gd name="connsiteY28" fmla="*/ 845820 h 1604010"/>
                      <a:gd name="connsiteX29" fmla="*/ 80010 w 1588770"/>
                      <a:gd name="connsiteY29" fmla="*/ 845820 h 1604010"/>
                      <a:gd name="connsiteX30" fmla="*/ 57150 w 1588770"/>
                      <a:gd name="connsiteY30" fmla="*/ 887730 h 1604010"/>
                      <a:gd name="connsiteX31" fmla="*/ 99060 w 1588770"/>
                      <a:gd name="connsiteY31" fmla="*/ 876300 h 1604010"/>
                      <a:gd name="connsiteX32" fmla="*/ 133350 w 1588770"/>
                      <a:gd name="connsiteY32" fmla="*/ 876300 h 1604010"/>
                      <a:gd name="connsiteX33" fmla="*/ 121920 w 1588770"/>
                      <a:gd name="connsiteY33" fmla="*/ 948690 h 1604010"/>
                      <a:gd name="connsiteX34" fmla="*/ 133350 w 1588770"/>
                      <a:gd name="connsiteY34" fmla="*/ 971550 h 1604010"/>
                      <a:gd name="connsiteX35" fmla="*/ 99060 w 1588770"/>
                      <a:gd name="connsiteY35" fmla="*/ 979170 h 1604010"/>
                      <a:gd name="connsiteX36" fmla="*/ 99060 w 1588770"/>
                      <a:gd name="connsiteY36" fmla="*/ 1040130 h 1604010"/>
                      <a:gd name="connsiteX37" fmla="*/ 110490 w 1588770"/>
                      <a:gd name="connsiteY37" fmla="*/ 1078230 h 1604010"/>
                      <a:gd name="connsiteX38" fmla="*/ 87630 w 1588770"/>
                      <a:gd name="connsiteY38" fmla="*/ 1139190 h 1604010"/>
                      <a:gd name="connsiteX39" fmla="*/ 57150 w 1588770"/>
                      <a:gd name="connsiteY39" fmla="*/ 1162050 h 1604010"/>
                      <a:gd name="connsiteX40" fmla="*/ 45720 w 1588770"/>
                      <a:gd name="connsiteY40" fmla="*/ 1165860 h 1604010"/>
                      <a:gd name="connsiteX41" fmla="*/ 38100 w 1588770"/>
                      <a:gd name="connsiteY41" fmla="*/ 1169670 h 1604010"/>
                      <a:gd name="connsiteX42" fmla="*/ 0 w 1588770"/>
                      <a:gd name="connsiteY42" fmla="*/ 1215390 h 1604010"/>
                      <a:gd name="connsiteX43" fmla="*/ 0 w 1588770"/>
                      <a:gd name="connsiteY43" fmla="*/ 1287780 h 1604010"/>
                      <a:gd name="connsiteX44" fmla="*/ 83820 w 1588770"/>
                      <a:gd name="connsiteY44" fmla="*/ 1295400 h 1604010"/>
                      <a:gd name="connsiteX45" fmla="*/ 114300 w 1588770"/>
                      <a:gd name="connsiteY45" fmla="*/ 1234440 h 1604010"/>
                      <a:gd name="connsiteX46" fmla="*/ 152400 w 1588770"/>
                      <a:gd name="connsiteY46" fmla="*/ 1215390 h 1604010"/>
                      <a:gd name="connsiteX47" fmla="*/ 152400 w 1588770"/>
                      <a:gd name="connsiteY47" fmla="*/ 1215390 h 1604010"/>
                      <a:gd name="connsiteX48" fmla="*/ 171450 w 1588770"/>
                      <a:gd name="connsiteY48" fmla="*/ 1150620 h 1604010"/>
                      <a:gd name="connsiteX49" fmla="*/ 205740 w 1588770"/>
                      <a:gd name="connsiteY49" fmla="*/ 1101090 h 1604010"/>
                      <a:gd name="connsiteX50" fmla="*/ 247650 w 1588770"/>
                      <a:gd name="connsiteY50" fmla="*/ 1047750 h 1604010"/>
                      <a:gd name="connsiteX51" fmla="*/ 270510 w 1588770"/>
                      <a:gd name="connsiteY51" fmla="*/ 1093470 h 1604010"/>
                      <a:gd name="connsiteX52" fmla="*/ 323850 w 1588770"/>
                      <a:gd name="connsiteY52" fmla="*/ 1093470 h 1604010"/>
                      <a:gd name="connsiteX53" fmla="*/ 342900 w 1588770"/>
                      <a:gd name="connsiteY53" fmla="*/ 1093470 h 1604010"/>
                      <a:gd name="connsiteX54" fmla="*/ 381000 w 1588770"/>
                      <a:gd name="connsiteY54" fmla="*/ 1150620 h 1604010"/>
                      <a:gd name="connsiteX55" fmla="*/ 342900 w 1588770"/>
                      <a:gd name="connsiteY55" fmla="*/ 1181100 h 1604010"/>
                      <a:gd name="connsiteX56" fmla="*/ 300990 w 1588770"/>
                      <a:gd name="connsiteY56" fmla="*/ 1219200 h 1604010"/>
                      <a:gd name="connsiteX57" fmla="*/ 314325 w 1588770"/>
                      <a:gd name="connsiteY57" fmla="*/ 1253490 h 1604010"/>
                      <a:gd name="connsiteX58" fmla="*/ 270510 w 1588770"/>
                      <a:gd name="connsiteY58" fmla="*/ 1257300 h 1604010"/>
                      <a:gd name="connsiteX59" fmla="*/ 285750 w 1588770"/>
                      <a:gd name="connsiteY59" fmla="*/ 1291590 h 1604010"/>
                      <a:gd name="connsiteX60" fmla="*/ 339090 w 1588770"/>
                      <a:gd name="connsiteY60" fmla="*/ 1303020 h 1604010"/>
                      <a:gd name="connsiteX61" fmla="*/ 358140 w 1588770"/>
                      <a:gd name="connsiteY61" fmla="*/ 1344930 h 1604010"/>
                      <a:gd name="connsiteX62" fmla="*/ 407670 w 1588770"/>
                      <a:gd name="connsiteY62" fmla="*/ 1325880 h 1604010"/>
                      <a:gd name="connsiteX63" fmla="*/ 464820 w 1588770"/>
                      <a:gd name="connsiteY63" fmla="*/ 1306830 h 1604010"/>
                      <a:gd name="connsiteX64" fmla="*/ 521970 w 1588770"/>
                      <a:gd name="connsiteY64" fmla="*/ 1337310 h 1604010"/>
                      <a:gd name="connsiteX65" fmla="*/ 544830 w 1588770"/>
                      <a:gd name="connsiteY65" fmla="*/ 1390650 h 1604010"/>
                      <a:gd name="connsiteX66" fmla="*/ 560070 w 1588770"/>
                      <a:gd name="connsiteY66" fmla="*/ 1440180 h 1604010"/>
                      <a:gd name="connsiteX67" fmla="*/ 560070 w 1588770"/>
                      <a:gd name="connsiteY67" fmla="*/ 1440180 h 1604010"/>
                      <a:gd name="connsiteX68" fmla="*/ 525780 w 1588770"/>
                      <a:gd name="connsiteY68" fmla="*/ 1474470 h 1604010"/>
                      <a:gd name="connsiteX69" fmla="*/ 483870 w 1588770"/>
                      <a:gd name="connsiteY69" fmla="*/ 1474470 h 1604010"/>
                      <a:gd name="connsiteX70" fmla="*/ 483870 w 1588770"/>
                      <a:gd name="connsiteY70" fmla="*/ 1474470 h 1604010"/>
                      <a:gd name="connsiteX71" fmla="*/ 487680 w 1588770"/>
                      <a:gd name="connsiteY71" fmla="*/ 1516380 h 1604010"/>
                      <a:gd name="connsiteX72" fmla="*/ 514350 w 1588770"/>
                      <a:gd name="connsiteY72" fmla="*/ 1543050 h 1604010"/>
                      <a:gd name="connsiteX73" fmla="*/ 548640 w 1588770"/>
                      <a:gd name="connsiteY73" fmla="*/ 1573530 h 1604010"/>
                      <a:gd name="connsiteX74" fmla="*/ 548640 w 1588770"/>
                      <a:gd name="connsiteY74" fmla="*/ 1573530 h 1604010"/>
                      <a:gd name="connsiteX75" fmla="*/ 598170 w 1588770"/>
                      <a:gd name="connsiteY75" fmla="*/ 1604010 h 1604010"/>
                      <a:gd name="connsiteX76" fmla="*/ 647700 w 1588770"/>
                      <a:gd name="connsiteY76" fmla="*/ 1577340 h 1604010"/>
                      <a:gd name="connsiteX77" fmla="*/ 674370 w 1588770"/>
                      <a:gd name="connsiteY77" fmla="*/ 1543050 h 1604010"/>
                      <a:gd name="connsiteX78" fmla="*/ 731520 w 1588770"/>
                      <a:gd name="connsiteY78" fmla="*/ 1554480 h 1604010"/>
                      <a:gd name="connsiteX79" fmla="*/ 731520 w 1588770"/>
                      <a:gd name="connsiteY79" fmla="*/ 1554480 h 1604010"/>
                      <a:gd name="connsiteX80" fmla="*/ 784860 w 1588770"/>
                      <a:gd name="connsiteY80" fmla="*/ 1516380 h 1604010"/>
                      <a:gd name="connsiteX81" fmla="*/ 819150 w 1588770"/>
                      <a:gd name="connsiteY81" fmla="*/ 1531620 h 1604010"/>
                      <a:gd name="connsiteX82" fmla="*/ 864870 w 1588770"/>
                      <a:gd name="connsiteY82" fmla="*/ 1543050 h 1604010"/>
                      <a:gd name="connsiteX83" fmla="*/ 895350 w 1588770"/>
                      <a:gd name="connsiteY83" fmla="*/ 1516380 h 1604010"/>
                      <a:gd name="connsiteX84" fmla="*/ 956310 w 1588770"/>
                      <a:gd name="connsiteY84" fmla="*/ 1508760 h 1604010"/>
                      <a:gd name="connsiteX85" fmla="*/ 986790 w 1588770"/>
                      <a:gd name="connsiteY85" fmla="*/ 1527810 h 1604010"/>
                      <a:gd name="connsiteX86" fmla="*/ 1009650 w 1588770"/>
                      <a:gd name="connsiteY86" fmla="*/ 1550670 h 1604010"/>
                      <a:gd name="connsiteX87" fmla="*/ 1040130 w 1588770"/>
                      <a:gd name="connsiteY87" fmla="*/ 1565910 h 1604010"/>
                      <a:gd name="connsiteX88" fmla="*/ 1051560 w 1588770"/>
                      <a:gd name="connsiteY88" fmla="*/ 1535430 h 1604010"/>
                      <a:gd name="connsiteX89" fmla="*/ 1059180 w 1588770"/>
                      <a:gd name="connsiteY89" fmla="*/ 1493520 h 1604010"/>
                      <a:gd name="connsiteX90" fmla="*/ 1135380 w 1588770"/>
                      <a:gd name="connsiteY90" fmla="*/ 1466850 h 1604010"/>
                      <a:gd name="connsiteX91" fmla="*/ 1165860 w 1588770"/>
                      <a:gd name="connsiteY91" fmla="*/ 1474470 h 1604010"/>
                      <a:gd name="connsiteX92" fmla="*/ 1203960 w 1588770"/>
                      <a:gd name="connsiteY92" fmla="*/ 1497330 h 1604010"/>
                      <a:gd name="connsiteX93" fmla="*/ 1238250 w 1588770"/>
                      <a:gd name="connsiteY93" fmla="*/ 1478280 h 1604010"/>
                      <a:gd name="connsiteX94" fmla="*/ 1203960 w 1588770"/>
                      <a:gd name="connsiteY94" fmla="*/ 1432560 h 1604010"/>
                      <a:gd name="connsiteX95" fmla="*/ 1203960 w 1588770"/>
                      <a:gd name="connsiteY95" fmla="*/ 1432560 h 1604010"/>
                      <a:gd name="connsiteX96" fmla="*/ 1177290 w 1588770"/>
                      <a:gd name="connsiteY96" fmla="*/ 1398270 h 1604010"/>
                      <a:gd name="connsiteX97" fmla="*/ 1150620 w 1588770"/>
                      <a:gd name="connsiteY97" fmla="*/ 1360170 h 1604010"/>
                      <a:gd name="connsiteX98" fmla="*/ 1150620 w 1588770"/>
                      <a:gd name="connsiteY98" fmla="*/ 1360170 h 1604010"/>
                      <a:gd name="connsiteX99" fmla="*/ 1188720 w 1588770"/>
                      <a:gd name="connsiteY99" fmla="*/ 1318260 h 1604010"/>
                      <a:gd name="connsiteX100" fmla="*/ 1200150 w 1588770"/>
                      <a:gd name="connsiteY100" fmla="*/ 1280160 h 1604010"/>
                      <a:gd name="connsiteX101" fmla="*/ 1238250 w 1588770"/>
                      <a:gd name="connsiteY101" fmla="*/ 1245870 h 1604010"/>
                      <a:gd name="connsiteX102" fmla="*/ 1276350 w 1588770"/>
                      <a:gd name="connsiteY102" fmla="*/ 1245870 h 1604010"/>
                      <a:gd name="connsiteX103" fmla="*/ 1299210 w 1588770"/>
                      <a:gd name="connsiteY103" fmla="*/ 1287780 h 1604010"/>
                      <a:gd name="connsiteX104" fmla="*/ 1299210 w 1588770"/>
                      <a:gd name="connsiteY104" fmla="*/ 1287780 h 1604010"/>
                      <a:gd name="connsiteX105" fmla="*/ 1344930 w 1588770"/>
                      <a:gd name="connsiteY105" fmla="*/ 1264920 h 1604010"/>
                      <a:gd name="connsiteX106" fmla="*/ 1367790 w 1588770"/>
                      <a:gd name="connsiteY106" fmla="*/ 1196340 h 1604010"/>
                      <a:gd name="connsiteX107" fmla="*/ 1417320 w 1588770"/>
                      <a:gd name="connsiteY107" fmla="*/ 1146810 h 1604010"/>
                      <a:gd name="connsiteX108" fmla="*/ 1455420 w 1588770"/>
                      <a:gd name="connsiteY108" fmla="*/ 1146810 h 1604010"/>
                      <a:gd name="connsiteX109" fmla="*/ 1493520 w 1588770"/>
                      <a:gd name="connsiteY109" fmla="*/ 1143000 h 1604010"/>
                      <a:gd name="connsiteX110" fmla="*/ 1520190 w 1588770"/>
                      <a:gd name="connsiteY110" fmla="*/ 1097280 h 1604010"/>
                      <a:gd name="connsiteX111" fmla="*/ 1569720 w 1588770"/>
                      <a:gd name="connsiteY111" fmla="*/ 1089660 h 1604010"/>
                      <a:gd name="connsiteX112" fmla="*/ 1588770 w 1588770"/>
                      <a:gd name="connsiteY112" fmla="*/ 1059180 h 1604010"/>
                      <a:gd name="connsiteX113" fmla="*/ 1539240 w 1588770"/>
                      <a:gd name="connsiteY113" fmla="*/ 1043940 h 1604010"/>
                      <a:gd name="connsiteX114" fmla="*/ 1493520 w 1588770"/>
                      <a:gd name="connsiteY114" fmla="*/ 998220 h 1604010"/>
                      <a:gd name="connsiteX115" fmla="*/ 1482090 w 1588770"/>
                      <a:gd name="connsiteY115" fmla="*/ 967740 h 1604010"/>
                      <a:gd name="connsiteX116" fmla="*/ 1440180 w 1588770"/>
                      <a:gd name="connsiteY116" fmla="*/ 971550 h 1604010"/>
                      <a:gd name="connsiteX117" fmla="*/ 1390650 w 1588770"/>
                      <a:gd name="connsiteY117" fmla="*/ 967740 h 1604010"/>
                      <a:gd name="connsiteX118" fmla="*/ 1360170 w 1588770"/>
                      <a:gd name="connsiteY118" fmla="*/ 925830 h 1604010"/>
                      <a:gd name="connsiteX119" fmla="*/ 1344930 w 1588770"/>
                      <a:gd name="connsiteY119" fmla="*/ 891540 h 1604010"/>
                      <a:gd name="connsiteX120" fmla="*/ 1268730 w 1588770"/>
                      <a:gd name="connsiteY120" fmla="*/ 857250 h 1604010"/>
                      <a:gd name="connsiteX121" fmla="*/ 1230630 w 1588770"/>
                      <a:gd name="connsiteY121" fmla="*/ 864870 h 1604010"/>
                      <a:gd name="connsiteX122" fmla="*/ 1192530 w 1588770"/>
                      <a:gd name="connsiteY122" fmla="*/ 887730 h 1604010"/>
                      <a:gd name="connsiteX123" fmla="*/ 1165860 w 1588770"/>
                      <a:gd name="connsiteY123" fmla="*/ 864870 h 1604010"/>
                      <a:gd name="connsiteX124" fmla="*/ 1188720 w 1588770"/>
                      <a:gd name="connsiteY124" fmla="*/ 800100 h 1604010"/>
                      <a:gd name="connsiteX125" fmla="*/ 1162050 w 1588770"/>
                      <a:gd name="connsiteY125" fmla="*/ 788670 h 1604010"/>
                      <a:gd name="connsiteX126" fmla="*/ 1135380 w 1588770"/>
                      <a:gd name="connsiteY126" fmla="*/ 807720 h 1604010"/>
                      <a:gd name="connsiteX127" fmla="*/ 1055370 w 1588770"/>
                      <a:gd name="connsiteY127" fmla="*/ 762000 h 1604010"/>
                      <a:gd name="connsiteX128" fmla="*/ 1040130 w 1588770"/>
                      <a:gd name="connsiteY128" fmla="*/ 693420 h 1604010"/>
                      <a:gd name="connsiteX129" fmla="*/ 990600 w 1588770"/>
                      <a:gd name="connsiteY129" fmla="*/ 662940 h 1604010"/>
                      <a:gd name="connsiteX130" fmla="*/ 925830 w 1588770"/>
                      <a:gd name="connsiteY130" fmla="*/ 670560 h 1604010"/>
                      <a:gd name="connsiteX131" fmla="*/ 887730 w 1588770"/>
                      <a:gd name="connsiteY131" fmla="*/ 628650 h 1604010"/>
                      <a:gd name="connsiteX132" fmla="*/ 880110 w 1588770"/>
                      <a:gd name="connsiteY132" fmla="*/ 582930 h 1604010"/>
                      <a:gd name="connsiteX133" fmla="*/ 853440 w 1588770"/>
                      <a:gd name="connsiteY133" fmla="*/ 556260 h 1604010"/>
                      <a:gd name="connsiteX134" fmla="*/ 796290 w 1588770"/>
                      <a:gd name="connsiteY134" fmla="*/ 544830 h 1604010"/>
                      <a:gd name="connsiteX135" fmla="*/ 765810 w 1588770"/>
                      <a:gd name="connsiteY135" fmla="*/ 582930 h 1604010"/>
                      <a:gd name="connsiteX136" fmla="*/ 746760 w 1588770"/>
                      <a:gd name="connsiteY136" fmla="*/ 617220 h 1604010"/>
                      <a:gd name="connsiteX137" fmla="*/ 708660 w 1588770"/>
                      <a:gd name="connsiteY137" fmla="*/ 643890 h 1604010"/>
                      <a:gd name="connsiteX138" fmla="*/ 681990 w 1588770"/>
                      <a:gd name="connsiteY138" fmla="*/ 662940 h 1604010"/>
                      <a:gd name="connsiteX139" fmla="*/ 636270 w 1588770"/>
                      <a:gd name="connsiteY139" fmla="*/ 659130 h 1604010"/>
                      <a:gd name="connsiteX140" fmla="*/ 609600 w 1588770"/>
                      <a:gd name="connsiteY140" fmla="*/ 582930 h 1604010"/>
                      <a:gd name="connsiteX141" fmla="*/ 617220 w 1588770"/>
                      <a:gd name="connsiteY141" fmla="*/ 548640 h 1604010"/>
                      <a:gd name="connsiteX142" fmla="*/ 617220 w 1588770"/>
                      <a:gd name="connsiteY142" fmla="*/ 548640 h 1604010"/>
                      <a:gd name="connsiteX143" fmla="*/ 651510 w 1588770"/>
                      <a:gd name="connsiteY143" fmla="*/ 552450 h 1604010"/>
                      <a:gd name="connsiteX144" fmla="*/ 674370 w 1588770"/>
                      <a:gd name="connsiteY144" fmla="*/ 525780 h 1604010"/>
                      <a:gd name="connsiteX145" fmla="*/ 674370 w 1588770"/>
                      <a:gd name="connsiteY145" fmla="*/ 525780 h 1604010"/>
                      <a:gd name="connsiteX146" fmla="*/ 643890 w 1588770"/>
                      <a:gd name="connsiteY146" fmla="*/ 476250 h 1604010"/>
                      <a:gd name="connsiteX147" fmla="*/ 666750 w 1588770"/>
                      <a:gd name="connsiteY147" fmla="*/ 411480 h 1604010"/>
                      <a:gd name="connsiteX148" fmla="*/ 628650 w 1588770"/>
                      <a:gd name="connsiteY148" fmla="*/ 392430 h 1604010"/>
                      <a:gd name="connsiteX149" fmla="*/ 613410 w 1588770"/>
                      <a:gd name="connsiteY149" fmla="*/ 400050 h 1604010"/>
                      <a:gd name="connsiteX150" fmla="*/ 590550 w 1588770"/>
                      <a:gd name="connsiteY150" fmla="*/ 388620 h 1604010"/>
                      <a:gd name="connsiteX151" fmla="*/ 556260 w 1588770"/>
                      <a:gd name="connsiteY151" fmla="*/ 403860 h 1604010"/>
                      <a:gd name="connsiteX152" fmla="*/ 521970 w 1588770"/>
                      <a:gd name="connsiteY152" fmla="*/ 388620 h 1604010"/>
                      <a:gd name="connsiteX153" fmla="*/ 495300 w 1588770"/>
                      <a:gd name="connsiteY153" fmla="*/ 312420 h 1604010"/>
                      <a:gd name="connsiteX154" fmla="*/ 518160 w 1588770"/>
                      <a:gd name="connsiteY154" fmla="*/ 259080 h 1604010"/>
                      <a:gd name="connsiteX155" fmla="*/ 483870 w 1588770"/>
                      <a:gd name="connsiteY155" fmla="*/ 198120 h 1604010"/>
                      <a:gd name="connsiteX156" fmla="*/ 472440 w 1588770"/>
                      <a:gd name="connsiteY156" fmla="*/ 175260 h 1604010"/>
                      <a:gd name="connsiteX157" fmla="*/ 472440 w 1588770"/>
                      <a:gd name="connsiteY157" fmla="*/ 175260 h 1604010"/>
                      <a:gd name="connsiteX158" fmla="*/ 487680 w 1588770"/>
                      <a:gd name="connsiteY158" fmla="*/ 144780 h 1604010"/>
                      <a:gd name="connsiteX159" fmla="*/ 499110 w 1588770"/>
                      <a:gd name="connsiteY159" fmla="*/ 91440 h 1604010"/>
                      <a:gd name="connsiteX0" fmla="*/ 499110 w 1588770"/>
                      <a:gd name="connsiteY0" fmla="*/ 91440 h 1604010"/>
                      <a:gd name="connsiteX1" fmla="*/ 476250 w 1588770"/>
                      <a:gd name="connsiteY1" fmla="*/ 26670 h 1604010"/>
                      <a:gd name="connsiteX2" fmla="*/ 445770 w 1588770"/>
                      <a:gd name="connsiteY2" fmla="*/ 38100 h 1604010"/>
                      <a:gd name="connsiteX3" fmla="*/ 426720 w 1588770"/>
                      <a:gd name="connsiteY3" fmla="*/ 26670 h 1604010"/>
                      <a:gd name="connsiteX4" fmla="*/ 403860 w 1588770"/>
                      <a:gd name="connsiteY4" fmla="*/ 7620 h 1604010"/>
                      <a:gd name="connsiteX5" fmla="*/ 358140 w 1588770"/>
                      <a:gd name="connsiteY5" fmla="*/ 0 h 1604010"/>
                      <a:gd name="connsiteX6" fmla="*/ 304800 w 1588770"/>
                      <a:gd name="connsiteY6" fmla="*/ 34290 h 1604010"/>
                      <a:gd name="connsiteX7" fmla="*/ 293370 w 1588770"/>
                      <a:gd name="connsiteY7" fmla="*/ 72390 h 1604010"/>
                      <a:gd name="connsiteX8" fmla="*/ 316230 w 1588770"/>
                      <a:gd name="connsiteY8" fmla="*/ 99060 h 1604010"/>
                      <a:gd name="connsiteX9" fmla="*/ 335280 w 1588770"/>
                      <a:gd name="connsiteY9" fmla="*/ 140970 h 1604010"/>
                      <a:gd name="connsiteX10" fmla="*/ 335280 w 1588770"/>
                      <a:gd name="connsiteY10" fmla="*/ 182880 h 1604010"/>
                      <a:gd name="connsiteX11" fmla="*/ 320040 w 1588770"/>
                      <a:gd name="connsiteY11" fmla="*/ 232410 h 1604010"/>
                      <a:gd name="connsiteX12" fmla="*/ 297180 w 1588770"/>
                      <a:gd name="connsiteY12" fmla="*/ 236220 h 1604010"/>
                      <a:gd name="connsiteX13" fmla="*/ 255270 w 1588770"/>
                      <a:gd name="connsiteY13" fmla="*/ 281940 h 1604010"/>
                      <a:gd name="connsiteX14" fmla="*/ 228600 w 1588770"/>
                      <a:gd name="connsiteY14" fmla="*/ 335280 h 1604010"/>
                      <a:gd name="connsiteX15" fmla="*/ 228600 w 1588770"/>
                      <a:gd name="connsiteY15" fmla="*/ 377190 h 1604010"/>
                      <a:gd name="connsiteX16" fmla="*/ 220980 w 1588770"/>
                      <a:gd name="connsiteY16" fmla="*/ 430530 h 1604010"/>
                      <a:gd name="connsiteX17" fmla="*/ 205740 w 1588770"/>
                      <a:gd name="connsiteY17" fmla="*/ 461010 h 1604010"/>
                      <a:gd name="connsiteX18" fmla="*/ 205740 w 1588770"/>
                      <a:gd name="connsiteY18" fmla="*/ 499110 h 1604010"/>
                      <a:gd name="connsiteX19" fmla="*/ 182880 w 1588770"/>
                      <a:gd name="connsiteY19" fmla="*/ 525780 h 1604010"/>
                      <a:gd name="connsiteX20" fmla="*/ 152400 w 1588770"/>
                      <a:gd name="connsiteY20" fmla="*/ 563880 h 1604010"/>
                      <a:gd name="connsiteX21" fmla="*/ 129540 w 1588770"/>
                      <a:gd name="connsiteY21" fmla="*/ 582930 h 1604010"/>
                      <a:gd name="connsiteX22" fmla="*/ 91440 w 1588770"/>
                      <a:gd name="connsiteY22" fmla="*/ 609600 h 1604010"/>
                      <a:gd name="connsiteX23" fmla="*/ 72390 w 1588770"/>
                      <a:gd name="connsiteY23" fmla="*/ 666750 h 1604010"/>
                      <a:gd name="connsiteX24" fmla="*/ 99060 w 1588770"/>
                      <a:gd name="connsiteY24" fmla="*/ 689610 h 1604010"/>
                      <a:gd name="connsiteX25" fmla="*/ 72390 w 1588770"/>
                      <a:gd name="connsiteY25" fmla="*/ 754380 h 1604010"/>
                      <a:gd name="connsiteX26" fmla="*/ 91440 w 1588770"/>
                      <a:gd name="connsiteY26" fmla="*/ 777240 h 1604010"/>
                      <a:gd name="connsiteX27" fmla="*/ 83820 w 1588770"/>
                      <a:gd name="connsiteY27" fmla="*/ 807720 h 1604010"/>
                      <a:gd name="connsiteX28" fmla="*/ 80010 w 1588770"/>
                      <a:gd name="connsiteY28" fmla="*/ 845820 h 1604010"/>
                      <a:gd name="connsiteX29" fmla="*/ 80010 w 1588770"/>
                      <a:gd name="connsiteY29" fmla="*/ 845820 h 1604010"/>
                      <a:gd name="connsiteX30" fmla="*/ 57150 w 1588770"/>
                      <a:gd name="connsiteY30" fmla="*/ 887730 h 1604010"/>
                      <a:gd name="connsiteX31" fmla="*/ 99060 w 1588770"/>
                      <a:gd name="connsiteY31" fmla="*/ 876300 h 1604010"/>
                      <a:gd name="connsiteX32" fmla="*/ 133350 w 1588770"/>
                      <a:gd name="connsiteY32" fmla="*/ 876300 h 1604010"/>
                      <a:gd name="connsiteX33" fmla="*/ 121920 w 1588770"/>
                      <a:gd name="connsiteY33" fmla="*/ 948690 h 1604010"/>
                      <a:gd name="connsiteX34" fmla="*/ 133350 w 1588770"/>
                      <a:gd name="connsiteY34" fmla="*/ 971550 h 1604010"/>
                      <a:gd name="connsiteX35" fmla="*/ 99060 w 1588770"/>
                      <a:gd name="connsiteY35" fmla="*/ 979170 h 1604010"/>
                      <a:gd name="connsiteX36" fmla="*/ 99060 w 1588770"/>
                      <a:gd name="connsiteY36" fmla="*/ 1040130 h 1604010"/>
                      <a:gd name="connsiteX37" fmla="*/ 110490 w 1588770"/>
                      <a:gd name="connsiteY37" fmla="*/ 1078230 h 1604010"/>
                      <a:gd name="connsiteX38" fmla="*/ 87630 w 1588770"/>
                      <a:gd name="connsiteY38" fmla="*/ 1139190 h 1604010"/>
                      <a:gd name="connsiteX39" fmla="*/ 57150 w 1588770"/>
                      <a:gd name="connsiteY39" fmla="*/ 1162050 h 1604010"/>
                      <a:gd name="connsiteX40" fmla="*/ 45720 w 1588770"/>
                      <a:gd name="connsiteY40" fmla="*/ 1165860 h 1604010"/>
                      <a:gd name="connsiteX41" fmla="*/ 38100 w 1588770"/>
                      <a:gd name="connsiteY41" fmla="*/ 1169670 h 1604010"/>
                      <a:gd name="connsiteX42" fmla="*/ 0 w 1588770"/>
                      <a:gd name="connsiteY42" fmla="*/ 1215390 h 1604010"/>
                      <a:gd name="connsiteX43" fmla="*/ 0 w 1588770"/>
                      <a:gd name="connsiteY43" fmla="*/ 1287780 h 1604010"/>
                      <a:gd name="connsiteX44" fmla="*/ 83820 w 1588770"/>
                      <a:gd name="connsiteY44" fmla="*/ 1295400 h 1604010"/>
                      <a:gd name="connsiteX45" fmla="*/ 114300 w 1588770"/>
                      <a:gd name="connsiteY45" fmla="*/ 1234440 h 1604010"/>
                      <a:gd name="connsiteX46" fmla="*/ 152400 w 1588770"/>
                      <a:gd name="connsiteY46" fmla="*/ 1215390 h 1604010"/>
                      <a:gd name="connsiteX47" fmla="*/ 152400 w 1588770"/>
                      <a:gd name="connsiteY47" fmla="*/ 1215390 h 1604010"/>
                      <a:gd name="connsiteX48" fmla="*/ 171450 w 1588770"/>
                      <a:gd name="connsiteY48" fmla="*/ 1150620 h 1604010"/>
                      <a:gd name="connsiteX49" fmla="*/ 205740 w 1588770"/>
                      <a:gd name="connsiteY49" fmla="*/ 1101090 h 1604010"/>
                      <a:gd name="connsiteX50" fmla="*/ 247650 w 1588770"/>
                      <a:gd name="connsiteY50" fmla="*/ 1047750 h 1604010"/>
                      <a:gd name="connsiteX51" fmla="*/ 270510 w 1588770"/>
                      <a:gd name="connsiteY51" fmla="*/ 1093470 h 1604010"/>
                      <a:gd name="connsiteX52" fmla="*/ 323850 w 1588770"/>
                      <a:gd name="connsiteY52" fmla="*/ 1093470 h 1604010"/>
                      <a:gd name="connsiteX53" fmla="*/ 342900 w 1588770"/>
                      <a:gd name="connsiteY53" fmla="*/ 1093470 h 1604010"/>
                      <a:gd name="connsiteX54" fmla="*/ 381000 w 1588770"/>
                      <a:gd name="connsiteY54" fmla="*/ 1150620 h 1604010"/>
                      <a:gd name="connsiteX55" fmla="*/ 342900 w 1588770"/>
                      <a:gd name="connsiteY55" fmla="*/ 1181100 h 1604010"/>
                      <a:gd name="connsiteX56" fmla="*/ 300990 w 1588770"/>
                      <a:gd name="connsiteY56" fmla="*/ 1219200 h 1604010"/>
                      <a:gd name="connsiteX57" fmla="*/ 314325 w 1588770"/>
                      <a:gd name="connsiteY57" fmla="*/ 1253490 h 1604010"/>
                      <a:gd name="connsiteX58" fmla="*/ 276225 w 1588770"/>
                      <a:gd name="connsiteY58" fmla="*/ 1266825 h 1604010"/>
                      <a:gd name="connsiteX59" fmla="*/ 285750 w 1588770"/>
                      <a:gd name="connsiteY59" fmla="*/ 1291590 h 1604010"/>
                      <a:gd name="connsiteX60" fmla="*/ 339090 w 1588770"/>
                      <a:gd name="connsiteY60" fmla="*/ 1303020 h 1604010"/>
                      <a:gd name="connsiteX61" fmla="*/ 358140 w 1588770"/>
                      <a:gd name="connsiteY61" fmla="*/ 1344930 h 1604010"/>
                      <a:gd name="connsiteX62" fmla="*/ 407670 w 1588770"/>
                      <a:gd name="connsiteY62" fmla="*/ 1325880 h 1604010"/>
                      <a:gd name="connsiteX63" fmla="*/ 464820 w 1588770"/>
                      <a:gd name="connsiteY63" fmla="*/ 1306830 h 1604010"/>
                      <a:gd name="connsiteX64" fmla="*/ 521970 w 1588770"/>
                      <a:gd name="connsiteY64" fmla="*/ 1337310 h 1604010"/>
                      <a:gd name="connsiteX65" fmla="*/ 544830 w 1588770"/>
                      <a:gd name="connsiteY65" fmla="*/ 1390650 h 1604010"/>
                      <a:gd name="connsiteX66" fmla="*/ 560070 w 1588770"/>
                      <a:gd name="connsiteY66" fmla="*/ 1440180 h 1604010"/>
                      <a:gd name="connsiteX67" fmla="*/ 560070 w 1588770"/>
                      <a:gd name="connsiteY67" fmla="*/ 1440180 h 1604010"/>
                      <a:gd name="connsiteX68" fmla="*/ 525780 w 1588770"/>
                      <a:gd name="connsiteY68" fmla="*/ 1474470 h 1604010"/>
                      <a:gd name="connsiteX69" fmla="*/ 483870 w 1588770"/>
                      <a:gd name="connsiteY69" fmla="*/ 1474470 h 1604010"/>
                      <a:gd name="connsiteX70" fmla="*/ 483870 w 1588770"/>
                      <a:gd name="connsiteY70" fmla="*/ 1474470 h 1604010"/>
                      <a:gd name="connsiteX71" fmla="*/ 487680 w 1588770"/>
                      <a:gd name="connsiteY71" fmla="*/ 1516380 h 1604010"/>
                      <a:gd name="connsiteX72" fmla="*/ 514350 w 1588770"/>
                      <a:gd name="connsiteY72" fmla="*/ 1543050 h 1604010"/>
                      <a:gd name="connsiteX73" fmla="*/ 548640 w 1588770"/>
                      <a:gd name="connsiteY73" fmla="*/ 1573530 h 1604010"/>
                      <a:gd name="connsiteX74" fmla="*/ 548640 w 1588770"/>
                      <a:gd name="connsiteY74" fmla="*/ 1573530 h 1604010"/>
                      <a:gd name="connsiteX75" fmla="*/ 598170 w 1588770"/>
                      <a:gd name="connsiteY75" fmla="*/ 1604010 h 1604010"/>
                      <a:gd name="connsiteX76" fmla="*/ 647700 w 1588770"/>
                      <a:gd name="connsiteY76" fmla="*/ 1577340 h 1604010"/>
                      <a:gd name="connsiteX77" fmla="*/ 674370 w 1588770"/>
                      <a:gd name="connsiteY77" fmla="*/ 1543050 h 1604010"/>
                      <a:gd name="connsiteX78" fmla="*/ 731520 w 1588770"/>
                      <a:gd name="connsiteY78" fmla="*/ 1554480 h 1604010"/>
                      <a:gd name="connsiteX79" fmla="*/ 731520 w 1588770"/>
                      <a:gd name="connsiteY79" fmla="*/ 1554480 h 1604010"/>
                      <a:gd name="connsiteX80" fmla="*/ 784860 w 1588770"/>
                      <a:gd name="connsiteY80" fmla="*/ 1516380 h 1604010"/>
                      <a:gd name="connsiteX81" fmla="*/ 819150 w 1588770"/>
                      <a:gd name="connsiteY81" fmla="*/ 1531620 h 1604010"/>
                      <a:gd name="connsiteX82" fmla="*/ 864870 w 1588770"/>
                      <a:gd name="connsiteY82" fmla="*/ 1543050 h 1604010"/>
                      <a:gd name="connsiteX83" fmla="*/ 895350 w 1588770"/>
                      <a:gd name="connsiteY83" fmla="*/ 1516380 h 1604010"/>
                      <a:gd name="connsiteX84" fmla="*/ 956310 w 1588770"/>
                      <a:gd name="connsiteY84" fmla="*/ 1508760 h 1604010"/>
                      <a:gd name="connsiteX85" fmla="*/ 986790 w 1588770"/>
                      <a:gd name="connsiteY85" fmla="*/ 1527810 h 1604010"/>
                      <a:gd name="connsiteX86" fmla="*/ 1009650 w 1588770"/>
                      <a:gd name="connsiteY86" fmla="*/ 1550670 h 1604010"/>
                      <a:gd name="connsiteX87" fmla="*/ 1040130 w 1588770"/>
                      <a:gd name="connsiteY87" fmla="*/ 1565910 h 1604010"/>
                      <a:gd name="connsiteX88" fmla="*/ 1051560 w 1588770"/>
                      <a:gd name="connsiteY88" fmla="*/ 1535430 h 1604010"/>
                      <a:gd name="connsiteX89" fmla="*/ 1059180 w 1588770"/>
                      <a:gd name="connsiteY89" fmla="*/ 1493520 h 1604010"/>
                      <a:gd name="connsiteX90" fmla="*/ 1135380 w 1588770"/>
                      <a:gd name="connsiteY90" fmla="*/ 1466850 h 1604010"/>
                      <a:gd name="connsiteX91" fmla="*/ 1165860 w 1588770"/>
                      <a:gd name="connsiteY91" fmla="*/ 1474470 h 1604010"/>
                      <a:gd name="connsiteX92" fmla="*/ 1203960 w 1588770"/>
                      <a:gd name="connsiteY92" fmla="*/ 1497330 h 1604010"/>
                      <a:gd name="connsiteX93" fmla="*/ 1238250 w 1588770"/>
                      <a:gd name="connsiteY93" fmla="*/ 1478280 h 1604010"/>
                      <a:gd name="connsiteX94" fmla="*/ 1203960 w 1588770"/>
                      <a:gd name="connsiteY94" fmla="*/ 1432560 h 1604010"/>
                      <a:gd name="connsiteX95" fmla="*/ 1203960 w 1588770"/>
                      <a:gd name="connsiteY95" fmla="*/ 1432560 h 1604010"/>
                      <a:gd name="connsiteX96" fmla="*/ 1177290 w 1588770"/>
                      <a:gd name="connsiteY96" fmla="*/ 1398270 h 1604010"/>
                      <a:gd name="connsiteX97" fmla="*/ 1150620 w 1588770"/>
                      <a:gd name="connsiteY97" fmla="*/ 1360170 h 1604010"/>
                      <a:gd name="connsiteX98" fmla="*/ 1150620 w 1588770"/>
                      <a:gd name="connsiteY98" fmla="*/ 1360170 h 1604010"/>
                      <a:gd name="connsiteX99" fmla="*/ 1188720 w 1588770"/>
                      <a:gd name="connsiteY99" fmla="*/ 1318260 h 1604010"/>
                      <a:gd name="connsiteX100" fmla="*/ 1200150 w 1588770"/>
                      <a:gd name="connsiteY100" fmla="*/ 1280160 h 1604010"/>
                      <a:gd name="connsiteX101" fmla="*/ 1238250 w 1588770"/>
                      <a:gd name="connsiteY101" fmla="*/ 1245870 h 1604010"/>
                      <a:gd name="connsiteX102" fmla="*/ 1276350 w 1588770"/>
                      <a:gd name="connsiteY102" fmla="*/ 1245870 h 1604010"/>
                      <a:gd name="connsiteX103" fmla="*/ 1299210 w 1588770"/>
                      <a:gd name="connsiteY103" fmla="*/ 1287780 h 1604010"/>
                      <a:gd name="connsiteX104" fmla="*/ 1299210 w 1588770"/>
                      <a:gd name="connsiteY104" fmla="*/ 1287780 h 1604010"/>
                      <a:gd name="connsiteX105" fmla="*/ 1344930 w 1588770"/>
                      <a:gd name="connsiteY105" fmla="*/ 1264920 h 1604010"/>
                      <a:gd name="connsiteX106" fmla="*/ 1367790 w 1588770"/>
                      <a:gd name="connsiteY106" fmla="*/ 1196340 h 1604010"/>
                      <a:gd name="connsiteX107" fmla="*/ 1417320 w 1588770"/>
                      <a:gd name="connsiteY107" fmla="*/ 1146810 h 1604010"/>
                      <a:gd name="connsiteX108" fmla="*/ 1455420 w 1588770"/>
                      <a:gd name="connsiteY108" fmla="*/ 1146810 h 1604010"/>
                      <a:gd name="connsiteX109" fmla="*/ 1493520 w 1588770"/>
                      <a:gd name="connsiteY109" fmla="*/ 1143000 h 1604010"/>
                      <a:gd name="connsiteX110" fmla="*/ 1520190 w 1588770"/>
                      <a:gd name="connsiteY110" fmla="*/ 1097280 h 1604010"/>
                      <a:gd name="connsiteX111" fmla="*/ 1569720 w 1588770"/>
                      <a:gd name="connsiteY111" fmla="*/ 1089660 h 1604010"/>
                      <a:gd name="connsiteX112" fmla="*/ 1588770 w 1588770"/>
                      <a:gd name="connsiteY112" fmla="*/ 1059180 h 1604010"/>
                      <a:gd name="connsiteX113" fmla="*/ 1539240 w 1588770"/>
                      <a:gd name="connsiteY113" fmla="*/ 1043940 h 1604010"/>
                      <a:gd name="connsiteX114" fmla="*/ 1493520 w 1588770"/>
                      <a:gd name="connsiteY114" fmla="*/ 998220 h 1604010"/>
                      <a:gd name="connsiteX115" fmla="*/ 1482090 w 1588770"/>
                      <a:gd name="connsiteY115" fmla="*/ 967740 h 1604010"/>
                      <a:gd name="connsiteX116" fmla="*/ 1440180 w 1588770"/>
                      <a:gd name="connsiteY116" fmla="*/ 971550 h 1604010"/>
                      <a:gd name="connsiteX117" fmla="*/ 1390650 w 1588770"/>
                      <a:gd name="connsiteY117" fmla="*/ 967740 h 1604010"/>
                      <a:gd name="connsiteX118" fmla="*/ 1360170 w 1588770"/>
                      <a:gd name="connsiteY118" fmla="*/ 925830 h 1604010"/>
                      <a:gd name="connsiteX119" fmla="*/ 1344930 w 1588770"/>
                      <a:gd name="connsiteY119" fmla="*/ 891540 h 1604010"/>
                      <a:gd name="connsiteX120" fmla="*/ 1268730 w 1588770"/>
                      <a:gd name="connsiteY120" fmla="*/ 857250 h 1604010"/>
                      <a:gd name="connsiteX121" fmla="*/ 1230630 w 1588770"/>
                      <a:gd name="connsiteY121" fmla="*/ 864870 h 1604010"/>
                      <a:gd name="connsiteX122" fmla="*/ 1192530 w 1588770"/>
                      <a:gd name="connsiteY122" fmla="*/ 887730 h 1604010"/>
                      <a:gd name="connsiteX123" fmla="*/ 1165860 w 1588770"/>
                      <a:gd name="connsiteY123" fmla="*/ 864870 h 1604010"/>
                      <a:gd name="connsiteX124" fmla="*/ 1188720 w 1588770"/>
                      <a:gd name="connsiteY124" fmla="*/ 800100 h 1604010"/>
                      <a:gd name="connsiteX125" fmla="*/ 1162050 w 1588770"/>
                      <a:gd name="connsiteY125" fmla="*/ 788670 h 1604010"/>
                      <a:gd name="connsiteX126" fmla="*/ 1135380 w 1588770"/>
                      <a:gd name="connsiteY126" fmla="*/ 807720 h 1604010"/>
                      <a:gd name="connsiteX127" fmla="*/ 1055370 w 1588770"/>
                      <a:gd name="connsiteY127" fmla="*/ 762000 h 1604010"/>
                      <a:gd name="connsiteX128" fmla="*/ 1040130 w 1588770"/>
                      <a:gd name="connsiteY128" fmla="*/ 693420 h 1604010"/>
                      <a:gd name="connsiteX129" fmla="*/ 990600 w 1588770"/>
                      <a:gd name="connsiteY129" fmla="*/ 662940 h 1604010"/>
                      <a:gd name="connsiteX130" fmla="*/ 925830 w 1588770"/>
                      <a:gd name="connsiteY130" fmla="*/ 670560 h 1604010"/>
                      <a:gd name="connsiteX131" fmla="*/ 887730 w 1588770"/>
                      <a:gd name="connsiteY131" fmla="*/ 628650 h 1604010"/>
                      <a:gd name="connsiteX132" fmla="*/ 880110 w 1588770"/>
                      <a:gd name="connsiteY132" fmla="*/ 582930 h 1604010"/>
                      <a:gd name="connsiteX133" fmla="*/ 853440 w 1588770"/>
                      <a:gd name="connsiteY133" fmla="*/ 556260 h 1604010"/>
                      <a:gd name="connsiteX134" fmla="*/ 796290 w 1588770"/>
                      <a:gd name="connsiteY134" fmla="*/ 544830 h 1604010"/>
                      <a:gd name="connsiteX135" fmla="*/ 765810 w 1588770"/>
                      <a:gd name="connsiteY135" fmla="*/ 582930 h 1604010"/>
                      <a:gd name="connsiteX136" fmla="*/ 746760 w 1588770"/>
                      <a:gd name="connsiteY136" fmla="*/ 617220 h 1604010"/>
                      <a:gd name="connsiteX137" fmla="*/ 708660 w 1588770"/>
                      <a:gd name="connsiteY137" fmla="*/ 643890 h 1604010"/>
                      <a:gd name="connsiteX138" fmla="*/ 681990 w 1588770"/>
                      <a:gd name="connsiteY138" fmla="*/ 662940 h 1604010"/>
                      <a:gd name="connsiteX139" fmla="*/ 636270 w 1588770"/>
                      <a:gd name="connsiteY139" fmla="*/ 659130 h 1604010"/>
                      <a:gd name="connsiteX140" fmla="*/ 609600 w 1588770"/>
                      <a:gd name="connsiteY140" fmla="*/ 582930 h 1604010"/>
                      <a:gd name="connsiteX141" fmla="*/ 617220 w 1588770"/>
                      <a:gd name="connsiteY141" fmla="*/ 548640 h 1604010"/>
                      <a:gd name="connsiteX142" fmla="*/ 617220 w 1588770"/>
                      <a:gd name="connsiteY142" fmla="*/ 548640 h 1604010"/>
                      <a:gd name="connsiteX143" fmla="*/ 651510 w 1588770"/>
                      <a:gd name="connsiteY143" fmla="*/ 552450 h 1604010"/>
                      <a:gd name="connsiteX144" fmla="*/ 674370 w 1588770"/>
                      <a:gd name="connsiteY144" fmla="*/ 525780 h 1604010"/>
                      <a:gd name="connsiteX145" fmla="*/ 674370 w 1588770"/>
                      <a:gd name="connsiteY145" fmla="*/ 525780 h 1604010"/>
                      <a:gd name="connsiteX146" fmla="*/ 643890 w 1588770"/>
                      <a:gd name="connsiteY146" fmla="*/ 476250 h 1604010"/>
                      <a:gd name="connsiteX147" fmla="*/ 666750 w 1588770"/>
                      <a:gd name="connsiteY147" fmla="*/ 411480 h 1604010"/>
                      <a:gd name="connsiteX148" fmla="*/ 628650 w 1588770"/>
                      <a:gd name="connsiteY148" fmla="*/ 392430 h 1604010"/>
                      <a:gd name="connsiteX149" fmla="*/ 613410 w 1588770"/>
                      <a:gd name="connsiteY149" fmla="*/ 400050 h 1604010"/>
                      <a:gd name="connsiteX150" fmla="*/ 590550 w 1588770"/>
                      <a:gd name="connsiteY150" fmla="*/ 388620 h 1604010"/>
                      <a:gd name="connsiteX151" fmla="*/ 556260 w 1588770"/>
                      <a:gd name="connsiteY151" fmla="*/ 403860 h 1604010"/>
                      <a:gd name="connsiteX152" fmla="*/ 521970 w 1588770"/>
                      <a:gd name="connsiteY152" fmla="*/ 388620 h 1604010"/>
                      <a:gd name="connsiteX153" fmla="*/ 495300 w 1588770"/>
                      <a:gd name="connsiteY153" fmla="*/ 312420 h 1604010"/>
                      <a:gd name="connsiteX154" fmla="*/ 518160 w 1588770"/>
                      <a:gd name="connsiteY154" fmla="*/ 259080 h 1604010"/>
                      <a:gd name="connsiteX155" fmla="*/ 483870 w 1588770"/>
                      <a:gd name="connsiteY155" fmla="*/ 198120 h 1604010"/>
                      <a:gd name="connsiteX156" fmla="*/ 472440 w 1588770"/>
                      <a:gd name="connsiteY156" fmla="*/ 175260 h 1604010"/>
                      <a:gd name="connsiteX157" fmla="*/ 472440 w 1588770"/>
                      <a:gd name="connsiteY157" fmla="*/ 175260 h 1604010"/>
                      <a:gd name="connsiteX158" fmla="*/ 487680 w 1588770"/>
                      <a:gd name="connsiteY158" fmla="*/ 144780 h 1604010"/>
                      <a:gd name="connsiteX159" fmla="*/ 499110 w 1588770"/>
                      <a:gd name="connsiteY159" fmla="*/ 91440 h 1604010"/>
                      <a:gd name="connsiteX0" fmla="*/ 499110 w 1588770"/>
                      <a:gd name="connsiteY0" fmla="*/ 91440 h 1604010"/>
                      <a:gd name="connsiteX1" fmla="*/ 476250 w 1588770"/>
                      <a:gd name="connsiteY1" fmla="*/ 26670 h 1604010"/>
                      <a:gd name="connsiteX2" fmla="*/ 445770 w 1588770"/>
                      <a:gd name="connsiteY2" fmla="*/ 38100 h 1604010"/>
                      <a:gd name="connsiteX3" fmla="*/ 426720 w 1588770"/>
                      <a:gd name="connsiteY3" fmla="*/ 26670 h 1604010"/>
                      <a:gd name="connsiteX4" fmla="*/ 403860 w 1588770"/>
                      <a:gd name="connsiteY4" fmla="*/ 7620 h 1604010"/>
                      <a:gd name="connsiteX5" fmla="*/ 358140 w 1588770"/>
                      <a:gd name="connsiteY5" fmla="*/ 0 h 1604010"/>
                      <a:gd name="connsiteX6" fmla="*/ 304800 w 1588770"/>
                      <a:gd name="connsiteY6" fmla="*/ 34290 h 1604010"/>
                      <a:gd name="connsiteX7" fmla="*/ 293370 w 1588770"/>
                      <a:gd name="connsiteY7" fmla="*/ 72390 h 1604010"/>
                      <a:gd name="connsiteX8" fmla="*/ 316230 w 1588770"/>
                      <a:gd name="connsiteY8" fmla="*/ 99060 h 1604010"/>
                      <a:gd name="connsiteX9" fmla="*/ 335280 w 1588770"/>
                      <a:gd name="connsiteY9" fmla="*/ 140970 h 1604010"/>
                      <a:gd name="connsiteX10" fmla="*/ 335280 w 1588770"/>
                      <a:gd name="connsiteY10" fmla="*/ 182880 h 1604010"/>
                      <a:gd name="connsiteX11" fmla="*/ 320040 w 1588770"/>
                      <a:gd name="connsiteY11" fmla="*/ 232410 h 1604010"/>
                      <a:gd name="connsiteX12" fmla="*/ 297180 w 1588770"/>
                      <a:gd name="connsiteY12" fmla="*/ 236220 h 1604010"/>
                      <a:gd name="connsiteX13" fmla="*/ 255270 w 1588770"/>
                      <a:gd name="connsiteY13" fmla="*/ 281940 h 1604010"/>
                      <a:gd name="connsiteX14" fmla="*/ 228600 w 1588770"/>
                      <a:gd name="connsiteY14" fmla="*/ 335280 h 1604010"/>
                      <a:gd name="connsiteX15" fmla="*/ 228600 w 1588770"/>
                      <a:gd name="connsiteY15" fmla="*/ 377190 h 1604010"/>
                      <a:gd name="connsiteX16" fmla="*/ 220980 w 1588770"/>
                      <a:gd name="connsiteY16" fmla="*/ 430530 h 1604010"/>
                      <a:gd name="connsiteX17" fmla="*/ 205740 w 1588770"/>
                      <a:gd name="connsiteY17" fmla="*/ 461010 h 1604010"/>
                      <a:gd name="connsiteX18" fmla="*/ 205740 w 1588770"/>
                      <a:gd name="connsiteY18" fmla="*/ 499110 h 1604010"/>
                      <a:gd name="connsiteX19" fmla="*/ 182880 w 1588770"/>
                      <a:gd name="connsiteY19" fmla="*/ 525780 h 1604010"/>
                      <a:gd name="connsiteX20" fmla="*/ 152400 w 1588770"/>
                      <a:gd name="connsiteY20" fmla="*/ 563880 h 1604010"/>
                      <a:gd name="connsiteX21" fmla="*/ 129540 w 1588770"/>
                      <a:gd name="connsiteY21" fmla="*/ 582930 h 1604010"/>
                      <a:gd name="connsiteX22" fmla="*/ 91440 w 1588770"/>
                      <a:gd name="connsiteY22" fmla="*/ 609600 h 1604010"/>
                      <a:gd name="connsiteX23" fmla="*/ 72390 w 1588770"/>
                      <a:gd name="connsiteY23" fmla="*/ 666750 h 1604010"/>
                      <a:gd name="connsiteX24" fmla="*/ 99060 w 1588770"/>
                      <a:gd name="connsiteY24" fmla="*/ 689610 h 1604010"/>
                      <a:gd name="connsiteX25" fmla="*/ 72390 w 1588770"/>
                      <a:gd name="connsiteY25" fmla="*/ 754380 h 1604010"/>
                      <a:gd name="connsiteX26" fmla="*/ 91440 w 1588770"/>
                      <a:gd name="connsiteY26" fmla="*/ 777240 h 1604010"/>
                      <a:gd name="connsiteX27" fmla="*/ 83820 w 1588770"/>
                      <a:gd name="connsiteY27" fmla="*/ 807720 h 1604010"/>
                      <a:gd name="connsiteX28" fmla="*/ 80010 w 1588770"/>
                      <a:gd name="connsiteY28" fmla="*/ 845820 h 1604010"/>
                      <a:gd name="connsiteX29" fmla="*/ 80010 w 1588770"/>
                      <a:gd name="connsiteY29" fmla="*/ 845820 h 1604010"/>
                      <a:gd name="connsiteX30" fmla="*/ 57150 w 1588770"/>
                      <a:gd name="connsiteY30" fmla="*/ 887730 h 1604010"/>
                      <a:gd name="connsiteX31" fmla="*/ 99060 w 1588770"/>
                      <a:gd name="connsiteY31" fmla="*/ 876300 h 1604010"/>
                      <a:gd name="connsiteX32" fmla="*/ 133350 w 1588770"/>
                      <a:gd name="connsiteY32" fmla="*/ 876300 h 1604010"/>
                      <a:gd name="connsiteX33" fmla="*/ 121920 w 1588770"/>
                      <a:gd name="connsiteY33" fmla="*/ 948690 h 1604010"/>
                      <a:gd name="connsiteX34" fmla="*/ 133350 w 1588770"/>
                      <a:gd name="connsiteY34" fmla="*/ 971550 h 1604010"/>
                      <a:gd name="connsiteX35" fmla="*/ 99060 w 1588770"/>
                      <a:gd name="connsiteY35" fmla="*/ 979170 h 1604010"/>
                      <a:gd name="connsiteX36" fmla="*/ 99060 w 1588770"/>
                      <a:gd name="connsiteY36" fmla="*/ 1040130 h 1604010"/>
                      <a:gd name="connsiteX37" fmla="*/ 110490 w 1588770"/>
                      <a:gd name="connsiteY37" fmla="*/ 1078230 h 1604010"/>
                      <a:gd name="connsiteX38" fmla="*/ 87630 w 1588770"/>
                      <a:gd name="connsiteY38" fmla="*/ 1139190 h 1604010"/>
                      <a:gd name="connsiteX39" fmla="*/ 57150 w 1588770"/>
                      <a:gd name="connsiteY39" fmla="*/ 1162050 h 1604010"/>
                      <a:gd name="connsiteX40" fmla="*/ 45720 w 1588770"/>
                      <a:gd name="connsiteY40" fmla="*/ 1165860 h 1604010"/>
                      <a:gd name="connsiteX41" fmla="*/ 38100 w 1588770"/>
                      <a:gd name="connsiteY41" fmla="*/ 1169670 h 1604010"/>
                      <a:gd name="connsiteX42" fmla="*/ 0 w 1588770"/>
                      <a:gd name="connsiteY42" fmla="*/ 1215390 h 1604010"/>
                      <a:gd name="connsiteX43" fmla="*/ 0 w 1588770"/>
                      <a:gd name="connsiteY43" fmla="*/ 1287780 h 1604010"/>
                      <a:gd name="connsiteX44" fmla="*/ 83820 w 1588770"/>
                      <a:gd name="connsiteY44" fmla="*/ 1295400 h 1604010"/>
                      <a:gd name="connsiteX45" fmla="*/ 114300 w 1588770"/>
                      <a:gd name="connsiteY45" fmla="*/ 1234440 h 1604010"/>
                      <a:gd name="connsiteX46" fmla="*/ 152400 w 1588770"/>
                      <a:gd name="connsiteY46" fmla="*/ 1215390 h 1604010"/>
                      <a:gd name="connsiteX47" fmla="*/ 152400 w 1588770"/>
                      <a:gd name="connsiteY47" fmla="*/ 1215390 h 1604010"/>
                      <a:gd name="connsiteX48" fmla="*/ 171450 w 1588770"/>
                      <a:gd name="connsiteY48" fmla="*/ 1150620 h 1604010"/>
                      <a:gd name="connsiteX49" fmla="*/ 205740 w 1588770"/>
                      <a:gd name="connsiteY49" fmla="*/ 1101090 h 1604010"/>
                      <a:gd name="connsiteX50" fmla="*/ 247650 w 1588770"/>
                      <a:gd name="connsiteY50" fmla="*/ 1047750 h 1604010"/>
                      <a:gd name="connsiteX51" fmla="*/ 270510 w 1588770"/>
                      <a:gd name="connsiteY51" fmla="*/ 1093470 h 1604010"/>
                      <a:gd name="connsiteX52" fmla="*/ 323850 w 1588770"/>
                      <a:gd name="connsiteY52" fmla="*/ 1093470 h 1604010"/>
                      <a:gd name="connsiteX53" fmla="*/ 342900 w 1588770"/>
                      <a:gd name="connsiteY53" fmla="*/ 1093470 h 1604010"/>
                      <a:gd name="connsiteX54" fmla="*/ 381000 w 1588770"/>
                      <a:gd name="connsiteY54" fmla="*/ 1150620 h 1604010"/>
                      <a:gd name="connsiteX55" fmla="*/ 342900 w 1588770"/>
                      <a:gd name="connsiteY55" fmla="*/ 1181100 h 1604010"/>
                      <a:gd name="connsiteX56" fmla="*/ 320040 w 1588770"/>
                      <a:gd name="connsiteY56" fmla="*/ 1211580 h 1604010"/>
                      <a:gd name="connsiteX57" fmla="*/ 314325 w 1588770"/>
                      <a:gd name="connsiteY57" fmla="*/ 1253490 h 1604010"/>
                      <a:gd name="connsiteX58" fmla="*/ 276225 w 1588770"/>
                      <a:gd name="connsiteY58" fmla="*/ 1266825 h 1604010"/>
                      <a:gd name="connsiteX59" fmla="*/ 285750 w 1588770"/>
                      <a:gd name="connsiteY59" fmla="*/ 1291590 h 1604010"/>
                      <a:gd name="connsiteX60" fmla="*/ 339090 w 1588770"/>
                      <a:gd name="connsiteY60" fmla="*/ 1303020 h 1604010"/>
                      <a:gd name="connsiteX61" fmla="*/ 358140 w 1588770"/>
                      <a:gd name="connsiteY61" fmla="*/ 1344930 h 1604010"/>
                      <a:gd name="connsiteX62" fmla="*/ 407670 w 1588770"/>
                      <a:gd name="connsiteY62" fmla="*/ 1325880 h 1604010"/>
                      <a:gd name="connsiteX63" fmla="*/ 464820 w 1588770"/>
                      <a:gd name="connsiteY63" fmla="*/ 1306830 h 1604010"/>
                      <a:gd name="connsiteX64" fmla="*/ 521970 w 1588770"/>
                      <a:gd name="connsiteY64" fmla="*/ 1337310 h 1604010"/>
                      <a:gd name="connsiteX65" fmla="*/ 544830 w 1588770"/>
                      <a:gd name="connsiteY65" fmla="*/ 1390650 h 1604010"/>
                      <a:gd name="connsiteX66" fmla="*/ 560070 w 1588770"/>
                      <a:gd name="connsiteY66" fmla="*/ 1440180 h 1604010"/>
                      <a:gd name="connsiteX67" fmla="*/ 560070 w 1588770"/>
                      <a:gd name="connsiteY67" fmla="*/ 1440180 h 1604010"/>
                      <a:gd name="connsiteX68" fmla="*/ 525780 w 1588770"/>
                      <a:gd name="connsiteY68" fmla="*/ 1474470 h 1604010"/>
                      <a:gd name="connsiteX69" fmla="*/ 483870 w 1588770"/>
                      <a:gd name="connsiteY69" fmla="*/ 1474470 h 1604010"/>
                      <a:gd name="connsiteX70" fmla="*/ 483870 w 1588770"/>
                      <a:gd name="connsiteY70" fmla="*/ 1474470 h 1604010"/>
                      <a:gd name="connsiteX71" fmla="*/ 487680 w 1588770"/>
                      <a:gd name="connsiteY71" fmla="*/ 1516380 h 1604010"/>
                      <a:gd name="connsiteX72" fmla="*/ 514350 w 1588770"/>
                      <a:gd name="connsiteY72" fmla="*/ 1543050 h 1604010"/>
                      <a:gd name="connsiteX73" fmla="*/ 548640 w 1588770"/>
                      <a:gd name="connsiteY73" fmla="*/ 1573530 h 1604010"/>
                      <a:gd name="connsiteX74" fmla="*/ 548640 w 1588770"/>
                      <a:gd name="connsiteY74" fmla="*/ 1573530 h 1604010"/>
                      <a:gd name="connsiteX75" fmla="*/ 598170 w 1588770"/>
                      <a:gd name="connsiteY75" fmla="*/ 1604010 h 1604010"/>
                      <a:gd name="connsiteX76" fmla="*/ 647700 w 1588770"/>
                      <a:gd name="connsiteY76" fmla="*/ 1577340 h 1604010"/>
                      <a:gd name="connsiteX77" fmla="*/ 674370 w 1588770"/>
                      <a:gd name="connsiteY77" fmla="*/ 1543050 h 1604010"/>
                      <a:gd name="connsiteX78" fmla="*/ 731520 w 1588770"/>
                      <a:gd name="connsiteY78" fmla="*/ 1554480 h 1604010"/>
                      <a:gd name="connsiteX79" fmla="*/ 731520 w 1588770"/>
                      <a:gd name="connsiteY79" fmla="*/ 1554480 h 1604010"/>
                      <a:gd name="connsiteX80" fmla="*/ 784860 w 1588770"/>
                      <a:gd name="connsiteY80" fmla="*/ 1516380 h 1604010"/>
                      <a:gd name="connsiteX81" fmla="*/ 819150 w 1588770"/>
                      <a:gd name="connsiteY81" fmla="*/ 1531620 h 1604010"/>
                      <a:gd name="connsiteX82" fmla="*/ 864870 w 1588770"/>
                      <a:gd name="connsiteY82" fmla="*/ 1543050 h 1604010"/>
                      <a:gd name="connsiteX83" fmla="*/ 895350 w 1588770"/>
                      <a:gd name="connsiteY83" fmla="*/ 1516380 h 1604010"/>
                      <a:gd name="connsiteX84" fmla="*/ 956310 w 1588770"/>
                      <a:gd name="connsiteY84" fmla="*/ 1508760 h 1604010"/>
                      <a:gd name="connsiteX85" fmla="*/ 986790 w 1588770"/>
                      <a:gd name="connsiteY85" fmla="*/ 1527810 h 1604010"/>
                      <a:gd name="connsiteX86" fmla="*/ 1009650 w 1588770"/>
                      <a:gd name="connsiteY86" fmla="*/ 1550670 h 1604010"/>
                      <a:gd name="connsiteX87" fmla="*/ 1040130 w 1588770"/>
                      <a:gd name="connsiteY87" fmla="*/ 1565910 h 1604010"/>
                      <a:gd name="connsiteX88" fmla="*/ 1051560 w 1588770"/>
                      <a:gd name="connsiteY88" fmla="*/ 1535430 h 1604010"/>
                      <a:gd name="connsiteX89" fmla="*/ 1059180 w 1588770"/>
                      <a:gd name="connsiteY89" fmla="*/ 1493520 h 1604010"/>
                      <a:gd name="connsiteX90" fmla="*/ 1135380 w 1588770"/>
                      <a:gd name="connsiteY90" fmla="*/ 1466850 h 1604010"/>
                      <a:gd name="connsiteX91" fmla="*/ 1165860 w 1588770"/>
                      <a:gd name="connsiteY91" fmla="*/ 1474470 h 1604010"/>
                      <a:gd name="connsiteX92" fmla="*/ 1203960 w 1588770"/>
                      <a:gd name="connsiteY92" fmla="*/ 1497330 h 1604010"/>
                      <a:gd name="connsiteX93" fmla="*/ 1238250 w 1588770"/>
                      <a:gd name="connsiteY93" fmla="*/ 1478280 h 1604010"/>
                      <a:gd name="connsiteX94" fmla="*/ 1203960 w 1588770"/>
                      <a:gd name="connsiteY94" fmla="*/ 1432560 h 1604010"/>
                      <a:gd name="connsiteX95" fmla="*/ 1203960 w 1588770"/>
                      <a:gd name="connsiteY95" fmla="*/ 1432560 h 1604010"/>
                      <a:gd name="connsiteX96" fmla="*/ 1177290 w 1588770"/>
                      <a:gd name="connsiteY96" fmla="*/ 1398270 h 1604010"/>
                      <a:gd name="connsiteX97" fmla="*/ 1150620 w 1588770"/>
                      <a:gd name="connsiteY97" fmla="*/ 1360170 h 1604010"/>
                      <a:gd name="connsiteX98" fmla="*/ 1150620 w 1588770"/>
                      <a:gd name="connsiteY98" fmla="*/ 1360170 h 1604010"/>
                      <a:gd name="connsiteX99" fmla="*/ 1188720 w 1588770"/>
                      <a:gd name="connsiteY99" fmla="*/ 1318260 h 1604010"/>
                      <a:gd name="connsiteX100" fmla="*/ 1200150 w 1588770"/>
                      <a:gd name="connsiteY100" fmla="*/ 1280160 h 1604010"/>
                      <a:gd name="connsiteX101" fmla="*/ 1238250 w 1588770"/>
                      <a:gd name="connsiteY101" fmla="*/ 1245870 h 1604010"/>
                      <a:gd name="connsiteX102" fmla="*/ 1276350 w 1588770"/>
                      <a:gd name="connsiteY102" fmla="*/ 1245870 h 1604010"/>
                      <a:gd name="connsiteX103" fmla="*/ 1299210 w 1588770"/>
                      <a:gd name="connsiteY103" fmla="*/ 1287780 h 1604010"/>
                      <a:gd name="connsiteX104" fmla="*/ 1299210 w 1588770"/>
                      <a:gd name="connsiteY104" fmla="*/ 1287780 h 1604010"/>
                      <a:gd name="connsiteX105" fmla="*/ 1344930 w 1588770"/>
                      <a:gd name="connsiteY105" fmla="*/ 1264920 h 1604010"/>
                      <a:gd name="connsiteX106" fmla="*/ 1367790 w 1588770"/>
                      <a:gd name="connsiteY106" fmla="*/ 1196340 h 1604010"/>
                      <a:gd name="connsiteX107" fmla="*/ 1417320 w 1588770"/>
                      <a:gd name="connsiteY107" fmla="*/ 1146810 h 1604010"/>
                      <a:gd name="connsiteX108" fmla="*/ 1455420 w 1588770"/>
                      <a:gd name="connsiteY108" fmla="*/ 1146810 h 1604010"/>
                      <a:gd name="connsiteX109" fmla="*/ 1493520 w 1588770"/>
                      <a:gd name="connsiteY109" fmla="*/ 1143000 h 1604010"/>
                      <a:gd name="connsiteX110" fmla="*/ 1520190 w 1588770"/>
                      <a:gd name="connsiteY110" fmla="*/ 1097280 h 1604010"/>
                      <a:gd name="connsiteX111" fmla="*/ 1569720 w 1588770"/>
                      <a:gd name="connsiteY111" fmla="*/ 1089660 h 1604010"/>
                      <a:gd name="connsiteX112" fmla="*/ 1588770 w 1588770"/>
                      <a:gd name="connsiteY112" fmla="*/ 1059180 h 1604010"/>
                      <a:gd name="connsiteX113" fmla="*/ 1539240 w 1588770"/>
                      <a:gd name="connsiteY113" fmla="*/ 1043940 h 1604010"/>
                      <a:gd name="connsiteX114" fmla="*/ 1493520 w 1588770"/>
                      <a:gd name="connsiteY114" fmla="*/ 998220 h 1604010"/>
                      <a:gd name="connsiteX115" fmla="*/ 1482090 w 1588770"/>
                      <a:gd name="connsiteY115" fmla="*/ 967740 h 1604010"/>
                      <a:gd name="connsiteX116" fmla="*/ 1440180 w 1588770"/>
                      <a:gd name="connsiteY116" fmla="*/ 971550 h 1604010"/>
                      <a:gd name="connsiteX117" fmla="*/ 1390650 w 1588770"/>
                      <a:gd name="connsiteY117" fmla="*/ 967740 h 1604010"/>
                      <a:gd name="connsiteX118" fmla="*/ 1360170 w 1588770"/>
                      <a:gd name="connsiteY118" fmla="*/ 925830 h 1604010"/>
                      <a:gd name="connsiteX119" fmla="*/ 1344930 w 1588770"/>
                      <a:gd name="connsiteY119" fmla="*/ 891540 h 1604010"/>
                      <a:gd name="connsiteX120" fmla="*/ 1268730 w 1588770"/>
                      <a:gd name="connsiteY120" fmla="*/ 857250 h 1604010"/>
                      <a:gd name="connsiteX121" fmla="*/ 1230630 w 1588770"/>
                      <a:gd name="connsiteY121" fmla="*/ 864870 h 1604010"/>
                      <a:gd name="connsiteX122" fmla="*/ 1192530 w 1588770"/>
                      <a:gd name="connsiteY122" fmla="*/ 887730 h 1604010"/>
                      <a:gd name="connsiteX123" fmla="*/ 1165860 w 1588770"/>
                      <a:gd name="connsiteY123" fmla="*/ 864870 h 1604010"/>
                      <a:gd name="connsiteX124" fmla="*/ 1188720 w 1588770"/>
                      <a:gd name="connsiteY124" fmla="*/ 800100 h 1604010"/>
                      <a:gd name="connsiteX125" fmla="*/ 1162050 w 1588770"/>
                      <a:gd name="connsiteY125" fmla="*/ 788670 h 1604010"/>
                      <a:gd name="connsiteX126" fmla="*/ 1135380 w 1588770"/>
                      <a:gd name="connsiteY126" fmla="*/ 807720 h 1604010"/>
                      <a:gd name="connsiteX127" fmla="*/ 1055370 w 1588770"/>
                      <a:gd name="connsiteY127" fmla="*/ 762000 h 1604010"/>
                      <a:gd name="connsiteX128" fmla="*/ 1040130 w 1588770"/>
                      <a:gd name="connsiteY128" fmla="*/ 693420 h 1604010"/>
                      <a:gd name="connsiteX129" fmla="*/ 990600 w 1588770"/>
                      <a:gd name="connsiteY129" fmla="*/ 662940 h 1604010"/>
                      <a:gd name="connsiteX130" fmla="*/ 925830 w 1588770"/>
                      <a:gd name="connsiteY130" fmla="*/ 670560 h 1604010"/>
                      <a:gd name="connsiteX131" fmla="*/ 887730 w 1588770"/>
                      <a:gd name="connsiteY131" fmla="*/ 628650 h 1604010"/>
                      <a:gd name="connsiteX132" fmla="*/ 880110 w 1588770"/>
                      <a:gd name="connsiteY132" fmla="*/ 582930 h 1604010"/>
                      <a:gd name="connsiteX133" fmla="*/ 853440 w 1588770"/>
                      <a:gd name="connsiteY133" fmla="*/ 556260 h 1604010"/>
                      <a:gd name="connsiteX134" fmla="*/ 796290 w 1588770"/>
                      <a:gd name="connsiteY134" fmla="*/ 544830 h 1604010"/>
                      <a:gd name="connsiteX135" fmla="*/ 765810 w 1588770"/>
                      <a:gd name="connsiteY135" fmla="*/ 582930 h 1604010"/>
                      <a:gd name="connsiteX136" fmla="*/ 746760 w 1588770"/>
                      <a:gd name="connsiteY136" fmla="*/ 617220 h 1604010"/>
                      <a:gd name="connsiteX137" fmla="*/ 708660 w 1588770"/>
                      <a:gd name="connsiteY137" fmla="*/ 643890 h 1604010"/>
                      <a:gd name="connsiteX138" fmla="*/ 681990 w 1588770"/>
                      <a:gd name="connsiteY138" fmla="*/ 662940 h 1604010"/>
                      <a:gd name="connsiteX139" fmla="*/ 636270 w 1588770"/>
                      <a:gd name="connsiteY139" fmla="*/ 659130 h 1604010"/>
                      <a:gd name="connsiteX140" fmla="*/ 609600 w 1588770"/>
                      <a:gd name="connsiteY140" fmla="*/ 582930 h 1604010"/>
                      <a:gd name="connsiteX141" fmla="*/ 617220 w 1588770"/>
                      <a:gd name="connsiteY141" fmla="*/ 548640 h 1604010"/>
                      <a:gd name="connsiteX142" fmla="*/ 617220 w 1588770"/>
                      <a:gd name="connsiteY142" fmla="*/ 548640 h 1604010"/>
                      <a:gd name="connsiteX143" fmla="*/ 651510 w 1588770"/>
                      <a:gd name="connsiteY143" fmla="*/ 552450 h 1604010"/>
                      <a:gd name="connsiteX144" fmla="*/ 674370 w 1588770"/>
                      <a:gd name="connsiteY144" fmla="*/ 525780 h 1604010"/>
                      <a:gd name="connsiteX145" fmla="*/ 674370 w 1588770"/>
                      <a:gd name="connsiteY145" fmla="*/ 525780 h 1604010"/>
                      <a:gd name="connsiteX146" fmla="*/ 643890 w 1588770"/>
                      <a:gd name="connsiteY146" fmla="*/ 476250 h 1604010"/>
                      <a:gd name="connsiteX147" fmla="*/ 666750 w 1588770"/>
                      <a:gd name="connsiteY147" fmla="*/ 411480 h 1604010"/>
                      <a:gd name="connsiteX148" fmla="*/ 628650 w 1588770"/>
                      <a:gd name="connsiteY148" fmla="*/ 392430 h 1604010"/>
                      <a:gd name="connsiteX149" fmla="*/ 613410 w 1588770"/>
                      <a:gd name="connsiteY149" fmla="*/ 400050 h 1604010"/>
                      <a:gd name="connsiteX150" fmla="*/ 590550 w 1588770"/>
                      <a:gd name="connsiteY150" fmla="*/ 388620 h 1604010"/>
                      <a:gd name="connsiteX151" fmla="*/ 556260 w 1588770"/>
                      <a:gd name="connsiteY151" fmla="*/ 403860 h 1604010"/>
                      <a:gd name="connsiteX152" fmla="*/ 521970 w 1588770"/>
                      <a:gd name="connsiteY152" fmla="*/ 388620 h 1604010"/>
                      <a:gd name="connsiteX153" fmla="*/ 495300 w 1588770"/>
                      <a:gd name="connsiteY153" fmla="*/ 312420 h 1604010"/>
                      <a:gd name="connsiteX154" fmla="*/ 518160 w 1588770"/>
                      <a:gd name="connsiteY154" fmla="*/ 259080 h 1604010"/>
                      <a:gd name="connsiteX155" fmla="*/ 483870 w 1588770"/>
                      <a:gd name="connsiteY155" fmla="*/ 198120 h 1604010"/>
                      <a:gd name="connsiteX156" fmla="*/ 472440 w 1588770"/>
                      <a:gd name="connsiteY156" fmla="*/ 175260 h 1604010"/>
                      <a:gd name="connsiteX157" fmla="*/ 472440 w 1588770"/>
                      <a:gd name="connsiteY157" fmla="*/ 175260 h 1604010"/>
                      <a:gd name="connsiteX158" fmla="*/ 487680 w 1588770"/>
                      <a:gd name="connsiteY158" fmla="*/ 144780 h 1604010"/>
                      <a:gd name="connsiteX159" fmla="*/ 499110 w 1588770"/>
                      <a:gd name="connsiteY159" fmla="*/ 91440 h 1604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Lst>
                    <a:rect l="l" t="t" r="r" b="b"/>
                    <a:pathLst>
                      <a:path w="1588770" h="1604010">
                        <a:moveTo>
                          <a:pt x="499110" y="91440"/>
                        </a:moveTo>
                        <a:lnTo>
                          <a:pt x="476250" y="26670"/>
                        </a:lnTo>
                        <a:lnTo>
                          <a:pt x="445770" y="38100"/>
                        </a:lnTo>
                        <a:lnTo>
                          <a:pt x="426720" y="26670"/>
                        </a:lnTo>
                        <a:lnTo>
                          <a:pt x="403860" y="7620"/>
                        </a:lnTo>
                        <a:lnTo>
                          <a:pt x="358140" y="0"/>
                        </a:lnTo>
                        <a:lnTo>
                          <a:pt x="304800" y="34290"/>
                        </a:lnTo>
                        <a:lnTo>
                          <a:pt x="293370" y="72390"/>
                        </a:lnTo>
                        <a:lnTo>
                          <a:pt x="316230" y="99060"/>
                        </a:lnTo>
                        <a:lnTo>
                          <a:pt x="335280" y="140970"/>
                        </a:lnTo>
                        <a:lnTo>
                          <a:pt x="335280" y="182880"/>
                        </a:lnTo>
                        <a:lnTo>
                          <a:pt x="320040" y="232410"/>
                        </a:lnTo>
                        <a:lnTo>
                          <a:pt x="297180" y="236220"/>
                        </a:lnTo>
                        <a:lnTo>
                          <a:pt x="255270" y="281940"/>
                        </a:lnTo>
                        <a:lnTo>
                          <a:pt x="228600" y="335280"/>
                        </a:lnTo>
                        <a:lnTo>
                          <a:pt x="228600" y="377190"/>
                        </a:lnTo>
                        <a:lnTo>
                          <a:pt x="220980" y="430530"/>
                        </a:lnTo>
                        <a:lnTo>
                          <a:pt x="205740" y="461010"/>
                        </a:lnTo>
                        <a:lnTo>
                          <a:pt x="205740" y="499110"/>
                        </a:lnTo>
                        <a:lnTo>
                          <a:pt x="182880" y="525780"/>
                        </a:lnTo>
                        <a:lnTo>
                          <a:pt x="152400" y="563880"/>
                        </a:lnTo>
                        <a:lnTo>
                          <a:pt x="129540" y="582930"/>
                        </a:lnTo>
                        <a:lnTo>
                          <a:pt x="91440" y="609600"/>
                        </a:lnTo>
                        <a:lnTo>
                          <a:pt x="72390" y="666750"/>
                        </a:lnTo>
                        <a:lnTo>
                          <a:pt x="99060" y="689610"/>
                        </a:lnTo>
                        <a:lnTo>
                          <a:pt x="72390" y="754380"/>
                        </a:lnTo>
                        <a:lnTo>
                          <a:pt x="91440" y="777240"/>
                        </a:lnTo>
                        <a:lnTo>
                          <a:pt x="83820" y="807720"/>
                        </a:lnTo>
                        <a:lnTo>
                          <a:pt x="80010" y="845820"/>
                        </a:lnTo>
                        <a:lnTo>
                          <a:pt x="80010" y="845820"/>
                        </a:lnTo>
                        <a:lnTo>
                          <a:pt x="57150" y="887730"/>
                        </a:lnTo>
                        <a:lnTo>
                          <a:pt x="99060" y="876300"/>
                        </a:lnTo>
                        <a:lnTo>
                          <a:pt x="133350" y="876300"/>
                        </a:lnTo>
                        <a:lnTo>
                          <a:pt x="121920" y="948690"/>
                        </a:lnTo>
                        <a:lnTo>
                          <a:pt x="133350" y="971550"/>
                        </a:lnTo>
                        <a:lnTo>
                          <a:pt x="99060" y="979170"/>
                        </a:lnTo>
                        <a:lnTo>
                          <a:pt x="99060" y="1040130"/>
                        </a:lnTo>
                        <a:lnTo>
                          <a:pt x="110490" y="1078230"/>
                        </a:lnTo>
                        <a:lnTo>
                          <a:pt x="87630" y="1139190"/>
                        </a:lnTo>
                        <a:cubicBezTo>
                          <a:pt x="77470" y="1146810"/>
                          <a:pt x="67865" y="1155232"/>
                          <a:pt x="57150" y="1162050"/>
                        </a:cubicBezTo>
                        <a:cubicBezTo>
                          <a:pt x="53762" y="1164206"/>
                          <a:pt x="49449" y="1164368"/>
                          <a:pt x="45720" y="1165860"/>
                        </a:cubicBezTo>
                        <a:cubicBezTo>
                          <a:pt x="43083" y="1166915"/>
                          <a:pt x="40640" y="1168400"/>
                          <a:pt x="38100" y="1169670"/>
                        </a:cubicBezTo>
                        <a:lnTo>
                          <a:pt x="0" y="1215390"/>
                        </a:lnTo>
                        <a:lnTo>
                          <a:pt x="0" y="1287780"/>
                        </a:lnTo>
                        <a:lnTo>
                          <a:pt x="83820" y="1295400"/>
                        </a:lnTo>
                        <a:lnTo>
                          <a:pt x="114300" y="1234440"/>
                        </a:lnTo>
                        <a:lnTo>
                          <a:pt x="152400" y="1215390"/>
                        </a:lnTo>
                        <a:lnTo>
                          <a:pt x="152400" y="1215390"/>
                        </a:lnTo>
                        <a:lnTo>
                          <a:pt x="171450" y="1150620"/>
                        </a:lnTo>
                        <a:lnTo>
                          <a:pt x="205740" y="1101090"/>
                        </a:lnTo>
                        <a:lnTo>
                          <a:pt x="247650" y="1047750"/>
                        </a:lnTo>
                        <a:lnTo>
                          <a:pt x="270510" y="1093470"/>
                        </a:lnTo>
                        <a:lnTo>
                          <a:pt x="323850" y="1093470"/>
                        </a:lnTo>
                        <a:lnTo>
                          <a:pt x="342900" y="1093470"/>
                        </a:lnTo>
                        <a:lnTo>
                          <a:pt x="381000" y="1150620"/>
                        </a:lnTo>
                        <a:lnTo>
                          <a:pt x="342900" y="1181100"/>
                        </a:lnTo>
                        <a:lnTo>
                          <a:pt x="320040" y="1211580"/>
                        </a:lnTo>
                        <a:cubicBezTo>
                          <a:pt x="314960" y="1217930"/>
                          <a:pt x="319405" y="1247140"/>
                          <a:pt x="314325" y="1253490"/>
                        </a:cubicBezTo>
                        <a:lnTo>
                          <a:pt x="276225" y="1266825"/>
                        </a:lnTo>
                        <a:lnTo>
                          <a:pt x="285750" y="1291590"/>
                        </a:lnTo>
                        <a:lnTo>
                          <a:pt x="339090" y="1303020"/>
                        </a:lnTo>
                        <a:lnTo>
                          <a:pt x="358140" y="1344930"/>
                        </a:lnTo>
                        <a:lnTo>
                          <a:pt x="407670" y="1325880"/>
                        </a:lnTo>
                        <a:lnTo>
                          <a:pt x="464820" y="1306830"/>
                        </a:lnTo>
                        <a:lnTo>
                          <a:pt x="521970" y="1337310"/>
                        </a:lnTo>
                        <a:lnTo>
                          <a:pt x="544830" y="1390650"/>
                        </a:lnTo>
                        <a:lnTo>
                          <a:pt x="560070" y="1440180"/>
                        </a:lnTo>
                        <a:lnTo>
                          <a:pt x="560070" y="1440180"/>
                        </a:lnTo>
                        <a:lnTo>
                          <a:pt x="525780" y="1474470"/>
                        </a:lnTo>
                        <a:lnTo>
                          <a:pt x="483870" y="1474470"/>
                        </a:lnTo>
                        <a:lnTo>
                          <a:pt x="483870" y="1474470"/>
                        </a:lnTo>
                        <a:lnTo>
                          <a:pt x="487680" y="1516380"/>
                        </a:lnTo>
                        <a:lnTo>
                          <a:pt x="514350" y="1543050"/>
                        </a:lnTo>
                        <a:lnTo>
                          <a:pt x="548640" y="1573530"/>
                        </a:lnTo>
                        <a:lnTo>
                          <a:pt x="548640" y="1573530"/>
                        </a:lnTo>
                        <a:lnTo>
                          <a:pt x="598170" y="1604010"/>
                        </a:lnTo>
                        <a:lnTo>
                          <a:pt x="647700" y="1577340"/>
                        </a:lnTo>
                        <a:lnTo>
                          <a:pt x="674370" y="1543050"/>
                        </a:lnTo>
                        <a:lnTo>
                          <a:pt x="731520" y="1554480"/>
                        </a:lnTo>
                        <a:lnTo>
                          <a:pt x="731520" y="1554480"/>
                        </a:lnTo>
                        <a:lnTo>
                          <a:pt x="784860" y="1516380"/>
                        </a:lnTo>
                        <a:lnTo>
                          <a:pt x="819150" y="1531620"/>
                        </a:lnTo>
                        <a:lnTo>
                          <a:pt x="864870" y="1543050"/>
                        </a:lnTo>
                        <a:lnTo>
                          <a:pt x="895350" y="1516380"/>
                        </a:lnTo>
                        <a:lnTo>
                          <a:pt x="956310" y="1508760"/>
                        </a:lnTo>
                        <a:lnTo>
                          <a:pt x="986790" y="1527810"/>
                        </a:lnTo>
                        <a:lnTo>
                          <a:pt x="1009650" y="1550670"/>
                        </a:lnTo>
                        <a:lnTo>
                          <a:pt x="1040130" y="1565910"/>
                        </a:lnTo>
                        <a:lnTo>
                          <a:pt x="1051560" y="1535430"/>
                        </a:lnTo>
                        <a:lnTo>
                          <a:pt x="1059180" y="1493520"/>
                        </a:lnTo>
                        <a:lnTo>
                          <a:pt x="1135380" y="1466850"/>
                        </a:lnTo>
                        <a:lnTo>
                          <a:pt x="1165860" y="1474470"/>
                        </a:lnTo>
                        <a:lnTo>
                          <a:pt x="1203960" y="1497330"/>
                        </a:lnTo>
                        <a:lnTo>
                          <a:pt x="1238250" y="1478280"/>
                        </a:lnTo>
                        <a:lnTo>
                          <a:pt x="1203960" y="1432560"/>
                        </a:lnTo>
                        <a:lnTo>
                          <a:pt x="1203960" y="1432560"/>
                        </a:lnTo>
                        <a:lnTo>
                          <a:pt x="1177290" y="1398270"/>
                        </a:lnTo>
                        <a:lnTo>
                          <a:pt x="1150620" y="1360170"/>
                        </a:lnTo>
                        <a:lnTo>
                          <a:pt x="1150620" y="1360170"/>
                        </a:lnTo>
                        <a:lnTo>
                          <a:pt x="1188720" y="1318260"/>
                        </a:lnTo>
                        <a:lnTo>
                          <a:pt x="1200150" y="1280160"/>
                        </a:lnTo>
                        <a:lnTo>
                          <a:pt x="1238250" y="1245870"/>
                        </a:lnTo>
                        <a:lnTo>
                          <a:pt x="1276350" y="1245870"/>
                        </a:lnTo>
                        <a:lnTo>
                          <a:pt x="1299210" y="1287780"/>
                        </a:lnTo>
                        <a:lnTo>
                          <a:pt x="1299210" y="1287780"/>
                        </a:lnTo>
                        <a:lnTo>
                          <a:pt x="1344930" y="1264920"/>
                        </a:lnTo>
                        <a:lnTo>
                          <a:pt x="1367790" y="1196340"/>
                        </a:lnTo>
                        <a:lnTo>
                          <a:pt x="1417320" y="1146810"/>
                        </a:lnTo>
                        <a:lnTo>
                          <a:pt x="1455420" y="1146810"/>
                        </a:lnTo>
                        <a:lnTo>
                          <a:pt x="1493520" y="1143000"/>
                        </a:lnTo>
                        <a:lnTo>
                          <a:pt x="1520190" y="1097280"/>
                        </a:lnTo>
                        <a:lnTo>
                          <a:pt x="1569720" y="1089660"/>
                        </a:lnTo>
                        <a:lnTo>
                          <a:pt x="1588770" y="1059180"/>
                        </a:lnTo>
                        <a:lnTo>
                          <a:pt x="1539240" y="1043940"/>
                        </a:lnTo>
                        <a:lnTo>
                          <a:pt x="1493520" y="998220"/>
                        </a:lnTo>
                        <a:lnTo>
                          <a:pt x="1482090" y="967740"/>
                        </a:lnTo>
                        <a:lnTo>
                          <a:pt x="1440180" y="971550"/>
                        </a:lnTo>
                        <a:lnTo>
                          <a:pt x="1390650" y="967740"/>
                        </a:lnTo>
                        <a:lnTo>
                          <a:pt x="1360170" y="925830"/>
                        </a:lnTo>
                        <a:lnTo>
                          <a:pt x="1344930" y="891540"/>
                        </a:lnTo>
                        <a:lnTo>
                          <a:pt x="1268730" y="857250"/>
                        </a:lnTo>
                        <a:lnTo>
                          <a:pt x="1230630" y="864870"/>
                        </a:lnTo>
                        <a:lnTo>
                          <a:pt x="1192530" y="887730"/>
                        </a:lnTo>
                        <a:lnTo>
                          <a:pt x="1165860" y="864870"/>
                        </a:lnTo>
                        <a:lnTo>
                          <a:pt x="1188720" y="800100"/>
                        </a:lnTo>
                        <a:lnTo>
                          <a:pt x="1162050" y="788670"/>
                        </a:lnTo>
                        <a:lnTo>
                          <a:pt x="1135380" y="807720"/>
                        </a:lnTo>
                        <a:lnTo>
                          <a:pt x="1055370" y="762000"/>
                        </a:lnTo>
                        <a:lnTo>
                          <a:pt x="1040130" y="693420"/>
                        </a:lnTo>
                        <a:lnTo>
                          <a:pt x="990600" y="662940"/>
                        </a:lnTo>
                        <a:lnTo>
                          <a:pt x="925830" y="670560"/>
                        </a:lnTo>
                        <a:lnTo>
                          <a:pt x="887730" y="628650"/>
                        </a:lnTo>
                        <a:lnTo>
                          <a:pt x="880110" y="582930"/>
                        </a:lnTo>
                        <a:lnTo>
                          <a:pt x="853440" y="556260"/>
                        </a:lnTo>
                        <a:lnTo>
                          <a:pt x="796290" y="544830"/>
                        </a:lnTo>
                        <a:lnTo>
                          <a:pt x="765810" y="582930"/>
                        </a:lnTo>
                        <a:lnTo>
                          <a:pt x="746760" y="617220"/>
                        </a:lnTo>
                        <a:cubicBezTo>
                          <a:pt x="713234" y="638174"/>
                          <a:pt x="724752" y="627798"/>
                          <a:pt x="708660" y="643890"/>
                        </a:cubicBezTo>
                        <a:lnTo>
                          <a:pt x="681990" y="662940"/>
                        </a:lnTo>
                        <a:lnTo>
                          <a:pt x="636270" y="659130"/>
                        </a:lnTo>
                        <a:lnTo>
                          <a:pt x="609600" y="582930"/>
                        </a:lnTo>
                        <a:lnTo>
                          <a:pt x="617220" y="548640"/>
                        </a:lnTo>
                        <a:lnTo>
                          <a:pt x="617220" y="548640"/>
                        </a:lnTo>
                        <a:lnTo>
                          <a:pt x="651510" y="552450"/>
                        </a:lnTo>
                        <a:lnTo>
                          <a:pt x="674370" y="525780"/>
                        </a:lnTo>
                        <a:lnTo>
                          <a:pt x="674370" y="525780"/>
                        </a:lnTo>
                        <a:lnTo>
                          <a:pt x="643890" y="476250"/>
                        </a:lnTo>
                        <a:lnTo>
                          <a:pt x="666750" y="411480"/>
                        </a:lnTo>
                        <a:lnTo>
                          <a:pt x="628650" y="392430"/>
                        </a:lnTo>
                        <a:lnTo>
                          <a:pt x="613410" y="400050"/>
                        </a:lnTo>
                        <a:lnTo>
                          <a:pt x="590550" y="388620"/>
                        </a:lnTo>
                        <a:lnTo>
                          <a:pt x="556260" y="403860"/>
                        </a:lnTo>
                        <a:lnTo>
                          <a:pt x="521970" y="388620"/>
                        </a:lnTo>
                        <a:lnTo>
                          <a:pt x="495300" y="312420"/>
                        </a:lnTo>
                        <a:lnTo>
                          <a:pt x="518160" y="259080"/>
                        </a:lnTo>
                        <a:lnTo>
                          <a:pt x="483870" y="198120"/>
                        </a:lnTo>
                        <a:lnTo>
                          <a:pt x="472440" y="175260"/>
                        </a:lnTo>
                        <a:lnTo>
                          <a:pt x="472440" y="175260"/>
                        </a:lnTo>
                        <a:lnTo>
                          <a:pt x="487680" y="144780"/>
                        </a:lnTo>
                        <a:lnTo>
                          <a:pt x="499110" y="91440"/>
                        </a:lnTo>
                        <a:close/>
                      </a:path>
                    </a:pathLst>
                  </a:cu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700">
                      <a:ln>
                        <a:solidFill>
                          <a:schemeClr val="accent1">
                            <a:alpha val="0"/>
                          </a:schemeClr>
                        </a:solidFill>
                      </a:ln>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82" name="자유형: 도형 145">
                    <a:extLst>
                      <a:ext uri="{FF2B5EF4-FFF2-40B4-BE49-F238E27FC236}">
                        <a16:creationId xmlns:a16="http://schemas.microsoft.com/office/drawing/2014/main" id="{B62D9B7F-9BE5-317B-7267-030BEAD29FE6}"/>
                      </a:ext>
                    </a:extLst>
                  </p:cNvPr>
                  <p:cNvSpPr/>
                  <p:nvPr/>
                </p:nvSpPr>
                <p:spPr>
                  <a:xfrm>
                    <a:off x="7264400" y="4114800"/>
                    <a:ext cx="652780" cy="825500"/>
                  </a:xfrm>
                  <a:custGeom>
                    <a:avLst/>
                    <a:gdLst>
                      <a:gd name="connsiteX0" fmla="*/ 203200 w 652780"/>
                      <a:gd name="connsiteY0" fmla="*/ 0 h 825500"/>
                      <a:gd name="connsiteX1" fmla="*/ 182880 w 652780"/>
                      <a:gd name="connsiteY1" fmla="*/ 15240 h 825500"/>
                      <a:gd name="connsiteX2" fmla="*/ 177800 w 652780"/>
                      <a:gd name="connsiteY2" fmla="*/ 48260 h 825500"/>
                      <a:gd name="connsiteX3" fmla="*/ 142240 w 652780"/>
                      <a:gd name="connsiteY3" fmla="*/ 50800 h 825500"/>
                      <a:gd name="connsiteX4" fmla="*/ 129540 w 652780"/>
                      <a:gd name="connsiteY4" fmla="*/ 86360 h 825500"/>
                      <a:gd name="connsiteX5" fmla="*/ 93980 w 652780"/>
                      <a:gd name="connsiteY5" fmla="*/ 116840 h 825500"/>
                      <a:gd name="connsiteX6" fmla="*/ 45720 w 652780"/>
                      <a:gd name="connsiteY6" fmla="*/ 86360 h 825500"/>
                      <a:gd name="connsiteX7" fmla="*/ 0 w 652780"/>
                      <a:gd name="connsiteY7" fmla="*/ 88900 h 825500"/>
                      <a:gd name="connsiteX8" fmla="*/ 17780 w 652780"/>
                      <a:gd name="connsiteY8" fmla="*/ 134620 h 825500"/>
                      <a:gd name="connsiteX9" fmla="*/ 33020 w 652780"/>
                      <a:gd name="connsiteY9" fmla="*/ 172720 h 825500"/>
                      <a:gd name="connsiteX10" fmla="*/ 33020 w 652780"/>
                      <a:gd name="connsiteY10" fmla="*/ 205740 h 825500"/>
                      <a:gd name="connsiteX11" fmla="*/ 27940 w 652780"/>
                      <a:gd name="connsiteY11" fmla="*/ 269240 h 825500"/>
                      <a:gd name="connsiteX12" fmla="*/ 35560 w 652780"/>
                      <a:gd name="connsiteY12" fmla="*/ 320040 h 825500"/>
                      <a:gd name="connsiteX13" fmla="*/ 60960 w 652780"/>
                      <a:gd name="connsiteY13" fmla="*/ 355600 h 825500"/>
                      <a:gd name="connsiteX14" fmla="*/ 55880 w 652780"/>
                      <a:gd name="connsiteY14" fmla="*/ 391160 h 825500"/>
                      <a:gd name="connsiteX15" fmla="*/ 27940 w 652780"/>
                      <a:gd name="connsiteY15" fmla="*/ 408940 h 825500"/>
                      <a:gd name="connsiteX16" fmla="*/ 27940 w 652780"/>
                      <a:gd name="connsiteY16" fmla="*/ 408940 h 825500"/>
                      <a:gd name="connsiteX17" fmla="*/ 53340 w 652780"/>
                      <a:gd name="connsiteY17" fmla="*/ 431800 h 825500"/>
                      <a:gd name="connsiteX18" fmla="*/ 88900 w 652780"/>
                      <a:gd name="connsiteY18" fmla="*/ 403860 h 825500"/>
                      <a:gd name="connsiteX19" fmla="*/ 139700 w 652780"/>
                      <a:gd name="connsiteY19" fmla="*/ 398780 h 825500"/>
                      <a:gd name="connsiteX20" fmla="*/ 177800 w 652780"/>
                      <a:gd name="connsiteY20" fmla="*/ 419100 h 825500"/>
                      <a:gd name="connsiteX21" fmla="*/ 182880 w 652780"/>
                      <a:gd name="connsiteY21" fmla="*/ 419100 h 825500"/>
                      <a:gd name="connsiteX22" fmla="*/ 182880 w 652780"/>
                      <a:gd name="connsiteY22" fmla="*/ 464820 h 825500"/>
                      <a:gd name="connsiteX23" fmla="*/ 220980 w 652780"/>
                      <a:gd name="connsiteY23" fmla="*/ 469900 h 825500"/>
                      <a:gd name="connsiteX24" fmla="*/ 233680 w 652780"/>
                      <a:gd name="connsiteY24" fmla="*/ 444500 h 825500"/>
                      <a:gd name="connsiteX25" fmla="*/ 281940 w 652780"/>
                      <a:gd name="connsiteY25" fmla="*/ 439420 h 825500"/>
                      <a:gd name="connsiteX26" fmla="*/ 292100 w 652780"/>
                      <a:gd name="connsiteY26" fmla="*/ 406400 h 825500"/>
                      <a:gd name="connsiteX27" fmla="*/ 317500 w 652780"/>
                      <a:gd name="connsiteY27" fmla="*/ 406400 h 825500"/>
                      <a:gd name="connsiteX28" fmla="*/ 345440 w 652780"/>
                      <a:gd name="connsiteY28" fmla="*/ 414020 h 825500"/>
                      <a:gd name="connsiteX29" fmla="*/ 370840 w 652780"/>
                      <a:gd name="connsiteY29" fmla="*/ 459740 h 825500"/>
                      <a:gd name="connsiteX30" fmla="*/ 355600 w 652780"/>
                      <a:gd name="connsiteY30" fmla="*/ 495300 h 825500"/>
                      <a:gd name="connsiteX31" fmla="*/ 396240 w 652780"/>
                      <a:gd name="connsiteY31" fmla="*/ 538480 h 825500"/>
                      <a:gd name="connsiteX32" fmla="*/ 411480 w 652780"/>
                      <a:gd name="connsiteY32" fmla="*/ 614680 h 825500"/>
                      <a:gd name="connsiteX33" fmla="*/ 386080 w 652780"/>
                      <a:gd name="connsiteY33" fmla="*/ 650240 h 825500"/>
                      <a:gd name="connsiteX34" fmla="*/ 396240 w 652780"/>
                      <a:gd name="connsiteY34" fmla="*/ 728980 h 825500"/>
                      <a:gd name="connsiteX35" fmla="*/ 447040 w 652780"/>
                      <a:gd name="connsiteY35" fmla="*/ 825500 h 825500"/>
                      <a:gd name="connsiteX36" fmla="*/ 482600 w 652780"/>
                      <a:gd name="connsiteY36" fmla="*/ 817880 h 825500"/>
                      <a:gd name="connsiteX37" fmla="*/ 485140 w 652780"/>
                      <a:gd name="connsiteY37" fmla="*/ 713740 h 825500"/>
                      <a:gd name="connsiteX38" fmla="*/ 515620 w 652780"/>
                      <a:gd name="connsiteY38" fmla="*/ 665480 h 825500"/>
                      <a:gd name="connsiteX39" fmla="*/ 533400 w 652780"/>
                      <a:gd name="connsiteY39" fmla="*/ 589280 h 825500"/>
                      <a:gd name="connsiteX40" fmla="*/ 596900 w 652780"/>
                      <a:gd name="connsiteY40" fmla="*/ 546100 h 825500"/>
                      <a:gd name="connsiteX41" fmla="*/ 652780 w 652780"/>
                      <a:gd name="connsiteY41" fmla="*/ 510540 h 825500"/>
                      <a:gd name="connsiteX42" fmla="*/ 607060 w 652780"/>
                      <a:gd name="connsiteY42" fmla="*/ 477520 h 825500"/>
                      <a:gd name="connsiteX43" fmla="*/ 561340 w 652780"/>
                      <a:gd name="connsiteY43" fmla="*/ 472440 h 825500"/>
                      <a:gd name="connsiteX44" fmla="*/ 530860 w 652780"/>
                      <a:gd name="connsiteY44" fmla="*/ 459740 h 825500"/>
                      <a:gd name="connsiteX45" fmla="*/ 502920 w 652780"/>
                      <a:gd name="connsiteY45" fmla="*/ 477520 h 825500"/>
                      <a:gd name="connsiteX46" fmla="*/ 480060 w 652780"/>
                      <a:gd name="connsiteY46" fmla="*/ 459740 h 825500"/>
                      <a:gd name="connsiteX47" fmla="*/ 457200 w 652780"/>
                      <a:gd name="connsiteY47" fmla="*/ 495300 h 825500"/>
                      <a:gd name="connsiteX48" fmla="*/ 414020 w 652780"/>
                      <a:gd name="connsiteY48" fmla="*/ 477520 h 825500"/>
                      <a:gd name="connsiteX49" fmla="*/ 414020 w 652780"/>
                      <a:gd name="connsiteY49" fmla="*/ 421640 h 825500"/>
                      <a:gd name="connsiteX50" fmla="*/ 444500 w 652780"/>
                      <a:gd name="connsiteY50" fmla="*/ 408940 h 825500"/>
                      <a:gd name="connsiteX51" fmla="*/ 454660 w 652780"/>
                      <a:gd name="connsiteY51" fmla="*/ 386080 h 825500"/>
                      <a:gd name="connsiteX52" fmla="*/ 457200 w 652780"/>
                      <a:gd name="connsiteY52" fmla="*/ 375920 h 825500"/>
                      <a:gd name="connsiteX53" fmla="*/ 459740 w 652780"/>
                      <a:gd name="connsiteY53" fmla="*/ 358140 h 825500"/>
                      <a:gd name="connsiteX54" fmla="*/ 421640 w 652780"/>
                      <a:gd name="connsiteY54" fmla="*/ 340360 h 825500"/>
                      <a:gd name="connsiteX55" fmla="*/ 421640 w 652780"/>
                      <a:gd name="connsiteY55" fmla="*/ 289560 h 825500"/>
                      <a:gd name="connsiteX56" fmla="*/ 441960 w 652780"/>
                      <a:gd name="connsiteY56" fmla="*/ 256540 h 825500"/>
                      <a:gd name="connsiteX57" fmla="*/ 421640 w 652780"/>
                      <a:gd name="connsiteY57" fmla="*/ 228600 h 825500"/>
                      <a:gd name="connsiteX58" fmla="*/ 388620 w 652780"/>
                      <a:gd name="connsiteY58" fmla="*/ 256540 h 825500"/>
                      <a:gd name="connsiteX59" fmla="*/ 358140 w 652780"/>
                      <a:gd name="connsiteY59" fmla="*/ 210820 h 825500"/>
                      <a:gd name="connsiteX60" fmla="*/ 302260 w 652780"/>
                      <a:gd name="connsiteY60" fmla="*/ 182880 h 825500"/>
                      <a:gd name="connsiteX61" fmla="*/ 276860 w 652780"/>
                      <a:gd name="connsiteY61" fmla="*/ 144780 h 825500"/>
                      <a:gd name="connsiteX62" fmla="*/ 289560 w 652780"/>
                      <a:gd name="connsiteY62" fmla="*/ 124460 h 825500"/>
                      <a:gd name="connsiteX63" fmla="*/ 302260 w 652780"/>
                      <a:gd name="connsiteY63" fmla="*/ 81280 h 825500"/>
                      <a:gd name="connsiteX64" fmla="*/ 276860 w 652780"/>
                      <a:gd name="connsiteY64" fmla="*/ 63500 h 825500"/>
                      <a:gd name="connsiteX65" fmla="*/ 246380 w 652780"/>
                      <a:gd name="connsiteY65" fmla="*/ 73660 h 825500"/>
                      <a:gd name="connsiteX66" fmla="*/ 203200 w 652780"/>
                      <a:gd name="connsiteY66" fmla="*/ 0 h 825500"/>
                      <a:gd name="connsiteX0" fmla="*/ 203200 w 652780"/>
                      <a:gd name="connsiteY0" fmla="*/ 0 h 825500"/>
                      <a:gd name="connsiteX1" fmla="*/ 182880 w 652780"/>
                      <a:gd name="connsiteY1" fmla="*/ 15240 h 825500"/>
                      <a:gd name="connsiteX2" fmla="*/ 177800 w 652780"/>
                      <a:gd name="connsiteY2" fmla="*/ 48260 h 825500"/>
                      <a:gd name="connsiteX3" fmla="*/ 142240 w 652780"/>
                      <a:gd name="connsiteY3" fmla="*/ 50800 h 825500"/>
                      <a:gd name="connsiteX4" fmla="*/ 129540 w 652780"/>
                      <a:gd name="connsiteY4" fmla="*/ 86360 h 825500"/>
                      <a:gd name="connsiteX5" fmla="*/ 93980 w 652780"/>
                      <a:gd name="connsiteY5" fmla="*/ 116840 h 825500"/>
                      <a:gd name="connsiteX6" fmla="*/ 45720 w 652780"/>
                      <a:gd name="connsiteY6" fmla="*/ 86360 h 825500"/>
                      <a:gd name="connsiteX7" fmla="*/ 0 w 652780"/>
                      <a:gd name="connsiteY7" fmla="*/ 88900 h 825500"/>
                      <a:gd name="connsiteX8" fmla="*/ 17780 w 652780"/>
                      <a:gd name="connsiteY8" fmla="*/ 134620 h 825500"/>
                      <a:gd name="connsiteX9" fmla="*/ 33020 w 652780"/>
                      <a:gd name="connsiteY9" fmla="*/ 172720 h 825500"/>
                      <a:gd name="connsiteX10" fmla="*/ 33020 w 652780"/>
                      <a:gd name="connsiteY10" fmla="*/ 205740 h 825500"/>
                      <a:gd name="connsiteX11" fmla="*/ 27940 w 652780"/>
                      <a:gd name="connsiteY11" fmla="*/ 269240 h 825500"/>
                      <a:gd name="connsiteX12" fmla="*/ 35560 w 652780"/>
                      <a:gd name="connsiteY12" fmla="*/ 320040 h 825500"/>
                      <a:gd name="connsiteX13" fmla="*/ 60960 w 652780"/>
                      <a:gd name="connsiteY13" fmla="*/ 355600 h 825500"/>
                      <a:gd name="connsiteX14" fmla="*/ 55880 w 652780"/>
                      <a:gd name="connsiteY14" fmla="*/ 391160 h 825500"/>
                      <a:gd name="connsiteX15" fmla="*/ 27940 w 652780"/>
                      <a:gd name="connsiteY15" fmla="*/ 408940 h 825500"/>
                      <a:gd name="connsiteX16" fmla="*/ 27940 w 652780"/>
                      <a:gd name="connsiteY16" fmla="*/ 408940 h 825500"/>
                      <a:gd name="connsiteX17" fmla="*/ 53340 w 652780"/>
                      <a:gd name="connsiteY17" fmla="*/ 431800 h 825500"/>
                      <a:gd name="connsiteX18" fmla="*/ 88900 w 652780"/>
                      <a:gd name="connsiteY18" fmla="*/ 403860 h 825500"/>
                      <a:gd name="connsiteX19" fmla="*/ 139700 w 652780"/>
                      <a:gd name="connsiteY19" fmla="*/ 398780 h 825500"/>
                      <a:gd name="connsiteX20" fmla="*/ 177800 w 652780"/>
                      <a:gd name="connsiteY20" fmla="*/ 419100 h 825500"/>
                      <a:gd name="connsiteX21" fmla="*/ 182880 w 652780"/>
                      <a:gd name="connsiteY21" fmla="*/ 419100 h 825500"/>
                      <a:gd name="connsiteX22" fmla="*/ 182880 w 652780"/>
                      <a:gd name="connsiteY22" fmla="*/ 464820 h 825500"/>
                      <a:gd name="connsiteX23" fmla="*/ 220980 w 652780"/>
                      <a:gd name="connsiteY23" fmla="*/ 469900 h 825500"/>
                      <a:gd name="connsiteX24" fmla="*/ 233680 w 652780"/>
                      <a:gd name="connsiteY24" fmla="*/ 444500 h 825500"/>
                      <a:gd name="connsiteX25" fmla="*/ 281940 w 652780"/>
                      <a:gd name="connsiteY25" fmla="*/ 439420 h 825500"/>
                      <a:gd name="connsiteX26" fmla="*/ 292100 w 652780"/>
                      <a:gd name="connsiteY26" fmla="*/ 406400 h 825500"/>
                      <a:gd name="connsiteX27" fmla="*/ 317500 w 652780"/>
                      <a:gd name="connsiteY27" fmla="*/ 406400 h 825500"/>
                      <a:gd name="connsiteX28" fmla="*/ 345440 w 652780"/>
                      <a:gd name="connsiteY28" fmla="*/ 414020 h 825500"/>
                      <a:gd name="connsiteX29" fmla="*/ 370840 w 652780"/>
                      <a:gd name="connsiteY29" fmla="*/ 459740 h 825500"/>
                      <a:gd name="connsiteX30" fmla="*/ 355600 w 652780"/>
                      <a:gd name="connsiteY30" fmla="*/ 495300 h 825500"/>
                      <a:gd name="connsiteX31" fmla="*/ 396240 w 652780"/>
                      <a:gd name="connsiteY31" fmla="*/ 538480 h 825500"/>
                      <a:gd name="connsiteX32" fmla="*/ 411480 w 652780"/>
                      <a:gd name="connsiteY32" fmla="*/ 614680 h 825500"/>
                      <a:gd name="connsiteX33" fmla="*/ 386080 w 652780"/>
                      <a:gd name="connsiteY33" fmla="*/ 650240 h 825500"/>
                      <a:gd name="connsiteX34" fmla="*/ 396240 w 652780"/>
                      <a:gd name="connsiteY34" fmla="*/ 728980 h 825500"/>
                      <a:gd name="connsiteX35" fmla="*/ 447040 w 652780"/>
                      <a:gd name="connsiteY35" fmla="*/ 825500 h 825500"/>
                      <a:gd name="connsiteX36" fmla="*/ 482600 w 652780"/>
                      <a:gd name="connsiteY36" fmla="*/ 817880 h 825500"/>
                      <a:gd name="connsiteX37" fmla="*/ 485140 w 652780"/>
                      <a:gd name="connsiteY37" fmla="*/ 713740 h 825500"/>
                      <a:gd name="connsiteX38" fmla="*/ 515620 w 652780"/>
                      <a:gd name="connsiteY38" fmla="*/ 665480 h 825500"/>
                      <a:gd name="connsiteX39" fmla="*/ 533400 w 652780"/>
                      <a:gd name="connsiteY39" fmla="*/ 589280 h 825500"/>
                      <a:gd name="connsiteX40" fmla="*/ 596900 w 652780"/>
                      <a:gd name="connsiteY40" fmla="*/ 546100 h 825500"/>
                      <a:gd name="connsiteX41" fmla="*/ 652780 w 652780"/>
                      <a:gd name="connsiteY41" fmla="*/ 510540 h 825500"/>
                      <a:gd name="connsiteX42" fmla="*/ 607060 w 652780"/>
                      <a:gd name="connsiteY42" fmla="*/ 477520 h 825500"/>
                      <a:gd name="connsiteX43" fmla="*/ 561340 w 652780"/>
                      <a:gd name="connsiteY43" fmla="*/ 472440 h 825500"/>
                      <a:gd name="connsiteX44" fmla="*/ 530860 w 652780"/>
                      <a:gd name="connsiteY44" fmla="*/ 459740 h 825500"/>
                      <a:gd name="connsiteX45" fmla="*/ 502920 w 652780"/>
                      <a:gd name="connsiteY45" fmla="*/ 477520 h 825500"/>
                      <a:gd name="connsiteX46" fmla="*/ 480060 w 652780"/>
                      <a:gd name="connsiteY46" fmla="*/ 459740 h 825500"/>
                      <a:gd name="connsiteX47" fmla="*/ 457200 w 652780"/>
                      <a:gd name="connsiteY47" fmla="*/ 495300 h 825500"/>
                      <a:gd name="connsiteX48" fmla="*/ 414020 w 652780"/>
                      <a:gd name="connsiteY48" fmla="*/ 477520 h 825500"/>
                      <a:gd name="connsiteX49" fmla="*/ 414020 w 652780"/>
                      <a:gd name="connsiteY49" fmla="*/ 421640 h 825500"/>
                      <a:gd name="connsiteX50" fmla="*/ 444500 w 652780"/>
                      <a:gd name="connsiteY50" fmla="*/ 408940 h 825500"/>
                      <a:gd name="connsiteX51" fmla="*/ 454660 w 652780"/>
                      <a:gd name="connsiteY51" fmla="*/ 386080 h 825500"/>
                      <a:gd name="connsiteX52" fmla="*/ 457200 w 652780"/>
                      <a:gd name="connsiteY52" fmla="*/ 375920 h 825500"/>
                      <a:gd name="connsiteX53" fmla="*/ 459740 w 652780"/>
                      <a:gd name="connsiteY53" fmla="*/ 358140 h 825500"/>
                      <a:gd name="connsiteX54" fmla="*/ 421640 w 652780"/>
                      <a:gd name="connsiteY54" fmla="*/ 340360 h 825500"/>
                      <a:gd name="connsiteX55" fmla="*/ 421640 w 652780"/>
                      <a:gd name="connsiteY55" fmla="*/ 289560 h 825500"/>
                      <a:gd name="connsiteX56" fmla="*/ 441960 w 652780"/>
                      <a:gd name="connsiteY56" fmla="*/ 256540 h 825500"/>
                      <a:gd name="connsiteX57" fmla="*/ 421640 w 652780"/>
                      <a:gd name="connsiteY57" fmla="*/ 228600 h 825500"/>
                      <a:gd name="connsiteX58" fmla="*/ 388620 w 652780"/>
                      <a:gd name="connsiteY58" fmla="*/ 256540 h 825500"/>
                      <a:gd name="connsiteX59" fmla="*/ 358140 w 652780"/>
                      <a:gd name="connsiteY59" fmla="*/ 210820 h 825500"/>
                      <a:gd name="connsiteX60" fmla="*/ 302260 w 652780"/>
                      <a:gd name="connsiteY60" fmla="*/ 182880 h 825500"/>
                      <a:gd name="connsiteX61" fmla="*/ 276860 w 652780"/>
                      <a:gd name="connsiteY61" fmla="*/ 144780 h 825500"/>
                      <a:gd name="connsiteX62" fmla="*/ 289560 w 652780"/>
                      <a:gd name="connsiteY62" fmla="*/ 124460 h 825500"/>
                      <a:gd name="connsiteX63" fmla="*/ 302260 w 652780"/>
                      <a:gd name="connsiteY63" fmla="*/ 81280 h 825500"/>
                      <a:gd name="connsiteX64" fmla="*/ 276860 w 652780"/>
                      <a:gd name="connsiteY64" fmla="*/ 63500 h 825500"/>
                      <a:gd name="connsiteX65" fmla="*/ 246380 w 652780"/>
                      <a:gd name="connsiteY65" fmla="*/ 73660 h 825500"/>
                      <a:gd name="connsiteX66" fmla="*/ 231140 w 652780"/>
                      <a:gd name="connsiteY66" fmla="*/ 7620 h 825500"/>
                      <a:gd name="connsiteX67" fmla="*/ 203200 w 652780"/>
                      <a:gd name="connsiteY67" fmla="*/ 0 h 825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652780" h="825500">
                        <a:moveTo>
                          <a:pt x="203200" y="0"/>
                        </a:moveTo>
                        <a:lnTo>
                          <a:pt x="182880" y="15240"/>
                        </a:lnTo>
                        <a:lnTo>
                          <a:pt x="177800" y="48260"/>
                        </a:lnTo>
                        <a:lnTo>
                          <a:pt x="142240" y="50800"/>
                        </a:lnTo>
                        <a:lnTo>
                          <a:pt x="129540" y="86360"/>
                        </a:lnTo>
                        <a:lnTo>
                          <a:pt x="93980" y="116840"/>
                        </a:lnTo>
                        <a:lnTo>
                          <a:pt x="45720" y="86360"/>
                        </a:lnTo>
                        <a:lnTo>
                          <a:pt x="0" y="88900"/>
                        </a:lnTo>
                        <a:lnTo>
                          <a:pt x="17780" y="134620"/>
                        </a:lnTo>
                        <a:lnTo>
                          <a:pt x="33020" y="172720"/>
                        </a:lnTo>
                        <a:lnTo>
                          <a:pt x="33020" y="205740"/>
                        </a:lnTo>
                        <a:lnTo>
                          <a:pt x="27940" y="269240"/>
                        </a:lnTo>
                        <a:lnTo>
                          <a:pt x="35560" y="320040"/>
                        </a:lnTo>
                        <a:lnTo>
                          <a:pt x="60960" y="355600"/>
                        </a:lnTo>
                        <a:lnTo>
                          <a:pt x="55880" y="391160"/>
                        </a:lnTo>
                        <a:lnTo>
                          <a:pt x="27940" y="408940"/>
                        </a:lnTo>
                        <a:lnTo>
                          <a:pt x="27940" y="408940"/>
                        </a:lnTo>
                        <a:lnTo>
                          <a:pt x="53340" y="431800"/>
                        </a:lnTo>
                        <a:lnTo>
                          <a:pt x="88900" y="403860"/>
                        </a:lnTo>
                        <a:lnTo>
                          <a:pt x="139700" y="398780"/>
                        </a:lnTo>
                        <a:lnTo>
                          <a:pt x="177800" y="419100"/>
                        </a:lnTo>
                        <a:lnTo>
                          <a:pt x="182880" y="419100"/>
                        </a:lnTo>
                        <a:lnTo>
                          <a:pt x="182880" y="464820"/>
                        </a:lnTo>
                        <a:lnTo>
                          <a:pt x="220980" y="469900"/>
                        </a:lnTo>
                        <a:lnTo>
                          <a:pt x="233680" y="444500"/>
                        </a:lnTo>
                        <a:lnTo>
                          <a:pt x="281940" y="439420"/>
                        </a:lnTo>
                        <a:lnTo>
                          <a:pt x="292100" y="406400"/>
                        </a:lnTo>
                        <a:lnTo>
                          <a:pt x="317500" y="406400"/>
                        </a:lnTo>
                        <a:lnTo>
                          <a:pt x="345440" y="414020"/>
                        </a:lnTo>
                        <a:lnTo>
                          <a:pt x="370840" y="459740"/>
                        </a:lnTo>
                        <a:lnTo>
                          <a:pt x="355600" y="495300"/>
                        </a:lnTo>
                        <a:lnTo>
                          <a:pt x="396240" y="538480"/>
                        </a:lnTo>
                        <a:lnTo>
                          <a:pt x="411480" y="614680"/>
                        </a:lnTo>
                        <a:lnTo>
                          <a:pt x="386080" y="650240"/>
                        </a:lnTo>
                        <a:lnTo>
                          <a:pt x="396240" y="728980"/>
                        </a:lnTo>
                        <a:lnTo>
                          <a:pt x="447040" y="825500"/>
                        </a:lnTo>
                        <a:lnTo>
                          <a:pt x="482600" y="817880"/>
                        </a:lnTo>
                        <a:cubicBezTo>
                          <a:pt x="483447" y="783167"/>
                          <a:pt x="484293" y="748453"/>
                          <a:pt x="485140" y="713740"/>
                        </a:cubicBezTo>
                        <a:lnTo>
                          <a:pt x="515620" y="665480"/>
                        </a:lnTo>
                        <a:lnTo>
                          <a:pt x="533400" y="589280"/>
                        </a:lnTo>
                        <a:lnTo>
                          <a:pt x="596900" y="546100"/>
                        </a:lnTo>
                        <a:lnTo>
                          <a:pt x="652780" y="510540"/>
                        </a:lnTo>
                        <a:lnTo>
                          <a:pt x="607060" y="477520"/>
                        </a:lnTo>
                        <a:lnTo>
                          <a:pt x="561340" y="472440"/>
                        </a:lnTo>
                        <a:lnTo>
                          <a:pt x="530860" y="459740"/>
                        </a:lnTo>
                        <a:lnTo>
                          <a:pt x="502920" y="477520"/>
                        </a:lnTo>
                        <a:lnTo>
                          <a:pt x="480060" y="459740"/>
                        </a:lnTo>
                        <a:lnTo>
                          <a:pt x="457200" y="495300"/>
                        </a:lnTo>
                        <a:lnTo>
                          <a:pt x="414020" y="477520"/>
                        </a:lnTo>
                        <a:lnTo>
                          <a:pt x="414020" y="421640"/>
                        </a:lnTo>
                        <a:lnTo>
                          <a:pt x="444500" y="408940"/>
                        </a:lnTo>
                        <a:cubicBezTo>
                          <a:pt x="447887" y="401320"/>
                          <a:pt x="451667" y="393863"/>
                          <a:pt x="454660" y="386080"/>
                        </a:cubicBezTo>
                        <a:cubicBezTo>
                          <a:pt x="455913" y="382822"/>
                          <a:pt x="457200" y="375920"/>
                          <a:pt x="457200" y="375920"/>
                        </a:cubicBezTo>
                        <a:lnTo>
                          <a:pt x="459740" y="358140"/>
                        </a:lnTo>
                        <a:lnTo>
                          <a:pt x="421640" y="340360"/>
                        </a:lnTo>
                        <a:lnTo>
                          <a:pt x="421640" y="289560"/>
                        </a:lnTo>
                        <a:lnTo>
                          <a:pt x="441960" y="256540"/>
                        </a:lnTo>
                        <a:lnTo>
                          <a:pt x="421640" y="228600"/>
                        </a:lnTo>
                        <a:lnTo>
                          <a:pt x="388620" y="256540"/>
                        </a:lnTo>
                        <a:lnTo>
                          <a:pt x="358140" y="210820"/>
                        </a:lnTo>
                        <a:lnTo>
                          <a:pt x="302260" y="182880"/>
                        </a:lnTo>
                        <a:lnTo>
                          <a:pt x="276860" y="144780"/>
                        </a:lnTo>
                        <a:lnTo>
                          <a:pt x="289560" y="124460"/>
                        </a:lnTo>
                        <a:lnTo>
                          <a:pt x="302260" y="81280"/>
                        </a:lnTo>
                        <a:lnTo>
                          <a:pt x="276860" y="63500"/>
                        </a:lnTo>
                        <a:lnTo>
                          <a:pt x="246380" y="73660"/>
                        </a:lnTo>
                        <a:cubicBezTo>
                          <a:pt x="237067" y="60960"/>
                          <a:pt x="240453" y="20320"/>
                          <a:pt x="231140" y="7620"/>
                        </a:cubicBezTo>
                        <a:lnTo>
                          <a:pt x="203200" y="0"/>
                        </a:lnTo>
                        <a:close/>
                      </a:path>
                    </a:pathLst>
                  </a:cu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700">
                      <a:ln>
                        <a:solidFill>
                          <a:schemeClr val="accent1">
                            <a:alpha val="0"/>
                          </a:schemeClr>
                        </a:solidFill>
                      </a:ln>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grpSp>
          </p:grpSp>
          <p:grpSp>
            <p:nvGrpSpPr>
              <p:cNvPr id="107" name="서울특별시">
                <a:extLst>
                  <a:ext uri="{FF2B5EF4-FFF2-40B4-BE49-F238E27FC236}">
                    <a16:creationId xmlns:a16="http://schemas.microsoft.com/office/drawing/2014/main" id="{E49F7358-78C8-B913-D540-A35E501D7D6A}"/>
                  </a:ext>
                </a:extLst>
              </p:cNvPr>
              <p:cNvGrpSpPr/>
              <p:nvPr/>
            </p:nvGrpSpPr>
            <p:grpSpPr>
              <a:xfrm>
                <a:off x="6262759" y="3782087"/>
                <a:ext cx="1143202" cy="943343"/>
                <a:chOff x="1799690" y="1850636"/>
                <a:chExt cx="5544620" cy="4575275"/>
              </a:xfrm>
              <a:solidFill>
                <a:schemeClr val="bg1">
                  <a:lumMod val="95000"/>
                </a:schemeClr>
              </a:solidFill>
            </p:grpSpPr>
            <p:sp>
              <p:nvSpPr>
                <p:cNvPr id="140" name="한강">
                  <a:extLst>
                    <a:ext uri="{FF2B5EF4-FFF2-40B4-BE49-F238E27FC236}">
                      <a16:creationId xmlns:a16="http://schemas.microsoft.com/office/drawing/2014/main" id="{BBC8D9CD-D373-8E52-473A-6D570F435725}"/>
                    </a:ext>
                  </a:extLst>
                </p:cNvPr>
                <p:cNvSpPr/>
                <p:nvPr/>
              </p:nvSpPr>
              <p:spPr>
                <a:xfrm>
                  <a:off x="2241023" y="3394606"/>
                  <a:ext cx="4787309" cy="1707310"/>
                </a:xfrm>
                <a:custGeom>
                  <a:avLst/>
                  <a:gdLst>
                    <a:gd name="connsiteX0" fmla="*/ 68580 w 11681460"/>
                    <a:gd name="connsiteY0" fmla="*/ 320040 h 4168140"/>
                    <a:gd name="connsiteX1" fmla="*/ 121920 w 11681460"/>
                    <a:gd name="connsiteY1" fmla="*/ 381000 h 4168140"/>
                    <a:gd name="connsiteX2" fmla="*/ 198120 w 11681460"/>
                    <a:gd name="connsiteY2" fmla="*/ 419100 h 4168140"/>
                    <a:gd name="connsiteX3" fmla="*/ 320040 w 11681460"/>
                    <a:gd name="connsiteY3" fmla="*/ 510540 h 4168140"/>
                    <a:gd name="connsiteX4" fmla="*/ 411480 w 11681460"/>
                    <a:gd name="connsiteY4" fmla="*/ 563880 h 4168140"/>
                    <a:gd name="connsiteX5" fmla="*/ 472440 w 11681460"/>
                    <a:gd name="connsiteY5" fmla="*/ 632460 h 4168140"/>
                    <a:gd name="connsiteX6" fmla="*/ 601980 w 11681460"/>
                    <a:gd name="connsiteY6" fmla="*/ 708660 h 4168140"/>
                    <a:gd name="connsiteX7" fmla="*/ 739140 w 11681460"/>
                    <a:gd name="connsiteY7" fmla="*/ 784860 h 4168140"/>
                    <a:gd name="connsiteX8" fmla="*/ 861060 w 11681460"/>
                    <a:gd name="connsiteY8" fmla="*/ 868680 h 4168140"/>
                    <a:gd name="connsiteX9" fmla="*/ 944880 w 11681460"/>
                    <a:gd name="connsiteY9" fmla="*/ 952500 h 4168140"/>
                    <a:gd name="connsiteX10" fmla="*/ 1021080 w 11681460"/>
                    <a:gd name="connsiteY10" fmla="*/ 1005840 h 4168140"/>
                    <a:gd name="connsiteX11" fmla="*/ 1097280 w 11681460"/>
                    <a:gd name="connsiteY11" fmla="*/ 1043940 h 4168140"/>
                    <a:gd name="connsiteX12" fmla="*/ 1181100 w 11681460"/>
                    <a:gd name="connsiteY12" fmla="*/ 1104900 h 4168140"/>
                    <a:gd name="connsiteX13" fmla="*/ 1249680 w 11681460"/>
                    <a:gd name="connsiteY13" fmla="*/ 1150620 h 4168140"/>
                    <a:gd name="connsiteX14" fmla="*/ 1341120 w 11681460"/>
                    <a:gd name="connsiteY14" fmla="*/ 1196340 h 4168140"/>
                    <a:gd name="connsiteX15" fmla="*/ 1417320 w 11681460"/>
                    <a:gd name="connsiteY15" fmla="*/ 1257300 h 4168140"/>
                    <a:gd name="connsiteX16" fmla="*/ 1493520 w 11681460"/>
                    <a:gd name="connsiteY16" fmla="*/ 1333500 h 4168140"/>
                    <a:gd name="connsiteX17" fmla="*/ 1569720 w 11681460"/>
                    <a:gd name="connsiteY17" fmla="*/ 1356360 h 4168140"/>
                    <a:gd name="connsiteX18" fmla="*/ 1684020 w 11681460"/>
                    <a:gd name="connsiteY18" fmla="*/ 1424940 h 4168140"/>
                    <a:gd name="connsiteX19" fmla="*/ 1729740 w 11681460"/>
                    <a:gd name="connsiteY19" fmla="*/ 1485900 h 4168140"/>
                    <a:gd name="connsiteX20" fmla="*/ 1844040 w 11681460"/>
                    <a:gd name="connsiteY20" fmla="*/ 1569720 h 4168140"/>
                    <a:gd name="connsiteX21" fmla="*/ 1935480 w 11681460"/>
                    <a:gd name="connsiteY21" fmla="*/ 1615440 h 4168140"/>
                    <a:gd name="connsiteX22" fmla="*/ 2049780 w 11681460"/>
                    <a:gd name="connsiteY22" fmla="*/ 1691640 h 4168140"/>
                    <a:gd name="connsiteX23" fmla="*/ 2133600 w 11681460"/>
                    <a:gd name="connsiteY23" fmla="*/ 1729740 h 4168140"/>
                    <a:gd name="connsiteX24" fmla="*/ 2202180 w 11681460"/>
                    <a:gd name="connsiteY24" fmla="*/ 1805940 h 4168140"/>
                    <a:gd name="connsiteX25" fmla="*/ 2255520 w 11681460"/>
                    <a:gd name="connsiteY25" fmla="*/ 1821180 h 4168140"/>
                    <a:gd name="connsiteX26" fmla="*/ 2316480 w 11681460"/>
                    <a:gd name="connsiteY26" fmla="*/ 1866900 h 4168140"/>
                    <a:gd name="connsiteX27" fmla="*/ 2423160 w 11681460"/>
                    <a:gd name="connsiteY27" fmla="*/ 2004060 h 4168140"/>
                    <a:gd name="connsiteX28" fmla="*/ 2476500 w 11681460"/>
                    <a:gd name="connsiteY28" fmla="*/ 2087880 h 4168140"/>
                    <a:gd name="connsiteX29" fmla="*/ 2567940 w 11681460"/>
                    <a:gd name="connsiteY29" fmla="*/ 2148840 h 4168140"/>
                    <a:gd name="connsiteX30" fmla="*/ 2682240 w 11681460"/>
                    <a:gd name="connsiteY30" fmla="*/ 2186940 h 4168140"/>
                    <a:gd name="connsiteX31" fmla="*/ 2743200 w 11681460"/>
                    <a:gd name="connsiteY31" fmla="*/ 2209800 h 4168140"/>
                    <a:gd name="connsiteX32" fmla="*/ 2811780 w 11681460"/>
                    <a:gd name="connsiteY32" fmla="*/ 2247900 h 4168140"/>
                    <a:gd name="connsiteX33" fmla="*/ 2887980 w 11681460"/>
                    <a:gd name="connsiteY33" fmla="*/ 2301240 h 4168140"/>
                    <a:gd name="connsiteX34" fmla="*/ 2979420 w 11681460"/>
                    <a:gd name="connsiteY34" fmla="*/ 2385060 h 4168140"/>
                    <a:gd name="connsiteX35" fmla="*/ 3055620 w 11681460"/>
                    <a:gd name="connsiteY35" fmla="*/ 2461260 h 4168140"/>
                    <a:gd name="connsiteX36" fmla="*/ 3139440 w 11681460"/>
                    <a:gd name="connsiteY36" fmla="*/ 2537460 h 4168140"/>
                    <a:gd name="connsiteX37" fmla="*/ 3261360 w 11681460"/>
                    <a:gd name="connsiteY37" fmla="*/ 2628900 h 4168140"/>
                    <a:gd name="connsiteX38" fmla="*/ 3345180 w 11681460"/>
                    <a:gd name="connsiteY38" fmla="*/ 2720340 h 4168140"/>
                    <a:gd name="connsiteX39" fmla="*/ 3444240 w 11681460"/>
                    <a:gd name="connsiteY39" fmla="*/ 2796540 h 4168140"/>
                    <a:gd name="connsiteX40" fmla="*/ 3558540 w 11681460"/>
                    <a:gd name="connsiteY40" fmla="*/ 2872740 h 4168140"/>
                    <a:gd name="connsiteX41" fmla="*/ 3619500 w 11681460"/>
                    <a:gd name="connsiteY41" fmla="*/ 2979420 h 4168140"/>
                    <a:gd name="connsiteX42" fmla="*/ 3619500 w 11681460"/>
                    <a:gd name="connsiteY42" fmla="*/ 2979420 h 4168140"/>
                    <a:gd name="connsiteX43" fmla="*/ 3649980 w 11681460"/>
                    <a:gd name="connsiteY43" fmla="*/ 3048000 h 4168140"/>
                    <a:gd name="connsiteX44" fmla="*/ 3703320 w 11681460"/>
                    <a:gd name="connsiteY44" fmla="*/ 3086100 h 4168140"/>
                    <a:gd name="connsiteX45" fmla="*/ 3764280 w 11681460"/>
                    <a:gd name="connsiteY45" fmla="*/ 3063240 h 4168140"/>
                    <a:gd name="connsiteX46" fmla="*/ 3848100 w 11681460"/>
                    <a:gd name="connsiteY46" fmla="*/ 3025140 h 4168140"/>
                    <a:gd name="connsiteX47" fmla="*/ 3916680 w 11681460"/>
                    <a:gd name="connsiteY47" fmla="*/ 3032760 h 4168140"/>
                    <a:gd name="connsiteX48" fmla="*/ 4030980 w 11681460"/>
                    <a:gd name="connsiteY48" fmla="*/ 3063240 h 4168140"/>
                    <a:gd name="connsiteX49" fmla="*/ 4137660 w 11681460"/>
                    <a:gd name="connsiteY49" fmla="*/ 3101340 h 4168140"/>
                    <a:gd name="connsiteX50" fmla="*/ 4259580 w 11681460"/>
                    <a:gd name="connsiteY50" fmla="*/ 3147060 h 4168140"/>
                    <a:gd name="connsiteX51" fmla="*/ 4381500 w 11681460"/>
                    <a:gd name="connsiteY51" fmla="*/ 3192780 h 4168140"/>
                    <a:gd name="connsiteX52" fmla="*/ 4526280 w 11681460"/>
                    <a:gd name="connsiteY52" fmla="*/ 3276600 h 4168140"/>
                    <a:gd name="connsiteX53" fmla="*/ 4587240 w 11681460"/>
                    <a:gd name="connsiteY53" fmla="*/ 3299460 h 4168140"/>
                    <a:gd name="connsiteX54" fmla="*/ 4610100 w 11681460"/>
                    <a:gd name="connsiteY54" fmla="*/ 3352800 h 4168140"/>
                    <a:gd name="connsiteX55" fmla="*/ 4648200 w 11681460"/>
                    <a:gd name="connsiteY55" fmla="*/ 3436620 h 4168140"/>
                    <a:gd name="connsiteX56" fmla="*/ 4671060 w 11681460"/>
                    <a:gd name="connsiteY56" fmla="*/ 3520440 h 4168140"/>
                    <a:gd name="connsiteX57" fmla="*/ 4678680 w 11681460"/>
                    <a:gd name="connsiteY57" fmla="*/ 3589020 h 4168140"/>
                    <a:gd name="connsiteX58" fmla="*/ 4686300 w 11681460"/>
                    <a:gd name="connsiteY58" fmla="*/ 3649980 h 4168140"/>
                    <a:gd name="connsiteX59" fmla="*/ 4724400 w 11681460"/>
                    <a:gd name="connsiteY59" fmla="*/ 3680460 h 4168140"/>
                    <a:gd name="connsiteX60" fmla="*/ 4785360 w 11681460"/>
                    <a:gd name="connsiteY60" fmla="*/ 3672840 h 4168140"/>
                    <a:gd name="connsiteX61" fmla="*/ 4869180 w 11681460"/>
                    <a:gd name="connsiteY61" fmla="*/ 3703320 h 4168140"/>
                    <a:gd name="connsiteX62" fmla="*/ 4914900 w 11681460"/>
                    <a:gd name="connsiteY62" fmla="*/ 3756660 h 4168140"/>
                    <a:gd name="connsiteX63" fmla="*/ 5105400 w 11681460"/>
                    <a:gd name="connsiteY63" fmla="*/ 3832860 h 4168140"/>
                    <a:gd name="connsiteX64" fmla="*/ 5173980 w 11681460"/>
                    <a:gd name="connsiteY64" fmla="*/ 3886200 h 4168140"/>
                    <a:gd name="connsiteX65" fmla="*/ 5242560 w 11681460"/>
                    <a:gd name="connsiteY65" fmla="*/ 3924300 h 4168140"/>
                    <a:gd name="connsiteX66" fmla="*/ 5364480 w 11681460"/>
                    <a:gd name="connsiteY66" fmla="*/ 3962400 h 4168140"/>
                    <a:gd name="connsiteX67" fmla="*/ 5516880 w 11681460"/>
                    <a:gd name="connsiteY67" fmla="*/ 4046220 h 4168140"/>
                    <a:gd name="connsiteX68" fmla="*/ 5585460 w 11681460"/>
                    <a:gd name="connsiteY68" fmla="*/ 4099560 h 4168140"/>
                    <a:gd name="connsiteX69" fmla="*/ 5661660 w 11681460"/>
                    <a:gd name="connsiteY69" fmla="*/ 4122420 h 4168140"/>
                    <a:gd name="connsiteX70" fmla="*/ 5745480 w 11681460"/>
                    <a:gd name="connsiteY70" fmla="*/ 4130040 h 4168140"/>
                    <a:gd name="connsiteX71" fmla="*/ 5836920 w 11681460"/>
                    <a:gd name="connsiteY71" fmla="*/ 4130040 h 4168140"/>
                    <a:gd name="connsiteX72" fmla="*/ 5951220 w 11681460"/>
                    <a:gd name="connsiteY72" fmla="*/ 4145280 h 4168140"/>
                    <a:gd name="connsiteX73" fmla="*/ 6035040 w 11681460"/>
                    <a:gd name="connsiteY73" fmla="*/ 4168140 h 4168140"/>
                    <a:gd name="connsiteX74" fmla="*/ 6149340 w 11681460"/>
                    <a:gd name="connsiteY74" fmla="*/ 4137660 h 4168140"/>
                    <a:gd name="connsiteX75" fmla="*/ 6286500 w 11681460"/>
                    <a:gd name="connsiteY75" fmla="*/ 4114800 h 4168140"/>
                    <a:gd name="connsiteX76" fmla="*/ 6393180 w 11681460"/>
                    <a:gd name="connsiteY76" fmla="*/ 4053840 h 4168140"/>
                    <a:gd name="connsiteX77" fmla="*/ 6484620 w 11681460"/>
                    <a:gd name="connsiteY77" fmla="*/ 4038600 h 4168140"/>
                    <a:gd name="connsiteX78" fmla="*/ 6583680 w 11681460"/>
                    <a:gd name="connsiteY78" fmla="*/ 3970020 h 4168140"/>
                    <a:gd name="connsiteX79" fmla="*/ 6697980 w 11681460"/>
                    <a:gd name="connsiteY79" fmla="*/ 3886200 h 4168140"/>
                    <a:gd name="connsiteX80" fmla="*/ 6728460 w 11681460"/>
                    <a:gd name="connsiteY80" fmla="*/ 3817620 h 4168140"/>
                    <a:gd name="connsiteX81" fmla="*/ 6842760 w 11681460"/>
                    <a:gd name="connsiteY81" fmla="*/ 3733800 h 4168140"/>
                    <a:gd name="connsiteX82" fmla="*/ 6972300 w 11681460"/>
                    <a:gd name="connsiteY82" fmla="*/ 3642360 h 4168140"/>
                    <a:gd name="connsiteX83" fmla="*/ 7078980 w 11681460"/>
                    <a:gd name="connsiteY83" fmla="*/ 3528060 h 4168140"/>
                    <a:gd name="connsiteX84" fmla="*/ 7139940 w 11681460"/>
                    <a:gd name="connsiteY84" fmla="*/ 3444240 h 4168140"/>
                    <a:gd name="connsiteX85" fmla="*/ 7269480 w 11681460"/>
                    <a:gd name="connsiteY85" fmla="*/ 3284220 h 4168140"/>
                    <a:gd name="connsiteX86" fmla="*/ 7330440 w 11681460"/>
                    <a:gd name="connsiteY86" fmla="*/ 3185160 h 4168140"/>
                    <a:gd name="connsiteX87" fmla="*/ 7376160 w 11681460"/>
                    <a:gd name="connsiteY87" fmla="*/ 3116580 h 4168140"/>
                    <a:gd name="connsiteX88" fmla="*/ 7444740 w 11681460"/>
                    <a:gd name="connsiteY88" fmla="*/ 3093720 h 4168140"/>
                    <a:gd name="connsiteX89" fmla="*/ 7513320 w 11681460"/>
                    <a:gd name="connsiteY89" fmla="*/ 3101340 h 4168140"/>
                    <a:gd name="connsiteX90" fmla="*/ 7574280 w 11681460"/>
                    <a:gd name="connsiteY90" fmla="*/ 3078480 h 4168140"/>
                    <a:gd name="connsiteX91" fmla="*/ 7726680 w 11681460"/>
                    <a:gd name="connsiteY91" fmla="*/ 3108960 h 4168140"/>
                    <a:gd name="connsiteX92" fmla="*/ 7833360 w 11681460"/>
                    <a:gd name="connsiteY92" fmla="*/ 3162300 h 4168140"/>
                    <a:gd name="connsiteX93" fmla="*/ 7962900 w 11681460"/>
                    <a:gd name="connsiteY93" fmla="*/ 3192780 h 4168140"/>
                    <a:gd name="connsiteX94" fmla="*/ 8161020 w 11681460"/>
                    <a:gd name="connsiteY94" fmla="*/ 3268980 h 4168140"/>
                    <a:gd name="connsiteX95" fmla="*/ 8290560 w 11681460"/>
                    <a:gd name="connsiteY95" fmla="*/ 3337560 h 4168140"/>
                    <a:gd name="connsiteX96" fmla="*/ 8382000 w 11681460"/>
                    <a:gd name="connsiteY96" fmla="*/ 3360420 h 4168140"/>
                    <a:gd name="connsiteX97" fmla="*/ 8458200 w 11681460"/>
                    <a:gd name="connsiteY97" fmla="*/ 3398520 h 4168140"/>
                    <a:gd name="connsiteX98" fmla="*/ 8595360 w 11681460"/>
                    <a:gd name="connsiteY98" fmla="*/ 3512820 h 4168140"/>
                    <a:gd name="connsiteX99" fmla="*/ 8641080 w 11681460"/>
                    <a:gd name="connsiteY99" fmla="*/ 3566160 h 4168140"/>
                    <a:gd name="connsiteX100" fmla="*/ 8702040 w 11681460"/>
                    <a:gd name="connsiteY100" fmla="*/ 3604260 h 4168140"/>
                    <a:gd name="connsiteX101" fmla="*/ 8763000 w 11681460"/>
                    <a:gd name="connsiteY101" fmla="*/ 3634740 h 4168140"/>
                    <a:gd name="connsiteX102" fmla="*/ 8854440 w 11681460"/>
                    <a:gd name="connsiteY102" fmla="*/ 3627120 h 4168140"/>
                    <a:gd name="connsiteX103" fmla="*/ 8968740 w 11681460"/>
                    <a:gd name="connsiteY103" fmla="*/ 3619500 h 4168140"/>
                    <a:gd name="connsiteX104" fmla="*/ 9060180 w 11681460"/>
                    <a:gd name="connsiteY104" fmla="*/ 3642360 h 4168140"/>
                    <a:gd name="connsiteX105" fmla="*/ 9151620 w 11681460"/>
                    <a:gd name="connsiteY105" fmla="*/ 3657600 h 4168140"/>
                    <a:gd name="connsiteX106" fmla="*/ 9227820 w 11681460"/>
                    <a:gd name="connsiteY106" fmla="*/ 3642360 h 4168140"/>
                    <a:gd name="connsiteX107" fmla="*/ 9311640 w 11681460"/>
                    <a:gd name="connsiteY107" fmla="*/ 3611880 h 4168140"/>
                    <a:gd name="connsiteX108" fmla="*/ 9433560 w 11681460"/>
                    <a:gd name="connsiteY108" fmla="*/ 3589020 h 4168140"/>
                    <a:gd name="connsiteX109" fmla="*/ 9509760 w 11681460"/>
                    <a:gd name="connsiteY109" fmla="*/ 3528060 h 4168140"/>
                    <a:gd name="connsiteX110" fmla="*/ 9646920 w 11681460"/>
                    <a:gd name="connsiteY110" fmla="*/ 3489960 h 4168140"/>
                    <a:gd name="connsiteX111" fmla="*/ 9784080 w 11681460"/>
                    <a:gd name="connsiteY111" fmla="*/ 3444240 h 4168140"/>
                    <a:gd name="connsiteX112" fmla="*/ 9860280 w 11681460"/>
                    <a:gd name="connsiteY112" fmla="*/ 3383280 h 4168140"/>
                    <a:gd name="connsiteX113" fmla="*/ 9921240 w 11681460"/>
                    <a:gd name="connsiteY113" fmla="*/ 3314700 h 4168140"/>
                    <a:gd name="connsiteX114" fmla="*/ 9997440 w 11681460"/>
                    <a:gd name="connsiteY114" fmla="*/ 3208020 h 4168140"/>
                    <a:gd name="connsiteX115" fmla="*/ 10043160 w 11681460"/>
                    <a:gd name="connsiteY115" fmla="*/ 3101340 h 4168140"/>
                    <a:gd name="connsiteX116" fmla="*/ 10104120 w 11681460"/>
                    <a:gd name="connsiteY116" fmla="*/ 3017520 h 4168140"/>
                    <a:gd name="connsiteX117" fmla="*/ 10157460 w 11681460"/>
                    <a:gd name="connsiteY117" fmla="*/ 2933700 h 4168140"/>
                    <a:gd name="connsiteX118" fmla="*/ 10218420 w 11681460"/>
                    <a:gd name="connsiteY118" fmla="*/ 2849880 h 4168140"/>
                    <a:gd name="connsiteX119" fmla="*/ 10294620 w 11681460"/>
                    <a:gd name="connsiteY119" fmla="*/ 2735580 h 4168140"/>
                    <a:gd name="connsiteX120" fmla="*/ 10347960 w 11681460"/>
                    <a:gd name="connsiteY120" fmla="*/ 2621280 h 4168140"/>
                    <a:gd name="connsiteX121" fmla="*/ 10431780 w 11681460"/>
                    <a:gd name="connsiteY121" fmla="*/ 2499360 h 4168140"/>
                    <a:gd name="connsiteX122" fmla="*/ 10500360 w 11681460"/>
                    <a:gd name="connsiteY122" fmla="*/ 2354580 h 4168140"/>
                    <a:gd name="connsiteX123" fmla="*/ 10553700 w 11681460"/>
                    <a:gd name="connsiteY123" fmla="*/ 2263140 h 4168140"/>
                    <a:gd name="connsiteX124" fmla="*/ 10584180 w 11681460"/>
                    <a:gd name="connsiteY124" fmla="*/ 2194560 h 4168140"/>
                    <a:gd name="connsiteX125" fmla="*/ 10614660 w 11681460"/>
                    <a:gd name="connsiteY125" fmla="*/ 2118360 h 4168140"/>
                    <a:gd name="connsiteX126" fmla="*/ 10675620 w 11681460"/>
                    <a:gd name="connsiteY126" fmla="*/ 2049780 h 4168140"/>
                    <a:gd name="connsiteX127" fmla="*/ 10690860 w 11681460"/>
                    <a:gd name="connsiteY127" fmla="*/ 1988820 h 4168140"/>
                    <a:gd name="connsiteX128" fmla="*/ 10713720 w 11681460"/>
                    <a:gd name="connsiteY128" fmla="*/ 1927860 h 4168140"/>
                    <a:gd name="connsiteX129" fmla="*/ 10767060 w 11681460"/>
                    <a:gd name="connsiteY129" fmla="*/ 1859280 h 4168140"/>
                    <a:gd name="connsiteX130" fmla="*/ 10873740 w 11681460"/>
                    <a:gd name="connsiteY130" fmla="*/ 1828800 h 4168140"/>
                    <a:gd name="connsiteX131" fmla="*/ 11079480 w 11681460"/>
                    <a:gd name="connsiteY131" fmla="*/ 1767840 h 4168140"/>
                    <a:gd name="connsiteX132" fmla="*/ 11247120 w 11681460"/>
                    <a:gd name="connsiteY132" fmla="*/ 1684020 h 4168140"/>
                    <a:gd name="connsiteX133" fmla="*/ 11414760 w 11681460"/>
                    <a:gd name="connsiteY133" fmla="*/ 1638300 h 4168140"/>
                    <a:gd name="connsiteX134" fmla="*/ 11490960 w 11681460"/>
                    <a:gd name="connsiteY134" fmla="*/ 1577340 h 4168140"/>
                    <a:gd name="connsiteX135" fmla="*/ 11635740 w 11681460"/>
                    <a:gd name="connsiteY135" fmla="*/ 1508760 h 4168140"/>
                    <a:gd name="connsiteX136" fmla="*/ 11681460 w 11681460"/>
                    <a:gd name="connsiteY136" fmla="*/ 1417320 h 4168140"/>
                    <a:gd name="connsiteX137" fmla="*/ 11620500 w 11681460"/>
                    <a:gd name="connsiteY137" fmla="*/ 1417320 h 4168140"/>
                    <a:gd name="connsiteX138" fmla="*/ 11567160 w 11681460"/>
                    <a:gd name="connsiteY138" fmla="*/ 1379220 h 4168140"/>
                    <a:gd name="connsiteX139" fmla="*/ 11498580 w 11681460"/>
                    <a:gd name="connsiteY139" fmla="*/ 1318260 h 4168140"/>
                    <a:gd name="connsiteX140" fmla="*/ 11468100 w 11681460"/>
                    <a:gd name="connsiteY140" fmla="*/ 1280160 h 4168140"/>
                    <a:gd name="connsiteX141" fmla="*/ 11407140 w 11681460"/>
                    <a:gd name="connsiteY141" fmla="*/ 1287780 h 4168140"/>
                    <a:gd name="connsiteX142" fmla="*/ 11399520 w 11681460"/>
                    <a:gd name="connsiteY142" fmla="*/ 1280160 h 4168140"/>
                    <a:gd name="connsiteX143" fmla="*/ 11353800 w 11681460"/>
                    <a:gd name="connsiteY143" fmla="*/ 1356360 h 4168140"/>
                    <a:gd name="connsiteX144" fmla="*/ 11224260 w 11681460"/>
                    <a:gd name="connsiteY144" fmla="*/ 1417320 h 4168140"/>
                    <a:gd name="connsiteX145" fmla="*/ 11109960 w 11681460"/>
                    <a:gd name="connsiteY145" fmla="*/ 1463040 h 4168140"/>
                    <a:gd name="connsiteX146" fmla="*/ 10911840 w 11681460"/>
                    <a:gd name="connsiteY146" fmla="*/ 1524000 h 4168140"/>
                    <a:gd name="connsiteX147" fmla="*/ 10774680 w 11681460"/>
                    <a:gd name="connsiteY147" fmla="*/ 1546860 h 4168140"/>
                    <a:gd name="connsiteX148" fmla="*/ 10675620 w 11681460"/>
                    <a:gd name="connsiteY148" fmla="*/ 1615440 h 4168140"/>
                    <a:gd name="connsiteX149" fmla="*/ 10568940 w 11681460"/>
                    <a:gd name="connsiteY149" fmla="*/ 1676400 h 4168140"/>
                    <a:gd name="connsiteX150" fmla="*/ 10485120 w 11681460"/>
                    <a:gd name="connsiteY150" fmla="*/ 1760220 h 4168140"/>
                    <a:gd name="connsiteX151" fmla="*/ 10454640 w 11681460"/>
                    <a:gd name="connsiteY151" fmla="*/ 1836420 h 4168140"/>
                    <a:gd name="connsiteX152" fmla="*/ 10416540 w 11681460"/>
                    <a:gd name="connsiteY152" fmla="*/ 1927860 h 4168140"/>
                    <a:gd name="connsiteX153" fmla="*/ 10401300 w 11681460"/>
                    <a:gd name="connsiteY153" fmla="*/ 2004060 h 4168140"/>
                    <a:gd name="connsiteX154" fmla="*/ 10363200 w 11681460"/>
                    <a:gd name="connsiteY154" fmla="*/ 2095500 h 4168140"/>
                    <a:gd name="connsiteX155" fmla="*/ 10317480 w 11681460"/>
                    <a:gd name="connsiteY155" fmla="*/ 2225040 h 4168140"/>
                    <a:gd name="connsiteX156" fmla="*/ 10287000 w 11681460"/>
                    <a:gd name="connsiteY156" fmla="*/ 2346960 h 4168140"/>
                    <a:gd name="connsiteX157" fmla="*/ 10218420 w 11681460"/>
                    <a:gd name="connsiteY157" fmla="*/ 2499360 h 4168140"/>
                    <a:gd name="connsiteX158" fmla="*/ 10134600 w 11681460"/>
                    <a:gd name="connsiteY158" fmla="*/ 2621280 h 4168140"/>
                    <a:gd name="connsiteX159" fmla="*/ 10043160 w 11681460"/>
                    <a:gd name="connsiteY159" fmla="*/ 2735580 h 4168140"/>
                    <a:gd name="connsiteX160" fmla="*/ 9974580 w 11681460"/>
                    <a:gd name="connsiteY160" fmla="*/ 2857500 h 4168140"/>
                    <a:gd name="connsiteX161" fmla="*/ 9906000 w 11681460"/>
                    <a:gd name="connsiteY161" fmla="*/ 2941320 h 4168140"/>
                    <a:gd name="connsiteX162" fmla="*/ 9860280 w 11681460"/>
                    <a:gd name="connsiteY162" fmla="*/ 3032760 h 4168140"/>
                    <a:gd name="connsiteX163" fmla="*/ 9806940 w 11681460"/>
                    <a:gd name="connsiteY163" fmla="*/ 3116580 h 4168140"/>
                    <a:gd name="connsiteX164" fmla="*/ 9715500 w 11681460"/>
                    <a:gd name="connsiteY164" fmla="*/ 3208020 h 4168140"/>
                    <a:gd name="connsiteX165" fmla="*/ 9616440 w 11681460"/>
                    <a:gd name="connsiteY165" fmla="*/ 3261360 h 4168140"/>
                    <a:gd name="connsiteX166" fmla="*/ 9532620 w 11681460"/>
                    <a:gd name="connsiteY166" fmla="*/ 3329940 h 4168140"/>
                    <a:gd name="connsiteX167" fmla="*/ 9471660 w 11681460"/>
                    <a:gd name="connsiteY167" fmla="*/ 3375660 h 4168140"/>
                    <a:gd name="connsiteX168" fmla="*/ 9410700 w 11681460"/>
                    <a:gd name="connsiteY168" fmla="*/ 3429000 h 4168140"/>
                    <a:gd name="connsiteX169" fmla="*/ 9288780 w 11681460"/>
                    <a:gd name="connsiteY169" fmla="*/ 3436620 h 4168140"/>
                    <a:gd name="connsiteX170" fmla="*/ 9166860 w 11681460"/>
                    <a:gd name="connsiteY170" fmla="*/ 3444240 h 4168140"/>
                    <a:gd name="connsiteX171" fmla="*/ 9029700 w 11681460"/>
                    <a:gd name="connsiteY171" fmla="*/ 3413760 h 4168140"/>
                    <a:gd name="connsiteX172" fmla="*/ 8823960 w 11681460"/>
                    <a:gd name="connsiteY172" fmla="*/ 3360420 h 4168140"/>
                    <a:gd name="connsiteX173" fmla="*/ 8679180 w 11681460"/>
                    <a:gd name="connsiteY173" fmla="*/ 3329940 h 4168140"/>
                    <a:gd name="connsiteX174" fmla="*/ 8572500 w 11681460"/>
                    <a:gd name="connsiteY174" fmla="*/ 3276600 h 4168140"/>
                    <a:gd name="connsiteX175" fmla="*/ 8465820 w 11681460"/>
                    <a:gd name="connsiteY175" fmla="*/ 3215640 h 4168140"/>
                    <a:gd name="connsiteX176" fmla="*/ 8321040 w 11681460"/>
                    <a:gd name="connsiteY176" fmla="*/ 3177540 h 4168140"/>
                    <a:gd name="connsiteX177" fmla="*/ 8199120 w 11681460"/>
                    <a:gd name="connsiteY177" fmla="*/ 3131820 h 4168140"/>
                    <a:gd name="connsiteX178" fmla="*/ 8069580 w 11681460"/>
                    <a:gd name="connsiteY178" fmla="*/ 3078480 h 4168140"/>
                    <a:gd name="connsiteX179" fmla="*/ 7917180 w 11681460"/>
                    <a:gd name="connsiteY179" fmla="*/ 2994660 h 4168140"/>
                    <a:gd name="connsiteX180" fmla="*/ 7787640 w 11681460"/>
                    <a:gd name="connsiteY180" fmla="*/ 2971800 h 4168140"/>
                    <a:gd name="connsiteX181" fmla="*/ 7719060 w 11681460"/>
                    <a:gd name="connsiteY181" fmla="*/ 2933700 h 4168140"/>
                    <a:gd name="connsiteX182" fmla="*/ 7612380 w 11681460"/>
                    <a:gd name="connsiteY182" fmla="*/ 2903220 h 4168140"/>
                    <a:gd name="connsiteX183" fmla="*/ 7566660 w 11681460"/>
                    <a:gd name="connsiteY183" fmla="*/ 2887980 h 4168140"/>
                    <a:gd name="connsiteX184" fmla="*/ 7551420 w 11681460"/>
                    <a:gd name="connsiteY184" fmla="*/ 2849880 h 4168140"/>
                    <a:gd name="connsiteX185" fmla="*/ 7513320 w 11681460"/>
                    <a:gd name="connsiteY185" fmla="*/ 2827020 h 4168140"/>
                    <a:gd name="connsiteX186" fmla="*/ 7475220 w 11681460"/>
                    <a:gd name="connsiteY186" fmla="*/ 2857500 h 4168140"/>
                    <a:gd name="connsiteX187" fmla="*/ 7414260 w 11681460"/>
                    <a:gd name="connsiteY187" fmla="*/ 2887980 h 4168140"/>
                    <a:gd name="connsiteX188" fmla="*/ 7345680 w 11681460"/>
                    <a:gd name="connsiteY188" fmla="*/ 2971800 h 4168140"/>
                    <a:gd name="connsiteX189" fmla="*/ 7315200 w 11681460"/>
                    <a:gd name="connsiteY189" fmla="*/ 2994660 h 4168140"/>
                    <a:gd name="connsiteX190" fmla="*/ 7261860 w 11681460"/>
                    <a:gd name="connsiteY190" fmla="*/ 3009900 h 4168140"/>
                    <a:gd name="connsiteX191" fmla="*/ 7193280 w 11681460"/>
                    <a:gd name="connsiteY191" fmla="*/ 3025140 h 4168140"/>
                    <a:gd name="connsiteX192" fmla="*/ 7155180 w 11681460"/>
                    <a:gd name="connsiteY192" fmla="*/ 3078480 h 4168140"/>
                    <a:gd name="connsiteX193" fmla="*/ 7109460 w 11681460"/>
                    <a:gd name="connsiteY193" fmla="*/ 3154680 h 4168140"/>
                    <a:gd name="connsiteX194" fmla="*/ 7048500 w 11681460"/>
                    <a:gd name="connsiteY194" fmla="*/ 3246120 h 4168140"/>
                    <a:gd name="connsiteX195" fmla="*/ 6995160 w 11681460"/>
                    <a:gd name="connsiteY195" fmla="*/ 3307080 h 4168140"/>
                    <a:gd name="connsiteX196" fmla="*/ 6972300 w 11681460"/>
                    <a:gd name="connsiteY196" fmla="*/ 3352800 h 4168140"/>
                    <a:gd name="connsiteX197" fmla="*/ 6949440 w 11681460"/>
                    <a:gd name="connsiteY197" fmla="*/ 3413760 h 4168140"/>
                    <a:gd name="connsiteX198" fmla="*/ 6949440 w 11681460"/>
                    <a:gd name="connsiteY198" fmla="*/ 3413760 h 4168140"/>
                    <a:gd name="connsiteX199" fmla="*/ 6911340 w 11681460"/>
                    <a:gd name="connsiteY199" fmla="*/ 3474720 h 4168140"/>
                    <a:gd name="connsiteX200" fmla="*/ 6888480 w 11681460"/>
                    <a:gd name="connsiteY200" fmla="*/ 3505200 h 4168140"/>
                    <a:gd name="connsiteX201" fmla="*/ 6819900 w 11681460"/>
                    <a:gd name="connsiteY201" fmla="*/ 3566160 h 4168140"/>
                    <a:gd name="connsiteX202" fmla="*/ 6743700 w 11681460"/>
                    <a:gd name="connsiteY202" fmla="*/ 3581400 h 4168140"/>
                    <a:gd name="connsiteX203" fmla="*/ 6675120 w 11681460"/>
                    <a:gd name="connsiteY203" fmla="*/ 3657600 h 4168140"/>
                    <a:gd name="connsiteX204" fmla="*/ 6629400 w 11681460"/>
                    <a:gd name="connsiteY204" fmla="*/ 3718560 h 4168140"/>
                    <a:gd name="connsiteX205" fmla="*/ 6576060 w 11681460"/>
                    <a:gd name="connsiteY205" fmla="*/ 3779520 h 4168140"/>
                    <a:gd name="connsiteX206" fmla="*/ 6484620 w 11681460"/>
                    <a:gd name="connsiteY206" fmla="*/ 3817620 h 4168140"/>
                    <a:gd name="connsiteX207" fmla="*/ 6400800 w 11681460"/>
                    <a:gd name="connsiteY207" fmla="*/ 3832860 h 4168140"/>
                    <a:gd name="connsiteX208" fmla="*/ 6263640 w 11681460"/>
                    <a:gd name="connsiteY208" fmla="*/ 3870960 h 4168140"/>
                    <a:gd name="connsiteX209" fmla="*/ 6126480 w 11681460"/>
                    <a:gd name="connsiteY209" fmla="*/ 3901440 h 4168140"/>
                    <a:gd name="connsiteX210" fmla="*/ 6027420 w 11681460"/>
                    <a:gd name="connsiteY210" fmla="*/ 3916680 h 4168140"/>
                    <a:gd name="connsiteX211" fmla="*/ 5890260 w 11681460"/>
                    <a:gd name="connsiteY211" fmla="*/ 3878580 h 4168140"/>
                    <a:gd name="connsiteX212" fmla="*/ 5821680 w 11681460"/>
                    <a:gd name="connsiteY212" fmla="*/ 3863340 h 4168140"/>
                    <a:gd name="connsiteX213" fmla="*/ 5737860 w 11681460"/>
                    <a:gd name="connsiteY213" fmla="*/ 3825240 h 4168140"/>
                    <a:gd name="connsiteX214" fmla="*/ 5638800 w 11681460"/>
                    <a:gd name="connsiteY214" fmla="*/ 3794760 h 4168140"/>
                    <a:gd name="connsiteX215" fmla="*/ 5524500 w 11681460"/>
                    <a:gd name="connsiteY215" fmla="*/ 3756660 h 4168140"/>
                    <a:gd name="connsiteX216" fmla="*/ 5448300 w 11681460"/>
                    <a:gd name="connsiteY216" fmla="*/ 3718560 h 4168140"/>
                    <a:gd name="connsiteX217" fmla="*/ 5349240 w 11681460"/>
                    <a:gd name="connsiteY217" fmla="*/ 3657600 h 4168140"/>
                    <a:gd name="connsiteX218" fmla="*/ 5295900 w 11681460"/>
                    <a:gd name="connsiteY218" fmla="*/ 3619500 h 4168140"/>
                    <a:gd name="connsiteX219" fmla="*/ 5234940 w 11681460"/>
                    <a:gd name="connsiteY219" fmla="*/ 3596640 h 4168140"/>
                    <a:gd name="connsiteX220" fmla="*/ 5135880 w 11681460"/>
                    <a:gd name="connsiteY220" fmla="*/ 3550920 h 4168140"/>
                    <a:gd name="connsiteX221" fmla="*/ 5059680 w 11681460"/>
                    <a:gd name="connsiteY221" fmla="*/ 3505200 h 4168140"/>
                    <a:gd name="connsiteX222" fmla="*/ 5029200 w 11681460"/>
                    <a:gd name="connsiteY222" fmla="*/ 3482340 h 4168140"/>
                    <a:gd name="connsiteX223" fmla="*/ 4960620 w 11681460"/>
                    <a:gd name="connsiteY223" fmla="*/ 3413760 h 4168140"/>
                    <a:gd name="connsiteX224" fmla="*/ 4876800 w 11681460"/>
                    <a:gd name="connsiteY224" fmla="*/ 3299460 h 4168140"/>
                    <a:gd name="connsiteX225" fmla="*/ 4808220 w 11681460"/>
                    <a:gd name="connsiteY225" fmla="*/ 3200400 h 4168140"/>
                    <a:gd name="connsiteX226" fmla="*/ 4777740 w 11681460"/>
                    <a:gd name="connsiteY226" fmla="*/ 3147060 h 4168140"/>
                    <a:gd name="connsiteX227" fmla="*/ 4724400 w 11681460"/>
                    <a:gd name="connsiteY227" fmla="*/ 3108960 h 4168140"/>
                    <a:gd name="connsiteX228" fmla="*/ 4648200 w 11681460"/>
                    <a:gd name="connsiteY228" fmla="*/ 3063240 h 4168140"/>
                    <a:gd name="connsiteX229" fmla="*/ 4533900 w 11681460"/>
                    <a:gd name="connsiteY229" fmla="*/ 2979420 h 4168140"/>
                    <a:gd name="connsiteX230" fmla="*/ 4427220 w 11681460"/>
                    <a:gd name="connsiteY230" fmla="*/ 2941320 h 4168140"/>
                    <a:gd name="connsiteX231" fmla="*/ 4366260 w 11681460"/>
                    <a:gd name="connsiteY231" fmla="*/ 2903220 h 4168140"/>
                    <a:gd name="connsiteX232" fmla="*/ 4244340 w 11681460"/>
                    <a:gd name="connsiteY232" fmla="*/ 2842260 h 4168140"/>
                    <a:gd name="connsiteX233" fmla="*/ 4145280 w 11681460"/>
                    <a:gd name="connsiteY233" fmla="*/ 2811780 h 4168140"/>
                    <a:gd name="connsiteX234" fmla="*/ 4038600 w 11681460"/>
                    <a:gd name="connsiteY234" fmla="*/ 2804160 h 4168140"/>
                    <a:gd name="connsiteX235" fmla="*/ 3954780 w 11681460"/>
                    <a:gd name="connsiteY235" fmla="*/ 2819400 h 4168140"/>
                    <a:gd name="connsiteX236" fmla="*/ 3863340 w 11681460"/>
                    <a:gd name="connsiteY236" fmla="*/ 2804160 h 4168140"/>
                    <a:gd name="connsiteX237" fmla="*/ 3741420 w 11681460"/>
                    <a:gd name="connsiteY237" fmla="*/ 2781300 h 4168140"/>
                    <a:gd name="connsiteX238" fmla="*/ 3649980 w 11681460"/>
                    <a:gd name="connsiteY238" fmla="*/ 2743200 h 4168140"/>
                    <a:gd name="connsiteX239" fmla="*/ 3573780 w 11681460"/>
                    <a:gd name="connsiteY239" fmla="*/ 2674620 h 4168140"/>
                    <a:gd name="connsiteX240" fmla="*/ 3482340 w 11681460"/>
                    <a:gd name="connsiteY240" fmla="*/ 2621280 h 4168140"/>
                    <a:gd name="connsiteX241" fmla="*/ 3436620 w 11681460"/>
                    <a:gd name="connsiteY241" fmla="*/ 2552700 h 4168140"/>
                    <a:gd name="connsiteX242" fmla="*/ 3329940 w 11681460"/>
                    <a:gd name="connsiteY242" fmla="*/ 2423160 h 4168140"/>
                    <a:gd name="connsiteX243" fmla="*/ 3261360 w 11681460"/>
                    <a:gd name="connsiteY243" fmla="*/ 2324100 h 4168140"/>
                    <a:gd name="connsiteX244" fmla="*/ 3131820 w 11681460"/>
                    <a:gd name="connsiteY244" fmla="*/ 2209800 h 4168140"/>
                    <a:gd name="connsiteX245" fmla="*/ 3040380 w 11681460"/>
                    <a:gd name="connsiteY245" fmla="*/ 2141220 h 4168140"/>
                    <a:gd name="connsiteX246" fmla="*/ 2910840 w 11681460"/>
                    <a:gd name="connsiteY246" fmla="*/ 2034540 h 4168140"/>
                    <a:gd name="connsiteX247" fmla="*/ 2849880 w 11681460"/>
                    <a:gd name="connsiteY247" fmla="*/ 1958340 h 4168140"/>
                    <a:gd name="connsiteX248" fmla="*/ 2743200 w 11681460"/>
                    <a:gd name="connsiteY248" fmla="*/ 1889760 h 4168140"/>
                    <a:gd name="connsiteX249" fmla="*/ 2659380 w 11681460"/>
                    <a:gd name="connsiteY249" fmla="*/ 1844040 h 4168140"/>
                    <a:gd name="connsiteX250" fmla="*/ 2575560 w 11681460"/>
                    <a:gd name="connsiteY250" fmla="*/ 1744980 h 4168140"/>
                    <a:gd name="connsiteX251" fmla="*/ 2468880 w 11681460"/>
                    <a:gd name="connsiteY251" fmla="*/ 1645920 h 4168140"/>
                    <a:gd name="connsiteX252" fmla="*/ 2400300 w 11681460"/>
                    <a:gd name="connsiteY252" fmla="*/ 1607820 h 4168140"/>
                    <a:gd name="connsiteX253" fmla="*/ 2263140 w 11681460"/>
                    <a:gd name="connsiteY253" fmla="*/ 1501140 h 4168140"/>
                    <a:gd name="connsiteX254" fmla="*/ 2171700 w 11681460"/>
                    <a:gd name="connsiteY254" fmla="*/ 1432560 h 4168140"/>
                    <a:gd name="connsiteX255" fmla="*/ 2087880 w 11681460"/>
                    <a:gd name="connsiteY255" fmla="*/ 1363980 h 4168140"/>
                    <a:gd name="connsiteX256" fmla="*/ 1950720 w 11681460"/>
                    <a:gd name="connsiteY256" fmla="*/ 1272540 h 4168140"/>
                    <a:gd name="connsiteX257" fmla="*/ 1805940 w 11681460"/>
                    <a:gd name="connsiteY257" fmla="*/ 1135380 h 4168140"/>
                    <a:gd name="connsiteX258" fmla="*/ 1729740 w 11681460"/>
                    <a:gd name="connsiteY258" fmla="*/ 1089660 h 4168140"/>
                    <a:gd name="connsiteX259" fmla="*/ 1668780 w 11681460"/>
                    <a:gd name="connsiteY259" fmla="*/ 1043940 h 4168140"/>
                    <a:gd name="connsiteX260" fmla="*/ 1592580 w 11681460"/>
                    <a:gd name="connsiteY260" fmla="*/ 990600 h 4168140"/>
                    <a:gd name="connsiteX261" fmla="*/ 1470660 w 11681460"/>
                    <a:gd name="connsiteY261" fmla="*/ 891540 h 4168140"/>
                    <a:gd name="connsiteX262" fmla="*/ 1386840 w 11681460"/>
                    <a:gd name="connsiteY262" fmla="*/ 845820 h 4168140"/>
                    <a:gd name="connsiteX263" fmla="*/ 1318260 w 11681460"/>
                    <a:gd name="connsiteY263" fmla="*/ 784860 h 4168140"/>
                    <a:gd name="connsiteX264" fmla="*/ 1264920 w 11681460"/>
                    <a:gd name="connsiteY264" fmla="*/ 723900 h 4168140"/>
                    <a:gd name="connsiteX265" fmla="*/ 1181100 w 11681460"/>
                    <a:gd name="connsiteY265" fmla="*/ 647700 h 4168140"/>
                    <a:gd name="connsiteX266" fmla="*/ 1089660 w 11681460"/>
                    <a:gd name="connsiteY266" fmla="*/ 624840 h 4168140"/>
                    <a:gd name="connsiteX267" fmla="*/ 1021080 w 11681460"/>
                    <a:gd name="connsiteY267" fmla="*/ 586740 h 4168140"/>
                    <a:gd name="connsiteX268" fmla="*/ 937260 w 11681460"/>
                    <a:gd name="connsiteY268" fmla="*/ 548640 h 4168140"/>
                    <a:gd name="connsiteX269" fmla="*/ 830580 w 11681460"/>
                    <a:gd name="connsiteY269" fmla="*/ 510540 h 4168140"/>
                    <a:gd name="connsiteX270" fmla="*/ 754380 w 11681460"/>
                    <a:gd name="connsiteY270" fmla="*/ 457200 h 4168140"/>
                    <a:gd name="connsiteX271" fmla="*/ 708660 w 11681460"/>
                    <a:gd name="connsiteY271" fmla="*/ 419100 h 4168140"/>
                    <a:gd name="connsiteX272" fmla="*/ 609600 w 11681460"/>
                    <a:gd name="connsiteY272" fmla="*/ 396240 h 4168140"/>
                    <a:gd name="connsiteX273" fmla="*/ 548640 w 11681460"/>
                    <a:gd name="connsiteY273" fmla="*/ 320040 h 4168140"/>
                    <a:gd name="connsiteX274" fmla="*/ 510540 w 11681460"/>
                    <a:gd name="connsiteY274" fmla="*/ 251460 h 4168140"/>
                    <a:gd name="connsiteX275" fmla="*/ 464820 w 11681460"/>
                    <a:gd name="connsiteY275" fmla="*/ 190500 h 4168140"/>
                    <a:gd name="connsiteX276" fmla="*/ 411480 w 11681460"/>
                    <a:gd name="connsiteY276" fmla="*/ 137160 h 4168140"/>
                    <a:gd name="connsiteX277" fmla="*/ 373380 w 11681460"/>
                    <a:gd name="connsiteY277" fmla="*/ 45720 h 4168140"/>
                    <a:gd name="connsiteX278" fmla="*/ 342900 w 11681460"/>
                    <a:gd name="connsiteY278" fmla="*/ 0 h 4168140"/>
                    <a:gd name="connsiteX279" fmla="*/ 327660 w 11681460"/>
                    <a:gd name="connsiteY279" fmla="*/ 60960 h 4168140"/>
                    <a:gd name="connsiteX280" fmla="*/ 289560 w 11681460"/>
                    <a:gd name="connsiteY280" fmla="*/ 91440 h 4168140"/>
                    <a:gd name="connsiteX281" fmla="*/ 236220 w 11681460"/>
                    <a:gd name="connsiteY281" fmla="*/ 114300 h 4168140"/>
                    <a:gd name="connsiteX282" fmla="*/ 198120 w 11681460"/>
                    <a:gd name="connsiteY282" fmla="*/ 175260 h 4168140"/>
                    <a:gd name="connsiteX283" fmla="*/ 175260 w 11681460"/>
                    <a:gd name="connsiteY283" fmla="*/ 228600 h 4168140"/>
                    <a:gd name="connsiteX284" fmla="*/ 114300 w 11681460"/>
                    <a:gd name="connsiteY284" fmla="*/ 236220 h 4168140"/>
                    <a:gd name="connsiteX285" fmla="*/ 45720 w 11681460"/>
                    <a:gd name="connsiteY285" fmla="*/ 251460 h 4168140"/>
                    <a:gd name="connsiteX286" fmla="*/ 0 w 11681460"/>
                    <a:gd name="connsiteY286" fmla="*/ 281940 h 4168140"/>
                    <a:gd name="connsiteX287" fmla="*/ 68580 w 11681460"/>
                    <a:gd name="connsiteY287" fmla="*/ 320040 h 4168140"/>
                    <a:gd name="connsiteX0" fmla="*/ 68580 w 11681460"/>
                    <a:gd name="connsiteY0" fmla="*/ 320040 h 4168140"/>
                    <a:gd name="connsiteX1" fmla="*/ 121920 w 11681460"/>
                    <a:gd name="connsiteY1" fmla="*/ 381000 h 4168140"/>
                    <a:gd name="connsiteX2" fmla="*/ 198120 w 11681460"/>
                    <a:gd name="connsiteY2" fmla="*/ 419100 h 4168140"/>
                    <a:gd name="connsiteX3" fmla="*/ 320040 w 11681460"/>
                    <a:gd name="connsiteY3" fmla="*/ 510540 h 4168140"/>
                    <a:gd name="connsiteX4" fmla="*/ 411480 w 11681460"/>
                    <a:gd name="connsiteY4" fmla="*/ 563880 h 4168140"/>
                    <a:gd name="connsiteX5" fmla="*/ 472440 w 11681460"/>
                    <a:gd name="connsiteY5" fmla="*/ 632460 h 4168140"/>
                    <a:gd name="connsiteX6" fmla="*/ 601980 w 11681460"/>
                    <a:gd name="connsiteY6" fmla="*/ 708660 h 4168140"/>
                    <a:gd name="connsiteX7" fmla="*/ 739140 w 11681460"/>
                    <a:gd name="connsiteY7" fmla="*/ 784860 h 4168140"/>
                    <a:gd name="connsiteX8" fmla="*/ 861060 w 11681460"/>
                    <a:gd name="connsiteY8" fmla="*/ 868680 h 4168140"/>
                    <a:gd name="connsiteX9" fmla="*/ 944880 w 11681460"/>
                    <a:gd name="connsiteY9" fmla="*/ 952500 h 4168140"/>
                    <a:gd name="connsiteX10" fmla="*/ 1021080 w 11681460"/>
                    <a:gd name="connsiteY10" fmla="*/ 1005840 h 4168140"/>
                    <a:gd name="connsiteX11" fmla="*/ 1097280 w 11681460"/>
                    <a:gd name="connsiteY11" fmla="*/ 1043940 h 4168140"/>
                    <a:gd name="connsiteX12" fmla="*/ 1181100 w 11681460"/>
                    <a:gd name="connsiteY12" fmla="*/ 1104900 h 4168140"/>
                    <a:gd name="connsiteX13" fmla="*/ 1249680 w 11681460"/>
                    <a:gd name="connsiteY13" fmla="*/ 1150620 h 4168140"/>
                    <a:gd name="connsiteX14" fmla="*/ 1341120 w 11681460"/>
                    <a:gd name="connsiteY14" fmla="*/ 1196340 h 4168140"/>
                    <a:gd name="connsiteX15" fmla="*/ 1417320 w 11681460"/>
                    <a:gd name="connsiteY15" fmla="*/ 1257300 h 4168140"/>
                    <a:gd name="connsiteX16" fmla="*/ 1493520 w 11681460"/>
                    <a:gd name="connsiteY16" fmla="*/ 1333500 h 4168140"/>
                    <a:gd name="connsiteX17" fmla="*/ 1569720 w 11681460"/>
                    <a:gd name="connsiteY17" fmla="*/ 1356360 h 4168140"/>
                    <a:gd name="connsiteX18" fmla="*/ 1684020 w 11681460"/>
                    <a:gd name="connsiteY18" fmla="*/ 1424940 h 4168140"/>
                    <a:gd name="connsiteX19" fmla="*/ 1729740 w 11681460"/>
                    <a:gd name="connsiteY19" fmla="*/ 1485900 h 4168140"/>
                    <a:gd name="connsiteX20" fmla="*/ 1844040 w 11681460"/>
                    <a:gd name="connsiteY20" fmla="*/ 1569720 h 4168140"/>
                    <a:gd name="connsiteX21" fmla="*/ 1935480 w 11681460"/>
                    <a:gd name="connsiteY21" fmla="*/ 1615440 h 4168140"/>
                    <a:gd name="connsiteX22" fmla="*/ 2049780 w 11681460"/>
                    <a:gd name="connsiteY22" fmla="*/ 1691640 h 4168140"/>
                    <a:gd name="connsiteX23" fmla="*/ 2133600 w 11681460"/>
                    <a:gd name="connsiteY23" fmla="*/ 1729740 h 4168140"/>
                    <a:gd name="connsiteX24" fmla="*/ 2202180 w 11681460"/>
                    <a:gd name="connsiteY24" fmla="*/ 1805940 h 4168140"/>
                    <a:gd name="connsiteX25" fmla="*/ 2255520 w 11681460"/>
                    <a:gd name="connsiteY25" fmla="*/ 1821180 h 4168140"/>
                    <a:gd name="connsiteX26" fmla="*/ 2316480 w 11681460"/>
                    <a:gd name="connsiteY26" fmla="*/ 1866900 h 4168140"/>
                    <a:gd name="connsiteX27" fmla="*/ 2423160 w 11681460"/>
                    <a:gd name="connsiteY27" fmla="*/ 2004060 h 4168140"/>
                    <a:gd name="connsiteX28" fmla="*/ 2476500 w 11681460"/>
                    <a:gd name="connsiteY28" fmla="*/ 2087880 h 4168140"/>
                    <a:gd name="connsiteX29" fmla="*/ 2567940 w 11681460"/>
                    <a:gd name="connsiteY29" fmla="*/ 2148840 h 4168140"/>
                    <a:gd name="connsiteX30" fmla="*/ 2682240 w 11681460"/>
                    <a:gd name="connsiteY30" fmla="*/ 2186940 h 4168140"/>
                    <a:gd name="connsiteX31" fmla="*/ 2743200 w 11681460"/>
                    <a:gd name="connsiteY31" fmla="*/ 2209800 h 4168140"/>
                    <a:gd name="connsiteX32" fmla="*/ 2811780 w 11681460"/>
                    <a:gd name="connsiteY32" fmla="*/ 2247900 h 4168140"/>
                    <a:gd name="connsiteX33" fmla="*/ 2887980 w 11681460"/>
                    <a:gd name="connsiteY33" fmla="*/ 2301240 h 4168140"/>
                    <a:gd name="connsiteX34" fmla="*/ 2979420 w 11681460"/>
                    <a:gd name="connsiteY34" fmla="*/ 2385060 h 4168140"/>
                    <a:gd name="connsiteX35" fmla="*/ 3055620 w 11681460"/>
                    <a:gd name="connsiteY35" fmla="*/ 2461260 h 4168140"/>
                    <a:gd name="connsiteX36" fmla="*/ 3139440 w 11681460"/>
                    <a:gd name="connsiteY36" fmla="*/ 2537460 h 4168140"/>
                    <a:gd name="connsiteX37" fmla="*/ 3261360 w 11681460"/>
                    <a:gd name="connsiteY37" fmla="*/ 2628900 h 4168140"/>
                    <a:gd name="connsiteX38" fmla="*/ 3345180 w 11681460"/>
                    <a:gd name="connsiteY38" fmla="*/ 2720340 h 4168140"/>
                    <a:gd name="connsiteX39" fmla="*/ 3444240 w 11681460"/>
                    <a:gd name="connsiteY39" fmla="*/ 2796540 h 4168140"/>
                    <a:gd name="connsiteX40" fmla="*/ 3558540 w 11681460"/>
                    <a:gd name="connsiteY40" fmla="*/ 2872740 h 4168140"/>
                    <a:gd name="connsiteX41" fmla="*/ 3619500 w 11681460"/>
                    <a:gd name="connsiteY41" fmla="*/ 2979420 h 4168140"/>
                    <a:gd name="connsiteX42" fmla="*/ 3619500 w 11681460"/>
                    <a:gd name="connsiteY42" fmla="*/ 2979420 h 4168140"/>
                    <a:gd name="connsiteX43" fmla="*/ 3649980 w 11681460"/>
                    <a:gd name="connsiteY43" fmla="*/ 3048000 h 4168140"/>
                    <a:gd name="connsiteX44" fmla="*/ 3703320 w 11681460"/>
                    <a:gd name="connsiteY44" fmla="*/ 3086100 h 4168140"/>
                    <a:gd name="connsiteX45" fmla="*/ 3764280 w 11681460"/>
                    <a:gd name="connsiteY45" fmla="*/ 3063240 h 4168140"/>
                    <a:gd name="connsiteX46" fmla="*/ 3848100 w 11681460"/>
                    <a:gd name="connsiteY46" fmla="*/ 3025140 h 4168140"/>
                    <a:gd name="connsiteX47" fmla="*/ 3916680 w 11681460"/>
                    <a:gd name="connsiteY47" fmla="*/ 3032760 h 4168140"/>
                    <a:gd name="connsiteX48" fmla="*/ 4030980 w 11681460"/>
                    <a:gd name="connsiteY48" fmla="*/ 3063240 h 4168140"/>
                    <a:gd name="connsiteX49" fmla="*/ 4137660 w 11681460"/>
                    <a:gd name="connsiteY49" fmla="*/ 3101340 h 4168140"/>
                    <a:gd name="connsiteX50" fmla="*/ 4259580 w 11681460"/>
                    <a:gd name="connsiteY50" fmla="*/ 3147060 h 4168140"/>
                    <a:gd name="connsiteX51" fmla="*/ 4381500 w 11681460"/>
                    <a:gd name="connsiteY51" fmla="*/ 3192780 h 4168140"/>
                    <a:gd name="connsiteX52" fmla="*/ 4526280 w 11681460"/>
                    <a:gd name="connsiteY52" fmla="*/ 3276600 h 4168140"/>
                    <a:gd name="connsiteX53" fmla="*/ 4587240 w 11681460"/>
                    <a:gd name="connsiteY53" fmla="*/ 3299460 h 4168140"/>
                    <a:gd name="connsiteX54" fmla="*/ 4610100 w 11681460"/>
                    <a:gd name="connsiteY54" fmla="*/ 3352800 h 4168140"/>
                    <a:gd name="connsiteX55" fmla="*/ 4648200 w 11681460"/>
                    <a:gd name="connsiteY55" fmla="*/ 3436620 h 4168140"/>
                    <a:gd name="connsiteX56" fmla="*/ 4671060 w 11681460"/>
                    <a:gd name="connsiteY56" fmla="*/ 3520440 h 4168140"/>
                    <a:gd name="connsiteX57" fmla="*/ 4678680 w 11681460"/>
                    <a:gd name="connsiteY57" fmla="*/ 3589020 h 4168140"/>
                    <a:gd name="connsiteX58" fmla="*/ 4686300 w 11681460"/>
                    <a:gd name="connsiteY58" fmla="*/ 3649980 h 4168140"/>
                    <a:gd name="connsiteX59" fmla="*/ 4724400 w 11681460"/>
                    <a:gd name="connsiteY59" fmla="*/ 3680460 h 4168140"/>
                    <a:gd name="connsiteX60" fmla="*/ 4785360 w 11681460"/>
                    <a:gd name="connsiteY60" fmla="*/ 3672840 h 4168140"/>
                    <a:gd name="connsiteX61" fmla="*/ 4869180 w 11681460"/>
                    <a:gd name="connsiteY61" fmla="*/ 3703320 h 4168140"/>
                    <a:gd name="connsiteX62" fmla="*/ 4914900 w 11681460"/>
                    <a:gd name="connsiteY62" fmla="*/ 3756660 h 4168140"/>
                    <a:gd name="connsiteX63" fmla="*/ 5105400 w 11681460"/>
                    <a:gd name="connsiteY63" fmla="*/ 3832860 h 4168140"/>
                    <a:gd name="connsiteX64" fmla="*/ 5173980 w 11681460"/>
                    <a:gd name="connsiteY64" fmla="*/ 3886200 h 4168140"/>
                    <a:gd name="connsiteX65" fmla="*/ 5242560 w 11681460"/>
                    <a:gd name="connsiteY65" fmla="*/ 3924300 h 4168140"/>
                    <a:gd name="connsiteX66" fmla="*/ 5364480 w 11681460"/>
                    <a:gd name="connsiteY66" fmla="*/ 3962400 h 4168140"/>
                    <a:gd name="connsiteX67" fmla="*/ 5516880 w 11681460"/>
                    <a:gd name="connsiteY67" fmla="*/ 4046220 h 4168140"/>
                    <a:gd name="connsiteX68" fmla="*/ 5585460 w 11681460"/>
                    <a:gd name="connsiteY68" fmla="*/ 4099560 h 4168140"/>
                    <a:gd name="connsiteX69" fmla="*/ 5661660 w 11681460"/>
                    <a:gd name="connsiteY69" fmla="*/ 4122420 h 4168140"/>
                    <a:gd name="connsiteX70" fmla="*/ 5745480 w 11681460"/>
                    <a:gd name="connsiteY70" fmla="*/ 4130040 h 4168140"/>
                    <a:gd name="connsiteX71" fmla="*/ 5836920 w 11681460"/>
                    <a:gd name="connsiteY71" fmla="*/ 4130040 h 4168140"/>
                    <a:gd name="connsiteX72" fmla="*/ 5951220 w 11681460"/>
                    <a:gd name="connsiteY72" fmla="*/ 4145280 h 4168140"/>
                    <a:gd name="connsiteX73" fmla="*/ 6035040 w 11681460"/>
                    <a:gd name="connsiteY73" fmla="*/ 4168140 h 4168140"/>
                    <a:gd name="connsiteX74" fmla="*/ 6149340 w 11681460"/>
                    <a:gd name="connsiteY74" fmla="*/ 4137660 h 4168140"/>
                    <a:gd name="connsiteX75" fmla="*/ 6286500 w 11681460"/>
                    <a:gd name="connsiteY75" fmla="*/ 4114800 h 4168140"/>
                    <a:gd name="connsiteX76" fmla="*/ 6393180 w 11681460"/>
                    <a:gd name="connsiteY76" fmla="*/ 4053840 h 4168140"/>
                    <a:gd name="connsiteX77" fmla="*/ 6484620 w 11681460"/>
                    <a:gd name="connsiteY77" fmla="*/ 4038600 h 4168140"/>
                    <a:gd name="connsiteX78" fmla="*/ 6583680 w 11681460"/>
                    <a:gd name="connsiteY78" fmla="*/ 3970020 h 4168140"/>
                    <a:gd name="connsiteX79" fmla="*/ 6697980 w 11681460"/>
                    <a:gd name="connsiteY79" fmla="*/ 3886200 h 4168140"/>
                    <a:gd name="connsiteX80" fmla="*/ 6728460 w 11681460"/>
                    <a:gd name="connsiteY80" fmla="*/ 3817620 h 4168140"/>
                    <a:gd name="connsiteX81" fmla="*/ 6842760 w 11681460"/>
                    <a:gd name="connsiteY81" fmla="*/ 3733800 h 4168140"/>
                    <a:gd name="connsiteX82" fmla="*/ 6972300 w 11681460"/>
                    <a:gd name="connsiteY82" fmla="*/ 3642360 h 4168140"/>
                    <a:gd name="connsiteX83" fmla="*/ 7078980 w 11681460"/>
                    <a:gd name="connsiteY83" fmla="*/ 3528060 h 4168140"/>
                    <a:gd name="connsiteX84" fmla="*/ 7139940 w 11681460"/>
                    <a:gd name="connsiteY84" fmla="*/ 3444240 h 4168140"/>
                    <a:gd name="connsiteX85" fmla="*/ 7269480 w 11681460"/>
                    <a:gd name="connsiteY85" fmla="*/ 3284220 h 4168140"/>
                    <a:gd name="connsiteX86" fmla="*/ 7330440 w 11681460"/>
                    <a:gd name="connsiteY86" fmla="*/ 3185160 h 4168140"/>
                    <a:gd name="connsiteX87" fmla="*/ 7376160 w 11681460"/>
                    <a:gd name="connsiteY87" fmla="*/ 3116580 h 4168140"/>
                    <a:gd name="connsiteX88" fmla="*/ 7444740 w 11681460"/>
                    <a:gd name="connsiteY88" fmla="*/ 3093720 h 4168140"/>
                    <a:gd name="connsiteX89" fmla="*/ 7513320 w 11681460"/>
                    <a:gd name="connsiteY89" fmla="*/ 3101340 h 4168140"/>
                    <a:gd name="connsiteX90" fmla="*/ 7574280 w 11681460"/>
                    <a:gd name="connsiteY90" fmla="*/ 3078480 h 4168140"/>
                    <a:gd name="connsiteX91" fmla="*/ 7726680 w 11681460"/>
                    <a:gd name="connsiteY91" fmla="*/ 3108960 h 4168140"/>
                    <a:gd name="connsiteX92" fmla="*/ 7833360 w 11681460"/>
                    <a:gd name="connsiteY92" fmla="*/ 3162300 h 4168140"/>
                    <a:gd name="connsiteX93" fmla="*/ 7962900 w 11681460"/>
                    <a:gd name="connsiteY93" fmla="*/ 3192780 h 4168140"/>
                    <a:gd name="connsiteX94" fmla="*/ 8161020 w 11681460"/>
                    <a:gd name="connsiteY94" fmla="*/ 3268980 h 4168140"/>
                    <a:gd name="connsiteX95" fmla="*/ 8290560 w 11681460"/>
                    <a:gd name="connsiteY95" fmla="*/ 3337560 h 4168140"/>
                    <a:gd name="connsiteX96" fmla="*/ 8382000 w 11681460"/>
                    <a:gd name="connsiteY96" fmla="*/ 3360420 h 4168140"/>
                    <a:gd name="connsiteX97" fmla="*/ 8458200 w 11681460"/>
                    <a:gd name="connsiteY97" fmla="*/ 3398520 h 4168140"/>
                    <a:gd name="connsiteX98" fmla="*/ 8595360 w 11681460"/>
                    <a:gd name="connsiteY98" fmla="*/ 3512820 h 4168140"/>
                    <a:gd name="connsiteX99" fmla="*/ 8641080 w 11681460"/>
                    <a:gd name="connsiteY99" fmla="*/ 3566160 h 4168140"/>
                    <a:gd name="connsiteX100" fmla="*/ 8702040 w 11681460"/>
                    <a:gd name="connsiteY100" fmla="*/ 3604260 h 4168140"/>
                    <a:gd name="connsiteX101" fmla="*/ 8763000 w 11681460"/>
                    <a:gd name="connsiteY101" fmla="*/ 3634740 h 4168140"/>
                    <a:gd name="connsiteX102" fmla="*/ 8854440 w 11681460"/>
                    <a:gd name="connsiteY102" fmla="*/ 3627120 h 4168140"/>
                    <a:gd name="connsiteX103" fmla="*/ 8968740 w 11681460"/>
                    <a:gd name="connsiteY103" fmla="*/ 3619500 h 4168140"/>
                    <a:gd name="connsiteX104" fmla="*/ 9060180 w 11681460"/>
                    <a:gd name="connsiteY104" fmla="*/ 3642360 h 4168140"/>
                    <a:gd name="connsiteX105" fmla="*/ 9151620 w 11681460"/>
                    <a:gd name="connsiteY105" fmla="*/ 3657600 h 4168140"/>
                    <a:gd name="connsiteX106" fmla="*/ 9227820 w 11681460"/>
                    <a:gd name="connsiteY106" fmla="*/ 3642360 h 4168140"/>
                    <a:gd name="connsiteX107" fmla="*/ 9311640 w 11681460"/>
                    <a:gd name="connsiteY107" fmla="*/ 3611880 h 4168140"/>
                    <a:gd name="connsiteX108" fmla="*/ 9433560 w 11681460"/>
                    <a:gd name="connsiteY108" fmla="*/ 3589020 h 4168140"/>
                    <a:gd name="connsiteX109" fmla="*/ 9509760 w 11681460"/>
                    <a:gd name="connsiteY109" fmla="*/ 3528060 h 4168140"/>
                    <a:gd name="connsiteX110" fmla="*/ 9646920 w 11681460"/>
                    <a:gd name="connsiteY110" fmla="*/ 3489960 h 4168140"/>
                    <a:gd name="connsiteX111" fmla="*/ 9784080 w 11681460"/>
                    <a:gd name="connsiteY111" fmla="*/ 3444240 h 4168140"/>
                    <a:gd name="connsiteX112" fmla="*/ 9860280 w 11681460"/>
                    <a:gd name="connsiteY112" fmla="*/ 3383280 h 4168140"/>
                    <a:gd name="connsiteX113" fmla="*/ 9921240 w 11681460"/>
                    <a:gd name="connsiteY113" fmla="*/ 3314700 h 4168140"/>
                    <a:gd name="connsiteX114" fmla="*/ 9997440 w 11681460"/>
                    <a:gd name="connsiteY114" fmla="*/ 3208020 h 4168140"/>
                    <a:gd name="connsiteX115" fmla="*/ 10043160 w 11681460"/>
                    <a:gd name="connsiteY115" fmla="*/ 3101340 h 4168140"/>
                    <a:gd name="connsiteX116" fmla="*/ 10104120 w 11681460"/>
                    <a:gd name="connsiteY116" fmla="*/ 3017520 h 4168140"/>
                    <a:gd name="connsiteX117" fmla="*/ 10157460 w 11681460"/>
                    <a:gd name="connsiteY117" fmla="*/ 2933700 h 4168140"/>
                    <a:gd name="connsiteX118" fmla="*/ 10218420 w 11681460"/>
                    <a:gd name="connsiteY118" fmla="*/ 2849880 h 4168140"/>
                    <a:gd name="connsiteX119" fmla="*/ 10294620 w 11681460"/>
                    <a:gd name="connsiteY119" fmla="*/ 2735580 h 4168140"/>
                    <a:gd name="connsiteX120" fmla="*/ 10347960 w 11681460"/>
                    <a:gd name="connsiteY120" fmla="*/ 2621280 h 4168140"/>
                    <a:gd name="connsiteX121" fmla="*/ 10431780 w 11681460"/>
                    <a:gd name="connsiteY121" fmla="*/ 2499360 h 4168140"/>
                    <a:gd name="connsiteX122" fmla="*/ 10500360 w 11681460"/>
                    <a:gd name="connsiteY122" fmla="*/ 2354580 h 4168140"/>
                    <a:gd name="connsiteX123" fmla="*/ 10553700 w 11681460"/>
                    <a:gd name="connsiteY123" fmla="*/ 2263140 h 4168140"/>
                    <a:gd name="connsiteX124" fmla="*/ 10584180 w 11681460"/>
                    <a:gd name="connsiteY124" fmla="*/ 2194560 h 4168140"/>
                    <a:gd name="connsiteX125" fmla="*/ 10614660 w 11681460"/>
                    <a:gd name="connsiteY125" fmla="*/ 2118360 h 4168140"/>
                    <a:gd name="connsiteX126" fmla="*/ 10675620 w 11681460"/>
                    <a:gd name="connsiteY126" fmla="*/ 2049780 h 4168140"/>
                    <a:gd name="connsiteX127" fmla="*/ 10690860 w 11681460"/>
                    <a:gd name="connsiteY127" fmla="*/ 1988820 h 4168140"/>
                    <a:gd name="connsiteX128" fmla="*/ 10713720 w 11681460"/>
                    <a:gd name="connsiteY128" fmla="*/ 1927860 h 4168140"/>
                    <a:gd name="connsiteX129" fmla="*/ 10767060 w 11681460"/>
                    <a:gd name="connsiteY129" fmla="*/ 1859280 h 4168140"/>
                    <a:gd name="connsiteX130" fmla="*/ 10873740 w 11681460"/>
                    <a:gd name="connsiteY130" fmla="*/ 1828800 h 4168140"/>
                    <a:gd name="connsiteX131" fmla="*/ 11079480 w 11681460"/>
                    <a:gd name="connsiteY131" fmla="*/ 1767840 h 4168140"/>
                    <a:gd name="connsiteX132" fmla="*/ 11247120 w 11681460"/>
                    <a:gd name="connsiteY132" fmla="*/ 1684020 h 4168140"/>
                    <a:gd name="connsiteX133" fmla="*/ 11414760 w 11681460"/>
                    <a:gd name="connsiteY133" fmla="*/ 1638300 h 4168140"/>
                    <a:gd name="connsiteX134" fmla="*/ 11490960 w 11681460"/>
                    <a:gd name="connsiteY134" fmla="*/ 1577340 h 4168140"/>
                    <a:gd name="connsiteX135" fmla="*/ 11635740 w 11681460"/>
                    <a:gd name="connsiteY135" fmla="*/ 1508760 h 4168140"/>
                    <a:gd name="connsiteX136" fmla="*/ 11681460 w 11681460"/>
                    <a:gd name="connsiteY136" fmla="*/ 1417320 h 4168140"/>
                    <a:gd name="connsiteX137" fmla="*/ 11620500 w 11681460"/>
                    <a:gd name="connsiteY137" fmla="*/ 1417320 h 4168140"/>
                    <a:gd name="connsiteX138" fmla="*/ 11567160 w 11681460"/>
                    <a:gd name="connsiteY138" fmla="*/ 1379220 h 4168140"/>
                    <a:gd name="connsiteX139" fmla="*/ 11498580 w 11681460"/>
                    <a:gd name="connsiteY139" fmla="*/ 1318260 h 4168140"/>
                    <a:gd name="connsiteX140" fmla="*/ 11468100 w 11681460"/>
                    <a:gd name="connsiteY140" fmla="*/ 1280160 h 4168140"/>
                    <a:gd name="connsiteX141" fmla="*/ 11407140 w 11681460"/>
                    <a:gd name="connsiteY141" fmla="*/ 1287780 h 4168140"/>
                    <a:gd name="connsiteX142" fmla="*/ 11399520 w 11681460"/>
                    <a:gd name="connsiteY142" fmla="*/ 1280160 h 4168140"/>
                    <a:gd name="connsiteX143" fmla="*/ 11353800 w 11681460"/>
                    <a:gd name="connsiteY143" fmla="*/ 1356360 h 4168140"/>
                    <a:gd name="connsiteX144" fmla="*/ 11224260 w 11681460"/>
                    <a:gd name="connsiteY144" fmla="*/ 1417320 h 4168140"/>
                    <a:gd name="connsiteX145" fmla="*/ 11109960 w 11681460"/>
                    <a:gd name="connsiteY145" fmla="*/ 1463040 h 4168140"/>
                    <a:gd name="connsiteX146" fmla="*/ 10911840 w 11681460"/>
                    <a:gd name="connsiteY146" fmla="*/ 1524000 h 4168140"/>
                    <a:gd name="connsiteX147" fmla="*/ 10774680 w 11681460"/>
                    <a:gd name="connsiteY147" fmla="*/ 1546860 h 4168140"/>
                    <a:gd name="connsiteX148" fmla="*/ 10675620 w 11681460"/>
                    <a:gd name="connsiteY148" fmla="*/ 1615440 h 4168140"/>
                    <a:gd name="connsiteX149" fmla="*/ 10568940 w 11681460"/>
                    <a:gd name="connsiteY149" fmla="*/ 1676400 h 4168140"/>
                    <a:gd name="connsiteX150" fmla="*/ 10485120 w 11681460"/>
                    <a:gd name="connsiteY150" fmla="*/ 1760220 h 4168140"/>
                    <a:gd name="connsiteX151" fmla="*/ 10454640 w 11681460"/>
                    <a:gd name="connsiteY151" fmla="*/ 1836420 h 4168140"/>
                    <a:gd name="connsiteX152" fmla="*/ 10416540 w 11681460"/>
                    <a:gd name="connsiteY152" fmla="*/ 1927860 h 4168140"/>
                    <a:gd name="connsiteX153" fmla="*/ 10401300 w 11681460"/>
                    <a:gd name="connsiteY153" fmla="*/ 2004060 h 4168140"/>
                    <a:gd name="connsiteX154" fmla="*/ 10363200 w 11681460"/>
                    <a:gd name="connsiteY154" fmla="*/ 2095500 h 4168140"/>
                    <a:gd name="connsiteX155" fmla="*/ 10317480 w 11681460"/>
                    <a:gd name="connsiteY155" fmla="*/ 2225040 h 4168140"/>
                    <a:gd name="connsiteX156" fmla="*/ 10287000 w 11681460"/>
                    <a:gd name="connsiteY156" fmla="*/ 2346960 h 4168140"/>
                    <a:gd name="connsiteX157" fmla="*/ 10218420 w 11681460"/>
                    <a:gd name="connsiteY157" fmla="*/ 2499360 h 4168140"/>
                    <a:gd name="connsiteX158" fmla="*/ 10134600 w 11681460"/>
                    <a:gd name="connsiteY158" fmla="*/ 2621280 h 4168140"/>
                    <a:gd name="connsiteX159" fmla="*/ 10043160 w 11681460"/>
                    <a:gd name="connsiteY159" fmla="*/ 2735580 h 4168140"/>
                    <a:gd name="connsiteX160" fmla="*/ 9974580 w 11681460"/>
                    <a:gd name="connsiteY160" fmla="*/ 2857500 h 4168140"/>
                    <a:gd name="connsiteX161" fmla="*/ 9906000 w 11681460"/>
                    <a:gd name="connsiteY161" fmla="*/ 2941320 h 4168140"/>
                    <a:gd name="connsiteX162" fmla="*/ 9860280 w 11681460"/>
                    <a:gd name="connsiteY162" fmla="*/ 3032760 h 4168140"/>
                    <a:gd name="connsiteX163" fmla="*/ 9806940 w 11681460"/>
                    <a:gd name="connsiteY163" fmla="*/ 3116580 h 4168140"/>
                    <a:gd name="connsiteX164" fmla="*/ 9715500 w 11681460"/>
                    <a:gd name="connsiteY164" fmla="*/ 3208020 h 4168140"/>
                    <a:gd name="connsiteX165" fmla="*/ 9616440 w 11681460"/>
                    <a:gd name="connsiteY165" fmla="*/ 3261360 h 4168140"/>
                    <a:gd name="connsiteX166" fmla="*/ 9532620 w 11681460"/>
                    <a:gd name="connsiteY166" fmla="*/ 3329940 h 4168140"/>
                    <a:gd name="connsiteX167" fmla="*/ 9471660 w 11681460"/>
                    <a:gd name="connsiteY167" fmla="*/ 3375660 h 4168140"/>
                    <a:gd name="connsiteX168" fmla="*/ 9410700 w 11681460"/>
                    <a:gd name="connsiteY168" fmla="*/ 3429000 h 4168140"/>
                    <a:gd name="connsiteX169" fmla="*/ 9288780 w 11681460"/>
                    <a:gd name="connsiteY169" fmla="*/ 3436620 h 4168140"/>
                    <a:gd name="connsiteX170" fmla="*/ 9166860 w 11681460"/>
                    <a:gd name="connsiteY170" fmla="*/ 3444240 h 4168140"/>
                    <a:gd name="connsiteX171" fmla="*/ 9029700 w 11681460"/>
                    <a:gd name="connsiteY171" fmla="*/ 3413760 h 4168140"/>
                    <a:gd name="connsiteX172" fmla="*/ 8823960 w 11681460"/>
                    <a:gd name="connsiteY172" fmla="*/ 3360420 h 4168140"/>
                    <a:gd name="connsiteX173" fmla="*/ 8679180 w 11681460"/>
                    <a:gd name="connsiteY173" fmla="*/ 3329940 h 4168140"/>
                    <a:gd name="connsiteX174" fmla="*/ 8572500 w 11681460"/>
                    <a:gd name="connsiteY174" fmla="*/ 3276600 h 4168140"/>
                    <a:gd name="connsiteX175" fmla="*/ 8465820 w 11681460"/>
                    <a:gd name="connsiteY175" fmla="*/ 3215640 h 4168140"/>
                    <a:gd name="connsiteX176" fmla="*/ 8321040 w 11681460"/>
                    <a:gd name="connsiteY176" fmla="*/ 3177540 h 4168140"/>
                    <a:gd name="connsiteX177" fmla="*/ 8199120 w 11681460"/>
                    <a:gd name="connsiteY177" fmla="*/ 3131820 h 4168140"/>
                    <a:gd name="connsiteX178" fmla="*/ 8069580 w 11681460"/>
                    <a:gd name="connsiteY178" fmla="*/ 3078480 h 4168140"/>
                    <a:gd name="connsiteX179" fmla="*/ 7917180 w 11681460"/>
                    <a:gd name="connsiteY179" fmla="*/ 2994660 h 4168140"/>
                    <a:gd name="connsiteX180" fmla="*/ 7787640 w 11681460"/>
                    <a:gd name="connsiteY180" fmla="*/ 2971800 h 4168140"/>
                    <a:gd name="connsiteX181" fmla="*/ 7719060 w 11681460"/>
                    <a:gd name="connsiteY181" fmla="*/ 2933700 h 4168140"/>
                    <a:gd name="connsiteX182" fmla="*/ 7612380 w 11681460"/>
                    <a:gd name="connsiteY182" fmla="*/ 2903220 h 4168140"/>
                    <a:gd name="connsiteX183" fmla="*/ 7566660 w 11681460"/>
                    <a:gd name="connsiteY183" fmla="*/ 2887980 h 4168140"/>
                    <a:gd name="connsiteX184" fmla="*/ 7551420 w 11681460"/>
                    <a:gd name="connsiteY184" fmla="*/ 2849880 h 4168140"/>
                    <a:gd name="connsiteX185" fmla="*/ 7533640 w 11681460"/>
                    <a:gd name="connsiteY185" fmla="*/ 2788920 h 4168140"/>
                    <a:gd name="connsiteX186" fmla="*/ 7475220 w 11681460"/>
                    <a:gd name="connsiteY186" fmla="*/ 2857500 h 4168140"/>
                    <a:gd name="connsiteX187" fmla="*/ 7414260 w 11681460"/>
                    <a:gd name="connsiteY187" fmla="*/ 2887980 h 4168140"/>
                    <a:gd name="connsiteX188" fmla="*/ 7345680 w 11681460"/>
                    <a:gd name="connsiteY188" fmla="*/ 2971800 h 4168140"/>
                    <a:gd name="connsiteX189" fmla="*/ 7315200 w 11681460"/>
                    <a:gd name="connsiteY189" fmla="*/ 2994660 h 4168140"/>
                    <a:gd name="connsiteX190" fmla="*/ 7261860 w 11681460"/>
                    <a:gd name="connsiteY190" fmla="*/ 3009900 h 4168140"/>
                    <a:gd name="connsiteX191" fmla="*/ 7193280 w 11681460"/>
                    <a:gd name="connsiteY191" fmla="*/ 3025140 h 4168140"/>
                    <a:gd name="connsiteX192" fmla="*/ 7155180 w 11681460"/>
                    <a:gd name="connsiteY192" fmla="*/ 3078480 h 4168140"/>
                    <a:gd name="connsiteX193" fmla="*/ 7109460 w 11681460"/>
                    <a:gd name="connsiteY193" fmla="*/ 3154680 h 4168140"/>
                    <a:gd name="connsiteX194" fmla="*/ 7048500 w 11681460"/>
                    <a:gd name="connsiteY194" fmla="*/ 3246120 h 4168140"/>
                    <a:gd name="connsiteX195" fmla="*/ 6995160 w 11681460"/>
                    <a:gd name="connsiteY195" fmla="*/ 3307080 h 4168140"/>
                    <a:gd name="connsiteX196" fmla="*/ 6972300 w 11681460"/>
                    <a:gd name="connsiteY196" fmla="*/ 3352800 h 4168140"/>
                    <a:gd name="connsiteX197" fmla="*/ 6949440 w 11681460"/>
                    <a:gd name="connsiteY197" fmla="*/ 3413760 h 4168140"/>
                    <a:gd name="connsiteX198" fmla="*/ 6949440 w 11681460"/>
                    <a:gd name="connsiteY198" fmla="*/ 3413760 h 4168140"/>
                    <a:gd name="connsiteX199" fmla="*/ 6911340 w 11681460"/>
                    <a:gd name="connsiteY199" fmla="*/ 3474720 h 4168140"/>
                    <a:gd name="connsiteX200" fmla="*/ 6888480 w 11681460"/>
                    <a:gd name="connsiteY200" fmla="*/ 3505200 h 4168140"/>
                    <a:gd name="connsiteX201" fmla="*/ 6819900 w 11681460"/>
                    <a:gd name="connsiteY201" fmla="*/ 3566160 h 4168140"/>
                    <a:gd name="connsiteX202" fmla="*/ 6743700 w 11681460"/>
                    <a:gd name="connsiteY202" fmla="*/ 3581400 h 4168140"/>
                    <a:gd name="connsiteX203" fmla="*/ 6675120 w 11681460"/>
                    <a:gd name="connsiteY203" fmla="*/ 3657600 h 4168140"/>
                    <a:gd name="connsiteX204" fmla="*/ 6629400 w 11681460"/>
                    <a:gd name="connsiteY204" fmla="*/ 3718560 h 4168140"/>
                    <a:gd name="connsiteX205" fmla="*/ 6576060 w 11681460"/>
                    <a:gd name="connsiteY205" fmla="*/ 3779520 h 4168140"/>
                    <a:gd name="connsiteX206" fmla="*/ 6484620 w 11681460"/>
                    <a:gd name="connsiteY206" fmla="*/ 3817620 h 4168140"/>
                    <a:gd name="connsiteX207" fmla="*/ 6400800 w 11681460"/>
                    <a:gd name="connsiteY207" fmla="*/ 3832860 h 4168140"/>
                    <a:gd name="connsiteX208" fmla="*/ 6263640 w 11681460"/>
                    <a:gd name="connsiteY208" fmla="*/ 3870960 h 4168140"/>
                    <a:gd name="connsiteX209" fmla="*/ 6126480 w 11681460"/>
                    <a:gd name="connsiteY209" fmla="*/ 3901440 h 4168140"/>
                    <a:gd name="connsiteX210" fmla="*/ 6027420 w 11681460"/>
                    <a:gd name="connsiteY210" fmla="*/ 3916680 h 4168140"/>
                    <a:gd name="connsiteX211" fmla="*/ 5890260 w 11681460"/>
                    <a:gd name="connsiteY211" fmla="*/ 3878580 h 4168140"/>
                    <a:gd name="connsiteX212" fmla="*/ 5821680 w 11681460"/>
                    <a:gd name="connsiteY212" fmla="*/ 3863340 h 4168140"/>
                    <a:gd name="connsiteX213" fmla="*/ 5737860 w 11681460"/>
                    <a:gd name="connsiteY213" fmla="*/ 3825240 h 4168140"/>
                    <a:gd name="connsiteX214" fmla="*/ 5638800 w 11681460"/>
                    <a:gd name="connsiteY214" fmla="*/ 3794760 h 4168140"/>
                    <a:gd name="connsiteX215" fmla="*/ 5524500 w 11681460"/>
                    <a:gd name="connsiteY215" fmla="*/ 3756660 h 4168140"/>
                    <a:gd name="connsiteX216" fmla="*/ 5448300 w 11681460"/>
                    <a:gd name="connsiteY216" fmla="*/ 3718560 h 4168140"/>
                    <a:gd name="connsiteX217" fmla="*/ 5349240 w 11681460"/>
                    <a:gd name="connsiteY217" fmla="*/ 3657600 h 4168140"/>
                    <a:gd name="connsiteX218" fmla="*/ 5295900 w 11681460"/>
                    <a:gd name="connsiteY218" fmla="*/ 3619500 h 4168140"/>
                    <a:gd name="connsiteX219" fmla="*/ 5234940 w 11681460"/>
                    <a:gd name="connsiteY219" fmla="*/ 3596640 h 4168140"/>
                    <a:gd name="connsiteX220" fmla="*/ 5135880 w 11681460"/>
                    <a:gd name="connsiteY220" fmla="*/ 3550920 h 4168140"/>
                    <a:gd name="connsiteX221" fmla="*/ 5059680 w 11681460"/>
                    <a:gd name="connsiteY221" fmla="*/ 3505200 h 4168140"/>
                    <a:gd name="connsiteX222" fmla="*/ 5029200 w 11681460"/>
                    <a:gd name="connsiteY222" fmla="*/ 3482340 h 4168140"/>
                    <a:gd name="connsiteX223" fmla="*/ 4960620 w 11681460"/>
                    <a:gd name="connsiteY223" fmla="*/ 3413760 h 4168140"/>
                    <a:gd name="connsiteX224" fmla="*/ 4876800 w 11681460"/>
                    <a:gd name="connsiteY224" fmla="*/ 3299460 h 4168140"/>
                    <a:gd name="connsiteX225" fmla="*/ 4808220 w 11681460"/>
                    <a:gd name="connsiteY225" fmla="*/ 3200400 h 4168140"/>
                    <a:gd name="connsiteX226" fmla="*/ 4777740 w 11681460"/>
                    <a:gd name="connsiteY226" fmla="*/ 3147060 h 4168140"/>
                    <a:gd name="connsiteX227" fmla="*/ 4724400 w 11681460"/>
                    <a:gd name="connsiteY227" fmla="*/ 3108960 h 4168140"/>
                    <a:gd name="connsiteX228" fmla="*/ 4648200 w 11681460"/>
                    <a:gd name="connsiteY228" fmla="*/ 3063240 h 4168140"/>
                    <a:gd name="connsiteX229" fmla="*/ 4533900 w 11681460"/>
                    <a:gd name="connsiteY229" fmla="*/ 2979420 h 4168140"/>
                    <a:gd name="connsiteX230" fmla="*/ 4427220 w 11681460"/>
                    <a:gd name="connsiteY230" fmla="*/ 2941320 h 4168140"/>
                    <a:gd name="connsiteX231" fmla="*/ 4366260 w 11681460"/>
                    <a:gd name="connsiteY231" fmla="*/ 2903220 h 4168140"/>
                    <a:gd name="connsiteX232" fmla="*/ 4244340 w 11681460"/>
                    <a:gd name="connsiteY232" fmla="*/ 2842260 h 4168140"/>
                    <a:gd name="connsiteX233" fmla="*/ 4145280 w 11681460"/>
                    <a:gd name="connsiteY233" fmla="*/ 2811780 h 4168140"/>
                    <a:gd name="connsiteX234" fmla="*/ 4038600 w 11681460"/>
                    <a:gd name="connsiteY234" fmla="*/ 2804160 h 4168140"/>
                    <a:gd name="connsiteX235" fmla="*/ 3954780 w 11681460"/>
                    <a:gd name="connsiteY235" fmla="*/ 2819400 h 4168140"/>
                    <a:gd name="connsiteX236" fmla="*/ 3863340 w 11681460"/>
                    <a:gd name="connsiteY236" fmla="*/ 2804160 h 4168140"/>
                    <a:gd name="connsiteX237" fmla="*/ 3741420 w 11681460"/>
                    <a:gd name="connsiteY237" fmla="*/ 2781300 h 4168140"/>
                    <a:gd name="connsiteX238" fmla="*/ 3649980 w 11681460"/>
                    <a:gd name="connsiteY238" fmla="*/ 2743200 h 4168140"/>
                    <a:gd name="connsiteX239" fmla="*/ 3573780 w 11681460"/>
                    <a:gd name="connsiteY239" fmla="*/ 2674620 h 4168140"/>
                    <a:gd name="connsiteX240" fmla="*/ 3482340 w 11681460"/>
                    <a:gd name="connsiteY240" fmla="*/ 2621280 h 4168140"/>
                    <a:gd name="connsiteX241" fmla="*/ 3436620 w 11681460"/>
                    <a:gd name="connsiteY241" fmla="*/ 2552700 h 4168140"/>
                    <a:gd name="connsiteX242" fmla="*/ 3329940 w 11681460"/>
                    <a:gd name="connsiteY242" fmla="*/ 2423160 h 4168140"/>
                    <a:gd name="connsiteX243" fmla="*/ 3261360 w 11681460"/>
                    <a:gd name="connsiteY243" fmla="*/ 2324100 h 4168140"/>
                    <a:gd name="connsiteX244" fmla="*/ 3131820 w 11681460"/>
                    <a:gd name="connsiteY244" fmla="*/ 2209800 h 4168140"/>
                    <a:gd name="connsiteX245" fmla="*/ 3040380 w 11681460"/>
                    <a:gd name="connsiteY245" fmla="*/ 2141220 h 4168140"/>
                    <a:gd name="connsiteX246" fmla="*/ 2910840 w 11681460"/>
                    <a:gd name="connsiteY246" fmla="*/ 2034540 h 4168140"/>
                    <a:gd name="connsiteX247" fmla="*/ 2849880 w 11681460"/>
                    <a:gd name="connsiteY247" fmla="*/ 1958340 h 4168140"/>
                    <a:gd name="connsiteX248" fmla="*/ 2743200 w 11681460"/>
                    <a:gd name="connsiteY248" fmla="*/ 1889760 h 4168140"/>
                    <a:gd name="connsiteX249" fmla="*/ 2659380 w 11681460"/>
                    <a:gd name="connsiteY249" fmla="*/ 1844040 h 4168140"/>
                    <a:gd name="connsiteX250" fmla="*/ 2575560 w 11681460"/>
                    <a:gd name="connsiteY250" fmla="*/ 1744980 h 4168140"/>
                    <a:gd name="connsiteX251" fmla="*/ 2468880 w 11681460"/>
                    <a:gd name="connsiteY251" fmla="*/ 1645920 h 4168140"/>
                    <a:gd name="connsiteX252" fmla="*/ 2400300 w 11681460"/>
                    <a:gd name="connsiteY252" fmla="*/ 1607820 h 4168140"/>
                    <a:gd name="connsiteX253" fmla="*/ 2263140 w 11681460"/>
                    <a:gd name="connsiteY253" fmla="*/ 1501140 h 4168140"/>
                    <a:gd name="connsiteX254" fmla="*/ 2171700 w 11681460"/>
                    <a:gd name="connsiteY254" fmla="*/ 1432560 h 4168140"/>
                    <a:gd name="connsiteX255" fmla="*/ 2087880 w 11681460"/>
                    <a:gd name="connsiteY255" fmla="*/ 1363980 h 4168140"/>
                    <a:gd name="connsiteX256" fmla="*/ 1950720 w 11681460"/>
                    <a:gd name="connsiteY256" fmla="*/ 1272540 h 4168140"/>
                    <a:gd name="connsiteX257" fmla="*/ 1805940 w 11681460"/>
                    <a:gd name="connsiteY257" fmla="*/ 1135380 h 4168140"/>
                    <a:gd name="connsiteX258" fmla="*/ 1729740 w 11681460"/>
                    <a:gd name="connsiteY258" fmla="*/ 1089660 h 4168140"/>
                    <a:gd name="connsiteX259" fmla="*/ 1668780 w 11681460"/>
                    <a:gd name="connsiteY259" fmla="*/ 1043940 h 4168140"/>
                    <a:gd name="connsiteX260" fmla="*/ 1592580 w 11681460"/>
                    <a:gd name="connsiteY260" fmla="*/ 990600 h 4168140"/>
                    <a:gd name="connsiteX261" fmla="*/ 1470660 w 11681460"/>
                    <a:gd name="connsiteY261" fmla="*/ 891540 h 4168140"/>
                    <a:gd name="connsiteX262" fmla="*/ 1386840 w 11681460"/>
                    <a:gd name="connsiteY262" fmla="*/ 845820 h 4168140"/>
                    <a:gd name="connsiteX263" fmla="*/ 1318260 w 11681460"/>
                    <a:gd name="connsiteY263" fmla="*/ 784860 h 4168140"/>
                    <a:gd name="connsiteX264" fmla="*/ 1264920 w 11681460"/>
                    <a:gd name="connsiteY264" fmla="*/ 723900 h 4168140"/>
                    <a:gd name="connsiteX265" fmla="*/ 1181100 w 11681460"/>
                    <a:gd name="connsiteY265" fmla="*/ 647700 h 4168140"/>
                    <a:gd name="connsiteX266" fmla="*/ 1089660 w 11681460"/>
                    <a:gd name="connsiteY266" fmla="*/ 624840 h 4168140"/>
                    <a:gd name="connsiteX267" fmla="*/ 1021080 w 11681460"/>
                    <a:gd name="connsiteY267" fmla="*/ 586740 h 4168140"/>
                    <a:gd name="connsiteX268" fmla="*/ 937260 w 11681460"/>
                    <a:gd name="connsiteY268" fmla="*/ 548640 h 4168140"/>
                    <a:gd name="connsiteX269" fmla="*/ 830580 w 11681460"/>
                    <a:gd name="connsiteY269" fmla="*/ 510540 h 4168140"/>
                    <a:gd name="connsiteX270" fmla="*/ 754380 w 11681460"/>
                    <a:gd name="connsiteY270" fmla="*/ 457200 h 4168140"/>
                    <a:gd name="connsiteX271" fmla="*/ 708660 w 11681460"/>
                    <a:gd name="connsiteY271" fmla="*/ 419100 h 4168140"/>
                    <a:gd name="connsiteX272" fmla="*/ 609600 w 11681460"/>
                    <a:gd name="connsiteY272" fmla="*/ 396240 h 4168140"/>
                    <a:gd name="connsiteX273" fmla="*/ 548640 w 11681460"/>
                    <a:gd name="connsiteY273" fmla="*/ 320040 h 4168140"/>
                    <a:gd name="connsiteX274" fmla="*/ 510540 w 11681460"/>
                    <a:gd name="connsiteY274" fmla="*/ 251460 h 4168140"/>
                    <a:gd name="connsiteX275" fmla="*/ 464820 w 11681460"/>
                    <a:gd name="connsiteY275" fmla="*/ 190500 h 4168140"/>
                    <a:gd name="connsiteX276" fmla="*/ 411480 w 11681460"/>
                    <a:gd name="connsiteY276" fmla="*/ 137160 h 4168140"/>
                    <a:gd name="connsiteX277" fmla="*/ 373380 w 11681460"/>
                    <a:gd name="connsiteY277" fmla="*/ 45720 h 4168140"/>
                    <a:gd name="connsiteX278" fmla="*/ 342900 w 11681460"/>
                    <a:gd name="connsiteY278" fmla="*/ 0 h 4168140"/>
                    <a:gd name="connsiteX279" fmla="*/ 327660 w 11681460"/>
                    <a:gd name="connsiteY279" fmla="*/ 60960 h 4168140"/>
                    <a:gd name="connsiteX280" fmla="*/ 289560 w 11681460"/>
                    <a:gd name="connsiteY280" fmla="*/ 91440 h 4168140"/>
                    <a:gd name="connsiteX281" fmla="*/ 236220 w 11681460"/>
                    <a:gd name="connsiteY281" fmla="*/ 114300 h 4168140"/>
                    <a:gd name="connsiteX282" fmla="*/ 198120 w 11681460"/>
                    <a:gd name="connsiteY282" fmla="*/ 175260 h 4168140"/>
                    <a:gd name="connsiteX283" fmla="*/ 175260 w 11681460"/>
                    <a:gd name="connsiteY283" fmla="*/ 228600 h 4168140"/>
                    <a:gd name="connsiteX284" fmla="*/ 114300 w 11681460"/>
                    <a:gd name="connsiteY284" fmla="*/ 236220 h 4168140"/>
                    <a:gd name="connsiteX285" fmla="*/ 45720 w 11681460"/>
                    <a:gd name="connsiteY285" fmla="*/ 251460 h 4168140"/>
                    <a:gd name="connsiteX286" fmla="*/ 0 w 11681460"/>
                    <a:gd name="connsiteY286" fmla="*/ 281940 h 4168140"/>
                    <a:gd name="connsiteX287" fmla="*/ 68580 w 11681460"/>
                    <a:gd name="connsiteY287" fmla="*/ 320040 h 4168140"/>
                    <a:gd name="connsiteX0" fmla="*/ 68580 w 11681460"/>
                    <a:gd name="connsiteY0" fmla="*/ 320040 h 4168140"/>
                    <a:gd name="connsiteX1" fmla="*/ 121920 w 11681460"/>
                    <a:gd name="connsiteY1" fmla="*/ 381000 h 4168140"/>
                    <a:gd name="connsiteX2" fmla="*/ 198120 w 11681460"/>
                    <a:gd name="connsiteY2" fmla="*/ 419100 h 4168140"/>
                    <a:gd name="connsiteX3" fmla="*/ 320040 w 11681460"/>
                    <a:gd name="connsiteY3" fmla="*/ 510540 h 4168140"/>
                    <a:gd name="connsiteX4" fmla="*/ 411480 w 11681460"/>
                    <a:gd name="connsiteY4" fmla="*/ 563880 h 4168140"/>
                    <a:gd name="connsiteX5" fmla="*/ 472440 w 11681460"/>
                    <a:gd name="connsiteY5" fmla="*/ 632460 h 4168140"/>
                    <a:gd name="connsiteX6" fmla="*/ 601980 w 11681460"/>
                    <a:gd name="connsiteY6" fmla="*/ 708660 h 4168140"/>
                    <a:gd name="connsiteX7" fmla="*/ 739140 w 11681460"/>
                    <a:gd name="connsiteY7" fmla="*/ 784860 h 4168140"/>
                    <a:gd name="connsiteX8" fmla="*/ 861060 w 11681460"/>
                    <a:gd name="connsiteY8" fmla="*/ 868680 h 4168140"/>
                    <a:gd name="connsiteX9" fmla="*/ 944880 w 11681460"/>
                    <a:gd name="connsiteY9" fmla="*/ 952500 h 4168140"/>
                    <a:gd name="connsiteX10" fmla="*/ 1021080 w 11681460"/>
                    <a:gd name="connsiteY10" fmla="*/ 1005840 h 4168140"/>
                    <a:gd name="connsiteX11" fmla="*/ 1097280 w 11681460"/>
                    <a:gd name="connsiteY11" fmla="*/ 1043940 h 4168140"/>
                    <a:gd name="connsiteX12" fmla="*/ 1181100 w 11681460"/>
                    <a:gd name="connsiteY12" fmla="*/ 1104900 h 4168140"/>
                    <a:gd name="connsiteX13" fmla="*/ 1249680 w 11681460"/>
                    <a:gd name="connsiteY13" fmla="*/ 1150620 h 4168140"/>
                    <a:gd name="connsiteX14" fmla="*/ 1341120 w 11681460"/>
                    <a:gd name="connsiteY14" fmla="*/ 1196340 h 4168140"/>
                    <a:gd name="connsiteX15" fmla="*/ 1417320 w 11681460"/>
                    <a:gd name="connsiteY15" fmla="*/ 1257300 h 4168140"/>
                    <a:gd name="connsiteX16" fmla="*/ 1493520 w 11681460"/>
                    <a:gd name="connsiteY16" fmla="*/ 1333500 h 4168140"/>
                    <a:gd name="connsiteX17" fmla="*/ 1569720 w 11681460"/>
                    <a:gd name="connsiteY17" fmla="*/ 1356360 h 4168140"/>
                    <a:gd name="connsiteX18" fmla="*/ 1684020 w 11681460"/>
                    <a:gd name="connsiteY18" fmla="*/ 1424940 h 4168140"/>
                    <a:gd name="connsiteX19" fmla="*/ 1729740 w 11681460"/>
                    <a:gd name="connsiteY19" fmla="*/ 1485900 h 4168140"/>
                    <a:gd name="connsiteX20" fmla="*/ 1844040 w 11681460"/>
                    <a:gd name="connsiteY20" fmla="*/ 1569720 h 4168140"/>
                    <a:gd name="connsiteX21" fmla="*/ 1935480 w 11681460"/>
                    <a:gd name="connsiteY21" fmla="*/ 1615440 h 4168140"/>
                    <a:gd name="connsiteX22" fmla="*/ 2049780 w 11681460"/>
                    <a:gd name="connsiteY22" fmla="*/ 1691640 h 4168140"/>
                    <a:gd name="connsiteX23" fmla="*/ 2133600 w 11681460"/>
                    <a:gd name="connsiteY23" fmla="*/ 1729740 h 4168140"/>
                    <a:gd name="connsiteX24" fmla="*/ 2202180 w 11681460"/>
                    <a:gd name="connsiteY24" fmla="*/ 1805940 h 4168140"/>
                    <a:gd name="connsiteX25" fmla="*/ 2255520 w 11681460"/>
                    <a:gd name="connsiteY25" fmla="*/ 1821180 h 4168140"/>
                    <a:gd name="connsiteX26" fmla="*/ 2316480 w 11681460"/>
                    <a:gd name="connsiteY26" fmla="*/ 1866900 h 4168140"/>
                    <a:gd name="connsiteX27" fmla="*/ 2423160 w 11681460"/>
                    <a:gd name="connsiteY27" fmla="*/ 2004060 h 4168140"/>
                    <a:gd name="connsiteX28" fmla="*/ 2476500 w 11681460"/>
                    <a:gd name="connsiteY28" fmla="*/ 2087880 h 4168140"/>
                    <a:gd name="connsiteX29" fmla="*/ 2567940 w 11681460"/>
                    <a:gd name="connsiteY29" fmla="*/ 2148840 h 4168140"/>
                    <a:gd name="connsiteX30" fmla="*/ 2682240 w 11681460"/>
                    <a:gd name="connsiteY30" fmla="*/ 2186940 h 4168140"/>
                    <a:gd name="connsiteX31" fmla="*/ 2743200 w 11681460"/>
                    <a:gd name="connsiteY31" fmla="*/ 2209800 h 4168140"/>
                    <a:gd name="connsiteX32" fmla="*/ 2811780 w 11681460"/>
                    <a:gd name="connsiteY32" fmla="*/ 2247900 h 4168140"/>
                    <a:gd name="connsiteX33" fmla="*/ 2887980 w 11681460"/>
                    <a:gd name="connsiteY33" fmla="*/ 2301240 h 4168140"/>
                    <a:gd name="connsiteX34" fmla="*/ 2979420 w 11681460"/>
                    <a:gd name="connsiteY34" fmla="*/ 2385060 h 4168140"/>
                    <a:gd name="connsiteX35" fmla="*/ 3055620 w 11681460"/>
                    <a:gd name="connsiteY35" fmla="*/ 2461260 h 4168140"/>
                    <a:gd name="connsiteX36" fmla="*/ 3139440 w 11681460"/>
                    <a:gd name="connsiteY36" fmla="*/ 2537460 h 4168140"/>
                    <a:gd name="connsiteX37" fmla="*/ 3261360 w 11681460"/>
                    <a:gd name="connsiteY37" fmla="*/ 2628900 h 4168140"/>
                    <a:gd name="connsiteX38" fmla="*/ 3345180 w 11681460"/>
                    <a:gd name="connsiteY38" fmla="*/ 2720340 h 4168140"/>
                    <a:gd name="connsiteX39" fmla="*/ 3444240 w 11681460"/>
                    <a:gd name="connsiteY39" fmla="*/ 2796540 h 4168140"/>
                    <a:gd name="connsiteX40" fmla="*/ 3558540 w 11681460"/>
                    <a:gd name="connsiteY40" fmla="*/ 2872740 h 4168140"/>
                    <a:gd name="connsiteX41" fmla="*/ 3619500 w 11681460"/>
                    <a:gd name="connsiteY41" fmla="*/ 2979420 h 4168140"/>
                    <a:gd name="connsiteX42" fmla="*/ 3619500 w 11681460"/>
                    <a:gd name="connsiteY42" fmla="*/ 2979420 h 4168140"/>
                    <a:gd name="connsiteX43" fmla="*/ 3649980 w 11681460"/>
                    <a:gd name="connsiteY43" fmla="*/ 3048000 h 4168140"/>
                    <a:gd name="connsiteX44" fmla="*/ 3703320 w 11681460"/>
                    <a:gd name="connsiteY44" fmla="*/ 3086100 h 4168140"/>
                    <a:gd name="connsiteX45" fmla="*/ 3764280 w 11681460"/>
                    <a:gd name="connsiteY45" fmla="*/ 3063240 h 4168140"/>
                    <a:gd name="connsiteX46" fmla="*/ 3848100 w 11681460"/>
                    <a:gd name="connsiteY46" fmla="*/ 3025140 h 4168140"/>
                    <a:gd name="connsiteX47" fmla="*/ 3916680 w 11681460"/>
                    <a:gd name="connsiteY47" fmla="*/ 3032760 h 4168140"/>
                    <a:gd name="connsiteX48" fmla="*/ 4030980 w 11681460"/>
                    <a:gd name="connsiteY48" fmla="*/ 3063240 h 4168140"/>
                    <a:gd name="connsiteX49" fmla="*/ 4137660 w 11681460"/>
                    <a:gd name="connsiteY49" fmla="*/ 3101340 h 4168140"/>
                    <a:gd name="connsiteX50" fmla="*/ 4259580 w 11681460"/>
                    <a:gd name="connsiteY50" fmla="*/ 3147060 h 4168140"/>
                    <a:gd name="connsiteX51" fmla="*/ 4381500 w 11681460"/>
                    <a:gd name="connsiteY51" fmla="*/ 3192780 h 4168140"/>
                    <a:gd name="connsiteX52" fmla="*/ 4526280 w 11681460"/>
                    <a:gd name="connsiteY52" fmla="*/ 3276600 h 4168140"/>
                    <a:gd name="connsiteX53" fmla="*/ 4587240 w 11681460"/>
                    <a:gd name="connsiteY53" fmla="*/ 3299460 h 4168140"/>
                    <a:gd name="connsiteX54" fmla="*/ 4610100 w 11681460"/>
                    <a:gd name="connsiteY54" fmla="*/ 3352800 h 4168140"/>
                    <a:gd name="connsiteX55" fmla="*/ 4648200 w 11681460"/>
                    <a:gd name="connsiteY55" fmla="*/ 3436620 h 4168140"/>
                    <a:gd name="connsiteX56" fmla="*/ 4671060 w 11681460"/>
                    <a:gd name="connsiteY56" fmla="*/ 3520440 h 4168140"/>
                    <a:gd name="connsiteX57" fmla="*/ 4678680 w 11681460"/>
                    <a:gd name="connsiteY57" fmla="*/ 3589020 h 4168140"/>
                    <a:gd name="connsiteX58" fmla="*/ 4686300 w 11681460"/>
                    <a:gd name="connsiteY58" fmla="*/ 3649980 h 4168140"/>
                    <a:gd name="connsiteX59" fmla="*/ 4724400 w 11681460"/>
                    <a:gd name="connsiteY59" fmla="*/ 3680460 h 4168140"/>
                    <a:gd name="connsiteX60" fmla="*/ 4785360 w 11681460"/>
                    <a:gd name="connsiteY60" fmla="*/ 3672840 h 4168140"/>
                    <a:gd name="connsiteX61" fmla="*/ 4869180 w 11681460"/>
                    <a:gd name="connsiteY61" fmla="*/ 3703320 h 4168140"/>
                    <a:gd name="connsiteX62" fmla="*/ 4914900 w 11681460"/>
                    <a:gd name="connsiteY62" fmla="*/ 3756660 h 4168140"/>
                    <a:gd name="connsiteX63" fmla="*/ 5105400 w 11681460"/>
                    <a:gd name="connsiteY63" fmla="*/ 3832860 h 4168140"/>
                    <a:gd name="connsiteX64" fmla="*/ 5173980 w 11681460"/>
                    <a:gd name="connsiteY64" fmla="*/ 3886200 h 4168140"/>
                    <a:gd name="connsiteX65" fmla="*/ 5242560 w 11681460"/>
                    <a:gd name="connsiteY65" fmla="*/ 3924300 h 4168140"/>
                    <a:gd name="connsiteX66" fmla="*/ 5364480 w 11681460"/>
                    <a:gd name="connsiteY66" fmla="*/ 3962400 h 4168140"/>
                    <a:gd name="connsiteX67" fmla="*/ 5516880 w 11681460"/>
                    <a:gd name="connsiteY67" fmla="*/ 4046220 h 4168140"/>
                    <a:gd name="connsiteX68" fmla="*/ 5585460 w 11681460"/>
                    <a:gd name="connsiteY68" fmla="*/ 4099560 h 4168140"/>
                    <a:gd name="connsiteX69" fmla="*/ 5661660 w 11681460"/>
                    <a:gd name="connsiteY69" fmla="*/ 4122420 h 4168140"/>
                    <a:gd name="connsiteX70" fmla="*/ 5745480 w 11681460"/>
                    <a:gd name="connsiteY70" fmla="*/ 4130040 h 4168140"/>
                    <a:gd name="connsiteX71" fmla="*/ 5836920 w 11681460"/>
                    <a:gd name="connsiteY71" fmla="*/ 4130040 h 4168140"/>
                    <a:gd name="connsiteX72" fmla="*/ 5951220 w 11681460"/>
                    <a:gd name="connsiteY72" fmla="*/ 4145280 h 4168140"/>
                    <a:gd name="connsiteX73" fmla="*/ 6035040 w 11681460"/>
                    <a:gd name="connsiteY73" fmla="*/ 4168140 h 4168140"/>
                    <a:gd name="connsiteX74" fmla="*/ 6149340 w 11681460"/>
                    <a:gd name="connsiteY74" fmla="*/ 4137660 h 4168140"/>
                    <a:gd name="connsiteX75" fmla="*/ 6286500 w 11681460"/>
                    <a:gd name="connsiteY75" fmla="*/ 4114800 h 4168140"/>
                    <a:gd name="connsiteX76" fmla="*/ 6393180 w 11681460"/>
                    <a:gd name="connsiteY76" fmla="*/ 4053840 h 4168140"/>
                    <a:gd name="connsiteX77" fmla="*/ 6484620 w 11681460"/>
                    <a:gd name="connsiteY77" fmla="*/ 4038600 h 4168140"/>
                    <a:gd name="connsiteX78" fmla="*/ 6583680 w 11681460"/>
                    <a:gd name="connsiteY78" fmla="*/ 3970020 h 4168140"/>
                    <a:gd name="connsiteX79" fmla="*/ 6697980 w 11681460"/>
                    <a:gd name="connsiteY79" fmla="*/ 3886200 h 4168140"/>
                    <a:gd name="connsiteX80" fmla="*/ 6728460 w 11681460"/>
                    <a:gd name="connsiteY80" fmla="*/ 3817620 h 4168140"/>
                    <a:gd name="connsiteX81" fmla="*/ 6842760 w 11681460"/>
                    <a:gd name="connsiteY81" fmla="*/ 3733800 h 4168140"/>
                    <a:gd name="connsiteX82" fmla="*/ 6972300 w 11681460"/>
                    <a:gd name="connsiteY82" fmla="*/ 3642360 h 4168140"/>
                    <a:gd name="connsiteX83" fmla="*/ 7078980 w 11681460"/>
                    <a:gd name="connsiteY83" fmla="*/ 3528060 h 4168140"/>
                    <a:gd name="connsiteX84" fmla="*/ 7139940 w 11681460"/>
                    <a:gd name="connsiteY84" fmla="*/ 3444240 h 4168140"/>
                    <a:gd name="connsiteX85" fmla="*/ 7269480 w 11681460"/>
                    <a:gd name="connsiteY85" fmla="*/ 3284220 h 4168140"/>
                    <a:gd name="connsiteX86" fmla="*/ 7330440 w 11681460"/>
                    <a:gd name="connsiteY86" fmla="*/ 3185160 h 4168140"/>
                    <a:gd name="connsiteX87" fmla="*/ 7376160 w 11681460"/>
                    <a:gd name="connsiteY87" fmla="*/ 3116580 h 4168140"/>
                    <a:gd name="connsiteX88" fmla="*/ 7444740 w 11681460"/>
                    <a:gd name="connsiteY88" fmla="*/ 3093720 h 4168140"/>
                    <a:gd name="connsiteX89" fmla="*/ 7513320 w 11681460"/>
                    <a:gd name="connsiteY89" fmla="*/ 3101340 h 4168140"/>
                    <a:gd name="connsiteX90" fmla="*/ 7574280 w 11681460"/>
                    <a:gd name="connsiteY90" fmla="*/ 3078480 h 4168140"/>
                    <a:gd name="connsiteX91" fmla="*/ 7726680 w 11681460"/>
                    <a:gd name="connsiteY91" fmla="*/ 3108960 h 4168140"/>
                    <a:gd name="connsiteX92" fmla="*/ 7833360 w 11681460"/>
                    <a:gd name="connsiteY92" fmla="*/ 3162300 h 4168140"/>
                    <a:gd name="connsiteX93" fmla="*/ 7962900 w 11681460"/>
                    <a:gd name="connsiteY93" fmla="*/ 3192780 h 4168140"/>
                    <a:gd name="connsiteX94" fmla="*/ 8161020 w 11681460"/>
                    <a:gd name="connsiteY94" fmla="*/ 3268980 h 4168140"/>
                    <a:gd name="connsiteX95" fmla="*/ 8290560 w 11681460"/>
                    <a:gd name="connsiteY95" fmla="*/ 3337560 h 4168140"/>
                    <a:gd name="connsiteX96" fmla="*/ 8382000 w 11681460"/>
                    <a:gd name="connsiteY96" fmla="*/ 3360420 h 4168140"/>
                    <a:gd name="connsiteX97" fmla="*/ 8458200 w 11681460"/>
                    <a:gd name="connsiteY97" fmla="*/ 3398520 h 4168140"/>
                    <a:gd name="connsiteX98" fmla="*/ 8595360 w 11681460"/>
                    <a:gd name="connsiteY98" fmla="*/ 3512820 h 4168140"/>
                    <a:gd name="connsiteX99" fmla="*/ 8641080 w 11681460"/>
                    <a:gd name="connsiteY99" fmla="*/ 3566160 h 4168140"/>
                    <a:gd name="connsiteX100" fmla="*/ 8702040 w 11681460"/>
                    <a:gd name="connsiteY100" fmla="*/ 3604260 h 4168140"/>
                    <a:gd name="connsiteX101" fmla="*/ 8763000 w 11681460"/>
                    <a:gd name="connsiteY101" fmla="*/ 3634740 h 4168140"/>
                    <a:gd name="connsiteX102" fmla="*/ 8854440 w 11681460"/>
                    <a:gd name="connsiteY102" fmla="*/ 3627120 h 4168140"/>
                    <a:gd name="connsiteX103" fmla="*/ 8968740 w 11681460"/>
                    <a:gd name="connsiteY103" fmla="*/ 3619500 h 4168140"/>
                    <a:gd name="connsiteX104" fmla="*/ 9060180 w 11681460"/>
                    <a:gd name="connsiteY104" fmla="*/ 3642360 h 4168140"/>
                    <a:gd name="connsiteX105" fmla="*/ 9151620 w 11681460"/>
                    <a:gd name="connsiteY105" fmla="*/ 3657600 h 4168140"/>
                    <a:gd name="connsiteX106" fmla="*/ 9227820 w 11681460"/>
                    <a:gd name="connsiteY106" fmla="*/ 3642360 h 4168140"/>
                    <a:gd name="connsiteX107" fmla="*/ 9311640 w 11681460"/>
                    <a:gd name="connsiteY107" fmla="*/ 3611880 h 4168140"/>
                    <a:gd name="connsiteX108" fmla="*/ 9433560 w 11681460"/>
                    <a:gd name="connsiteY108" fmla="*/ 3589020 h 4168140"/>
                    <a:gd name="connsiteX109" fmla="*/ 9509760 w 11681460"/>
                    <a:gd name="connsiteY109" fmla="*/ 3528060 h 4168140"/>
                    <a:gd name="connsiteX110" fmla="*/ 9646920 w 11681460"/>
                    <a:gd name="connsiteY110" fmla="*/ 3489960 h 4168140"/>
                    <a:gd name="connsiteX111" fmla="*/ 9784080 w 11681460"/>
                    <a:gd name="connsiteY111" fmla="*/ 3444240 h 4168140"/>
                    <a:gd name="connsiteX112" fmla="*/ 9860280 w 11681460"/>
                    <a:gd name="connsiteY112" fmla="*/ 3383280 h 4168140"/>
                    <a:gd name="connsiteX113" fmla="*/ 9921240 w 11681460"/>
                    <a:gd name="connsiteY113" fmla="*/ 3314700 h 4168140"/>
                    <a:gd name="connsiteX114" fmla="*/ 9997440 w 11681460"/>
                    <a:gd name="connsiteY114" fmla="*/ 3208020 h 4168140"/>
                    <a:gd name="connsiteX115" fmla="*/ 10043160 w 11681460"/>
                    <a:gd name="connsiteY115" fmla="*/ 3101340 h 4168140"/>
                    <a:gd name="connsiteX116" fmla="*/ 10104120 w 11681460"/>
                    <a:gd name="connsiteY116" fmla="*/ 3017520 h 4168140"/>
                    <a:gd name="connsiteX117" fmla="*/ 10157460 w 11681460"/>
                    <a:gd name="connsiteY117" fmla="*/ 2933700 h 4168140"/>
                    <a:gd name="connsiteX118" fmla="*/ 10218420 w 11681460"/>
                    <a:gd name="connsiteY118" fmla="*/ 2849880 h 4168140"/>
                    <a:gd name="connsiteX119" fmla="*/ 10294620 w 11681460"/>
                    <a:gd name="connsiteY119" fmla="*/ 2735580 h 4168140"/>
                    <a:gd name="connsiteX120" fmla="*/ 10347960 w 11681460"/>
                    <a:gd name="connsiteY120" fmla="*/ 2621280 h 4168140"/>
                    <a:gd name="connsiteX121" fmla="*/ 10431780 w 11681460"/>
                    <a:gd name="connsiteY121" fmla="*/ 2499360 h 4168140"/>
                    <a:gd name="connsiteX122" fmla="*/ 10500360 w 11681460"/>
                    <a:gd name="connsiteY122" fmla="*/ 2354580 h 4168140"/>
                    <a:gd name="connsiteX123" fmla="*/ 10553700 w 11681460"/>
                    <a:gd name="connsiteY123" fmla="*/ 2263140 h 4168140"/>
                    <a:gd name="connsiteX124" fmla="*/ 10584180 w 11681460"/>
                    <a:gd name="connsiteY124" fmla="*/ 2194560 h 4168140"/>
                    <a:gd name="connsiteX125" fmla="*/ 10614660 w 11681460"/>
                    <a:gd name="connsiteY125" fmla="*/ 2118360 h 4168140"/>
                    <a:gd name="connsiteX126" fmla="*/ 10675620 w 11681460"/>
                    <a:gd name="connsiteY126" fmla="*/ 2049780 h 4168140"/>
                    <a:gd name="connsiteX127" fmla="*/ 10690860 w 11681460"/>
                    <a:gd name="connsiteY127" fmla="*/ 1988820 h 4168140"/>
                    <a:gd name="connsiteX128" fmla="*/ 10713720 w 11681460"/>
                    <a:gd name="connsiteY128" fmla="*/ 1927860 h 4168140"/>
                    <a:gd name="connsiteX129" fmla="*/ 10767060 w 11681460"/>
                    <a:gd name="connsiteY129" fmla="*/ 1859280 h 4168140"/>
                    <a:gd name="connsiteX130" fmla="*/ 10873740 w 11681460"/>
                    <a:gd name="connsiteY130" fmla="*/ 1828800 h 4168140"/>
                    <a:gd name="connsiteX131" fmla="*/ 11079480 w 11681460"/>
                    <a:gd name="connsiteY131" fmla="*/ 1767840 h 4168140"/>
                    <a:gd name="connsiteX132" fmla="*/ 11247120 w 11681460"/>
                    <a:gd name="connsiteY132" fmla="*/ 1684020 h 4168140"/>
                    <a:gd name="connsiteX133" fmla="*/ 11414760 w 11681460"/>
                    <a:gd name="connsiteY133" fmla="*/ 1638300 h 4168140"/>
                    <a:gd name="connsiteX134" fmla="*/ 11490960 w 11681460"/>
                    <a:gd name="connsiteY134" fmla="*/ 1577340 h 4168140"/>
                    <a:gd name="connsiteX135" fmla="*/ 11635740 w 11681460"/>
                    <a:gd name="connsiteY135" fmla="*/ 1508760 h 4168140"/>
                    <a:gd name="connsiteX136" fmla="*/ 11681460 w 11681460"/>
                    <a:gd name="connsiteY136" fmla="*/ 1417320 h 4168140"/>
                    <a:gd name="connsiteX137" fmla="*/ 11620500 w 11681460"/>
                    <a:gd name="connsiteY137" fmla="*/ 1417320 h 4168140"/>
                    <a:gd name="connsiteX138" fmla="*/ 11567160 w 11681460"/>
                    <a:gd name="connsiteY138" fmla="*/ 1379220 h 4168140"/>
                    <a:gd name="connsiteX139" fmla="*/ 11498580 w 11681460"/>
                    <a:gd name="connsiteY139" fmla="*/ 1318260 h 4168140"/>
                    <a:gd name="connsiteX140" fmla="*/ 11468100 w 11681460"/>
                    <a:gd name="connsiteY140" fmla="*/ 1280160 h 4168140"/>
                    <a:gd name="connsiteX141" fmla="*/ 11407140 w 11681460"/>
                    <a:gd name="connsiteY141" fmla="*/ 1287780 h 4168140"/>
                    <a:gd name="connsiteX142" fmla="*/ 11363960 w 11681460"/>
                    <a:gd name="connsiteY142" fmla="*/ 1267460 h 4168140"/>
                    <a:gd name="connsiteX143" fmla="*/ 11353800 w 11681460"/>
                    <a:gd name="connsiteY143" fmla="*/ 1356360 h 4168140"/>
                    <a:gd name="connsiteX144" fmla="*/ 11224260 w 11681460"/>
                    <a:gd name="connsiteY144" fmla="*/ 1417320 h 4168140"/>
                    <a:gd name="connsiteX145" fmla="*/ 11109960 w 11681460"/>
                    <a:gd name="connsiteY145" fmla="*/ 1463040 h 4168140"/>
                    <a:gd name="connsiteX146" fmla="*/ 10911840 w 11681460"/>
                    <a:gd name="connsiteY146" fmla="*/ 1524000 h 4168140"/>
                    <a:gd name="connsiteX147" fmla="*/ 10774680 w 11681460"/>
                    <a:gd name="connsiteY147" fmla="*/ 1546860 h 4168140"/>
                    <a:gd name="connsiteX148" fmla="*/ 10675620 w 11681460"/>
                    <a:gd name="connsiteY148" fmla="*/ 1615440 h 4168140"/>
                    <a:gd name="connsiteX149" fmla="*/ 10568940 w 11681460"/>
                    <a:gd name="connsiteY149" fmla="*/ 1676400 h 4168140"/>
                    <a:gd name="connsiteX150" fmla="*/ 10485120 w 11681460"/>
                    <a:gd name="connsiteY150" fmla="*/ 1760220 h 4168140"/>
                    <a:gd name="connsiteX151" fmla="*/ 10454640 w 11681460"/>
                    <a:gd name="connsiteY151" fmla="*/ 1836420 h 4168140"/>
                    <a:gd name="connsiteX152" fmla="*/ 10416540 w 11681460"/>
                    <a:gd name="connsiteY152" fmla="*/ 1927860 h 4168140"/>
                    <a:gd name="connsiteX153" fmla="*/ 10401300 w 11681460"/>
                    <a:gd name="connsiteY153" fmla="*/ 2004060 h 4168140"/>
                    <a:gd name="connsiteX154" fmla="*/ 10363200 w 11681460"/>
                    <a:gd name="connsiteY154" fmla="*/ 2095500 h 4168140"/>
                    <a:gd name="connsiteX155" fmla="*/ 10317480 w 11681460"/>
                    <a:gd name="connsiteY155" fmla="*/ 2225040 h 4168140"/>
                    <a:gd name="connsiteX156" fmla="*/ 10287000 w 11681460"/>
                    <a:gd name="connsiteY156" fmla="*/ 2346960 h 4168140"/>
                    <a:gd name="connsiteX157" fmla="*/ 10218420 w 11681460"/>
                    <a:gd name="connsiteY157" fmla="*/ 2499360 h 4168140"/>
                    <a:gd name="connsiteX158" fmla="*/ 10134600 w 11681460"/>
                    <a:gd name="connsiteY158" fmla="*/ 2621280 h 4168140"/>
                    <a:gd name="connsiteX159" fmla="*/ 10043160 w 11681460"/>
                    <a:gd name="connsiteY159" fmla="*/ 2735580 h 4168140"/>
                    <a:gd name="connsiteX160" fmla="*/ 9974580 w 11681460"/>
                    <a:gd name="connsiteY160" fmla="*/ 2857500 h 4168140"/>
                    <a:gd name="connsiteX161" fmla="*/ 9906000 w 11681460"/>
                    <a:gd name="connsiteY161" fmla="*/ 2941320 h 4168140"/>
                    <a:gd name="connsiteX162" fmla="*/ 9860280 w 11681460"/>
                    <a:gd name="connsiteY162" fmla="*/ 3032760 h 4168140"/>
                    <a:gd name="connsiteX163" fmla="*/ 9806940 w 11681460"/>
                    <a:gd name="connsiteY163" fmla="*/ 3116580 h 4168140"/>
                    <a:gd name="connsiteX164" fmla="*/ 9715500 w 11681460"/>
                    <a:gd name="connsiteY164" fmla="*/ 3208020 h 4168140"/>
                    <a:gd name="connsiteX165" fmla="*/ 9616440 w 11681460"/>
                    <a:gd name="connsiteY165" fmla="*/ 3261360 h 4168140"/>
                    <a:gd name="connsiteX166" fmla="*/ 9532620 w 11681460"/>
                    <a:gd name="connsiteY166" fmla="*/ 3329940 h 4168140"/>
                    <a:gd name="connsiteX167" fmla="*/ 9471660 w 11681460"/>
                    <a:gd name="connsiteY167" fmla="*/ 3375660 h 4168140"/>
                    <a:gd name="connsiteX168" fmla="*/ 9410700 w 11681460"/>
                    <a:gd name="connsiteY168" fmla="*/ 3429000 h 4168140"/>
                    <a:gd name="connsiteX169" fmla="*/ 9288780 w 11681460"/>
                    <a:gd name="connsiteY169" fmla="*/ 3436620 h 4168140"/>
                    <a:gd name="connsiteX170" fmla="*/ 9166860 w 11681460"/>
                    <a:gd name="connsiteY170" fmla="*/ 3444240 h 4168140"/>
                    <a:gd name="connsiteX171" fmla="*/ 9029700 w 11681460"/>
                    <a:gd name="connsiteY171" fmla="*/ 3413760 h 4168140"/>
                    <a:gd name="connsiteX172" fmla="*/ 8823960 w 11681460"/>
                    <a:gd name="connsiteY172" fmla="*/ 3360420 h 4168140"/>
                    <a:gd name="connsiteX173" fmla="*/ 8679180 w 11681460"/>
                    <a:gd name="connsiteY173" fmla="*/ 3329940 h 4168140"/>
                    <a:gd name="connsiteX174" fmla="*/ 8572500 w 11681460"/>
                    <a:gd name="connsiteY174" fmla="*/ 3276600 h 4168140"/>
                    <a:gd name="connsiteX175" fmla="*/ 8465820 w 11681460"/>
                    <a:gd name="connsiteY175" fmla="*/ 3215640 h 4168140"/>
                    <a:gd name="connsiteX176" fmla="*/ 8321040 w 11681460"/>
                    <a:gd name="connsiteY176" fmla="*/ 3177540 h 4168140"/>
                    <a:gd name="connsiteX177" fmla="*/ 8199120 w 11681460"/>
                    <a:gd name="connsiteY177" fmla="*/ 3131820 h 4168140"/>
                    <a:gd name="connsiteX178" fmla="*/ 8069580 w 11681460"/>
                    <a:gd name="connsiteY178" fmla="*/ 3078480 h 4168140"/>
                    <a:gd name="connsiteX179" fmla="*/ 7917180 w 11681460"/>
                    <a:gd name="connsiteY179" fmla="*/ 2994660 h 4168140"/>
                    <a:gd name="connsiteX180" fmla="*/ 7787640 w 11681460"/>
                    <a:gd name="connsiteY180" fmla="*/ 2971800 h 4168140"/>
                    <a:gd name="connsiteX181" fmla="*/ 7719060 w 11681460"/>
                    <a:gd name="connsiteY181" fmla="*/ 2933700 h 4168140"/>
                    <a:gd name="connsiteX182" fmla="*/ 7612380 w 11681460"/>
                    <a:gd name="connsiteY182" fmla="*/ 2903220 h 4168140"/>
                    <a:gd name="connsiteX183" fmla="*/ 7566660 w 11681460"/>
                    <a:gd name="connsiteY183" fmla="*/ 2887980 h 4168140"/>
                    <a:gd name="connsiteX184" fmla="*/ 7551420 w 11681460"/>
                    <a:gd name="connsiteY184" fmla="*/ 2849880 h 4168140"/>
                    <a:gd name="connsiteX185" fmla="*/ 7533640 w 11681460"/>
                    <a:gd name="connsiteY185" fmla="*/ 2788920 h 4168140"/>
                    <a:gd name="connsiteX186" fmla="*/ 7475220 w 11681460"/>
                    <a:gd name="connsiteY186" fmla="*/ 2857500 h 4168140"/>
                    <a:gd name="connsiteX187" fmla="*/ 7414260 w 11681460"/>
                    <a:gd name="connsiteY187" fmla="*/ 2887980 h 4168140"/>
                    <a:gd name="connsiteX188" fmla="*/ 7345680 w 11681460"/>
                    <a:gd name="connsiteY188" fmla="*/ 2971800 h 4168140"/>
                    <a:gd name="connsiteX189" fmla="*/ 7315200 w 11681460"/>
                    <a:gd name="connsiteY189" fmla="*/ 2994660 h 4168140"/>
                    <a:gd name="connsiteX190" fmla="*/ 7261860 w 11681460"/>
                    <a:gd name="connsiteY190" fmla="*/ 3009900 h 4168140"/>
                    <a:gd name="connsiteX191" fmla="*/ 7193280 w 11681460"/>
                    <a:gd name="connsiteY191" fmla="*/ 3025140 h 4168140"/>
                    <a:gd name="connsiteX192" fmla="*/ 7155180 w 11681460"/>
                    <a:gd name="connsiteY192" fmla="*/ 3078480 h 4168140"/>
                    <a:gd name="connsiteX193" fmla="*/ 7109460 w 11681460"/>
                    <a:gd name="connsiteY193" fmla="*/ 3154680 h 4168140"/>
                    <a:gd name="connsiteX194" fmla="*/ 7048500 w 11681460"/>
                    <a:gd name="connsiteY194" fmla="*/ 3246120 h 4168140"/>
                    <a:gd name="connsiteX195" fmla="*/ 6995160 w 11681460"/>
                    <a:gd name="connsiteY195" fmla="*/ 3307080 h 4168140"/>
                    <a:gd name="connsiteX196" fmla="*/ 6972300 w 11681460"/>
                    <a:gd name="connsiteY196" fmla="*/ 3352800 h 4168140"/>
                    <a:gd name="connsiteX197" fmla="*/ 6949440 w 11681460"/>
                    <a:gd name="connsiteY197" fmla="*/ 3413760 h 4168140"/>
                    <a:gd name="connsiteX198" fmla="*/ 6949440 w 11681460"/>
                    <a:gd name="connsiteY198" fmla="*/ 3413760 h 4168140"/>
                    <a:gd name="connsiteX199" fmla="*/ 6911340 w 11681460"/>
                    <a:gd name="connsiteY199" fmla="*/ 3474720 h 4168140"/>
                    <a:gd name="connsiteX200" fmla="*/ 6888480 w 11681460"/>
                    <a:gd name="connsiteY200" fmla="*/ 3505200 h 4168140"/>
                    <a:gd name="connsiteX201" fmla="*/ 6819900 w 11681460"/>
                    <a:gd name="connsiteY201" fmla="*/ 3566160 h 4168140"/>
                    <a:gd name="connsiteX202" fmla="*/ 6743700 w 11681460"/>
                    <a:gd name="connsiteY202" fmla="*/ 3581400 h 4168140"/>
                    <a:gd name="connsiteX203" fmla="*/ 6675120 w 11681460"/>
                    <a:gd name="connsiteY203" fmla="*/ 3657600 h 4168140"/>
                    <a:gd name="connsiteX204" fmla="*/ 6629400 w 11681460"/>
                    <a:gd name="connsiteY204" fmla="*/ 3718560 h 4168140"/>
                    <a:gd name="connsiteX205" fmla="*/ 6576060 w 11681460"/>
                    <a:gd name="connsiteY205" fmla="*/ 3779520 h 4168140"/>
                    <a:gd name="connsiteX206" fmla="*/ 6484620 w 11681460"/>
                    <a:gd name="connsiteY206" fmla="*/ 3817620 h 4168140"/>
                    <a:gd name="connsiteX207" fmla="*/ 6400800 w 11681460"/>
                    <a:gd name="connsiteY207" fmla="*/ 3832860 h 4168140"/>
                    <a:gd name="connsiteX208" fmla="*/ 6263640 w 11681460"/>
                    <a:gd name="connsiteY208" fmla="*/ 3870960 h 4168140"/>
                    <a:gd name="connsiteX209" fmla="*/ 6126480 w 11681460"/>
                    <a:gd name="connsiteY209" fmla="*/ 3901440 h 4168140"/>
                    <a:gd name="connsiteX210" fmla="*/ 6027420 w 11681460"/>
                    <a:gd name="connsiteY210" fmla="*/ 3916680 h 4168140"/>
                    <a:gd name="connsiteX211" fmla="*/ 5890260 w 11681460"/>
                    <a:gd name="connsiteY211" fmla="*/ 3878580 h 4168140"/>
                    <a:gd name="connsiteX212" fmla="*/ 5821680 w 11681460"/>
                    <a:gd name="connsiteY212" fmla="*/ 3863340 h 4168140"/>
                    <a:gd name="connsiteX213" fmla="*/ 5737860 w 11681460"/>
                    <a:gd name="connsiteY213" fmla="*/ 3825240 h 4168140"/>
                    <a:gd name="connsiteX214" fmla="*/ 5638800 w 11681460"/>
                    <a:gd name="connsiteY214" fmla="*/ 3794760 h 4168140"/>
                    <a:gd name="connsiteX215" fmla="*/ 5524500 w 11681460"/>
                    <a:gd name="connsiteY215" fmla="*/ 3756660 h 4168140"/>
                    <a:gd name="connsiteX216" fmla="*/ 5448300 w 11681460"/>
                    <a:gd name="connsiteY216" fmla="*/ 3718560 h 4168140"/>
                    <a:gd name="connsiteX217" fmla="*/ 5349240 w 11681460"/>
                    <a:gd name="connsiteY217" fmla="*/ 3657600 h 4168140"/>
                    <a:gd name="connsiteX218" fmla="*/ 5295900 w 11681460"/>
                    <a:gd name="connsiteY218" fmla="*/ 3619500 h 4168140"/>
                    <a:gd name="connsiteX219" fmla="*/ 5234940 w 11681460"/>
                    <a:gd name="connsiteY219" fmla="*/ 3596640 h 4168140"/>
                    <a:gd name="connsiteX220" fmla="*/ 5135880 w 11681460"/>
                    <a:gd name="connsiteY220" fmla="*/ 3550920 h 4168140"/>
                    <a:gd name="connsiteX221" fmla="*/ 5059680 w 11681460"/>
                    <a:gd name="connsiteY221" fmla="*/ 3505200 h 4168140"/>
                    <a:gd name="connsiteX222" fmla="*/ 5029200 w 11681460"/>
                    <a:gd name="connsiteY222" fmla="*/ 3482340 h 4168140"/>
                    <a:gd name="connsiteX223" fmla="*/ 4960620 w 11681460"/>
                    <a:gd name="connsiteY223" fmla="*/ 3413760 h 4168140"/>
                    <a:gd name="connsiteX224" fmla="*/ 4876800 w 11681460"/>
                    <a:gd name="connsiteY224" fmla="*/ 3299460 h 4168140"/>
                    <a:gd name="connsiteX225" fmla="*/ 4808220 w 11681460"/>
                    <a:gd name="connsiteY225" fmla="*/ 3200400 h 4168140"/>
                    <a:gd name="connsiteX226" fmla="*/ 4777740 w 11681460"/>
                    <a:gd name="connsiteY226" fmla="*/ 3147060 h 4168140"/>
                    <a:gd name="connsiteX227" fmla="*/ 4724400 w 11681460"/>
                    <a:gd name="connsiteY227" fmla="*/ 3108960 h 4168140"/>
                    <a:gd name="connsiteX228" fmla="*/ 4648200 w 11681460"/>
                    <a:gd name="connsiteY228" fmla="*/ 3063240 h 4168140"/>
                    <a:gd name="connsiteX229" fmla="*/ 4533900 w 11681460"/>
                    <a:gd name="connsiteY229" fmla="*/ 2979420 h 4168140"/>
                    <a:gd name="connsiteX230" fmla="*/ 4427220 w 11681460"/>
                    <a:gd name="connsiteY230" fmla="*/ 2941320 h 4168140"/>
                    <a:gd name="connsiteX231" fmla="*/ 4366260 w 11681460"/>
                    <a:gd name="connsiteY231" fmla="*/ 2903220 h 4168140"/>
                    <a:gd name="connsiteX232" fmla="*/ 4244340 w 11681460"/>
                    <a:gd name="connsiteY232" fmla="*/ 2842260 h 4168140"/>
                    <a:gd name="connsiteX233" fmla="*/ 4145280 w 11681460"/>
                    <a:gd name="connsiteY233" fmla="*/ 2811780 h 4168140"/>
                    <a:gd name="connsiteX234" fmla="*/ 4038600 w 11681460"/>
                    <a:gd name="connsiteY234" fmla="*/ 2804160 h 4168140"/>
                    <a:gd name="connsiteX235" fmla="*/ 3954780 w 11681460"/>
                    <a:gd name="connsiteY235" fmla="*/ 2819400 h 4168140"/>
                    <a:gd name="connsiteX236" fmla="*/ 3863340 w 11681460"/>
                    <a:gd name="connsiteY236" fmla="*/ 2804160 h 4168140"/>
                    <a:gd name="connsiteX237" fmla="*/ 3741420 w 11681460"/>
                    <a:gd name="connsiteY237" fmla="*/ 2781300 h 4168140"/>
                    <a:gd name="connsiteX238" fmla="*/ 3649980 w 11681460"/>
                    <a:gd name="connsiteY238" fmla="*/ 2743200 h 4168140"/>
                    <a:gd name="connsiteX239" fmla="*/ 3573780 w 11681460"/>
                    <a:gd name="connsiteY239" fmla="*/ 2674620 h 4168140"/>
                    <a:gd name="connsiteX240" fmla="*/ 3482340 w 11681460"/>
                    <a:gd name="connsiteY240" fmla="*/ 2621280 h 4168140"/>
                    <a:gd name="connsiteX241" fmla="*/ 3436620 w 11681460"/>
                    <a:gd name="connsiteY241" fmla="*/ 2552700 h 4168140"/>
                    <a:gd name="connsiteX242" fmla="*/ 3329940 w 11681460"/>
                    <a:gd name="connsiteY242" fmla="*/ 2423160 h 4168140"/>
                    <a:gd name="connsiteX243" fmla="*/ 3261360 w 11681460"/>
                    <a:gd name="connsiteY243" fmla="*/ 2324100 h 4168140"/>
                    <a:gd name="connsiteX244" fmla="*/ 3131820 w 11681460"/>
                    <a:gd name="connsiteY244" fmla="*/ 2209800 h 4168140"/>
                    <a:gd name="connsiteX245" fmla="*/ 3040380 w 11681460"/>
                    <a:gd name="connsiteY245" fmla="*/ 2141220 h 4168140"/>
                    <a:gd name="connsiteX246" fmla="*/ 2910840 w 11681460"/>
                    <a:gd name="connsiteY246" fmla="*/ 2034540 h 4168140"/>
                    <a:gd name="connsiteX247" fmla="*/ 2849880 w 11681460"/>
                    <a:gd name="connsiteY247" fmla="*/ 1958340 h 4168140"/>
                    <a:gd name="connsiteX248" fmla="*/ 2743200 w 11681460"/>
                    <a:gd name="connsiteY248" fmla="*/ 1889760 h 4168140"/>
                    <a:gd name="connsiteX249" fmla="*/ 2659380 w 11681460"/>
                    <a:gd name="connsiteY249" fmla="*/ 1844040 h 4168140"/>
                    <a:gd name="connsiteX250" fmla="*/ 2575560 w 11681460"/>
                    <a:gd name="connsiteY250" fmla="*/ 1744980 h 4168140"/>
                    <a:gd name="connsiteX251" fmla="*/ 2468880 w 11681460"/>
                    <a:gd name="connsiteY251" fmla="*/ 1645920 h 4168140"/>
                    <a:gd name="connsiteX252" fmla="*/ 2400300 w 11681460"/>
                    <a:gd name="connsiteY252" fmla="*/ 1607820 h 4168140"/>
                    <a:gd name="connsiteX253" fmla="*/ 2263140 w 11681460"/>
                    <a:gd name="connsiteY253" fmla="*/ 1501140 h 4168140"/>
                    <a:gd name="connsiteX254" fmla="*/ 2171700 w 11681460"/>
                    <a:gd name="connsiteY254" fmla="*/ 1432560 h 4168140"/>
                    <a:gd name="connsiteX255" fmla="*/ 2087880 w 11681460"/>
                    <a:gd name="connsiteY255" fmla="*/ 1363980 h 4168140"/>
                    <a:gd name="connsiteX256" fmla="*/ 1950720 w 11681460"/>
                    <a:gd name="connsiteY256" fmla="*/ 1272540 h 4168140"/>
                    <a:gd name="connsiteX257" fmla="*/ 1805940 w 11681460"/>
                    <a:gd name="connsiteY257" fmla="*/ 1135380 h 4168140"/>
                    <a:gd name="connsiteX258" fmla="*/ 1729740 w 11681460"/>
                    <a:gd name="connsiteY258" fmla="*/ 1089660 h 4168140"/>
                    <a:gd name="connsiteX259" fmla="*/ 1668780 w 11681460"/>
                    <a:gd name="connsiteY259" fmla="*/ 1043940 h 4168140"/>
                    <a:gd name="connsiteX260" fmla="*/ 1592580 w 11681460"/>
                    <a:gd name="connsiteY260" fmla="*/ 990600 h 4168140"/>
                    <a:gd name="connsiteX261" fmla="*/ 1470660 w 11681460"/>
                    <a:gd name="connsiteY261" fmla="*/ 891540 h 4168140"/>
                    <a:gd name="connsiteX262" fmla="*/ 1386840 w 11681460"/>
                    <a:gd name="connsiteY262" fmla="*/ 845820 h 4168140"/>
                    <a:gd name="connsiteX263" fmla="*/ 1318260 w 11681460"/>
                    <a:gd name="connsiteY263" fmla="*/ 784860 h 4168140"/>
                    <a:gd name="connsiteX264" fmla="*/ 1264920 w 11681460"/>
                    <a:gd name="connsiteY264" fmla="*/ 723900 h 4168140"/>
                    <a:gd name="connsiteX265" fmla="*/ 1181100 w 11681460"/>
                    <a:gd name="connsiteY265" fmla="*/ 647700 h 4168140"/>
                    <a:gd name="connsiteX266" fmla="*/ 1089660 w 11681460"/>
                    <a:gd name="connsiteY266" fmla="*/ 624840 h 4168140"/>
                    <a:gd name="connsiteX267" fmla="*/ 1021080 w 11681460"/>
                    <a:gd name="connsiteY267" fmla="*/ 586740 h 4168140"/>
                    <a:gd name="connsiteX268" fmla="*/ 937260 w 11681460"/>
                    <a:gd name="connsiteY268" fmla="*/ 548640 h 4168140"/>
                    <a:gd name="connsiteX269" fmla="*/ 830580 w 11681460"/>
                    <a:gd name="connsiteY269" fmla="*/ 510540 h 4168140"/>
                    <a:gd name="connsiteX270" fmla="*/ 754380 w 11681460"/>
                    <a:gd name="connsiteY270" fmla="*/ 457200 h 4168140"/>
                    <a:gd name="connsiteX271" fmla="*/ 708660 w 11681460"/>
                    <a:gd name="connsiteY271" fmla="*/ 419100 h 4168140"/>
                    <a:gd name="connsiteX272" fmla="*/ 609600 w 11681460"/>
                    <a:gd name="connsiteY272" fmla="*/ 396240 h 4168140"/>
                    <a:gd name="connsiteX273" fmla="*/ 548640 w 11681460"/>
                    <a:gd name="connsiteY273" fmla="*/ 320040 h 4168140"/>
                    <a:gd name="connsiteX274" fmla="*/ 510540 w 11681460"/>
                    <a:gd name="connsiteY274" fmla="*/ 251460 h 4168140"/>
                    <a:gd name="connsiteX275" fmla="*/ 464820 w 11681460"/>
                    <a:gd name="connsiteY275" fmla="*/ 190500 h 4168140"/>
                    <a:gd name="connsiteX276" fmla="*/ 411480 w 11681460"/>
                    <a:gd name="connsiteY276" fmla="*/ 137160 h 4168140"/>
                    <a:gd name="connsiteX277" fmla="*/ 373380 w 11681460"/>
                    <a:gd name="connsiteY277" fmla="*/ 45720 h 4168140"/>
                    <a:gd name="connsiteX278" fmla="*/ 342900 w 11681460"/>
                    <a:gd name="connsiteY278" fmla="*/ 0 h 4168140"/>
                    <a:gd name="connsiteX279" fmla="*/ 327660 w 11681460"/>
                    <a:gd name="connsiteY279" fmla="*/ 60960 h 4168140"/>
                    <a:gd name="connsiteX280" fmla="*/ 289560 w 11681460"/>
                    <a:gd name="connsiteY280" fmla="*/ 91440 h 4168140"/>
                    <a:gd name="connsiteX281" fmla="*/ 236220 w 11681460"/>
                    <a:gd name="connsiteY281" fmla="*/ 114300 h 4168140"/>
                    <a:gd name="connsiteX282" fmla="*/ 198120 w 11681460"/>
                    <a:gd name="connsiteY282" fmla="*/ 175260 h 4168140"/>
                    <a:gd name="connsiteX283" fmla="*/ 175260 w 11681460"/>
                    <a:gd name="connsiteY283" fmla="*/ 228600 h 4168140"/>
                    <a:gd name="connsiteX284" fmla="*/ 114300 w 11681460"/>
                    <a:gd name="connsiteY284" fmla="*/ 236220 h 4168140"/>
                    <a:gd name="connsiteX285" fmla="*/ 45720 w 11681460"/>
                    <a:gd name="connsiteY285" fmla="*/ 251460 h 4168140"/>
                    <a:gd name="connsiteX286" fmla="*/ 0 w 11681460"/>
                    <a:gd name="connsiteY286" fmla="*/ 281940 h 4168140"/>
                    <a:gd name="connsiteX287" fmla="*/ 68580 w 11681460"/>
                    <a:gd name="connsiteY287" fmla="*/ 320040 h 4168140"/>
                    <a:gd name="connsiteX0" fmla="*/ 68580 w 11681460"/>
                    <a:gd name="connsiteY0" fmla="*/ 320040 h 4168140"/>
                    <a:gd name="connsiteX1" fmla="*/ 121920 w 11681460"/>
                    <a:gd name="connsiteY1" fmla="*/ 381000 h 4168140"/>
                    <a:gd name="connsiteX2" fmla="*/ 198120 w 11681460"/>
                    <a:gd name="connsiteY2" fmla="*/ 419100 h 4168140"/>
                    <a:gd name="connsiteX3" fmla="*/ 320040 w 11681460"/>
                    <a:gd name="connsiteY3" fmla="*/ 510540 h 4168140"/>
                    <a:gd name="connsiteX4" fmla="*/ 411480 w 11681460"/>
                    <a:gd name="connsiteY4" fmla="*/ 563880 h 4168140"/>
                    <a:gd name="connsiteX5" fmla="*/ 472440 w 11681460"/>
                    <a:gd name="connsiteY5" fmla="*/ 632460 h 4168140"/>
                    <a:gd name="connsiteX6" fmla="*/ 601980 w 11681460"/>
                    <a:gd name="connsiteY6" fmla="*/ 708660 h 4168140"/>
                    <a:gd name="connsiteX7" fmla="*/ 739140 w 11681460"/>
                    <a:gd name="connsiteY7" fmla="*/ 784860 h 4168140"/>
                    <a:gd name="connsiteX8" fmla="*/ 861060 w 11681460"/>
                    <a:gd name="connsiteY8" fmla="*/ 868680 h 4168140"/>
                    <a:gd name="connsiteX9" fmla="*/ 944880 w 11681460"/>
                    <a:gd name="connsiteY9" fmla="*/ 952500 h 4168140"/>
                    <a:gd name="connsiteX10" fmla="*/ 1021080 w 11681460"/>
                    <a:gd name="connsiteY10" fmla="*/ 1005840 h 4168140"/>
                    <a:gd name="connsiteX11" fmla="*/ 1097280 w 11681460"/>
                    <a:gd name="connsiteY11" fmla="*/ 1043940 h 4168140"/>
                    <a:gd name="connsiteX12" fmla="*/ 1181100 w 11681460"/>
                    <a:gd name="connsiteY12" fmla="*/ 1104900 h 4168140"/>
                    <a:gd name="connsiteX13" fmla="*/ 1249680 w 11681460"/>
                    <a:gd name="connsiteY13" fmla="*/ 1150620 h 4168140"/>
                    <a:gd name="connsiteX14" fmla="*/ 1341120 w 11681460"/>
                    <a:gd name="connsiteY14" fmla="*/ 1196340 h 4168140"/>
                    <a:gd name="connsiteX15" fmla="*/ 1417320 w 11681460"/>
                    <a:gd name="connsiteY15" fmla="*/ 1257300 h 4168140"/>
                    <a:gd name="connsiteX16" fmla="*/ 1493520 w 11681460"/>
                    <a:gd name="connsiteY16" fmla="*/ 1333500 h 4168140"/>
                    <a:gd name="connsiteX17" fmla="*/ 1569720 w 11681460"/>
                    <a:gd name="connsiteY17" fmla="*/ 1356360 h 4168140"/>
                    <a:gd name="connsiteX18" fmla="*/ 1684020 w 11681460"/>
                    <a:gd name="connsiteY18" fmla="*/ 1424940 h 4168140"/>
                    <a:gd name="connsiteX19" fmla="*/ 1729740 w 11681460"/>
                    <a:gd name="connsiteY19" fmla="*/ 1485900 h 4168140"/>
                    <a:gd name="connsiteX20" fmla="*/ 1844040 w 11681460"/>
                    <a:gd name="connsiteY20" fmla="*/ 1569720 h 4168140"/>
                    <a:gd name="connsiteX21" fmla="*/ 1935480 w 11681460"/>
                    <a:gd name="connsiteY21" fmla="*/ 1615440 h 4168140"/>
                    <a:gd name="connsiteX22" fmla="*/ 2049780 w 11681460"/>
                    <a:gd name="connsiteY22" fmla="*/ 1691640 h 4168140"/>
                    <a:gd name="connsiteX23" fmla="*/ 2133600 w 11681460"/>
                    <a:gd name="connsiteY23" fmla="*/ 1729740 h 4168140"/>
                    <a:gd name="connsiteX24" fmla="*/ 2202180 w 11681460"/>
                    <a:gd name="connsiteY24" fmla="*/ 1805940 h 4168140"/>
                    <a:gd name="connsiteX25" fmla="*/ 2255520 w 11681460"/>
                    <a:gd name="connsiteY25" fmla="*/ 1821180 h 4168140"/>
                    <a:gd name="connsiteX26" fmla="*/ 2316480 w 11681460"/>
                    <a:gd name="connsiteY26" fmla="*/ 1866900 h 4168140"/>
                    <a:gd name="connsiteX27" fmla="*/ 2423160 w 11681460"/>
                    <a:gd name="connsiteY27" fmla="*/ 2004060 h 4168140"/>
                    <a:gd name="connsiteX28" fmla="*/ 2476500 w 11681460"/>
                    <a:gd name="connsiteY28" fmla="*/ 2087880 h 4168140"/>
                    <a:gd name="connsiteX29" fmla="*/ 2567940 w 11681460"/>
                    <a:gd name="connsiteY29" fmla="*/ 2148840 h 4168140"/>
                    <a:gd name="connsiteX30" fmla="*/ 2682240 w 11681460"/>
                    <a:gd name="connsiteY30" fmla="*/ 2186940 h 4168140"/>
                    <a:gd name="connsiteX31" fmla="*/ 2743200 w 11681460"/>
                    <a:gd name="connsiteY31" fmla="*/ 2209800 h 4168140"/>
                    <a:gd name="connsiteX32" fmla="*/ 2811780 w 11681460"/>
                    <a:gd name="connsiteY32" fmla="*/ 2247900 h 4168140"/>
                    <a:gd name="connsiteX33" fmla="*/ 2887980 w 11681460"/>
                    <a:gd name="connsiteY33" fmla="*/ 2301240 h 4168140"/>
                    <a:gd name="connsiteX34" fmla="*/ 2979420 w 11681460"/>
                    <a:gd name="connsiteY34" fmla="*/ 2385060 h 4168140"/>
                    <a:gd name="connsiteX35" fmla="*/ 3055620 w 11681460"/>
                    <a:gd name="connsiteY35" fmla="*/ 2461260 h 4168140"/>
                    <a:gd name="connsiteX36" fmla="*/ 3139440 w 11681460"/>
                    <a:gd name="connsiteY36" fmla="*/ 2537460 h 4168140"/>
                    <a:gd name="connsiteX37" fmla="*/ 3261360 w 11681460"/>
                    <a:gd name="connsiteY37" fmla="*/ 2628900 h 4168140"/>
                    <a:gd name="connsiteX38" fmla="*/ 3345180 w 11681460"/>
                    <a:gd name="connsiteY38" fmla="*/ 2720340 h 4168140"/>
                    <a:gd name="connsiteX39" fmla="*/ 3444240 w 11681460"/>
                    <a:gd name="connsiteY39" fmla="*/ 2796540 h 4168140"/>
                    <a:gd name="connsiteX40" fmla="*/ 3558540 w 11681460"/>
                    <a:gd name="connsiteY40" fmla="*/ 2872740 h 4168140"/>
                    <a:gd name="connsiteX41" fmla="*/ 3619500 w 11681460"/>
                    <a:gd name="connsiteY41" fmla="*/ 2979420 h 4168140"/>
                    <a:gd name="connsiteX42" fmla="*/ 3619500 w 11681460"/>
                    <a:gd name="connsiteY42" fmla="*/ 2979420 h 4168140"/>
                    <a:gd name="connsiteX43" fmla="*/ 3649980 w 11681460"/>
                    <a:gd name="connsiteY43" fmla="*/ 3048000 h 4168140"/>
                    <a:gd name="connsiteX44" fmla="*/ 3703320 w 11681460"/>
                    <a:gd name="connsiteY44" fmla="*/ 3086100 h 4168140"/>
                    <a:gd name="connsiteX45" fmla="*/ 3764280 w 11681460"/>
                    <a:gd name="connsiteY45" fmla="*/ 3063240 h 4168140"/>
                    <a:gd name="connsiteX46" fmla="*/ 3848100 w 11681460"/>
                    <a:gd name="connsiteY46" fmla="*/ 3025140 h 4168140"/>
                    <a:gd name="connsiteX47" fmla="*/ 3916680 w 11681460"/>
                    <a:gd name="connsiteY47" fmla="*/ 3032760 h 4168140"/>
                    <a:gd name="connsiteX48" fmla="*/ 4030980 w 11681460"/>
                    <a:gd name="connsiteY48" fmla="*/ 3063240 h 4168140"/>
                    <a:gd name="connsiteX49" fmla="*/ 4137660 w 11681460"/>
                    <a:gd name="connsiteY49" fmla="*/ 3101340 h 4168140"/>
                    <a:gd name="connsiteX50" fmla="*/ 4259580 w 11681460"/>
                    <a:gd name="connsiteY50" fmla="*/ 3147060 h 4168140"/>
                    <a:gd name="connsiteX51" fmla="*/ 4381500 w 11681460"/>
                    <a:gd name="connsiteY51" fmla="*/ 3192780 h 4168140"/>
                    <a:gd name="connsiteX52" fmla="*/ 4526280 w 11681460"/>
                    <a:gd name="connsiteY52" fmla="*/ 3276600 h 4168140"/>
                    <a:gd name="connsiteX53" fmla="*/ 4587240 w 11681460"/>
                    <a:gd name="connsiteY53" fmla="*/ 3299460 h 4168140"/>
                    <a:gd name="connsiteX54" fmla="*/ 4610100 w 11681460"/>
                    <a:gd name="connsiteY54" fmla="*/ 3352800 h 4168140"/>
                    <a:gd name="connsiteX55" fmla="*/ 4648200 w 11681460"/>
                    <a:gd name="connsiteY55" fmla="*/ 3436620 h 4168140"/>
                    <a:gd name="connsiteX56" fmla="*/ 4671060 w 11681460"/>
                    <a:gd name="connsiteY56" fmla="*/ 3520440 h 4168140"/>
                    <a:gd name="connsiteX57" fmla="*/ 4678680 w 11681460"/>
                    <a:gd name="connsiteY57" fmla="*/ 3589020 h 4168140"/>
                    <a:gd name="connsiteX58" fmla="*/ 4686300 w 11681460"/>
                    <a:gd name="connsiteY58" fmla="*/ 3649980 h 4168140"/>
                    <a:gd name="connsiteX59" fmla="*/ 4724400 w 11681460"/>
                    <a:gd name="connsiteY59" fmla="*/ 3680460 h 4168140"/>
                    <a:gd name="connsiteX60" fmla="*/ 4785360 w 11681460"/>
                    <a:gd name="connsiteY60" fmla="*/ 3672840 h 4168140"/>
                    <a:gd name="connsiteX61" fmla="*/ 4869180 w 11681460"/>
                    <a:gd name="connsiteY61" fmla="*/ 3703320 h 4168140"/>
                    <a:gd name="connsiteX62" fmla="*/ 4914900 w 11681460"/>
                    <a:gd name="connsiteY62" fmla="*/ 3756660 h 4168140"/>
                    <a:gd name="connsiteX63" fmla="*/ 5105400 w 11681460"/>
                    <a:gd name="connsiteY63" fmla="*/ 3832860 h 4168140"/>
                    <a:gd name="connsiteX64" fmla="*/ 5173980 w 11681460"/>
                    <a:gd name="connsiteY64" fmla="*/ 3886200 h 4168140"/>
                    <a:gd name="connsiteX65" fmla="*/ 5242560 w 11681460"/>
                    <a:gd name="connsiteY65" fmla="*/ 3924300 h 4168140"/>
                    <a:gd name="connsiteX66" fmla="*/ 5364480 w 11681460"/>
                    <a:gd name="connsiteY66" fmla="*/ 3962400 h 4168140"/>
                    <a:gd name="connsiteX67" fmla="*/ 5516880 w 11681460"/>
                    <a:gd name="connsiteY67" fmla="*/ 4046220 h 4168140"/>
                    <a:gd name="connsiteX68" fmla="*/ 5585460 w 11681460"/>
                    <a:gd name="connsiteY68" fmla="*/ 4099560 h 4168140"/>
                    <a:gd name="connsiteX69" fmla="*/ 5661660 w 11681460"/>
                    <a:gd name="connsiteY69" fmla="*/ 4122420 h 4168140"/>
                    <a:gd name="connsiteX70" fmla="*/ 5745480 w 11681460"/>
                    <a:gd name="connsiteY70" fmla="*/ 4130040 h 4168140"/>
                    <a:gd name="connsiteX71" fmla="*/ 5836920 w 11681460"/>
                    <a:gd name="connsiteY71" fmla="*/ 4130040 h 4168140"/>
                    <a:gd name="connsiteX72" fmla="*/ 5951220 w 11681460"/>
                    <a:gd name="connsiteY72" fmla="*/ 4145280 h 4168140"/>
                    <a:gd name="connsiteX73" fmla="*/ 6035040 w 11681460"/>
                    <a:gd name="connsiteY73" fmla="*/ 4168140 h 4168140"/>
                    <a:gd name="connsiteX74" fmla="*/ 6149340 w 11681460"/>
                    <a:gd name="connsiteY74" fmla="*/ 4137660 h 4168140"/>
                    <a:gd name="connsiteX75" fmla="*/ 6286500 w 11681460"/>
                    <a:gd name="connsiteY75" fmla="*/ 4114800 h 4168140"/>
                    <a:gd name="connsiteX76" fmla="*/ 6393180 w 11681460"/>
                    <a:gd name="connsiteY76" fmla="*/ 4053840 h 4168140"/>
                    <a:gd name="connsiteX77" fmla="*/ 6484620 w 11681460"/>
                    <a:gd name="connsiteY77" fmla="*/ 4038600 h 4168140"/>
                    <a:gd name="connsiteX78" fmla="*/ 6583680 w 11681460"/>
                    <a:gd name="connsiteY78" fmla="*/ 3970020 h 4168140"/>
                    <a:gd name="connsiteX79" fmla="*/ 6697980 w 11681460"/>
                    <a:gd name="connsiteY79" fmla="*/ 3886200 h 4168140"/>
                    <a:gd name="connsiteX80" fmla="*/ 6728460 w 11681460"/>
                    <a:gd name="connsiteY80" fmla="*/ 3817620 h 4168140"/>
                    <a:gd name="connsiteX81" fmla="*/ 6842760 w 11681460"/>
                    <a:gd name="connsiteY81" fmla="*/ 3733800 h 4168140"/>
                    <a:gd name="connsiteX82" fmla="*/ 6972300 w 11681460"/>
                    <a:gd name="connsiteY82" fmla="*/ 3642360 h 4168140"/>
                    <a:gd name="connsiteX83" fmla="*/ 7078980 w 11681460"/>
                    <a:gd name="connsiteY83" fmla="*/ 3528060 h 4168140"/>
                    <a:gd name="connsiteX84" fmla="*/ 7139940 w 11681460"/>
                    <a:gd name="connsiteY84" fmla="*/ 3444240 h 4168140"/>
                    <a:gd name="connsiteX85" fmla="*/ 7269480 w 11681460"/>
                    <a:gd name="connsiteY85" fmla="*/ 3284220 h 4168140"/>
                    <a:gd name="connsiteX86" fmla="*/ 7330440 w 11681460"/>
                    <a:gd name="connsiteY86" fmla="*/ 3185160 h 4168140"/>
                    <a:gd name="connsiteX87" fmla="*/ 7376160 w 11681460"/>
                    <a:gd name="connsiteY87" fmla="*/ 3116580 h 4168140"/>
                    <a:gd name="connsiteX88" fmla="*/ 7444740 w 11681460"/>
                    <a:gd name="connsiteY88" fmla="*/ 3093720 h 4168140"/>
                    <a:gd name="connsiteX89" fmla="*/ 7513320 w 11681460"/>
                    <a:gd name="connsiteY89" fmla="*/ 3101340 h 4168140"/>
                    <a:gd name="connsiteX90" fmla="*/ 7574280 w 11681460"/>
                    <a:gd name="connsiteY90" fmla="*/ 3078480 h 4168140"/>
                    <a:gd name="connsiteX91" fmla="*/ 7726680 w 11681460"/>
                    <a:gd name="connsiteY91" fmla="*/ 3108960 h 4168140"/>
                    <a:gd name="connsiteX92" fmla="*/ 7833360 w 11681460"/>
                    <a:gd name="connsiteY92" fmla="*/ 3162300 h 4168140"/>
                    <a:gd name="connsiteX93" fmla="*/ 7962900 w 11681460"/>
                    <a:gd name="connsiteY93" fmla="*/ 3192780 h 4168140"/>
                    <a:gd name="connsiteX94" fmla="*/ 8161020 w 11681460"/>
                    <a:gd name="connsiteY94" fmla="*/ 3268980 h 4168140"/>
                    <a:gd name="connsiteX95" fmla="*/ 8290560 w 11681460"/>
                    <a:gd name="connsiteY95" fmla="*/ 3337560 h 4168140"/>
                    <a:gd name="connsiteX96" fmla="*/ 8382000 w 11681460"/>
                    <a:gd name="connsiteY96" fmla="*/ 3360420 h 4168140"/>
                    <a:gd name="connsiteX97" fmla="*/ 8458200 w 11681460"/>
                    <a:gd name="connsiteY97" fmla="*/ 3398520 h 4168140"/>
                    <a:gd name="connsiteX98" fmla="*/ 8595360 w 11681460"/>
                    <a:gd name="connsiteY98" fmla="*/ 3512820 h 4168140"/>
                    <a:gd name="connsiteX99" fmla="*/ 8641080 w 11681460"/>
                    <a:gd name="connsiteY99" fmla="*/ 3566160 h 4168140"/>
                    <a:gd name="connsiteX100" fmla="*/ 8702040 w 11681460"/>
                    <a:gd name="connsiteY100" fmla="*/ 3604260 h 4168140"/>
                    <a:gd name="connsiteX101" fmla="*/ 8763000 w 11681460"/>
                    <a:gd name="connsiteY101" fmla="*/ 3634740 h 4168140"/>
                    <a:gd name="connsiteX102" fmla="*/ 8854440 w 11681460"/>
                    <a:gd name="connsiteY102" fmla="*/ 3627120 h 4168140"/>
                    <a:gd name="connsiteX103" fmla="*/ 8968740 w 11681460"/>
                    <a:gd name="connsiteY103" fmla="*/ 3619500 h 4168140"/>
                    <a:gd name="connsiteX104" fmla="*/ 9060180 w 11681460"/>
                    <a:gd name="connsiteY104" fmla="*/ 3642360 h 4168140"/>
                    <a:gd name="connsiteX105" fmla="*/ 9151620 w 11681460"/>
                    <a:gd name="connsiteY105" fmla="*/ 3657600 h 4168140"/>
                    <a:gd name="connsiteX106" fmla="*/ 9227820 w 11681460"/>
                    <a:gd name="connsiteY106" fmla="*/ 3642360 h 4168140"/>
                    <a:gd name="connsiteX107" fmla="*/ 9311640 w 11681460"/>
                    <a:gd name="connsiteY107" fmla="*/ 3611880 h 4168140"/>
                    <a:gd name="connsiteX108" fmla="*/ 9433560 w 11681460"/>
                    <a:gd name="connsiteY108" fmla="*/ 3589020 h 4168140"/>
                    <a:gd name="connsiteX109" fmla="*/ 9509760 w 11681460"/>
                    <a:gd name="connsiteY109" fmla="*/ 3528060 h 4168140"/>
                    <a:gd name="connsiteX110" fmla="*/ 9646920 w 11681460"/>
                    <a:gd name="connsiteY110" fmla="*/ 3489960 h 4168140"/>
                    <a:gd name="connsiteX111" fmla="*/ 9784080 w 11681460"/>
                    <a:gd name="connsiteY111" fmla="*/ 3444240 h 4168140"/>
                    <a:gd name="connsiteX112" fmla="*/ 9860280 w 11681460"/>
                    <a:gd name="connsiteY112" fmla="*/ 3383280 h 4168140"/>
                    <a:gd name="connsiteX113" fmla="*/ 9921240 w 11681460"/>
                    <a:gd name="connsiteY113" fmla="*/ 3314700 h 4168140"/>
                    <a:gd name="connsiteX114" fmla="*/ 9997440 w 11681460"/>
                    <a:gd name="connsiteY114" fmla="*/ 3208020 h 4168140"/>
                    <a:gd name="connsiteX115" fmla="*/ 10043160 w 11681460"/>
                    <a:gd name="connsiteY115" fmla="*/ 3101340 h 4168140"/>
                    <a:gd name="connsiteX116" fmla="*/ 10104120 w 11681460"/>
                    <a:gd name="connsiteY116" fmla="*/ 3017520 h 4168140"/>
                    <a:gd name="connsiteX117" fmla="*/ 10157460 w 11681460"/>
                    <a:gd name="connsiteY117" fmla="*/ 2933700 h 4168140"/>
                    <a:gd name="connsiteX118" fmla="*/ 10218420 w 11681460"/>
                    <a:gd name="connsiteY118" fmla="*/ 2849880 h 4168140"/>
                    <a:gd name="connsiteX119" fmla="*/ 10294620 w 11681460"/>
                    <a:gd name="connsiteY119" fmla="*/ 2735580 h 4168140"/>
                    <a:gd name="connsiteX120" fmla="*/ 10347960 w 11681460"/>
                    <a:gd name="connsiteY120" fmla="*/ 2621280 h 4168140"/>
                    <a:gd name="connsiteX121" fmla="*/ 10431780 w 11681460"/>
                    <a:gd name="connsiteY121" fmla="*/ 2499360 h 4168140"/>
                    <a:gd name="connsiteX122" fmla="*/ 10500360 w 11681460"/>
                    <a:gd name="connsiteY122" fmla="*/ 2354580 h 4168140"/>
                    <a:gd name="connsiteX123" fmla="*/ 10553700 w 11681460"/>
                    <a:gd name="connsiteY123" fmla="*/ 2263140 h 4168140"/>
                    <a:gd name="connsiteX124" fmla="*/ 10584180 w 11681460"/>
                    <a:gd name="connsiteY124" fmla="*/ 2194560 h 4168140"/>
                    <a:gd name="connsiteX125" fmla="*/ 10614660 w 11681460"/>
                    <a:gd name="connsiteY125" fmla="*/ 2118360 h 4168140"/>
                    <a:gd name="connsiteX126" fmla="*/ 10675620 w 11681460"/>
                    <a:gd name="connsiteY126" fmla="*/ 2049780 h 4168140"/>
                    <a:gd name="connsiteX127" fmla="*/ 10690860 w 11681460"/>
                    <a:gd name="connsiteY127" fmla="*/ 1988820 h 4168140"/>
                    <a:gd name="connsiteX128" fmla="*/ 10713720 w 11681460"/>
                    <a:gd name="connsiteY128" fmla="*/ 1927860 h 4168140"/>
                    <a:gd name="connsiteX129" fmla="*/ 10767060 w 11681460"/>
                    <a:gd name="connsiteY129" fmla="*/ 1859280 h 4168140"/>
                    <a:gd name="connsiteX130" fmla="*/ 10873740 w 11681460"/>
                    <a:gd name="connsiteY130" fmla="*/ 1828800 h 4168140"/>
                    <a:gd name="connsiteX131" fmla="*/ 11079480 w 11681460"/>
                    <a:gd name="connsiteY131" fmla="*/ 1767840 h 4168140"/>
                    <a:gd name="connsiteX132" fmla="*/ 11247120 w 11681460"/>
                    <a:gd name="connsiteY132" fmla="*/ 1684020 h 4168140"/>
                    <a:gd name="connsiteX133" fmla="*/ 11414760 w 11681460"/>
                    <a:gd name="connsiteY133" fmla="*/ 1638300 h 4168140"/>
                    <a:gd name="connsiteX134" fmla="*/ 11490960 w 11681460"/>
                    <a:gd name="connsiteY134" fmla="*/ 1577340 h 4168140"/>
                    <a:gd name="connsiteX135" fmla="*/ 11635740 w 11681460"/>
                    <a:gd name="connsiteY135" fmla="*/ 1508760 h 4168140"/>
                    <a:gd name="connsiteX136" fmla="*/ 11681460 w 11681460"/>
                    <a:gd name="connsiteY136" fmla="*/ 1417320 h 4168140"/>
                    <a:gd name="connsiteX137" fmla="*/ 11620500 w 11681460"/>
                    <a:gd name="connsiteY137" fmla="*/ 1417320 h 4168140"/>
                    <a:gd name="connsiteX138" fmla="*/ 11567160 w 11681460"/>
                    <a:gd name="connsiteY138" fmla="*/ 1379220 h 4168140"/>
                    <a:gd name="connsiteX139" fmla="*/ 11498580 w 11681460"/>
                    <a:gd name="connsiteY139" fmla="*/ 1318260 h 4168140"/>
                    <a:gd name="connsiteX140" fmla="*/ 11468100 w 11681460"/>
                    <a:gd name="connsiteY140" fmla="*/ 1280160 h 4168140"/>
                    <a:gd name="connsiteX141" fmla="*/ 11430000 w 11681460"/>
                    <a:gd name="connsiteY141" fmla="*/ 1216660 h 4168140"/>
                    <a:gd name="connsiteX142" fmla="*/ 11363960 w 11681460"/>
                    <a:gd name="connsiteY142" fmla="*/ 1267460 h 4168140"/>
                    <a:gd name="connsiteX143" fmla="*/ 11353800 w 11681460"/>
                    <a:gd name="connsiteY143" fmla="*/ 1356360 h 4168140"/>
                    <a:gd name="connsiteX144" fmla="*/ 11224260 w 11681460"/>
                    <a:gd name="connsiteY144" fmla="*/ 1417320 h 4168140"/>
                    <a:gd name="connsiteX145" fmla="*/ 11109960 w 11681460"/>
                    <a:gd name="connsiteY145" fmla="*/ 1463040 h 4168140"/>
                    <a:gd name="connsiteX146" fmla="*/ 10911840 w 11681460"/>
                    <a:gd name="connsiteY146" fmla="*/ 1524000 h 4168140"/>
                    <a:gd name="connsiteX147" fmla="*/ 10774680 w 11681460"/>
                    <a:gd name="connsiteY147" fmla="*/ 1546860 h 4168140"/>
                    <a:gd name="connsiteX148" fmla="*/ 10675620 w 11681460"/>
                    <a:gd name="connsiteY148" fmla="*/ 1615440 h 4168140"/>
                    <a:gd name="connsiteX149" fmla="*/ 10568940 w 11681460"/>
                    <a:gd name="connsiteY149" fmla="*/ 1676400 h 4168140"/>
                    <a:gd name="connsiteX150" fmla="*/ 10485120 w 11681460"/>
                    <a:gd name="connsiteY150" fmla="*/ 1760220 h 4168140"/>
                    <a:gd name="connsiteX151" fmla="*/ 10454640 w 11681460"/>
                    <a:gd name="connsiteY151" fmla="*/ 1836420 h 4168140"/>
                    <a:gd name="connsiteX152" fmla="*/ 10416540 w 11681460"/>
                    <a:gd name="connsiteY152" fmla="*/ 1927860 h 4168140"/>
                    <a:gd name="connsiteX153" fmla="*/ 10401300 w 11681460"/>
                    <a:gd name="connsiteY153" fmla="*/ 2004060 h 4168140"/>
                    <a:gd name="connsiteX154" fmla="*/ 10363200 w 11681460"/>
                    <a:gd name="connsiteY154" fmla="*/ 2095500 h 4168140"/>
                    <a:gd name="connsiteX155" fmla="*/ 10317480 w 11681460"/>
                    <a:gd name="connsiteY155" fmla="*/ 2225040 h 4168140"/>
                    <a:gd name="connsiteX156" fmla="*/ 10287000 w 11681460"/>
                    <a:gd name="connsiteY156" fmla="*/ 2346960 h 4168140"/>
                    <a:gd name="connsiteX157" fmla="*/ 10218420 w 11681460"/>
                    <a:gd name="connsiteY157" fmla="*/ 2499360 h 4168140"/>
                    <a:gd name="connsiteX158" fmla="*/ 10134600 w 11681460"/>
                    <a:gd name="connsiteY158" fmla="*/ 2621280 h 4168140"/>
                    <a:gd name="connsiteX159" fmla="*/ 10043160 w 11681460"/>
                    <a:gd name="connsiteY159" fmla="*/ 2735580 h 4168140"/>
                    <a:gd name="connsiteX160" fmla="*/ 9974580 w 11681460"/>
                    <a:gd name="connsiteY160" fmla="*/ 2857500 h 4168140"/>
                    <a:gd name="connsiteX161" fmla="*/ 9906000 w 11681460"/>
                    <a:gd name="connsiteY161" fmla="*/ 2941320 h 4168140"/>
                    <a:gd name="connsiteX162" fmla="*/ 9860280 w 11681460"/>
                    <a:gd name="connsiteY162" fmla="*/ 3032760 h 4168140"/>
                    <a:gd name="connsiteX163" fmla="*/ 9806940 w 11681460"/>
                    <a:gd name="connsiteY163" fmla="*/ 3116580 h 4168140"/>
                    <a:gd name="connsiteX164" fmla="*/ 9715500 w 11681460"/>
                    <a:gd name="connsiteY164" fmla="*/ 3208020 h 4168140"/>
                    <a:gd name="connsiteX165" fmla="*/ 9616440 w 11681460"/>
                    <a:gd name="connsiteY165" fmla="*/ 3261360 h 4168140"/>
                    <a:gd name="connsiteX166" fmla="*/ 9532620 w 11681460"/>
                    <a:gd name="connsiteY166" fmla="*/ 3329940 h 4168140"/>
                    <a:gd name="connsiteX167" fmla="*/ 9471660 w 11681460"/>
                    <a:gd name="connsiteY167" fmla="*/ 3375660 h 4168140"/>
                    <a:gd name="connsiteX168" fmla="*/ 9410700 w 11681460"/>
                    <a:gd name="connsiteY168" fmla="*/ 3429000 h 4168140"/>
                    <a:gd name="connsiteX169" fmla="*/ 9288780 w 11681460"/>
                    <a:gd name="connsiteY169" fmla="*/ 3436620 h 4168140"/>
                    <a:gd name="connsiteX170" fmla="*/ 9166860 w 11681460"/>
                    <a:gd name="connsiteY170" fmla="*/ 3444240 h 4168140"/>
                    <a:gd name="connsiteX171" fmla="*/ 9029700 w 11681460"/>
                    <a:gd name="connsiteY171" fmla="*/ 3413760 h 4168140"/>
                    <a:gd name="connsiteX172" fmla="*/ 8823960 w 11681460"/>
                    <a:gd name="connsiteY172" fmla="*/ 3360420 h 4168140"/>
                    <a:gd name="connsiteX173" fmla="*/ 8679180 w 11681460"/>
                    <a:gd name="connsiteY173" fmla="*/ 3329940 h 4168140"/>
                    <a:gd name="connsiteX174" fmla="*/ 8572500 w 11681460"/>
                    <a:gd name="connsiteY174" fmla="*/ 3276600 h 4168140"/>
                    <a:gd name="connsiteX175" fmla="*/ 8465820 w 11681460"/>
                    <a:gd name="connsiteY175" fmla="*/ 3215640 h 4168140"/>
                    <a:gd name="connsiteX176" fmla="*/ 8321040 w 11681460"/>
                    <a:gd name="connsiteY176" fmla="*/ 3177540 h 4168140"/>
                    <a:gd name="connsiteX177" fmla="*/ 8199120 w 11681460"/>
                    <a:gd name="connsiteY177" fmla="*/ 3131820 h 4168140"/>
                    <a:gd name="connsiteX178" fmla="*/ 8069580 w 11681460"/>
                    <a:gd name="connsiteY178" fmla="*/ 3078480 h 4168140"/>
                    <a:gd name="connsiteX179" fmla="*/ 7917180 w 11681460"/>
                    <a:gd name="connsiteY179" fmla="*/ 2994660 h 4168140"/>
                    <a:gd name="connsiteX180" fmla="*/ 7787640 w 11681460"/>
                    <a:gd name="connsiteY180" fmla="*/ 2971800 h 4168140"/>
                    <a:gd name="connsiteX181" fmla="*/ 7719060 w 11681460"/>
                    <a:gd name="connsiteY181" fmla="*/ 2933700 h 4168140"/>
                    <a:gd name="connsiteX182" fmla="*/ 7612380 w 11681460"/>
                    <a:gd name="connsiteY182" fmla="*/ 2903220 h 4168140"/>
                    <a:gd name="connsiteX183" fmla="*/ 7566660 w 11681460"/>
                    <a:gd name="connsiteY183" fmla="*/ 2887980 h 4168140"/>
                    <a:gd name="connsiteX184" fmla="*/ 7551420 w 11681460"/>
                    <a:gd name="connsiteY184" fmla="*/ 2849880 h 4168140"/>
                    <a:gd name="connsiteX185" fmla="*/ 7533640 w 11681460"/>
                    <a:gd name="connsiteY185" fmla="*/ 2788920 h 4168140"/>
                    <a:gd name="connsiteX186" fmla="*/ 7475220 w 11681460"/>
                    <a:gd name="connsiteY186" fmla="*/ 2857500 h 4168140"/>
                    <a:gd name="connsiteX187" fmla="*/ 7414260 w 11681460"/>
                    <a:gd name="connsiteY187" fmla="*/ 2887980 h 4168140"/>
                    <a:gd name="connsiteX188" fmla="*/ 7345680 w 11681460"/>
                    <a:gd name="connsiteY188" fmla="*/ 2971800 h 4168140"/>
                    <a:gd name="connsiteX189" fmla="*/ 7315200 w 11681460"/>
                    <a:gd name="connsiteY189" fmla="*/ 2994660 h 4168140"/>
                    <a:gd name="connsiteX190" fmla="*/ 7261860 w 11681460"/>
                    <a:gd name="connsiteY190" fmla="*/ 3009900 h 4168140"/>
                    <a:gd name="connsiteX191" fmla="*/ 7193280 w 11681460"/>
                    <a:gd name="connsiteY191" fmla="*/ 3025140 h 4168140"/>
                    <a:gd name="connsiteX192" fmla="*/ 7155180 w 11681460"/>
                    <a:gd name="connsiteY192" fmla="*/ 3078480 h 4168140"/>
                    <a:gd name="connsiteX193" fmla="*/ 7109460 w 11681460"/>
                    <a:gd name="connsiteY193" fmla="*/ 3154680 h 4168140"/>
                    <a:gd name="connsiteX194" fmla="*/ 7048500 w 11681460"/>
                    <a:gd name="connsiteY194" fmla="*/ 3246120 h 4168140"/>
                    <a:gd name="connsiteX195" fmla="*/ 6995160 w 11681460"/>
                    <a:gd name="connsiteY195" fmla="*/ 3307080 h 4168140"/>
                    <a:gd name="connsiteX196" fmla="*/ 6972300 w 11681460"/>
                    <a:gd name="connsiteY196" fmla="*/ 3352800 h 4168140"/>
                    <a:gd name="connsiteX197" fmla="*/ 6949440 w 11681460"/>
                    <a:gd name="connsiteY197" fmla="*/ 3413760 h 4168140"/>
                    <a:gd name="connsiteX198" fmla="*/ 6949440 w 11681460"/>
                    <a:gd name="connsiteY198" fmla="*/ 3413760 h 4168140"/>
                    <a:gd name="connsiteX199" fmla="*/ 6911340 w 11681460"/>
                    <a:gd name="connsiteY199" fmla="*/ 3474720 h 4168140"/>
                    <a:gd name="connsiteX200" fmla="*/ 6888480 w 11681460"/>
                    <a:gd name="connsiteY200" fmla="*/ 3505200 h 4168140"/>
                    <a:gd name="connsiteX201" fmla="*/ 6819900 w 11681460"/>
                    <a:gd name="connsiteY201" fmla="*/ 3566160 h 4168140"/>
                    <a:gd name="connsiteX202" fmla="*/ 6743700 w 11681460"/>
                    <a:gd name="connsiteY202" fmla="*/ 3581400 h 4168140"/>
                    <a:gd name="connsiteX203" fmla="*/ 6675120 w 11681460"/>
                    <a:gd name="connsiteY203" fmla="*/ 3657600 h 4168140"/>
                    <a:gd name="connsiteX204" fmla="*/ 6629400 w 11681460"/>
                    <a:gd name="connsiteY204" fmla="*/ 3718560 h 4168140"/>
                    <a:gd name="connsiteX205" fmla="*/ 6576060 w 11681460"/>
                    <a:gd name="connsiteY205" fmla="*/ 3779520 h 4168140"/>
                    <a:gd name="connsiteX206" fmla="*/ 6484620 w 11681460"/>
                    <a:gd name="connsiteY206" fmla="*/ 3817620 h 4168140"/>
                    <a:gd name="connsiteX207" fmla="*/ 6400800 w 11681460"/>
                    <a:gd name="connsiteY207" fmla="*/ 3832860 h 4168140"/>
                    <a:gd name="connsiteX208" fmla="*/ 6263640 w 11681460"/>
                    <a:gd name="connsiteY208" fmla="*/ 3870960 h 4168140"/>
                    <a:gd name="connsiteX209" fmla="*/ 6126480 w 11681460"/>
                    <a:gd name="connsiteY209" fmla="*/ 3901440 h 4168140"/>
                    <a:gd name="connsiteX210" fmla="*/ 6027420 w 11681460"/>
                    <a:gd name="connsiteY210" fmla="*/ 3916680 h 4168140"/>
                    <a:gd name="connsiteX211" fmla="*/ 5890260 w 11681460"/>
                    <a:gd name="connsiteY211" fmla="*/ 3878580 h 4168140"/>
                    <a:gd name="connsiteX212" fmla="*/ 5821680 w 11681460"/>
                    <a:gd name="connsiteY212" fmla="*/ 3863340 h 4168140"/>
                    <a:gd name="connsiteX213" fmla="*/ 5737860 w 11681460"/>
                    <a:gd name="connsiteY213" fmla="*/ 3825240 h 4168140"/>
                    <a:gd name="connsiteX214" fmla="*/ 5638800 w 11681460"/>
                    <a:gd name="connsiteY214" fmla="*/ 3794760 h 4168140"/>
                    <a:gd name="connsiteX215" fmla="*/ 5524500 w 11681460"/>
                    <a:gd name="connsiteY215" fmla="*/ 3756660 h 4168140"/>
                    <a:gd name="connsiteX216" fmla="*/ 5448300 w 11681460"/>
                    <a:gd name="connsiteY216" fmla="*/ 3718560 h 4168140"/>
                    <a:gd name="connsiteX217" fmla="*/ 5349240 w 11681460"/>
                    <a:gd name="connsiteY217" fmla="*/ 3657600 h 4168140"/>
                    <a:gd name="connsiteX218" fmla="*/ 5295900 w 11681460"/>
                    <a:gd name="connsiteY218" fmla="*/ 3619500 h 4168140"/>
                    <a:gd name="connsiteX219" fmla="*/ 5234940 w 11681460"/>
                    <a:gd name="connsiteY219" fmla="*/ 3596640 h 4168140"/>
                    <a:gd name="connsiteX220" fmla="*/ 5135880 w 11681460"/>
                    <a:gd name="connsiteY220" fmla="*/ 3550920 h 4168140"/>
                    <a:gd name="connsiteX221" fmla="*/ 5059680 w 11681460"/>
                    <a:gd name="connsiteY221" fmla="*/ 3505200 h 4168140"/>
                    <a:gd name="connsiteX222" fmla="*/ 5029200 w 11681460"/>
                    <a:gd name="connsiteY222" fmla="*/ 3482340 h 4168140"/>
                    <a:gd name="connsiteX223" fmla="*/ 4960620 w 11681460"/>
                    <a:gd name="connsiteY223" fmla="*/ 3413760 h 4168140"/>
                    <a:gd name="connsiteX224" fmla="*/ 4876800 w 11681460"/>
                    <a:gd name="connsiteY224" fmla="*/ 3299460 h 4168140"/>
                    <a:gd name="connsiteX225" fmla="*/ 4808220 w 11681460"/>
                    <a:gd name="connsiteY225" fmla="*/ 3200400 h 4168140"/>
                    <a:gd name="connsiteX226" fmla="*/ 4777740 w 11681460"/>
                    <a:gd name="connsiteY226" fmla="*/ 3147060 h 4168140"/>
                    <a:gd name="connsiteX227" fmla="*/ 4724400 w 11681460"/>
                    <a:gd name="connsiteY227" fmla="*/ 3108960 h 4168140"/>
                    <a:gd name="connsiteX228" fmla="*/ 4648200 w 11681460"/>
                    <a:gd name="connsiteY228" fmla="*/ 3063240 h 4168140"/>
                    <a:gd name="connsiteX229" fmla="*/ 4533900 w 11681460"/>
                    <a:gd name="connsiteY229" fmla="*/ 2979420 h 4168140"/>
                    <a:gd name="connsiteX230" fmla="*/ 4427220 w 11681460"/>
                    <a:gd name="connsiteY230" fmla="*/ 2941320 h 4168140"/>
                    <a:gd name="connsiteX231" fmla="*/ 4366260 w 11681460"/>
                    <a:gd name="connsiteY231" fmla="*/ 2903220 h 4168140"/>
                    <a:gd name="connsiteX232" fmla="*/ 4244340 w 11681460"/>
                    <a:gd name="connsiteY232" fmla="*/ 2842260 h 4168140"/>
                    <a:gd name="connsiteX233" fmla="*/ 4145280 w 11681460"/>
                    <a:gd name="connsiteY233" fmla="*/ 2811780 h 4168140"/>
                    <a:gd name="connsiteX234" fmla="*/ 4038600 w 11681460"/>
                    <a:gd name="connsiteY234" fmla="*/ 2804160 h 4168140"/>
                    <a:gd name="connsiteX235" fmla="*/ 3954780 w 11681460"/>
                    <a:gd name="connsiteY235" fmla="*/ 2819400 h 4168140"/>
                    <a:gd name="connsiteX236" fmla="*/ 3863340 w 11681460"/>
                    <a:gd name="connsiteY236" fmla="*/ 2804160 h 4168140"/>
                    <a:gd name="connsiteX237" fmla="*/ 3741420 w 11681460"/>
                    <a:gd name="connsiteY237" fmla="*/ 2781300 h 4168140"/>
                    <a:gd name="connsiteX238" fmla="*/ 3649980 w 11681460"/>
                    <a:gd name="connsiteY238" fmla="*/ 2743200 h 4168140"/>
                    <a:gd name="connsiteX239" fmla="*/ 3573780 w 11681460"/>
                    <a:gd name="connsiteY239" fmla="*/ 2674620 h 4168140"/>
                    <a:gd name="connsiteX240" fmla="*/ 3482340 w 11681460"/>
                    <a:gd name="connsiteY240" fmla="*/ 2621280 h 4168140"/>
                    <a:gd name="connsiteX241" fmla="*/ 3436620 w 11681460"/>
                    <a:gd name="connsiteY241" fmla="*/ 2552700 h 4168140"/>
                    <a:gd name="connsiteX242" fmla="*/ 3329940 w 11681460"/>
                    <a:gd name="connsiteY242" fmla="*/ 2423160 h 4168140"/>
                    <a:gd name="connsiteX243" fmla="*/ 3261360 w 11681460"/>
                    <a:gd name="connsiteY243" fmla="*/ 2324100 h 4168140"/>
                    <a:gd name="connsiteX244" fmla="*/ 3131820 w 11681460"/>
                    <a:gd name="connsiteY244" fmla="*/ 2209800 h 4168140"/>
                    <a:gd name="connsiteX245" fmla="*/ 3040380 w 11681460"/>
                    <a:gd name="connsiteY245" fmla="*/ 2141220 h 4168140"/>
                    <a:gd name="connsiteX246" fmla="*/ 2910840 w 11681460"/>
                    <a:gd name="connsiteY246" fmla="*/ 2034540 h 4168140"/>
                    <a:gd name="connsiteX247" fmla="*/ 2849880 w 11681460"/>
                    <a:gd name="connsiteY247" fmla="*/ 1958340 h 4168140"/>
                    <a:gd name="connsiteX248" fmla="*/ 2743200 w 11681460"/>
                    <a:gd name="connsiteY248" fmla="*/ 1889760 h 4168140"/>
                    <a:gd name="connsiteX249" fmla="*/ 2659380 w 11681460"/>
                    <a:gd name="connsiteY249" fmla="*/ 1844040 h 4168140"/>
                    <a:gd name="connsiteX250" fmla="*/ 2575560 w 11681460"/>
                    <a:gd name="connsiteY250" fmla="*/ 1744980 h 4168140"/>
                    <a:gd name="connsiteX251" fmla="*/ 2468880 w 11681460"/>
                    <a:gd name="connsiteY251" fmla="*/ 1645920 h 4168140"/>
                    <a:gd name="connsiteX252" fmla="*/ 2400300 w 11681460"/>
                    <a:gd name="connsiteY252" fmla="*/ 1607820 h 4168140"/>
                    <a:gd name="connsiteX253" fmla="*/ 2263140 w 11681460"/>
                    <a:gd name="connsiteY253" fmla="*/ 1501140 h 4168140"/>
                    <a:gd name="connsiteX254" fmla="*/ 2171700 w 11681460"/>
                    <a:gd name="connsiteY254" fmla="*/ 1432560 h 4168140"/>
                    <a:gd name="connsiteX255" fmla="*/ 2087880 w 11681460"/>
                    <a:gd name="connsiteY255" fmla="*/ 1363980 h 4168140"/>
                    <a:gd name="connsiteX256" fmla="*/ 1950720 w 11681460"/>
                    <a:gd name="connsiteY256" fmla="*/ 1272540 h 4168140"/>
                    <a:gd name="connsiteX257" fmla="*/ 1805940 w 11681460"/>
                    <a:gd name="connsiteY257" fmla="*/ 1135380 h 4168140"/>
                    <a:gd name="connsiteX258" fmla="*/ 1729740 w 11681460"/>
                    <a:gd name="connsiteY258" fmla="*/ 1089660 h 4168140"/>
                    <a:gd name="connsiteX259" fmla="*/ 1668780 w 11681460"/>
                    <a:gd name="connsiteY259" fmla="*/ 1043940 h 4168140"/>
                    <a:gd name="connsiteX260" fmla="*/ 1592580 w 11681460"/>
                    <a:gd name="connsiteY260" fmla="*/ 990600 h 4168140"/>
                    <a:gd name="connsiteX261" fmla="*/ 1470660 w 11681460"/>
                    <a:gd name="connsiteY261" fmla="*/ 891540 h 4168140"/>
                    <a:gd name="connsiteX262" fmla="*/ 1386840 w 11681460"/>
                    <a:gd name="connsiteY262" fmla="*/ 845820 h 4168140"/>
                    <a:gd name="connsiteX263" fmla="*/ 1318260 w 11681460"/>
                    <a:gd name="connsiteY263" fmla="*/ 784860 h 4168140"/>
                    <a:gd name="connsiteX264" fmla="*/ 1264920 w 11681460"/>
                    <a:gd name="connsiteY264" fmla="*/ 723900 h 4168140"/>
                    <a:gd name="connsiteX265" fmla="*/ 1181100 w 11681460"/>
                    <a:gd name="connsiteY265" fmla="*/ 647700 h 4168140"/>
                    <a:gd name="connsiteX266" fmla="*/ 1089660 w 11681460"/>
                    <a:gd name="connsiteY266" fmla="*/ 624840 h 4168140"/>
                    <a:gd name="connsiteX267" fmla="*/ 1021080 w 11681460"/>
                    <a:gd name="connsiteY267" fmla="*/ 586740 h 4168140"/>
                    <a:gd name="connsiteX268" fmla="*/ 937260 w 11681460"/>
                    <a:gd name="connsiteY268" fmla="*/ 548640 h 4168140"/>
                    <a:gd name="connsiteX269" fmla="*/ 830580 w 11681460"/>
                    <a:gd name="connsiteY269" fmla="*/ 510540 h 4168140"/>
                    <a:gd name="connsiteX270" fmla="*/ 754380 w 11681460"/>
                    <a:gd name="connsiteY270" fmla="*/ 457200 h 4168140"/>
                    <a:gd name="connsiteX271" fmla="*/ 708660 w 11681460"/>
                    <a:gd name="connsiteY271" fmla="*/ 419100 h 4168140"/>
                    <a:gd name="connsiteX272" fmla="*/ 609600 w 11681460"/>
                    <a:gd name="connsiteY272" fmla="*/ 396240 h 4168140"/>
                    <a:gd name="connsiteX273" fmla="*/ 548640 w 11681460"/>
                    <a:gd name="connsiteY273" fmla="*/ 320040 h 4168140"/>
                    <a:gd name="connsiteX274" fmla="*/ 510540 w 11681460"/>
                    <a:gd name="connsiteY274" fmla="*/ 251460 h 4168140"/>
                    <a:gd name="connsiteX275" fmla="*/ 464820 w 11681460"/>
                    <a:gd name="connsiteY275" fmla="*/ 190500 h 4168140"/>
                    <a:gd name="connsiteX276" fmla="*/ 411480 w 11681460"/>
                    <a:gd name="connsiteY276" fmla="*/ 137160 h 4168140"/>
                    <a:gd name="connsiteX277" fmla="*/ 373380 w 11681460"/>
                    <a:gd name="connsiteY277" fmla="*/ 45720 h 4168140"/>
                    <a:gd name="connsiteX278" fmla="*/ 342900 w 11681460"/>
                    <a:gd name="connsiteY278" fmla="*/ 0 h 4168140"/>
                    <a:gd name="connsiteX279" fmla="*/ 327660 w 11681460"/>
                    <a:gd name="connsiteY279" fmla="*/ 60960 h 4168140"/>
                    <a:gd name="connsiteX280" fmla="*/ 289560 w 11681460"/>
                    <a:gd name="connsiteY280" fmla="*/ 91440 h 4168140"/>
                    <a:gd name="connsiteX281" fmla="*/ 236220 w 11681460"/>
                    <a:gd name="connsiteY281" fmla="*/ 114300 h 4168140"/>
                    <a:gd name="connsiteX282" fmla="*/ 198120 w 11681460"/>
                    <a:gd name="connsiteY282" fmla="*/ 175260 h 4168140"/>
                    <a:gd name="connsiteX283" fmla="*/ 175260 w 11681460"/>
                    <a:gd name="connsiteY283" fmla="*/ 228600 h 4168140"/>
                    <a:gd name="connsiteX284" fmla="*/ 114300 w 11681460"/>
                    <a:gd name="connsiteY284" fmla="*/ 236220 h 4168140"/>
                    <a:gd name="connsiteX285" fmla="*/ 45720 w 11681460"/>
                    <a:gd name="connsiteY285" fmla="*/ 251460 h 4168140"/>
                    <a:gd name="connsiteX286" fmla="*/ 0 w 11681460"/>
                    <a:gd name="connsiteY286" fmla="*/ 281940 h 4168140"/>
                    <a:gd name="connsiteX287" fmla="*/ 68580 w 11681460"/>
                    <a:gd name="connsiteY287" fmla="*/ 320040 h 4168140"/>
                    <a:gd name="connsiteX0" fmla="*/ 68580 w 11681460"/>
                    <a:gd name="connsiteY0" fmla="*/ 320040 h 4168140"/>
                    <a:gd name="connsiteX1" fmla="*/ 121920 w 11681460"/>
                    <a:gd name="connsiteY1" fmla="*/ 381000 h 4168140"/>
                    <a:gd name="connsiteX2" fmla="*/ 198120 w 11681460"/>
                    <a:gd name="connsiteY2" fmla="*/ 419100 h 4168140"/>
                    <a:gd name="connsiteX3" fmla="*/ 320040 w 11681460"/>
                    <a:gd name="connsiteY3" fmla="*/ 510540 h 4168140"/>
                    <a:gd name="connsiteX4" fmla="*/ 411480 w 11681460"/>
                    <a:gd name="connsiteY4" fmla="*/ 563880 h 4168140"/>
                    <a:gd name="connsiteX5" fmla="*/ 472440 w 11681460"/>
                    <a:gd name="connsiteY5" fmla="*/ 632460 h 4168140"/>
                    <a:gd name="connsiteX6" fmla="*/ 601980 w 11681460"/>
                    <a:gd name="connsiteY6" fmla="*/ 708660 h 4168140"/>
                    <a:gd name="connsiteX7" fmla="*/ 739140 w 11681460"/>
                    <a:gd name="connsiteY7" fmla="*/ 784860 h 4168140"/>
                    <a:gd name="connsiteX8" fmla="*/ 861060 w 11681460"/>
                    <a:gd name="connsiteY8" fmla="*/ 868680 h 4168140"/>
                    <a:gd name="connsiteX9" fmla="*/ 944880 w 11681460"/>
                    <a:gd name="connsiteY9" fmla="*/ 952500 h 4168140"/>
                    <a:gd name="connsiteX10" fmla="*/ 1021080 w 11681460"/>
                    <a:gd name="connsiteY10" fmla="*/ 1005840 h 4168140"/>
                    <a:gd name="connsiteX11" fmla="*/ 1097280 w 11681460"/>
                    <a:gd name="connsiteY11" fmla="*/ 1043940 h 4168140"/>
                    <a:gd name="connsiteX12" fmla="*/ 1181100 w 11681460"/>
                    <a:gd name="connsiteY12" fmla="*/ 1104900 h 4168140"/>
                    <a:gd name="connsiteX13" fmla="*/ 1249680 w 11681460"/>
                    <a:gd name="connsiteY13" fmla="*/ 1150620 h 4168140"/>
                    <a:gd name="connsiteX14" fmla="*/ 1341120 w 11681460"/>
                    <a:gd name="connsiteY14" fmla="*/ 1196340 h 4168140"/>
                    <a:gd name="connsiteX15" fmla="*/ 1417320 w 11681460"/>
                    <a:gd name="connsiteY15" fmla="*/ 1257300 h 4168140"/>
                    <a:gd name="connsiteX16" fmla="*/ 1493520 w 11681460"/>
                    <a:gd name="connsiteY16" fmla="*/ 1333500 h 4168140"/>
                    <a:gd name="connsiteX17" fmla="*/ 1569720 w 11681460"/>
                    <a:gd name="connsiteY17" fmla="*/ 1356360 h 4168140"/>
                    <a:gd name="connsiteX18" fmla="*/ 1684020 w 11681460"/>
                    <a:gd name="connsiteY18" fmla="*/ 1424940 h 4168140"/>
                    <a:gd name="connsiteX19" fmla="*/ 1729740 w 11681460"/>
                    <a:gd name="connsiteY19" fmla="*/ 1485900 h 4168140"/>
                    <a:gd name="connsiteX20" fmla="*/ 1844040 w 11681460"/>
                    <a:gd name="connsiteY20" fmla="*/ 1569720 h 4168140"/>
                    <a:gd name="connsiteX21" fmla="*/ 1935480 w 11681460"/>
                    <a:gd name="connsiteY21" fmla="*/ 1615440 h 4168140"/>
                    <a:gd name="connsiteX22" fmla="*/ 2049780 w 11681460"/>
                    <a:gd name="connsiteY22" fmla="*/ 1691640 h 4168140"/>
                    <a:gd name="connsiteX23" fmla="*/ 2133600 w 11681460"/>
                    <a:gd name="connsiteY23" fmla="*/ 1729740 h 4168140"/>
                    <a:gd name="connsiteX24" fmla="*/ 2202180 w 11681460"/>
                    <a:gd name="connsiteY24" fmla="*/ 1805940 h 4168140"/>
                    <a:gd name="connsiteX25" fmla="*/ 2255520 w 11681460"/>
                    <a:gd name="connsiteY25" fmla="*/ 1821180 h 4168140"/>
                    <a:gd name="connsiteX26" fmla="*/ 2316480 w 11681460"/>
                    <a:gd name="connsiteY26" fmla="*/ 1866900 h 4168140"/>
                    <a:gd name="connsiteX27" fmla="*/ 2423160 w 11681460"/>
                    <a:gd name="connsiteY27" fmla="*/ 2004060 h 4168140"/>
                    <a:gd name="connsiteX28" fmla="*/ 2476500 w 11681460"/>
                    <a:gd name="connsiteY28" fmla="*/ 2087880 h 4168140"/>
                    <a:gd name="connsiteX29" fmla="*/ 2567940 w 11681460"/>
                    <a:gd name="connsiteY29" fmla="*/ 2148840 h 4168140"/>
                    <a:gd name="connsiteX30" fmla="*/ 2682240 w 11681460"/>
                    <a:gd name="connsiteY30" fmla="*/ 2186940 h 4168140"/>
                    <a:gd name="connsiteX31" fmla="*/ 2743200 w 11681460"/>
                    <a:gd name="connsiteY31" fmla="*/ 2209800 h 4168140"/>
                    <a:gd name="connsiteX32" fmla="*/ 2811780 w 11681460"/>
                    <a:gd name="connsiteY32" fmla="*/ 2247900 h 4168140"/>
                    <a:gd name="connsiteX33" fmla="*/ 2887980 w 11681460"/>
                    <a:gd name="connsiteY33" fmla="*/ 2301240 h 4168140"/>
                    <a:gd name="connsiteX34" fmla="*/ 2979420 w 11681460"/>
                    <a:gd name="connsiteY34" fmla="*/ 2385060 h 4168140"/>
                    <a:gd name="connsiteX35" fmla="*/ 3055620 w 11681460"/>
                    <a:gd name="connsiteY35" fmla="*/ 2461260 h 4168140"/>
                    <a:gd name="connsiteX36" fmla="*/ 3139440 w 11681460"/>
                    <a:gd name="connsiteY36" fmla="*/ 2537460 h 4168140"/>
                    <a:gd name="connsiteX37" fmla="*/ 3261360 w 11681460"/>
                    <a:gd name="connsiteY37" fmla="*/ 2628900 h 4168140"/>
                    <a:gd name="connsiteX38" fmla="*/ 3345180 w 11681460"/>
                    <a:gd name="connsiteY38" fmla="*/ 2720340 h 4168140"/>
                    <a:gd name="connsiteX39" fmla="*/ 3444240 w 11681460"/>
                    <a:gd name="connsiteY39" fmla="*/ 2796540 h 4168140"/>
                    <a:gd name="connsiteX40" fmla="*/ 3558540 w 11681460"/>
                    <a:gd name="connsiteY40" fmla="*/ 2872740 h 4168140"/>
                    <a:gd name="connsiteX41" fmla="*/ 3619500 w 11681460"/>
                    <a:gd name="connsiteY41" fmla="*/ 2979420 h 4168140"/>
                    <a:gd name="connsiteX42" fmla="*/ 3619500 w 11681460"/>
                    <a:gd name="connsiteY42" fmla="*/ 2979420 h 4168140"/>
                    <a:gd name="connsiteX43" fmla="*/ 3649980 w 11681460"/>
                    <a:gd name="connsiteY43" fmla="*/ 3048000 h 4168140"/>
                    <a:gd name="connsiteX44" fmla="*/ 3703320 w 11681460"/>
                    <a:gd name="connsiteY44" fmla="*/ 3086100 h 4168140"/>
                    <a:gd name="connsiteX45" fmla="*/ 3764280 w 11681460"/>
                    <a:gd name="connsiteY45" fmla="*/ 3063240 h 4168140"/>
                    <a:gd name="connsiteX46" fmla="*/ 3848100 w 11681460"/>
                    <a:gd name="connsiteY46" fmla="*/ 3025140 h 4168140"/>
                    <a:gd name="connsiteX47" fmla="*/ 3916680 w 11681460"/>
                    <a:gd name="connsiteY47" fmla="*/ 3032760 h 4168140"/>
                    <a:gd name="connsiteX48" fmla="*/ 4030980 w 11681460"/>
                    <a:gd name="connsiteY48" fmla="*/ 3063240 h 4168140"/>
                    <a:gd name="connsiteX49" fmla="*/ 4137660 w 11681460"/>
                    <a:gd name="connsiteY49" fmla="*/ 3101340 h 4168140"/>
                    <a:gd name="connsiteX50" fmla="*/ 4259580 w 11681460"/>
                    <a:gd name="connsiteY50" fmla="*/ 3147060 h 4168140"/>
                    <a:gd name="connsiteX51" fmla="*/ 4381500 w 11681460"/>
                    <a:gd name="connsiteY51" fmla="*/ 3192780 h 4168140"/>
                    <a:gd name="connsiteX52" fmla="*/ 4526280 w 11681460"/>
                    <a:gd name="connsiteY52" fmla="*/ 3276600 h 4168140"/>
                    <a:gd name="connsiteX53" fmla="*/ 4587240 w 11681460"/>
                    <a:gd name="connsiteY53" fmla="*/ 3299460 h 4168140"/>
                    <a:gd name="connsiteX54" fmla="*/ 4610100 w 11681460"/>
                    <a:gd name="connsiteY54" fmla="*/ 3352800 h 4168140"/>
                    <a:gd name="connsiteX55" fmla="*/ 4648200 w 11681460"/>
                    <a:gd name="connsiteY55" fmla="*/ 3436620 h 4168140"/>
                    <a:gd name="connsiteX56" fmla="*/ 4671060 w 11681460"/>
                    <a:gd name="connsiteY56" fmla="*/ 3520440 h 4168140"/>
                    <a:gd name="connsiteX57" fmla="*/ 4678680 w 11681460"/>
                    <a:gd name="connsiteY57" fmla="*/ 3589020 h 4168140"/>
                    <a:gd name="connsiteX58" fmla="*/ 4686300 w 11681460"/>
                    <a:gd name="connsiteY58" fmla="*/ 3649980 h 4168140"/>
                    <a:gd name="connsiteX59" fmla="*/ 4724400 w 11681460"/>
                    <a:gd name="connsiteY59" fmla="*/ 3680460 h 4168140"/>
                    <a:gd name="connsiteX60" fmla="*/ 4785360 w 11681460"/>
                    <a:gd name="connsiteY60" fmla="*/ 3672840 h 4168140"/>
                    <a:gd name="connsiteX61" fmla="*/ 4869180 w 11681460"/>
                    <a:gd name="connsiteY61" fmla="*/ 3703320 h 4168140"/>
                    <a:gd name="connsiteX62" fmla="*/ 4914900 w 11681460"/>
                    <a:gd name="connsiteY62" fmla="*/ 3756660 h 4168140"/>
                    <a:gd name="connsiteX63" fmla="*/ 5105400 w 11681460"/>
                    <a:gd name="connsiteY63" fmla="*/ 3832860 h 4168140"/>
                    <a:gd name="connsiteX64" fmla="*/ 5173980 w 11681460"/>
                    <a:gd name="connsiteY64" fmla="*/ 3886200 h 4168140"/>
                    <a:gd name="connsiteX65" fmla="*/ 5242560 w 11681460"/>
                    <a:gd name="connsiteY65" fmla="*/ 3924300 h 4168140"/>
                    <a:gd name="connsiteX66" fmla="*/ 5364480 w 11681460"/>
                    <a:gd name="connsiteY66" fmla="*/ 3962400 h 4168140"/>
                    <a:gd name="connsiteX67" fmla="*/ 5516880 w 11681460"/>
                    <a:gd name="connsiteY67" fmla="*/ 4046220 h 4168140"/>
                    <a:gd name="connsiteX68" fmla="*/ 5585460 w 11681460"/>
                    <a:gd name="connsiteY68" fmla="*/ 4099560 h 4168140"/>
                    <a:gd name="connsiteX69" fmla="*/ 5661660 w 11681460"/>
                    <a:gd name="connsiteY69" fmla="*/ 4122420 h 4168140"/>
                    <a:gd name="connsiteX70" fmla="*/ 5745480 w 11681460"/>
                    <a:gd name="connsiteY70" fmla="*/ 4130040 h 4168140"/>
                    <a:gd name="connsiteX71" fmla="*/ 5836920 w 11681460"/>
                    <a:gd name="connsiteY71" fmla="*/ 4130040 h 4168140"/>
                    <a:gd name="connsiteX72" fmla="*/ 5951220 w 11681460"/>
                    <a:gd name="connsiteY72" fmla="*/ 4145280 h 4168140"/>
                    <a:gd name="connsiteX73" fmla="*/ 6035040 w 11681460"/>
                    <a:gd name="connsiteY73" fmla="*/ 4168140 h 4168140"/>
                    <a:gd name="connsiteX74" fmla="*/ 6149340 w 11681460"/>
                    <a:gd name="connsiteY74" fmla="*/ 4137660 h 4168140"/>
                    <a:gd name="connsiteX75" fmla="*/ 6286500 w 11681460"/>
                    <a:gd name="connsiteY75" fmla="*/ 4114800 h 4168140"/>
                    <a:gd name="connsiteX76" fmla="*/ 6393180 w 11681460"/>
                    <a:gd name="connsiteY76" fmla="*/ 4053840 h 4168140"/>
                    <a:gd name="connsiteX77" fmla="*/ 6484620 w 11681460"/>
                    <a:gd name="connsiteY77" fmla="*/ 4038600 h 4168140"/>
                    <a:gd name="connsiteX78" fmla="*/ 6583680 w 11681460"/>
                    <a:gd name="connsiteY78" fmla="*/ 3970020 h 4168140"/>
                    <a:gd name="connsiteX79" fmla="*/ 6697980 w 11681460"/>
                    <a:gd name="connsiteY79" fmla="*/ 3886200 h 4168140"/>
                    <a:gd name="connsiteX80" fmla="*/ 6728460 w 11681460"/>
                    <a:gd name="connsiteY80" fmla="*/ 3817620 h 4168140"/>
                    <a:gd name="connsiteX81" fmla="*/ 6842760 w 11681460"/>
                    <a:gd name="connsiteY81" fmla="*/ 3733800 h 4168140"/>
                    <a:gd name="connsiteX82" fmla="*/ 6972300 w 11681460"/>
                    <a:gd name="connsiteY82" fmla="*/ 3642360 h 4168140"/>
                    <a:gd name="connsiteX83" fmla="*/ 7078980 w 11681460"/>
                    <a:gd name="connsiteY83" fmla="*/ 3528060 h 4168140"/>
                    <a:gd name="connsiteX84" fmla="*/ 7139940 w 11681460"/>
                    <a:gd name="connsiteY84" fmla="*/ 3444240 h 4168140"/>
                    <a:gd name="connsiteX85" fmla="*/ 7269480 w 11681460"/>
                    <a:gd name="connsiteY85" fmla="*/ 3284220 h 4168140"/>
                    <a:gd name="connsiteX86" fmla="*/ 7330440 w 11681460"/>
                    <a:gd name="connsiteY86" fmla="*/ 3185160 h 4168140"/>
                    <a:gd name="connsiteX87" fmla="*/ 7376160 w 11681460"/>
                    <a:gd name="connsiteY87" fmla="*/ 3116580 h 4168140"/>
                    <a:gd name="connsiteX88" fmla="*/ 7444740 w 11681460"/>
                    <a:gd name="connsiteY88" fmla="*/ 3093720 h 4168140"/>
                    <a:gd name="connsiteX89" fmla="*/ 7513320 w 11681460"/>
                    <a:gd name="connsiteY89" fmla="*/ 3101340 h 4168140"/>
                    <a:gd name="connsiteX90" fmla="*/ 7574280 w 11681460"/>
                    <a:gd name="connsiteY90" fmla="*/ 3078480 h 4168140"/>
                    <a:gd name="connsiteX91" fmla="*/ 7726680 w 11681460"/>
                    <a:gd name="connsiteY91" fmla="*/ 3108960 h 4168140"/>
                    <a:gd name="connsiteX92" fmla="*/ 7833360 w 11681460"/>
                    <a:gd name="connsiteY92" fmla="*/ 3162300 h 4168140"/>
                    <a:gd name="connsiteX93" fmla="*/ 7962900 w 11681460"/>
                    <a:gd name="connsiteY93" fmla="*/ 3192780 h 4168140"/>
                    <a:gd name="connsiteX94" fmla="*/ 8161020 w 11681460"/>
                    <a:gd name="connsiteY94" fmla="*/ 3268980 h 4168140"/>
                    <a:gd name="connsiteX95" fmla="*/ 8290560 w 11681460"/>
                    <a:gd name="connsiteY95" fmla="*/ 3337560 h 4168140"/>
                    <a:gd name="connsiteX96" fmla="*/ 8382000 w 11681460"/>
                    <a:gd name="connsiteY96" fmla="*/ 3360420 h 4168140"/>
                    <a:gd name="connsiteX97" fmla="*/ 8458200 w 11681460"/>
                    <a:gd name="connsiteY97" fmla="*/ 3398520 h 4168140"/>
                    <a:gd name="connsiteX98" fmla="*/ 8595360 w 11681460"/>
                    <a:gd name="connsiteY98" fmla="*/ 3512820 h 4168140"/>
                    <a:gd name="connsiteX99" fmla="*/ 8641080 w 11681460"/>
                    <a:gd name="connsiteY99" fmla="*/ 3566160 h 4168140"/>
                    <a:gd name="connsiteX100" fmla="*/ 8702040 w 11681460"/>
                    <a:gd name="connsiteY100" fmla="*/ 3604260 h 4168140"/>
                    <a:gd name="connsiteX101" fmla="*/ 8763000 w 11681460"/>
                    <a:gd name="connsiteY101" fmla="*/ 3634740 h 4168140"/>
                    <a:gd name="connsiteX102" fmla="*/ 8854440 w 11681460"/>
                    <a:gd name="connsiteY102" fmla="*/ 3627120 h 4168140"/>
                    <a:gd name="connsiteX103" fmla="*/ 8968740 w 11681460"/>
                    <a:gd name="connsiteY103" fmla="*/ 3619500 h 4168140"/>
                    <a:gd name="connsiteX104" fmla="*/ 9060180 w 11681460"/>
                    <a:gd name="connsiteY104" fmla="*/ 3642360 h 4168140"/>
                    <a:gd name="connsiteX105" fmla="*/ 9151620 w 11681460"/>
                    <a:gd name="connsiteY105" fmla="*/ 3657600 h 4168140"/>
                    <a:gd name="connsiteX106" fmla="*/ 9227820 w 11681460"/>
                    <a:gd name="connsiteY106" fmla="*/ 3642360 h 4168140"/>
                    <a:gd name="connsiteX107" fmla="*/ 9311640 w 11681460"/>
                    <a:gd name="connsiteY107" fmla="*/ 3611880 h 4168140"/>
                    <a:gd name="connsiteX108" fmla="*/ 9433560 w 11681460"/>
                    <a:gd name="connsiteY108" fmla="*/ 3589020 h 4168140"/>
                    <a:gd name="connsiteX109" fmla="*/ 9509760 w 11681460"/>
                    <a:gd name="connsiteY109" fmla="*/ 3528060 h 4168140"/>
                    <a:gd name="connsiteX110" fmla="*/ 9646920 w 11681460"/>
                    <a:gd name="connsiteY110" fmla="*/ 3489960 h 4168140"/>
                    <a:gd name="connsiteX111" fmla="*/ 9784080 w 11681460"/>
                    <a:gd name="connsiteY111" fmla="*/ 3444240 h 4168140"/>
                    <a:gd name="connsiteX112" fmla="*/ 9860280 w 11681460"/>
                    <a:gd name="connsiteY112" fmla="*/ 3383280 h 4168140"/>
                    <a:gd name="connsiteX113" fmla="*/ 9921240 w 11681460"/>
                    <a:gd name="connsiteY113" fmla="*/ 3314700 h 4168140"/>
                    <a:gd name="connsiteX114" fmla="*/ 9997440 w 11681460"/>
                    <a:gd name="connsiteY114" fmla="*/ 3208020 h 4168140"/>
                    <a:gd name="connsiteX115" fmla="*/ 10043160 w 11681460"/>
                    <a:gd name="connsiteY115" fmla="*/ 3101340 h 4168140"/>
                    <a:gd name="connsiteX116" fmla="*/ 10104120 w 11681460"/>
                    <a:gd name="connsiteY116" fmla="*/ 3017520 h 4168140"/>
                    <a:gd name="connsiteX117" fmla="*/ 10157460 w 11681460"/>
                    <a:gd name="connsiteY117" fmla="*/ 2933700 h 4168140"/>
                    <a:gd name="connsiteX118" fmla="*/ 10218420 w 11681460"/>
                    <a:gd name="connsiteY118" fmla="*/ 2849880 h 4168140"/>
                    <a:gd name="connsiteX119" fmla="*/ 10294620 w 11681460"/>
                    <a:gd name="connsiteY119" fmla="*/ 2735580 h 4168140"/>
                    <a:gd name="connsiteX120" fmla="*/ 10347960 w 11681460"/>
                    <a:gd name="connsiteY120" fmla="*/ 2621280 h 4168140"/>
                    <a:gd name="connsiteX121" fmla="*/ 10431780 w 11681460"/>
                    <a:gd name="connsiteY121" fmla="*/ 2499360 h 4168140"/>
                    <a:gd name="connsiteX122" fmla="*/ 10500360 w 11681460"/>
                    <a:gd name="connsiteY122" fmla="*/ 2354580 h 4168140"/>
                    <a:gd name="connsiteX123" fmla="*/ 10553700 w 11681460"/>
                    <a:gd name="connsiteY123" fmla="*/ 2263140 h 4168140"/>
                    <a:gd name="connsiteX124" fmla="*/ 10584180 w 11681460"/>
                    <a:gd name="connsiteY124" fmla="*/ 2194560 h 4168140"/>
                    <a:gd name="connsiteX125" fmla="*/ 10614660 w 11681460"/>
                    <a:gd name="connsiteY125" fmla="*/ 2118360 h 4168140"/>
                    <a:gd name="connsiteX126" fmla="*/ 10675620 w 11681460"/>
                    <a:gd name="connsiteY126" fmla="*/ 2049780 h 4168140"/>
                    <a:gd name="connsiteX127" fmla="*/ 10690860 w 11681460"/>
                    <a:gd name="connsiteY127" fmla="*/ 1988820 h 4168140"/>
                    <a:gd name="connsiteX128" fmla="*/ 10713720 w 11681460"/>
                    <a:gd name="connsiteY128" fmla="*/ 1927860 h 4168140"/>
                    <a:gd name="connsiteX129" fmla="*/ 10767060 w 11681460"/>
                    <a:gd name="connsiteY129" fmla="*/ 1859280 h 4168140"/>
                    <a:gd name="connsiteX130" fmla="*/ 10873740 w 11681460"/>
                    <a:gd name="connsiteY130" fmla="*/ 1828800 h 4168140"/>
                    <a:gd name="connsiteX131" fmla="*/ 11079480 w 11681460"/>
                    <a:gd name="connsiteY131" fmla="*/ 1767840 h 4168140"/>
                    <a:gd name="connsiteX132" fmla="*/ 11247120 w 11681460"/>
                    <a:gd name="connsiteY132" fmla="*/ 1684020 h 4168140"/>
                    <a:gd name="connsiteX133" fmla="*/ 11414760 w 11681460"/>
                    <a:gd name="connsiteY133" fmla="*/ 1638300 h 4168140"/>
                    <a:gd name="connsiteX134" fmla="*/ 11490960 w 11681460"/>
                    <a:gd name="connsiteY134" fmla="*/ 1577340 h 4168140"/>
                    <a:gd name="connsiteX135" fmla="*/ 11635740 w 11681460"/>
                    <a:gd name="connsiteY135" fmla="*/ 1508760 h 4168140"/>
                    <a:gd name="connsiteX136" fmla="*/ 11681460 w 11681460"/>
                    <a:gd name="connsiteY136" fmla="*/ 1417320 h 4168140"/>
                    <a:gd name="connsiteX137" fmla="*/ 11620500 w 11681460"/>
                    <a:gd name="connsiteY137" fmla="*/ 1417320 h 4168140"/>
                    <a:gd name="connsiteX138" fmla="*/ 11567160 w 11681460"/>
                    <a:gd name="connsiteY138" fmla="*/ 1379220 h 4168140"/>
                    <a:gd name="connsiteX139" fmla="*/ 11498580 w 11681460"/>
                    <a:gd name="connsiteY139" fmla="*/ 1318260 h 4168140"/>
                    <a:gd name="connsiteX140" fmla="*/ 11468100 w 11681460"/>
                    <a:gd name="connsiteY140" fmla="*/ 1280160 h 4168140"/>
                    <a:gd name="connsiteX141" fmla="*/ 11430000 w 11681460"/>
                    <a:gd name="connsiteY141" fmla="*/ 1216660 h 4168140"/>
                    <a:gd name="connsiteX142" fmla="*/ 11384280 w 11681460"/>
                    <a:gd name="connsiteY142" fmla="*/ 1310640 h 4168140"/>
                    <a:gd name="connsiteX143" fmla="*/ 11353800 w 11681460"/>
                    <a:gd name="connsiteY143" fmla="*/ 1356360 h 4168140"/>
                    <a:gd name="connsiteX144" fmla="*/ 11224260 w 11681460"/>
                    <a:gd name="connsiteY144" fmla="*/ 1417320 h 4168140"/>
                    <a:gd name="connsiteX145" fmla="*/ 11109960 w 11681460"/>
                    <a:gd name="connsiteY145" fmla="*/ 1463040 h 4168140"/>
                    <a:gd name="connsiteX146" fmla="*/ 10911840 w 11681460"/>
                    <a:gd name="connsiteY146" fmla="*/ 1524000 h 4168140"/>
                    <a:gd name="connsiteX147" fmla="*/ 10774680 w 11681460"/>
                    <a:gd name="connsiteY147" fmla="*/ 1546860 h 4168140"/>
                    <a:gd name="connsiteX148" fmla="*/ 10675620 w 11681460"/>
                    <a:gd name="connsiteY148" fmla="*/ 1615440 h 4168140"/>
                    <a:gd name="connsiteX149" fmla="*/ 10568940 w 11681460"/>
                    <a:gd name="connsiteY149" fmla="*/ 1676400 h 4168140"/>
                    <a:gd name="connsiteX150" fmla="*/ 10485120 w 11681460"/>
                    <a:gd name="connsiteY150" fmla="*/ 1760220 h 4168140"/>
                    <a:gd name="connsiteX151" fmla="*/ 10454640 w 11681460"/>
                    <a:gd name="connsiteY151" fmla="*/ 1836420 h 4168140"/>
                    <a:gd name="connsiteX152" fmla="*/ 10416540 w 11681460"/>
                    <a:gd name="connsiteY152" fmla="*/ 1927860 h 4168140"/>
                    <a:gd name="connsiteX153" fmla="*/ 10401300 w 11681460"/>
                    <a:gd name="connsiteY153" fmla="*/ 2004060 h 4168140"/>
                    <a:gd name="connsiteX154" fmla="*/ 10363200 w 11681460"/>
                    <a:gd name="connsiteY154" fmla="*/ 2095500 h 4168140"/>
                    <a:gd name="connsiteX155" fmla="*/ 10317480 w 11681460"/>
                    <a:gd name="connsiteY155" fmla="*/ 2225040 h 4168140"/>
                    <a:gd name="connsiteX156" fmla="*/ 10287000 w 11681460"/>
                    <a:gd name="connsiteY156" fmla="*/ 2346960 h 4168140"/>
                    <a:gd name="connsiteX157" fmla="*/ 10218420 w 11681460"/>
                    <a:gd name="connsiteY157" fmla="*/ 2499360 h 4168140"/>
                    <a:gd name="connsiteX158" fmla="*/ 10134600 w 11681460"/>
                    <a:gd name="connsiteY158" fmla="*/ 2621280 h 4168140"/>
                    <a:gd name="connsiteX159" fmla="*/ 10043160 w 11681460"/>
                    <a:gd name="connsiteY159" fmla="*/ 2735580 h 4168140"/>
                    <a:gd name="connsiteX160" fmla="*/ 9974580 w 11681460"/>
                    <a:gd name="connsiteY160" fmla="*/ 2857500 h 4168140"/>
                    <a:gd name="connsiteX161" fmla="*/ 9906000 w 11681460"/>
                    <a:gd name="connsiteY161" fmla="*/ 2941320 h 4168140"/>
                    <a:gd name="connsiteX162" fmla="*/ 9860280 w 11681460"/>
                    <a:gd name="connsiteY162" fmla="*/ 3032760 h 4168140"/>
                    <a:gd name="connsiteX163" fmla="*/ 9806940 w 11681460"/>
                    <a:gd name="connsiteY163" fmla="*/ 3116580 h 4168140"/>
                    <a:gd name="connsiteX164" fmla="*/ 9715500 w 11681460"/>
                    <a:gd name="connsiteY164" fmla="*/ 3208020 h 4168140"/>
                    <a:gd name="connsiteX165" fmla="*/ 9616440 w 11681460"/>
                    <a:gd name="connsiteY165" fmla="*/ 3261360 h 4168140"/>
                    <a:gd name="connsiteX166" fmla="*/ 9532620 w 11681460"/>
                    <a:gd name="connsiteY166" fmla="*/ 3329940 h 4168140"/>
                    <a:gd name="connsiteX167" fmla="*/ 9471660 w 11681460"/>
                    <a:gd name="connsiteY167" fmla="*/ 3375660 h 4168140"/>
                    <a:gd name="connsiteX168" fmla="*/ 9410700 w 11681460"/>
                    <a:gd name="connsiteY168" fmla="*/ 3429000 h 4168140"/>
                    <a:gd name="connsiteX169" fmla="*/ 9288780 w 11681460"/>
                    <a:gd name="connsiteY169" fmla="*/ 3436620 h 4168140"/>
                    <a:gd name="connsiteX170" fmla="*/ 9166860 w 11681460"/>
                    <a:gd name="connsiteY170" fmla="*/ 3444240 h 4168140"/>
                    <a:gd name="connsiteX171" fmla="*/ 9029700 w 11681460"/>
                    <a:gd name="connsiteY171" fmla="*/ 3413760 h 4168140"/>
                    <a:gd name="connsiteX172" fmla="*/ 8823960 w 11681460"/>
                    <a:gd name="connsiteY172" fmla="*/ 3360420 h 4168140"/>
                    <a:gd name="connsiteX173" fmla="*/ 8679180 w 11681460"/>
                    <a:gd name="connsiteY173" fmla="*/ 3329940 h 4168140"/>
                    <a:gd name="connsiteX174" fmla="*/ 8572500 w 11681460"/>
                    <a:gd name="connsiteY174" fmla="*/ 3276600 h 4168140"/>
                    <a:gd name="connsiteX175" fmla="*/ 8465820 w 11681460"/>
                    <a:gd name="connsiteY175" fmla="*/ 3215640 h 4168140"/>
                    <a:gd name="connsiteX176" fmla="*/ 8321040 w 11681460"/>
                    <a:gd name="connsiteY176" fmla="*/ 3177540 h 4168140"/>
                    <a:gd name="connsiteX177" fmla="*/ 8199120 w 11681460"/>
                    <a:gd name="connsiteY177" fmla="*/ 3131820 h 4168140"/>
                    <a:gd name="connsiteX178" fmla="*/ 8069580 w 11681460"/>
                    <a:gd name="connsiteY178" fmla="*/ 3078480 h 4168140"/>
                    <a:gd name="connsiteX179" fmla="*/ 7917180 w 11681460"/>
                    <a:gd name="connsiteY179" fmla="*/ 2994660 h 4168140"/>
                    <a:gd name="connsiteX180" fmla="*/ 7787640 w 11681460"/>
                    <a:gd name="connsiteY180" fmla="*/ 2971800 h 4168140"/>
                    <a:gd name="connsiteX181" fmla="*/ 7719060 w 11681460"/>
                    <a:gd name="connsiteY181" fmla="*/ 2933700 h 4168140"/>
                    <a:gd name="connsiteX182" fmla="*/ 7612380 w 11681460"/>
                    <a:gd name="connsiteY182" fmla="*/ 2903220 h 4168140"/>
                    <a:gd name="connsiteX183" fmla="*/ 7566660 w 11681460"/>
                    <a:gd name="connsiteY183" fmla="*/ 2887980 h 4168140"/>
                    <a:gd name="connsiteX184" fmla="*/ 7551420 w 11681460"/>
                    <a:gd name="connsiteY184" fmla="*/ 2849880 h 4168140"/>
                    <a:gd name="connsiteX185" fmla="*/ 7533640 w 11681460"/>
                    <a:gd name="connsiteY185" fmla="*/ 2788920 h 4168140"/>
                    <a:gd name="connsiteX186" fmla="*/ 7475220 w 11681460"/>
                    <a:gd name="connsiteY186" fmla="*/ 2857500 h 4168140"/>
                    <a:gd name="connsiteX187" fmla="*/ 7414260 w 11681460"/>
                    <a:gd name="connsiteY187" fmla="*/ 2887980 h 4168140"/>
                    <a:gd name="connsiteX188" fmla="*/ 7345680 w 11681460"/>
                    <a:gd name="connsiteY188" fmla="*/ 2971800 h 4168140"/>
                    <a:gd name="connsiteX189" fmla="*/ 7315200 w 11681460"/>
                    <a:gd name="connsiteY189" fmla="*/ 2994660 h 4168140"/>
                    <a:gd name="connsiteX190" fmla="*/ 7261860 w 11681460"/>
                    <a:gd name="connsiteY190" fmla="*/ 3009900 h 4168140"/>
                    <a:gd name="connsiteX191" fmla="*/ 7193280 w 11681460"/>
                    <a:gd name="connsiteY191" fmla="*/ 3025140 h 4168140"/>
                    <a:gd name="connsiteX192" fmla="*/ 7155180 w 11681460"/>
                    <a:gd name="connsiteY192" fmla="*/ 3078480 h 4168140"/>
                    <a:gd name="connsiteX193" fmla="*/ 7109460 w 11681460"/>
                    <a:gd name="connsiteY193" fmla="*/ 3154680 h 4168140"/>
                    <a:gd name="connsiteX194" fmla="*/ 7048500 w 11681460"/>
                    <a:gd name="connsiteY194" fmla="*/ 3246120 h 4168140"/>
                    <a:gd name="connsiteX195" fmla="*/ 6995160 w 11681460"/>
                    <a:gd name="connsiteY195" fmla="*/ 3307080 h 4168140"/>
                    <a:gd name="connsiteX196" fmla="*/ 6972300 w 11681460"/>
                    <a:gd name="connsiteY196" fmla="*/ 3352800 h 4168140"/>
                    <a:gd name="connsiteX197" fmla="*/ 6949440 w 11681460"/>
                    <a:gd name="connsiteY197" fmla="*/ 3413760 h 4168140"/>
                    <a:gd name="connsiteX198" fmla="*/ 6949440 w 11681460"/>
                    <a:gd name="connsiteY198" fmla="*/ 3413760 h 4168140"/>
                    <a:gd name="connsiteX199" fmla="*/ 6911340 w 11681460"/>
                    <a:gd name="connsiteY199" fmla="*/ 3474720 h 4168140"/>
                    <a:gd name="connsiteX200" fmla="*/ 6888480 w 11681460"/>
                    <a:gd name="connsiteY200" fmla="*/ 3505200 h 4168140"/>
                    <a:gd name="connsiteX201" fmla="*/ 6819900 w 11681460"/>
                    <a:gd name="connsiteY201" fmla="*/ 3566160 h 4168140"/>
                    <a:gd name="connsiteX202" fmla="*/ 6743700 w 11681460"/>
                    <a:gd name="connsiteY202" fmla="*/ 3581400 h 4168140"/>
                    <a:gd name="connsiteX203" fmla="*/ 6675120 w 11681460"/>
                    <a:gd name="connsiteY203" fmla="*/ 3657600 h 4168140"/>
                    <a:gd name="connsiteX204" fmla="*/ 6629400 w 11681460"/>
                    <a:gd name="connsiteY204" fmla="*/ 3718560 h 4168140"/>
                    <a:gd name="connsiteX205" fmla="*/ 6576060 w 11681460"/>
                    <a:gd name="connsiteY205" fmla="*/ 3779520 h 4168140"/>
                    <a:gd name="connsiteX206" fmla="*/ 6484620 w 11681460"/>
                    <a:gd name="connsiteY206" fmla="*/ 3817620 h 4168140"/>
                    <a:gd name="connsiteX207" fmla="*/ 6400800 w 11681460"/>
                    <a:gd name="connsiteY207" fmla="*/ 3832860 h 4168140"/>
                    <a:gd name="connsiteX208" fmla="*/ 6263640 w 11681460"/>
                    <a:gd name="connsiteY208" fmla="*/ 3870960 h 4168140"/>
                    <a:gd name="connsiteX209" fmla="*/ 6126480 w 11681460"/>
                    <a:gd name="connsiteY209" fmla="*/ 3901440 h 4168140"/>
                    <a:gd name="connsiteX210" fmla="*/ 6027420 w 11681460"/>
                    <a:gd name="connsiteY210" fmla="*/ 3916680 h 4168140"/>
                    <a:gd name="connsiteX211" fmla="*/ 5890260 w 11681460"/>
                    <a:gd name="connsiteY211" fmla="*/ 3878580 h 4168140"/>
                    <a:gd name="connsiteX212" fmla="*/ 5821680 w 11681460"/>
                    <a:gd name="connsiteY212" fmla="*/ 3863340 h 4168140"/>
                    <a:gd name="connsiteX213" fmla="*/ 5737860 w 11681460"/>
                    <a:gd name="connsiteY213" fmla="*/ 3825240 h 4168140"/>
                    <a:gd name="connsiteX214" fmla="*/ 5638800 w 11681460"/>
                    <a:gd name="connsiteY214" fmla="*/ 3794760 h 4168140"/>
                    <a:gd name="connsiteX215" fmla="*/ 5524500 w 11681460"/>
                    <a:gd name="connsiteY215" fmla="*/ 3756660 h 4168140"/>
                    <a:gd name="connsiteX216" fmla="*/ 5448300 w 11681460"/>
                    <a:gd name="connsiteY216" fmla="*/ 3718560 h 4168140"/>
                    <a:gd name="connsiteX217" fmla="*/ 5349240 w 11681460"/>
                    <a:gd name="connsiteY217" fmla="*/ 3657600 h 4168140"/>
                    <a:gd name="connsiteX218" fmla="*/ 5295900 w 11681460"/>
                    <a:gd name="connsiteY218" fmla="*/ 3619500 h 4168140"/>
                    <a:gd name="connsiteX219" fmla="*/ 5234940 w 11681460"/>
                    <a:gd name="connsiteY219" fmla="*/ 3596640 h 4168140"/>
                    <a:gd name="connsiteX220" fmla="*/ 5135880 w 11681460"/>
                    <a:gd name="connsiteY220" fmla="*/ 3550920 h 4168140"/>
                    <a:gd name="connsiteX221" fmla="*/ 5059680 w 11681460"/>
                    <a:gd name="connsiteY221" fmla="*/ 3505200 h 4168140"/>
                    <a:gd name="connsiteX222" fmla="*/ 5029200 w 11681460"/>
                    <a:gd name="connsiteY222" fmla="*/ 3482340 h 4168140"/>
                    <a:gd name="connsiteX223" fmla="*/ 4960620 w 11681460"/>
                    <a:gd name="connsiteY223" fmla="*/ 3413760 h 4168140"/>
                    <a:gd name="connsiteX224" fmla="*/ 4876800 w 11681460"/>
                    <a:gd name="connsiteY224" fmla="*/ 3299460 h 4168140"/>
                    <a:gd name="connsiteX225" fmla="*/ 4808220 w 11681460"/>
                    <a:gd name="connsiteY225" fmla="*/ 3200400 h 4168140"/>
                    <a:gd name="connsiteX226" fmla="*/ 4777740 w 11681460"/>
                    <a:gd name="connsiteY226" fmla="*/ 3147060 h 4168140"/>
                    <a:gd name="connsiteX227" fmla="*/ 4724400 w 11681460"/>
                    <a:gd name="connsiteY227" fmla="*/ 3108960 h 4168140"/>
                    <a:gd name="connsiteX228" fmla="*/ 4648200 w 11681460"/>
                    <a:gd name="connsiteY228" fmla="*/ 3063240 h 4168140"/>
                    <a:gd name="connsiteX229" fmla="*/ 4533900 w 11681460"/>
                    <a:gd name="connsiteY229" fmla="*/ 2979420 h 4168140"/>
                    <a:gd name="connsiteX230" fmla="*/ 4427220 w 11681460"/>
                    <a:gd name="connsiteY230" fmla="*/ 2941320 h 4168140"/>
                    <a:gd name="connsiteX231" fmla="*/ 4366260 w 11681460"/>
                    <a:gd name="connsiteY231" fmla="*/ 2903220 h 4168140"/>
                    <a:gd name="connsiteX232" fmla="*/ 4244340 w 11681460"/>
                    <a:gd name="connsiteY232" fmla="*/ 2842260 h 4168140"/>
                    <a:gd name="connsiteX233" fmla="*/ 4145280 w 11681460"/>
                    <a:gd name="connsiteY233" fmla="*/ 2811780 h 4168140"/>
                    <a:gd name="connsiteX234" fmla="*/ 4038600 w 11681460"/>
                    <a:gd name="connsiteY234" fmla="*/ 2804160 h 4168140"/>
                    <a:gd name="connsiteX235" fmla="*/ 3954780 w 11681460"/>
                    <a:gd name="connsiteY235" fmla="*/ 2819400 h 4168140"/>
                    <a:gd name="connsiteX236" fmla="*/ 3863340 w 11681460"/>
                    <a:gd name="connsiteY236" fmla="*/ 2804160 h 4168140"/>
                    <a:gd name="connsiteX237" fmla="*/ 3741420 w 11681460"/>
                    <a:gd name="connsiteY237" fmla="*/ 2781300 h 4168140"/>
                    <a:gd name="connsiteX238" fmla="*/ 3649980 w 11681460"/>
                    <a:gd name="connsiteY238" fmla="*/ 2743200 h 4168140"/>
                    <a:gd name="connsiteX239" fmla="*/ 3573780 w 11681460"/>
                    <a:gd name="connsiteY239" fmla="*/ 2674620 h 4168140"/>
                    <a:gd name="connsiteX240" fmla="*/ 3482340 w 11681460"/>
                    <a:gd name="connsiteY240" fmla="*/ 2621280 h 4168140"/>
                    <a:gd name="connsiteX241" fmla="*/ 3436620 w 11681460"/>
                    <a:gd name="connsiteY241" fmla="*/ 2552700 h 4168140"/>
                    <a:gd name="connsiteX242" fmla="*/ 3329940 w 11681460"/>
                    <a:gd name="connsiteY242" fmla="*/ 2423160 h 4168140"/>
                    <a:gd name="connsiteX243" fmla="*/ 3261360 w 11681460"/>
                    <a:gd name="connsiteY243" fmla="*/ 2324100 h 4168140"/>
                    <a:gd name="connsiteX244" fmla="*/ 3131820 w 11681460"/>
                    <a:gd name="connsiteY244" fmla="*/ 2209800 h 4168140"/>
                    <a:gd name="connsiteX245" fmla="*/ 3040380 w 11681460"/>
                    <a:gd name="connsiteY245" fmla="*/ 2141220 h 4168140"/>
                    <a:gd name="connsiteX246" fmla="*/ 2910840 w 11681460"/>
                    <a:gd name="connsiteY246" fmla="*/ 2034540 h 4168140"/>
                    <a:gd name="connsiteX247" fmla="*/ 2849880 w 11681460"/>
                    <a:gd name="connsiteY247" fmla="*/ 1958340 h 4168140"/>
                    <a:gd name="connsiteX248" fmla="*/ 2743200 w 11681460"/>
                    <a:gd name="connsiteY248" fmla="*/ 1889760 h 4168140"/>
                    <a:gd name="connsiteX249" fmla="*/ 2659380 w 11681460"/>
                    <a:gd name="connsiteY249" fmla="*/ 1844040 h 4168140"/>
                    <a:gd name="connsiteX250" fmla="*/ 2575560 w 11681460"/>
                    <a:gd name="connsiteY250" fmla="*/ 1744980 h 4168140"/>
                    <a:gd name="connsiteX251" fmla="*/ 2468880 w 11681460"/>
                    <a:gd name="connsiteY251" fmla="*/ 1645920 h 4168140"/>
                    <a:gd name="connsiteX252" fmla="*/ 2400300 w 11681460"/>
                    <a:gd name="connsiteY252" fmla="*/ 1607820 h 4168140"/>
                    <a:gd name="connsiteX253" fmla="*/ 2263140 w 11681460"/>
                    <a:gd name="connsiteY253" fmla="*/ 1501140 h 4168140"/>
                    <a:gd name="connsiteX254" fmla="*/ 2171700 w 11681460"/>
                    <a:gd name="connsiteY254" fmla="*/ 1432560 h 4168140"/>
                    <a:gd name="connsiteX255" fmla="*/ 2087880 w 11681460"/>
                    <a:gd name="connsiteY255" fmla="*/ 1363980 h 4168140"/>
                    <a:gd name="connsiteX256" fmla="*/ 1950720 w 11681460"/>
                    <a:gd name="connsiteY256" fmla="*/ 1272540 h 4168140"/>
                    <a:gd name="connsiteX257" fmla="*/ 1805940 w 11681460"/>
                    <a:gd name="connsiteY257" fmla="*/ 1135380 h 4168140"/>
                    <a:gd name="connsiteX258" fmla="*/ 1729740 w 11681460"/>
                    <a:gd name="connsiteY258" fmla="*/ 1089660 h 4168140"/>
                    <a:gd name="connsiteX259" fmla="*/ 1668780 w 11681460"/>
                    <a:gd name="connsiteY259" fmla="*/ 1043940 h 4168140"/>
                    <a:gd name="connsiteX260" fmla="*/ 1592580 w 11681460"/>
                    <a:gd name="connsiteY260" fmla="*/ 990600 h 4168140"/>
                    <a:gd name="connsiteX261" fmla="*/ 1470660 w 11681460"/>
                    <a:gd name="connsiteY261" fmla="*/ 891540 h 4168140"/>
                    <a:gd name="connsiteX262" fmla="*/ 1386840 w 11681460"/>
                    <a:gd name="connsiteY262" fmla="*/ 845820 h 4168140"/>
                    <a:gd name="connsiteX263" fmla="*/ 1318260 w 11681460"/>
                    <a:gd name="connsiteY263" fmla="*/ 784860 h 4168140"/>
                    <a:gd name="connsiteX264" fmla="*/ 1264920 w 11681460"/>
                    <a:gd name="connsiteY264" fmla="*/ 723900 h 4168140"/>
                    <a:gd name="connsiteX265" fmla="*/ 1181100 w 11681460"/>
                    <a:gd name="connsiteY265" fmla="*/ 647700 h 4168140"/>
                    <a:gd name="connsiteX266" fmla="*/ 1089660 w 11681460"/>
                    <a:gd name="connsiteY266" fmla="*/ 624840 h 4168140"/>
                    <a:gd name="connsiteX267" fmla="*/ 1021080 w 11681460"/>
                    <a:gd name="connsiteY267" fmla="*/ 586740 h 4168140"/>
                    <a:gd name="connsiteX268" fmla="*/ 937260 w 11681460"/>
                    <a:gd name="connsiteY268" fmla="*/ 548640 h 4168140"/>
                    <a:gd name="connsiteX269" fmla="*/ 830580 w 11681460"/>
                    <a:gd name="connsiteY269" fmla="*/ 510540 h 4168140"/>
                    <a:gd name="connsiteX270" fmla="*/ 754380 w 11681460"/>
                    <a:gd name="connsiteY270" fmla="*/ 457200 h 4168140"/>
                    <a:gd name="connsiteX271" fmla="*/ 708660 w 11681460"/>
                    <a:gd name="connsiteY271" fmla="*/ 419100 h 4168140"/>
                    <a:gd name="connsiteX272" fmla="*/ 609600 w 11681460"/>
                    <a:gd name="connsiteY272" fmla="*/ 396240 h 4168140"/>
                    <a:gd name="connsiteX273" fmla="*/ 548640 w 11681460"/>
                    <a:gd name="connsiteY273" fmla="*/ 320040 h 4168140"/>
                    <a:gd name="connsiteX274" fmla="*/ 510540 w 11681460"/>
                    <a:gd name="connsiteY274" fmla="*/ 251460 h 4168140"/>
                    <a:gd name="connsiteX275" fmla="*/ 464820 w 11681460"/>
                    <a:gd name="connsiteY275" fmla="*/ 190500 h 4168140"/>
                    <a:gd name="connsiteX276" fmla="*/ 411480 w 11681460"/>
                    <a:gd name="connsiteY276" fmla="*/ 137160 h 4168140"/>
                    <a:gd name="connsiteX277" fmla="*/ 373380 w 11681460"/>
                    <a:gd name="connsiteY277" fmla="*/ 45720 h 4168140"/>
                    <a:gd name="connsiteX278" fmla="*/ 342900 w 11681460"/>
                    <a:gd name="connsiteY278" fmla="*/ 0 h 4168140"/>
                    <a:gd name="connsiteX279" fmla="*/ 327660 w 11681460"/>
                    <a:gd name="connsiteY279" fmla="*/ 60960 h 4168140"/>
                    <a:gd name="connsiteX280" fmla="*/ 289560 w 11681460"/>
                    <a:gd name="connsiteY280" fmla="*/ 91440 h 4168140"/>
                    <a:gd name="connsiteX281" fmla="*/ 236220 w 11681460"/>
                    <a:gd name="connsiteY281" fmla="*/ 114300 h 4168140"/>
                    <a:gd name="connsiteX282" fmla="*/ 198120 w 11681460"/>
                    <a:gd name="connsiteY282" fmla="*/ 175260 h 4168140"/>
                    <a:gd name="connsiteX283" fmla="*/ 175260 w 11681460"/>
                    <a:gd name="connsiteY283" fmla="*/ 228600 h 4168140"/>
                    <a:gd name="connsiteX284" fmla="*/ 114300 w 11681460"/>
                    <a:gd name="connsiteY284" fmla="*/ 236220 h 4168140"/>
                    <a:gd name="connsiteX285" fmla="*/ 45720 w 11681460"/>
                    <a:gd name="connsiteY285" fmla="*/ 251460 h 4168140"/>
                    <a:gd name="connsiteX286" fmla="*/ 0 w 11681460"/>
                    <a:gd name="connsiteY286" fmla="*/ 281940 h 4168140"/>
                    <a:gd name="connsiteX287" fmla="*/ 68580 w 11681460"/>
                    <a:gd name="connsiteY287" fmla="*/ 320040 h 4168140"/>
                    <a:gd name="connsiteX0" fmla="*/ 68580 w 11722100"/>
                    <a:gd name="connsiteY0" fmla="*/ 320040 h 4168140"/>
                    <a:gd name="connsiteX1" fmla="*/ 121920 w 11722100"/>
                    <a:gd name="connsiteY1" fmla="*/ 381000 h 4168140"/>
                    <a:gd name="connsiteX2" fmla="*/ 198120 w 11722100"/>
                    <a:gd name="connsiteY2" fmla="*/ 419100 h 4168140"/>
                    <a:gd name="connsiteX3" fmla="*/ 320040 w 11722100"/>
                    <a:gd name="connsiteY3" fmla="*/ 510540 h 4168140"/>
                    <a:gd name="connsiteX4" fmla="*/ 411480 w 11722100"/>
                    <a:gd name="connsiteY4" fmla="*/ 563880 h 4168140"/>
                    <a:gd name="connsiteX5" fmla="*/ 472440 w 11722100"/>
                    <a:gd name="connsiteY5" fmla="*/ 632460 h 4168140"/>
                    <a:gd name="connsiteX6" fmla="*/ 601980 w 11722100"/>
                    <a:gd name="connsiteY6" fmla="*/ 708660 h 4168140"/>
                    <a:gd name="connsiteX7" fmla="*/ 739140 w 11722100"/>
                    <a:gd name="connsiteY7" fmla="*/ 784860 h 4168140"/>
                    <a:gd name="connsiteX8" fmla="*/ 861060 w 11722100"/>
                    <a:gd name="connsiteY8" fmla="*/ 868680 h 4168140"/>
                    <a:gd name="connsiteX9" fmla="*/ 944880 w 11722100"/>
                    <a:gd name="connsiteY9" fmla="*/ 952500 h 4168140"/>
                    <a:gd name="connsiteX10" fmla="*/ 1021080 w 11722100"/>
                    <a:gd name="connsiteY10" fmla="*/ 1005840 h 4168140"/>
                    <a:gd name="connsiteX11" fmla="*/ 1097280 w 11722100"/>
                    <a:gd name="connsiteY11" fmla="*/ 1043940 h 4168140"/>
                    <a:gd name="connsiteX12" fmla="*/ 1181100 w 11722100"/>
                    <a:gd name="connsiteY12" fmla="*/ 1104900 h 4168140"/>
                    <a:gd name="connsiteX13" fmla="*/ 1249680 w 11722100"/>
                    <a:gd name="connsiteY13" fmla="*/ 1150620 h 4168140"/>
                    <a:gd name="connsiteX14" fmla="*/ 1341120 w 11722100"/>
                    <a:gd name="connsiteY14" fmla="*/ 1196340 h 4168140"/>
                    <a:gd name="connsiteX15" fmla="*/ 1417320 w 11722100"/>
                    <a:gd name="connsiteY15" fmla="*/ 1257300 h 4168140"/>
                    <a:gd name="connsiteX16" fmla="*/ 1493520 w 11722100"/>
                    <a:gd name="connsiteY16" fmla="*/ 1333500 h 4168140"/>
                    <a:gd name="connsiteX17" fmla="*/ 1569720 w 11722100"/>
                    <a:gd name="connsiteY17" fmla="*/ 1356360 h 4168140"/>
                    <a:gd name="connsiteX18" fmla="*/ 1684020 w 11722100"/>
                    <a:gd name="connsiteY18" fmla="*/ 1424940 h 4168140"/>
                    <a:gd name="connsiteX19" fmla="*/ 1729740 w 11722100"/>
                    <a:gd name="connsiteY19" fmla="*/ 1485900 h 4168140"/>
                    <a:gd name="connsiteX20" fmla="*/ 1844040 w 11722100"/>
                    <a:gd name="connsiteY20" fmla="*/ 1569720 h 4168140"/>
                    <a:gd name="connsiteX21" fmla="*/ 1935480 w 11722100"/>
                    <a:gd name="connsiteY21" fmla="*/ 1615440 h 4168140"/>
                    <a:gd name="connsiteX22" fmla="*/ 2049780 w 11722100"/>
                    <a:gd name="connsiteY22" fmla="*/ 1691640 h 4168140"/>
                    <a:gd name="connsiteX23" fmla="*/ 2133600 w 11722100"/>
                    <a:gd name="connsiteY23" fmla="*/ 1729740 h 4168140"/>
                    <a:gd name="connsiteX24" fmla="*/ 2202180 w 11722100"/>
                    <a:gd name="connsiteY24" fmla="*/ 1805940 h 4168140"/>
                    <a:gd name="connsiteX25" fmla="*/ 2255520 w 11722100"/>
                    <a:gd name="connsiteY25" fmla="*/ 1821180 h 4168140"/>
                    <a:gd name="connsiteX26" fmla="*/ 2316480 w 11722100"/>
                    <a:gd name="connsiteY26" fmla="*/ 1866900 h 4168140"/>
                    <a:gd name="connsiteX27" fmla="*/ 2423160 w 11722100"/>
                    <a:gd name="connsiteY27" fmla="*/ 2004060 h 4168140"/>
                    <a:gd name="connsiteX28" fmla="*/ 2476500 w 11722100"/>
                    <a:gd name="connsiteY28" fmla="*/ 2087880 h 4168140"/>
                    <a:gd name="connsiteX29" fmla="*/ 2567940 w 11722100"/>
                    <a:gd name="connsiteY29" fmla="*/ 2148840 h 4168140"/>
                    <a:gd name="connsiteX30" fmla="*/ 2682240 w 11722100"/>
                    <a:gd name="connsiteY30" fmla="*/ 2186940 h 4168140"/>
                    <a:gd name="connsiteX31" fmla="*/ 2743200 w 11722100"/>
                    <a:gd name="connsiteY31" fmla="*/ 2209800 h 4168140"/>
                    <a:gd name="connsiteX32" fmla="*/ 2811780 w 11722100"/>
                    <a:gd name="connsiteY32" fmla="*/ 2247900 h 4168140"/>
                    <a:gd name="connsiteX33" fmla="*/ 2887980 w 11722100"/>
                    <a:gd name="connsiteY33" fmla="*/ 2301240 h 4168140"/>
                    <a:gd name="connsiteX34" fmla="*/ 2979420 w 11722100"/>
                    <a:gd name="connsiteY34" fmla="*/ 2385060 h 4168140"/>
                    <a:gd name="connsiteX35" fmla="*/ 3055620 w 11722100"/>
                    <a:gd name="connsiteY35" fmla="*/ 2461260 h 4168140"/>
                    <a:gd name="connsiteX36" fmla="*/ 3139440 w 11722100"/>
                    <a:gd name="connsiteY36" fmla="*/ 2537460 h 4168140"/>
                    <a:gd name="connsiteX37" fmla="*/ 3261360 w 11722100"/>
                    <a:gd name="connsiteY37" fmla="*/ 2628900 h 4168140"/>
                    <a:gd name="connsiteX38" fmla="*/ 3345180 w 11722100"/>
                    <a:gd name="connsiteY38" fmla="*/ 2720340 h 4168140"/>
                    <a:gd name="connsiteX39" fmla="*/ 3444240 w 11722100"/>
                    <a:gd name="connsiteY39" fmla="*/ 2796540 h 4168140"/>
                    <a:gd name="connsiteX40" fmla="*/ 3558540 w 11722100"/>
                    <a:gd name="connsiteY40" fmla="*/ 2872740 h 4168140"/>
                    <a:gd name="connsiteX41" fmla="*/ 3619500 w 11722100"/>
                    <a:gd name="connsiteY41" fmla="*/ 2979420 h 4168140"/>
                    <a:gd name="connsiteX42" fmla="*/ 3619500 w 11722100"/>
                    <a:gd name="connsiteY42" fmla="*/ 2979420 h 4168140"/>
                    <a:gd name="connsiteX43" fmla="*/ 3649980 w 11722100"/>
                    <a:gd name="connsiteY43" fmla="*/ 3048000 h 4168140"/>
                    <a:gd name="connsiteX44" fmla="*/ 3703320 w 11722100"/>
                    <a:gd name="connsiteY44" fmla="*/ 3086100 h 4168140"/>
                    <a:gd name="connsiteX45" fmla="*/ 3764280 w 11722100"/>
                    <a:gd name="connsiteY45" fmla="*/ 3063240 h 4168140"/>
                    <a:gd name="connsiteX46" fmla="*/ 3848100 w 11722100"/>
                    <a:gd name="connsiteY46" fmla="*/ 3025140 h 4168140"/>
                    <a:gd name="connsiteX47" fmla="*/ 3916680 w 11722100"/>
                    <a:gd name="connsiteY47" fmla="*/ 3032760 h 4168140"/>
                    <a:gd name="connsiteX48" fmla="*/ 4030980 w 11722100"/>
                    <a:gd name="connsiteY48" fmla="*/ 3063240 h 4168140"/>
                    <a:gd name="connsiteX49" fmla="*/ 4137660 w 11722100"/>
                    <a:gd name="connsiteY49" fmla="*/ 3101340 h 4168140"/>
                    <a:gd name="connsiteX50" fmla="*/ 4259580 w 11722100"/>
                    <a:gd name="connsiteY50" fmla="*/ 3147060 h 4168140"/>
                    <a:gd name="connsiteX51" fmla="*/ 4381500 w 11722100"/>
                    <a:gd name="connsiteY51" fmla="*/ 3192780 h 4168140"/>
                    <a:gd name="connsiteX52" fmla="*/ 4526280 w 11722100"/>
                    <a:gd name="connsiteY52" fmla="*/ 3276600 h 4168140"/>
                    <a:gd name="connsiteX53" fmla="*/ 4587240 w 11722100"/>
                    <a:gd name="connsiteY53" fmla="*/ 3299460 h 4168140"/>
                    <a:gd name="connsiteX54" fmla="*/ 4610100 w 11722100"/>
                    <a:gd name="connsiteY54" fmla="*/ 3352800 h 4168140"/>
                    <a:gd name="connsiteX55" fmla="*/ 4648200 w 11722100"/>
                    <a:gd name="connsiteY55" fmla="*/ 3436620 h 4168140"/>
                    <a:gd name="connsiteX56" fmla="*/ 4671060 w 11722100"/>
                    <a:gd name="connsiteY56" fmla="*/ 3520440 h 4168140"/>
                    <a:gd name="connsiteX57" fmla="*/ 4678680 w 11722100"/>
                    <a:gd name="connsiteY57" fmla="*/ 3589020 h 4168140"/>
                    <a:gd name="connsiteX58" fmla="*/ 4686300 w 11722100"/>
                    <a:gd name="connsiteY58" fmla="*/ 3649980 h 4168140"/>
                    <a:gd name="connsiteX59" fmla="*/ 4724400 w 11722100"/>
                    <a:gd name="connsiteY59" fmla="*/ 3680460 h 4168140"/>
                    <a:gd name="connsiteX60" fmla="*/ 4785360 w 11722100"/>
                    <a:gd name="connsiteY60" fmla="*/ 3672840 h 4168140"/>
                    <a:gd name="connsiteX61" fmla="*/ 4869180 w 11722100"/>
                    <a:gd name="connsiteY61" fmla="*/ 3703320 h 4168140"/>
                    <a:gd name="connsiteX62" fmla="*/ 4914900 w 11722100"/>
                    <a:gd name="connsiteY62" fmla="*/ 3756660 h 4168140"/>
                    <a:gd name="connsiteX63" fmla="*/ 5105400 w 11722100"/>
                    <a:gd name="connsiteY63" fmla="*/ 3832860 h 4168140"/>
                    <a:gd name="connsiteX64" fmla="*/ 5173980 w 11722100"/>
                    <a:gd name="connsiteY64" fmla="*/ 3886200 h 4168140"/>
                    <a:gd name="connsiteX65" fmla="*/ 5242560 w 11722100"/>
                    <a:gd name="connsiteY65" fmla="*/ 3924300 h 4168140"/>
                    <a:gd name="connsiteX66" fmla="*/ 5364480 w 11722100"/>
                    <a:gd name="connsiteY66" fmla="*/ 3962400 h 4168140"/>
                    <a:gd name="connsiteX67" fmla="*/ 5516880 w 11722100"/>
                    <a:gd name="connsiteY67" fmla="*/ 4046220 h 4168140"/>
                    <a:gd name="connsiteX68" fmla="*/ 5585460 w 11722100"/>
                    <a:gd name="connsiteY68" fmla="*/ 4099560 h 4168140"/>
                    <a:gd name="connsiteX69" fmla="*/ 5661660 w 11722100"/>
                    <a:gd name="connsiteY69" fmla="*/ 4122420 h 4168140"/>
                    <a:gd name="connsiteX70" fmla="*/ 5745480 w 11722100"/>
                    <a:gd name="connsiteY70" fmla="*/ 4130040 h 4168140"/>
                    <a:gd name="connsiteX71" fmla="*/ 5836920 w 11722100"/>
                    <a:gd name="connsiteY71" fmla="*/ 4130040 h 4168140"/>
                    <a:gd name="connsiteX72" fmla="*/ 5951220 w 11722100"/>
                    <a:gd name="connsiteY72" fmla="*/ 4145280 h 4168140"/>
                    <a:gd name="connsiteX73" fmla="*/ 6035040 w 11722100"/>
                    <a:gd name="connsiteY73" fmla="*/ 4168140 h 4168140"/>
                    <a:gd name="connsiteX74" fmla="*/ 6149340 w 11722100"/>
                    <a:gd name="connsiteY74" fmla="*/ 4137660 h 4168140"/>
                    <a:gd name="connsiteX75" fmla="*/ 6286500 w 11722100"/>
                    <a:gd name="connsiteY75" fmla="*/ 4114800 h 4168140"/>
                    <a:gd name="connsiteX76" fmla="*/ 6393180 w 11722100"/>
                    <a:gd name="connsiteY76" fmla="*/ 4053840 h 4168140"/>
                    <a:gd name="connsiteX77" fmla="*/ 6484620 w 11722100"/>
                    <a:gd name="connsiteY77" fmla="*/ 4038600 h 4168140"/>
                    <a:gd name="connsiteX78" fmla="*/ 6583680 w 11722100"/>
                    <a:gd name="connsiteY78" fmla="*/ 3970020 h 4168140"/>
                    <a:gd name="connsiteX79" fmla="*/ 6697980 w 11722100"/>
                    <a:gd name="connsiteY79" fmla="*/ 3886200 h 4168140"/>
                    <a:gd name="connsiteX80" fmla="*/ 6728460 w 11722100"/>
                    <a:gd name="connsiteY80" fmla="*/ 3817620 h 4168140"/>
                    <a:gd name="connsiteX81" fmla="*/ 6842760 w 11722100"/>
                    <a:gd name="connsiteY81" fmla="*/ 3733800 h 4168140"/>
                    <a:gd name="connsiteX82" fmla="*/ 6972300 w 11722100"/>
                    <a:gd name="connsiteY82" fmla="*/ 3642360 h 4168140"/>
                    <a:gd name="connsiteX83" fmla="*/ 7078980 w 11722100"/>
                    <a:gd name="connsiteY83" fmla="*/ 3528060 h 4168140"/>
                    <a:gd name="connsiteX84" fmla="*/ 7139940 w 11722100"/>
                    <a:gd name="connsiteY84" fmla="*/ 3444240 h 4168140"/>
                    <a:gd name="connsiteX85" fmla="*/ 7269480 w 11722100"/>
                    <a:gd name="connsiteY85" fmla="*/ 3284220 h 4168140"/>
                    <a:gd name="connsiteX86" fmla="*/ 7330440 w 11722100"/>
                    <a:gd name="connsiteY86" fmla="*/ 3185160 h 4168140"/>
                    <a:gd name="connsiteX87" fmla="*/ 7376160 w 11722100"/>
                    <a:gd name="connsiteY87" fmla="*/ 3116580 h 4168140"/>
                    <a:gd name="connsiteX88" fmla="*/ 7444740 w 11722100"/>
                    <a:gd name="connsiteY88" fmla="*/ 3093720 h 4168140"/>
                    <a:gd name="connsiteX89" fmla="*/ 7513320 w 11722100"/>
                    <a:gd name="connsiteY89" fmla="*/ 3101340 h 4168140"/>
                    <a:gd name="connsiteX90" fmla="*/ 7574280 w 11722100"/>
                    <a:gd name="connsiteY90" fmla="*/ 3078480 h 4168140"/>
                    <a:gd name="connsiteX91" fmla="*/ 7726680 w 11722100"/>
                    <a:gd name="connsiteY91" fmla="*/ 3108960 h 4168140"/>
                    <a:gd name="connsiteX92" fmla="*/ 7833360 w 11722100"/>
                    <a:gd name="connsiteY92" fmla="*/ 3162300 h 4168140"/>
                    <a:gd name="connsiteX93" fmla="*/ 7962900 w 11722100"/>
                    <a:gd name="connsiteY93" fmla="*/ 3192780 h 4168140"/>
                    <a:gd name="connsiteX94" fmla="*/ 8161020 w 11722100"/>
                    <a:gd name="connsiteY94" fmla="*/ 3268980 h 4168140"/>
                    <a:gd name="connsiteX95" fmla="*/ 8290560 w 11722100"/>
                    <a:gd name="connsiteY95" fmla="*/ 3337560 h 4168140"/>
                    <a:gd name="connsiteX96" fmla="*/ 8382000 w 11722100"/>
                    <a:gd name="connsiteY96" fmla="*/ 3360420 h 4168140"/>
                    <a:gd name="connsiteX97" fmla="*/ 8458200 w 11722100"/>
                    <a:gd name="connsiteY97" fmla="*/ 3398520 h 4168140"/>
                    <a:gd name="connsiteX98" fmla="*/ 8595360 w 11722100"/>
                    <a:gd name="connsiteY98" fmla="*/ 3512820 h 4168140"/>
                    <a:gd name="connsiteX99" fmla="*/ 8641080 w 11722100"/>
                    <a:gd name="connsiteY99" fmla="*/ 3566160 h 4168140"/>
                    <a:gd name="connsiteX100" fmla="*/ 8702040 w 11722100"/>
                    <a:gd name="connsiteY100" fmla="*/ 3604260 h 4168140"/>
                    <a:gd name="connsiteX101" fmla="*/ 8763000 w 11722100"/>
                    <a:gd name="connsiteY101" fmla="*/ 3634740 h 4168140"/>
                    <a:gd name="connsiteX102" fmla="*/ 8854440 w 11722100"/>
                    <a:gd name="connsiteY102" fmla="*/ 3627120 h 4168140"/>
                    <a:gd name="connsiteX103" fmla="*/ 8968740 w 11722100"/>
                    <a:gd name="connsiteY103" fmla="*/ 3619500 h 4168140"/>
                    <a:gd name="connsiteX104" fmla="*/ 9060180 w 11722100"/>
                    <a:gd name="connsiteY104" fmla="*/ 3642360 h 4168140"/>
                    <a:gd name="connsiteX105" fmla="*/ 9151620 w 11722100"/>
                    <a:gd name="connsiteY105" fmla="*/ 3657600 h 4168140"/>
                    <a:gd name="connsiteX106" fmla="*/ 9227820 w 11722100"/>
                    <a:gd name="connsiteY106" fmla="*/ 3642360 h 4168140"/>
                    <a:gd name="connsiteX107" fmla="*/ 9311640 w 11722100"/>
                    <a:gd name="connsiteY107" fmla="*/ 3611880 h 4168140"/>
                    <a:gd name="connsiteX108" fmla="*/ 9433560 w 11722100"/>
                    <a:gd name="connsiteY108" fmla="*/ 3589020 h 4168140"/>
                    <a:gd name="connsiteX109" fmla="*/ 9509760 w 11722100"/>
                    <a:gd name="connsiteY109" fmla="*/ 3528060 h 4168140"/>
                    <a:gd name="connsiteX110" fmla="*/ 9646920 w 11722100"/>
                    <a:gd name="connsiteY110" fmla="*/ 3489960 h 4168140"/>
                    <a:gd name="connsiteX111" fmla="*/ 9784080 w 11722100"/>
                    <a:gd name="connsiteY111" fmla="*/ 3444240 h 4168140"/>
                    <a:gd name="connsiteX112" fmla="*/ 9860280 w 11722100"/>
                    <a:gd name="connsiteY112" fmla="*/ 3383280 h 4168140"/>
                    <a:gd name="connsiteX113" fmla="*/ 9921240 w 11722100"/>
                    <a:gd name="connsiteY113" fmla="*/ 3314700 h 4168140"/>
                    <a:gd name="connsiteX114" fmla="*/ 9997440 w 11722100"/>
                    <a:gd name="connsiteY114" fmla="*/ 3208020 h 4168140"/>
                    <a:gd name="connsiteX115" fmla="*/ 10043160 w 11722100"/>
                    <a:gd name="connsiteY115" fmla="*/ 3101340 h 4168140"/>
                    <a:gd name="connsiteX116" fmla="*/ 10104120 w 11722100"/>
                    <a:gd name="connsiteY116" fmla="*/ 3017520 h 4168140"/>
                    <a:gd name="connsiteX117" fmla="*/ 10157460 w 11722100"/>
                    <a:gd name="connsiteY117" fmla="*/ 2933700 h 4168140"/>
                    <a:gd name="connsiteX118" fmla="*/ 10218420 w 11722100"/>
                    <a:gd name="connsiteY118" fmla="*/ 2849880 h 4168140"/>
                    <a:gd name="connsiteX119" fmla="*/ 10294620 w 11722100"/>
                    <a:gd name="connsiteY119" fmla="*/ 2735580 h 4168140"/>
                    <a:gd name="connsiteX120" fmla="*/ 10347960 w 11722100"/>
                    <a:gd name="connsiteY120" fmla="*/ 2621280 h 4168140"/>
                    <a:gd name="connsiteX121" fmla="*/ 10431780 w 11722100"/>
                    <a:gd name="connsiteY121" fmla="*/ 2499360 h 4168140"/>
                    <a:gd name="connsiteX122" fmla="*/ 10500360 w 11722100"/>
                    <a:gd name="connsiteY122" fmla="*/ 2354580 h 4168140"/>
                    <a:gd name="connsiteX123" fmla="*/ 10553700 w 11722100"/>
                    <a:gd name="connsiteY123" fmla="*/ 2263140 h 4168140"/>
                    <a:gd name="connsiteX124" fmla="*/ 10584180 w 11722100"/>
                    <a:gd name="connsiteY124" fmla="*/ 2194560 h 4168140"/>
                    <a:gd name="connsiteX125" fmla="*/ 10614660 w 11722100"/>
                    <a:gd name="connsiteY125" fmla="*/ 2118360 h 4168140"/>
                    <a:gd name="connsiteX126" fmla="*/ 10675620 w 11722100"/>
                    <a:gd name="connsiteY126" fmla="*/ 2049780 h 4168140"/>
                    <a:gd name="connsiteX127" fmla="*/ 10690860 w 11722100"/>
                    <a:gd name="connsiteY127" fmla="*/ 1988820 h 4168140"/>
                    <a:gd name="connsiteX128" fmla="*/ 10713720 w 11722100"/>
                    <a:gd name="connsiteY128" fmla="*/ 1927860 h 4168140"/>
                    <a:gd name="connsiteX129" fmla="*/ 10767060 w 11722100"/>
                    <a:gd name="connsiteY129" fmla="*/ 1859280 h 4168140"/>
                    <a:gd name="connsiteX130" fmla="*/ 10873740 w 11722100"/>
                    <a:gd name="connsiteY130" fmla="*/ 1828800 h 4168140"/>
                    <a:gd name="connsiteX131" fmla="*/ 11079480 w 11722100"/>
                    <a:gd name="connsiteY131" fmla="*/ 1767840 h 4168140"/>
                    <a:gd name="connsiteX132" fmla="*/ 11247120 w 11722100"/>
                    <a:gd name="connsiteY132" fmla="*/ 1684020 h 4168140"/>
                    <a:gd name="connsiteX133" fmla="*/ 11414760 w 11722100"/>
                    <a:gd name="connsiteY133" fmla="*/ 1638300 h 4168140"/>
                    <a:gd name="connsiteX134" fmla="*/ 11490960 w 11722100"/>
                    <a:gd name="connsiteY134" fmla="*/ 1577340 h 4168140"/>
                    <a:gd name="connsiteX135" fmla="*/ 11635740 w 11722100"/>
                    <a:gd name="connsiteY135" fmla="*/ 1508760 h 4168140"/>
                    <a:gd name="connsiteX136" fmla="*/ 11722100 w 11722100"/>
                    <a:gd name="connsiteY136" fmla="*/ 1437640 h 4168140"/>
                    <a:gd name="connsiteX137" fmla="*/ 11620500 w 11722100"/>
                    <a:gd name="connsiteY137" fmla="*/ 1417320 h 4168140"/>
                    <a:gd name="connsiteX138" fmla="*/ 11567160 w 11722100"/>
                    <a:gd name="connsiteY138" fmla="*/ 1379220 h 4168140"/>
                    <a:gd name="connsiteX139" fmla="*/ 11498580 w 11722100"/>
                    <a:gd name="connsiteY139" fmla="*/ 1318260 h 4168140"/>
                    <a:gd name="connsiteX140" fmla="*/ 11468100 w 11722100"/>
                    <a:gd name="connsiteY140" fmla="*/ 1280160 h 4168140"/>
                    <a:gd name="connsiteX141" fmla="*/ 11430000 w 11722100"/>
                    <a:gd name="connsiteY141" fmla="*/ 1216660 h 4168140"/>
                    <a:gd name="connsiteX142" fmla="*/ 11384280 w 11722100"/>
                    <a:gd name="connsiteY142" fmla="*/ 1310640 h 4168140"/>
                    <a:gd name="connsiteX143" fmla="*/ 11353800 w 11722100"/>
                    <a:gd name="connsiteY143" fmla="*/ 1356360 h 4168140"/>
                    <a:gd name="connsiteX144" fmla="*/ 11224260 w 11722100"/>
                    <a:gd name="connsiteY144" fmla="*/ 1417320 h 4168140"/>
                    <a:gd name="connsiteX145" fmla="*/ 11109960 w 11722100"/>
                    <a:gd name="connsiteY145" fmla="*/ 1463040 h 4168140"/>
                    <a:gd name="connsiteX146" fmla="*/ 10911840 w 11722100"/>
                    <a:gd name="connsiteY146" fmla="*/ 1524000 h 4168140"/>
                    <a:gd name="connsiteX147" fmla="*/ 10774680 w 11722100"/>
                    <a:gd name="connsiteY147" fmla="*/ 1546860 h 4168140"/>
                    <a:gd name="connsiteX148" fmla="*/ 10675620 w 11722100"/>
                    <a:gd name="connsiteY148" fmla="*/ 1615440 h 4168140"/>
                    <a:gd name="connsiteX149" fmla="*/ 10568940 w 11722100"/>
                    <a:gd name="connsiteY149" fmla="*/ 1676400 h 4168140"/>
                    <a:gd name="connsiteX150" fmla="*/ 10485120 w 11722100"/>
                    <a:gd name="connsiteY150" fmla="*/ 1760220 h 4168140"/>
                    <a:gd name="connsiteX151" fmla="*/ 10454640 w 11722100"/>
                    <a:gd name="connsiteY151" fmla="*/ 1836420 h 4168140"/>
                    <a:gd name="connsiteX152" fmla="*/ 10416540 w 11722100"/>
                    <a:gd name="connsiteY152" fmla="*/ 1927860 h 4168140"/>
                    <a:gd name="connsiteX153" fmla="*/ 10401300 w 11722100"/>
                    <a:gd name="connsiteY153" fmla="*/ 2004060 h 4168140"/>
                    <a:gd name="connsiteX154" fmla="*/ 10363200 w 11722100"/>
                    <a:gd name="connsiteY154" fmla="*/ 2095500 h 4168140"/>
                    <a:gd name="connsiteX155" fmla="*/ 10317480 w 11722100"/>
                    <a:gd name="connsiteY155" fmla="*/ 2225040 h 4168140"/>
                    <a:gd name="connsiteX156" fmla="*/ 10287000 w 11722100"/>
                    <a:gd name="connsiteY156" fmla="*/ 2346960 h 4168140"/>
                    <a:gd name="connsiteX157" fmla="*/ 10218420 w 11722100"/>
                    <a:gd name="connsiteY157" fmla="*/ 2499360 h 4168140"/>
                    <a:gd name="connsiteX158" fmla="*/ 10134600 w 11722100"/>
                    <a:gd name="connsiteY158" fmla="*/ 2621280 h 4168140"/>
                    <a:gd name="connsiteX159" fmla="*/ 10043160 w 11722100"/>
                    <a:gd name="connsiteY159" fmla="*/ 2735580 h 4168140"/>
                    <a:gd name="connsiteX160" fmla="*/ 9974580 w 11722100"/>
                    <a:gd name="connsiteY160" fmla="*/ 2857500 h 4168140"/>
                    <a:gd name="connsiteX161" fmla="*/ 9906000 w 11722100"/>
                    <a:gd name="connsiteY161" fmla="*/ 2941320 h 4168140"/>
                    <a:gd name="connsiteX162" fmla="*/ 9860280 w 11722100"/>
                    <a:gd name="connsiteY162" fmla="*/ 3032760 h 4168140"/>
                    <a:gd name="connsiteX163" fmla="*/ 9806940 w 11722100"/>
                    <a:gd name="connsiteY163" fmla="*/ 3116580 h 4168140"/>
                    <a:gd name="connsiteX164" fmla="*/ 9715500 w 11722100"/>
                    <a:gd name="connsiteY164" fmla="*/ 3208020 h 4168140"/>
                    <a:gd name="connsiteX165" fmla="*/ 9616440 w 11722100"/>
                    <a:gd name="connsiteY165" fmla="*/ 3261360 h 4168140"/>
                    <a:gd name="connsiteX166" fmla="*/ 9532620 w 11722100"/>
                    <a:gd name="connsiteY166" fmla="*/ 3329940 h 4168140"/>
                    <a:gd name="connsiteX167" fmla="*/ 9471660 w 11722100"/>
                    <a:gd name="connsiteY167" fmla="*/ 3375660 h 4168140"/>
                    <a:gd name="connsiteX168" fmla="*/ 9410700 w 11722100"/>
                    <a:gd name="connsiteY168" fmla="*/ 3429000 h 4168140"/>
                    <a:gd name="connsiteX169" fmla="*/ 9288780 w 11722100"/>
                    <a:gd name="connsiteY169" fmla="*/ 3436620 h 4168140"/>
                    <a:gd name="connsiteX170" fmla="*/ 9166860 w 11722100"/>
                    <a:gd name="connsiteY170" fmla="*/ 3444240 h 4168140"/>
                    <a:gd name="connsiteX171" fmla="*/ 9029700 w 11722100"/>
                    <a:gd name="connsiteY171" fmla="*/ 3413760 h 4168140"/>
                    <a:gd name="connsiteX172" fmla="*/ 8823960 w 11722100"/>
                    <a:gd name="connsiteY172" fmla="*/ 3360420 h 4168140"/>
                    <a:gd name="connsiteX173" fmla="*/ 8679180 w 11722100"/>
                    <a:gd name="connsiteY173" fmla="*/ 3329940 h 4168140"/>
                    <a:gd name="connsiteX174" fmla="*/ 8572500 w 11722100"/>
                    <a:gd name="connsiteY174" fmla="*/ 3276600 h 4168140"/>
                    <a:gd name="connsiteX175" fmla="*/ 8465820 w 11722100"/>
                    <a:gd name="connsiteY175" fmla="*/ 3215640 h 4168140"/>
                    <a:gd name="connsiteX176" fmla="*/ 8321040 w 11722100"/>
                    <a:gd name="connsiteY176" fmla="*/ 3177540 h 4168140"/>
                    <a:gd name="connsiteX177" fmla="*/ 8199120 w 11722100"/>
                    <a:gd name="connsiteY177" fmla="*/ 3131820 h 4168140"/>
                    <a:gd name="connsiteX178" fmla="*/ 8069580 w 11722100"/>
                    <a:gd name="connsiteY178" fmla="*/ 3078480 h 4168140"/>
                    <a:gd name="connsiteX179" fmla="*/ 7917180 w 11722100"/>
                    <a:gd name="connsiteY179" fmla="*/ 2994660 h 4168140"/>
                    <a:gd name="connsiteX180" fmla="*/ 7787640 w 11722100"/>
                    <a:gd name="connsiteY180" fmla="*/ 2971800 h 4168140"/>
                    <a:gd name="connsiteX181" fmla="*/ 7719060 w 11722100"/>
                    <a:gd name="connsiteY181" fmla="*/ 2933700 h 4168140"/>
                    <a:gd name="connsiteX182" fmla="*/ 7612380 w 11722100"/>
                    <a:gd name="connsiteY182" fmla="*/ 2903220 h 4168140"/>
                    <a:gd name="connsiteX183" fmla="*/ 7566660 w 11722100"/>
                    <a:gd name="connsiteY183" fmla="*/ 2887980 h 4168140"/>
                    <a:gd name="connsiteX184" fmla="*/ 7551420 w 11722100"/>
                    <a:gd name="connsiteY184" fmla="*/ 2849880 h 4168140"/>
                    <a:gd name="connsiteX185" fmla="*/ 7533640 w 11722100"/>
                    <a:gd name="connsiteY185" fmla="*/ 2788920 h 4168140"/>
                    <a:gd name="connsiteX186" fmla="*/ 7475220 w 11722100"/>
                    <a:gd name="connsiteY186" fmla="*/ 2857500 h 4168140"/>
                    <a:gd name="connsiteX187" fmla="*/ 7414260 w 11722100"/>
                    <a:gd name="connsiteY187" fmla="*/ 2887980 h 4168140"/>
                    <a:gd name="connsiteX188" fmla="*/ 7345680 w 11722100"/>
                    <a:gd name="connsiteY188" fmla="*/ 2971800 h 4168140"/>
                    <a:gd name="connsiteX189" fmla="*/ 7315200 w 11722100"/>
                    <a:gd name="connsiteY189" fmla="*/ 2994660 h 4168140"/>
                    <a:gd name="connsiteX190" fmla="*/ 7261860 w 11722100"/>
                    <a:gd name="connsiteY190" fmla="*/ 3009900 h 4168140"/>
                    <a:gd name="connsiteX191" fmla="*/ 7193280 w 11722100"/>
                    <a:gd name="connsiteY191" fmla="*/ 3025140 h 4168140"/>
                    <a:gd name="connsiteX192" fmla="*/ 7155180 w 11722100"/>
                    <a:gd name="connsiteY192" fmla="*/ 3078480 h 4168140"/>
                    <a:gd name="connsiteX193" fmla="*/ 7109460 w 11722100"/>
                    <a:gd name="connsiteY193" fmla="*/ 3154680 h 4168140"/>
                    <a:gd name="connsiteX194" fmla="*/ 7048500 w 11722100"/>
                    <a:gd name="connsiteY194" fmla="*/ 3246120 h 4168140"/>
                    <a:gd name="connsiteX195" fmla="*/ 6995160 w 11722100"/>
                    <a:gd name="connsiteY195" fmla="*/ 3307080 h 4168140"/>
                    <a:gd name="connsiteX196" fmla="*/ 6972300 w 11722100"/>
                    <a:gd name="connsiteY196" fmla="*/ 3352800 h 4168140"/>
                    <a:gd name="connsiteX197" fmla="*/ 6949440 w 11722100"/>
                    <a:gd name="connsiteY197" fmla="*/ 3413760 h 4168140"/>
                    <a:gd name="connsiteX198" fmla="*/ 6949440 w 11722100"/>
                    <a:gd name="connsiteY198" fmla="*/ 3413760 h 4168140"/>
                    <a:gd name="connsiteX199" fmla="*/ 6911340 w 11722100"/>
                    <a:gd name="connsiteY199" fmla="*/ 3474720 h 4168140"/>
                    <a:gd name="connsiteX200" fmla="*/ 6888480 w 11722100"/>
                    <a:gd name="connsiteY200" fmla="*/ 3505200 h 4168140"/>
                    <a:gd name="connsiteX201" fmla="*/ 6819900 w 11722100"/>
                    <a:gd name="connsiteY201" fmla="*/ 3566160 h 4168140"/>
                    <a:gd name="connsiteX202" fmla="*/ 6743700 w 11722100"/>
                    <a:gd name="connsiteY202" fmla="*/ 3581400 h 4168140"/>
                    <a:gd name="connsiteX203" fmla="*/ 6675120 w 11722100"/>
                    <a:gd name="connsiteY203" fmla="*/ 3657600 h 4168140"/>
                    <a:gd name="connsiteX204" fmla="*/ 6629400 w 11722100"/>
                    <a:gd name="connsiteY204" fmla="*/ 3718560 h 4168140"/>
                    <a:gd name="connsiteX205" fmla="*/ 6576060 w 11722100"/>
                    <a:gd name="connsiteY205" fmla="*/ 3779520 h 4168140"/>
                    <a:gd name="connsiteX206" fmla="*/ 6484620 w 11722100"/>
                    <a:gd name="connsiteY206" fmla="*/ 3817620 h 4168140"/>
                    <a:gd name="connsiteX207" fmla="*/ 6400800 w 11722100"/>
                    <a:gd name="connsiteY207" fmla="*/ 3832860 h 4168140"/>
                    <a:gd name="connsiteX208" fmla="*/ 6263640 w 11722100"/>
                    <a:gd name="connsiteY208" fmla="*/ 3870960 h 4168140"/>
                    <a:gd name="connsiteX209" fmla="*/ 6126480 w 11722100"/>
                    <a:gd name="connsiteY209" fmla="*/ 3901440 h 4168140"/>
                    <a:gd name="connsiteX210" fmla="*/ 6027420 w 11722100"/>
                    <a:gd name="connsiteY210" fmla="*/ 3916680 h 4168140"/>
                    <a:gd name="connsiteX211" fmla="*/ 5890260 w 11722100"/>
                    <a:gd name="connsiteY211" fmla="*/ 3878580 h 4168140"/>
                    <a:gd name="connsiteX212" fmla="*/ 5821680 w 11722100"/>
                    <a:gd name="connsiteY212" fmla="*/ 3863340 h 4168140"/>
                    <a:gd name="connsiteX213" fmla="*/ 5737860 w 11722100"/>
                    <a:gd name="connsiteY213" fmla="*/ 3825240 h 4168140"/>
                    <a:gd name="connsiteX214" fmla="*/ 5638800 w 11722100"/>
                    <a:gd name="connsiteY214" fmla="*/ 3794760 h 4168140"/>
                    <a:gd name="connsiteX215" fmla="*/ 5524500 w 11722100"/>
                    <a:gd name="connsiteY215" fmla="*/ 3756660 h 4168140"/>
                    <a:gd name="connsiteX216" fmla="*/ 5448300 w 11722100"/>
                    <a:gd name="connsiteY216" fmla="*/ 3718560 h 4168140"/>
                    <a:gd name="connsiteX217" fmla="*/ 5349240 w 11722100"/>
                    <a:gd name="connsiteY217" fmla="*/ 3657600 h 4168140"/>
                    <a:gd name="connsiteX218" fmla="*/ 5295900 w 11722100"/>
                    <a:gd name="connsiteY218" fmla="*/ 3619500 h 4168140"/>
                    <a:gd name="connsiteX219" fmla="*/ 5234940 w 11722100"/>
                    <a:gd name="connsiteY219" fmla="*/ 3596640 h 4168140"/>
                    <a:gd name="connsiteX220" fmla="*/ 5135880 w 11722100"/>
                    <a:gd name="connsiteY220" fmla="*/ 3550920 h 4168140"/>
                    <a:gd name="connsiteX221" fmla="*/ 5059680 w 11722100"/>
                    <a:gd name="connsiteY221" fmla="*/ 3505200 h 4168140"/>
                    <a:gd name="connsiteX222" fmla="*/ 5029200 w 11722100"/>
                    <a:gd name="connsiteY222" fmla="*/ 3482340 h 4168140"/>
                    <a:gd name="connsiteX223" fmla="*/ 4960620 w 11722100"/>
                    <a:gd name="connsiteY223" fmla="*/ 3413760 h 4168140"/>
                    <a:gd name="connsiteX224" fmla="*/ 4876800 w 11722100"/>
                    <a:gd name="connsiteY224" fmla="*/ 3299460 h 4168140"/>
                    <a:gd name="connsiteX225" fmla="*/ 4808220 w 11722100"/>
                    <a:gd name="connsiteY225" fmla="*/ 3200400 h 4168140"/>
                    <a:gd name="connsiteX226" fmla="*/ 4777740 w 11722100"/>
                    <a:gd name="connsiteY226" fmla="*/ 3147060 h 4168140"/>
                    <a:gd name="connsiteX227" fmla="*/ 4724400 w 11722100"/>
                    <a:gd name="connsiteY227" fmla="*/ 3108960 h 4168140"/>
                    <a:gd name="connsiteX228" fmla="*/ 4648200 w 11722100"/>
                    <a:gd name="connsiteY228" fmla="*/ 3063240 h 4168140"/>
                    <a:gd name="connsiteX229" fmla="*/ 4533900 w 11722100"/>
                    <a:gd name="connsiteY229" fmla="*/ 2979420 h 4168140"/>
                    <a:gd name="connsiteX230" fmla="*/ 4427220 w 11722100"/>
                    <a:gd name="connsiteY230" fmla="*/ 2941320 h 4168140"/>
                    <a:gd name="connsiteX231" fmla="*/ 4366260 w 11722100"/>
                    <a:gd name="connsiteY231" fmla="*/ 2903220 h 4168140"/>
                    <a:gd name="connsiteX232" fmla="*/ 4244340 w 11722100"/>
                    <a:gd name="connsiteY232" fmla="*/ 2842260 h 4168140"/>
                    <a:gd name="connsiteX233" fmla="*/ 4145280 w 11722100"/>
                    <a:gd name="connsiteY233" fmla="*/ 2811780 h 4168140"/>
                    <a:gd name="connsiteX234" fmla="*/ 4038600 w 11722100"/>
                    <a:gd name="connsiteY234" fmla="*/ 2804160 h 4168140"/>
                    <a:gd name="connsiteX235" fmla="*/ 3954780 w 11722100"/>
                    <a:gd name="connsiteY235" fmla="*/ 2819400 h 4168140"/>
                    <a:gd name="connsiteX236" fmla="*/ 3863340 w 11722100"/>
                    <a:gd name="connsiteY236" fmla="*/ 2804160 h 4168140"/>
                    <a:gd name="connsiteX237" fmla="*/ 3741420 w 11722100"/>
                    <a:gd name="connsiteY237" fmla="*/ 2781300 h 4168140"/>
                    <a:gd name="connsiteX238" fmla="*/ 3649980 w 11722100"/>
                    <a:gd name="connsiteY238" fmla="*/ 2743200 h 4168140"/>
                    <a:gd name="connsiteX239" fmla="*/ 3573780 w 11722100"/>
                    <a:gd name="connsiteY239" fmla="*/ 2674620 h 4168140"/>
                    <a:gd name="connsiteX240" fmla="*/ 3482340 w 11722100"/>
                    <a:gd name="connsiteY240" fmla="*/ 2621280 h 4168140"/>
                    <a:gd name="connsiteX241" fmla="*/ 3436620 w 11722100"/>
                    <a:gd name="connsiteY241" fmla="*/ 2552700 h 4168140"/>
                    <a:gd name="connsiteX242" fmla="*/ 3329940 w 11722100"/>
                    <a:gd name="connsiteY242" fmla="*/ 2423160 h 4168140"/>
                    <a:gd name="connsiteX243" fmla="*/ 3261360 w 11722100"/>
                    <a:gd name="connsiteY243" fmla="*/ 2324100 h 4168140"/>
                    <a:gd name="connsiteX244" fmla="*/ 3131820 w 11722100"/>
                    <a:gd name="connsiteY244" fmla="*/ 2209800 h 4168140"/>
                    <a:gd name="connsiteX245" fmla="*/ 3040380 w 11722100"/>
                    <a:gd name="connsiteY245" fmla="*/ 2141220 h 4168140"/>
                    <a:gd name="connsiteX246" fmla="*/ 2910840 w 11722100"/>
                    <a:gd name="connsiteY246" fmla="*/ 2034540 h 4168140"/>
                    <a:gd name="connsiteX247" fmla="*/ 2849880 w 11722100"/>
                    <a:gd name="connsiteY247" fmla="*/ 1958340 h 4168140"/>
                    <a:gd name="connsiteX248" fmla="*/ 2743200 w 11722100"/>
                    <a:gd name="connsiteY248" fmla="*/ 1889760 h 4168140"/>
                    <a:gd name="connsiteX249" fmla="*/ 2659380 w 11722100"/>
                    <a:gd name="connsiteY249" fmla="*/ 1844040 h 4168140"/>
                    <a:gd name="connsiteX250" fmla="*/ 2575560 w 11722100"/>
                    <a:gd name="connsiteY250" fmla="*/ 1744980 h 4168140"/>
                    <a:gd name="connsiteX251" fmla="*/ 2468880 w 11722100"/>
                    <a:gd name="connsiteY251" fmla="*/ 1645920 h 4168140"/>
                    <a:gd name="connsiteX252" fmla="*/ 2400300 w 11722100"/>
                    <a:gd name="connsiteY252" fmla="*/ 1607820 h 4168140"/>
                    <a:gd name="connsiteX253" fmla="*/ 2263140 w 11722100"/>
                    <a:gd name="connsiteY253" fmla="*/ 1501140 h 4168140"/>
                    <a:gd name="connsiteX254" fmla="*/ 2171700 w 11722100"/>
                    <a:gd name="connsiteY254" fmla="*/ 1432560 h 4168140"/>
                    <a:gd name="connsiteX255" fmla="*/ 2087880 w 11722100"/>
                    <a:gd name="connsiteY255" fmla="*/ 1363980 h 4168140"/>
                    <a:gd name="connsiteX256" fmla="*/ 1950720 w 11722100"/>
                    <a:gd name="connsiteY256" fmla="*/ 1272540 h 4168140"/>
                    <a:gd name="connsiteX257" fmla="*/ 1805940 w 11722100"/>
                    <a:gd name="connsiteY257" fmla="*/ 1135380 h 4168140"/>
                    <a:gd name="connsiteX258" fmla="*/ 1729740 w 11722100"/>
                    <a:gd name="connsiteY258" fmla="*/ 1089660 h 4168140"/>
                    <a:gd name="connsiteX259" fmla="*/ 1668780 w 11722100"/>
                    <a:gd name="connsiteY259" fmla="*/ 1043940 h 4168140"/>
                    <a:gd name="connsiteX260" fmla="*/ 1592580 w 11722100"/>
                    <a:gd name="connsiteY260" fmla="*/ 990600 h 4168140"/>
                    <a:gd name="connsiteX261" fmla="*/ 1470660 w 11722100"/>
                    <a:gd name="connsiteY261" fmla="*/ 891540 h 4168140"/>
                    <a:gd name="connsiteX262" fmla="*/ 1386840 w 11722100"/>
                    <a:gd name="connsiteY262" fmla="*/ 845820 h 4168140"/>
                    <a:gd name="connsiteX263" fmla="*/ 1318260 w 11722100"/>
                    <a:gd name="connsiteY263" fmla="*/ 784860 h 4168140"/>
                    <a:gd name="connsiteX264" fmla="*/ 1264920 w 11722100"/>
                    <a:gd name="connsiteY264" fmla="*/ 723900 h 4168140"/>
                    <a:gd name="connsiteX265" fmla="*/ 1181100 w 11722100"/>
                    <a:gd name="connsiteY265" fmla="*/ 647700 h 4168140"/>
                    <a:gd name="connsiteX266" fmla="*/ 1089660 w 11722100"/>
                    <a:gd name="connsiteY266" fmla="*/ 624840 h 4168140"/>
                    <a:gd name="connsiteX267" fmla="*/ 1021080 w 11722100"/>
                    <a:gd name="connsiteY267" fmla="*/ 586740 h 4168140"/>
                    <a:gd name="connsiteX268" fmla="*/ 937260 w 11722100"/>
                    <a:gd name="connsiteY268" fmla="*/ 548640 h 4168140"/>
                    <a:gd name="connsiteX269" fmla="*/ 830580 w 11722100"/>
                    <a:gd name="connsiteY269" fmla="*/ 510540 h 4168140"/>
                    <a:gd name="connsiteX270" fmla="*/ 754380 w 11722100"/>
                    <a:gd name="connsiteY270" fmla="*/ 457200 h 4168140"/>
                    <a:gd name="connsiteX271" fmla="*/ 708660 w 11722100"/>
                    <a:gd name="connsiteY271" fmla="*/ 419100 h 4168140"/>
                    <a:gd name="connsiteX272" fmla="*/ 609600 w 11722100"/>
                    <a:gd name="connsiteY272" fmla="*/ 396240 h 4168140"/>
                    <a:gd name="connsiteX273" fmla="*/ 548640 w 11722100"/>
                    <a:gd name="connsiteY273" fmla="*/ 320040 h 4168140"/>
                    <a:gd name="connsiteX274" fmla="*/ 510540 w 11722100"/>
                    <a:gd name="connsiteY274" fmla="*/ 251460 h 4168140"/>
                    <a:gd name="connsiteX275" fmla="*/ 464820 w 11722100"/>
                    <a:gd name="connsiteY275" fmla="*/ 190500 h 4168140"/>
                    <a:gd name="connsiteX276" fmla="*/ 411480 w 11722100"/>
                    <a:gd name="connsiteY276" fmla="*/ 137160 h 4168140"/>
                    <a:gd name="connsiteX277" fmla="*/ 373380 w 11722100"/>
                    <a:gd name="connsiteY277" fmla="*/ 45720 h 4168140"/>
                    <a:gd name="connsiteX278" fmla="*/ 342900 w 11722100"/>
                    <a:gd name="connsiteY278" fmla="*/ 0 h 4168140"/>
                    <a:gd name="connsiteX279" fmla="*/ 327660 w 11722100"/>
                    <a:gd name="connsiteY279" fmla="*/ 60960 h 4168140"/>
                    <a:gd name="connsiteX280" fmla="*/ 289560 w 11722100"/>
                    <a:gd name="connsiteY280" fmla="*/ 91440 h 4168140"/>
                    <a:gd name="connsiteX281" fmla="*/ 236220 w 11722100"/>
                    <a:gd name="connsiteY281" fmla="*/ 114300 h 4168140"/>
                    <a:gd name="connsiteX282" fmla="*/ 198120 w 11722100"/>
                    <a:gd name="connsiteY282" fmla="*/ 175260 h 4168140"/>
                    <a:gd name="connsiteX283" fmla="*/ 175260 w 11722100"/>
                    <a:gd name="connsiteY283" fmla="*/ 228600 h 4168140"/>
                    <a:gd name="connsiteX284" fmla="*/ 114300 w 11722100"/>
                    <a:gd name="connsiteY284" fmla="*/ 236220 h 4168140"/>
                    <a:gd name="connsiteX285" fmla="*/ 45720 w 11722100"/>
                    <a:gd name="connsiteY285" fmla="*/ 251460 h 4168140"/>
                    <a:gd name="connsiteX286" fmla="*/ 0 w 11722100"/>
                    <a:gd name="connsiteY286" fmla="*/ 281940 h 4168140"/>
                    <a:gd name="connsiteX287" fmla="*/ 68580 w 11722100"/>
                    <a:gd name="connsiteY287" fmla="*/ 320040 h 4168140"/>
                    <a:gd name="connsiteX0" fmla="*/ 68580 w 11737340"/>
                    <a:gd name="connsiteY0" fmla="*/ 320040 h 4168140"/>
                    <a:gd name="connsiteX1" fmla="*/ 121920 w 11737340"/>
                    <a:gd name="connsiteY1" fmla="*/ 381000 h 4168140"/>
                    <a:gd name="connsiteX2" fmla="*/ 198120 w 11737340"/>
                    <a:gd name="connsiteY2" fmla="*/ 419100 h 4168140"/>
                    <a:gd name="connsiteX3" fmla="*/ 320040 w 11737340"/>
                    <a:gd name="connsiteY3" fmla="*/ 510540 h 4168140"/>
                    <a:gd name="connsiteX4" fmla="*/ 411480 w 11737340"/>
                    <a:gd name="connsiteY4" fmla="*/ 563880 h 4168140"/>
                    <a:gd name="connsiteX5" fmla="*/ 472440 w 11737340"/>
                    <a:gd name="connsiteY5" fmla="*/ 632460 h 4168140"/>
                    <a:gd name="connsiteX6" fmla="*/ 601980 w 11737340"/>
                    <a:gd name="connsiteY6" fmla="*/ 708660 h 4168140"/>
                    <a:gd name="connsiteX7" fmla="*/ 739140 w 11737340"/>
                    <a:gd name="connsiteY7" fmla="*/ 784860 h 4168140"/>
                    <a:gd name="connsiteX8" fmla="*/ 861060 w 11737340"/>
                    <a:gd name="connsiteY8" fmla="*/ 868680 h 4168140"/>
                    <a:gd name="connsiteX9" fmla="*/ 944880 w 11737340"/>
                    <a:gd name="connsiteY9" fmla="*/ 952500 h 4168140"/>
                    <a:gd name="connsiteX10" fmla="*/ 1021080 w 11737340"/>
                    <a:gd name="connsiteY10" fmla="*/ 1005840 h 4168140"/>
                    <a:gd name="connsiteX11" fmla="*/ 1097280 w 11737340"/>
                    <a:gd name="connsiteY11" fmla="*/ 1043940 h 4168140"/>
                    <a:gd name="connsiteX12" fmla="*/ 1181100 w 11737340"/>
                    <a:gd name="connsiteY12" fmla="*/ 1104900 h 4168140"/>
                    <a:gd name="connsiteX13" fmla="*/ 1249680 w 11737340"/>
                    <a:gd name="connsiteY13" fmla="*/ 1150620 h 4168140"/>
                    <a:gd name="connsiteX14" fmla="*/ 1341120 w 11737340"/>
                    <a:gd name="connsiteY14" fmla="*/ 1196340 h 4168140"/>
                    <a:gd name="connsiteX15" fmla="*/ 1417320 w 11737340"/>
                    <a:gd name="connsiteY15" fmla="*/ 1257300 h 4168140"/>
                    <a:gd name="connsiteX16" fmla="*/ 1493520 w 11737340"/>
                    <a:gd name="connsiteY16" fmla="*/ 1333500 h 4168140"/>
                    <a:gd name="connsiteX17" fmla="*/ 1569720 w 11737340"/>
                    <a:gd name="connsiteY17" fmla="*/ 1356360 h 4168140"/>
                    <a:gd name="connsiteX18" fmla="*/ 1684020 w 11737340"/>
                    <a:gd name="connsiteY18" fmla="*/ 1424940 h 4168140"/>
                    <a:gd name="connsiteX19" fmla="*/ 1729740 w 11737340"/>
                    <a:gd name="connsiteY19" fmla="*/ 1485900 h 4168140"/>
                    <a:gd name="connsiteX20" fmla="*/ 1844040 w 11737340"/>
                    <a:gd name="connsiteY20" fmla="*/ 1569720 h 4168140"/>
                    <a:gd name="connsiteX21" fmla="*/ 1935480 w 11737340"/>
                    <a:gd name="connsiteY21" fmla="*/ 1615440 h 4168140"/>
                    <a:gd name="connsiteX22" fmla="*/ 2049780 w 11737340"/>
                    <a:gd name="connsiteY22" fmla="*/ 1691640 h 4168140"/>
                    <a:gd name="connsiteX23" fmla="*/ 2133600 w 11737340"/>
                    <a:gd name="connsiteY23" fmla="*/ 1729740 h 4168140"/>
                    <a:gd name="connsiteX24" fmla="*/ 2202180 w 11737340"/>
                    <a:gd name="connsiteY24" fmla="*/ 1805940 h 4168140"/>
                    <a:gd name="connsiteX25" fmla="*/ 2255520 w 11737340"/>
                    <a:gd name="connsiteY25" fmla="*/ 1821180 h 4168140"/>
                    <a:gd name="connsiteX26" fmla="*/ 2316480 w 11737340"/>
                    <a:gd name="connsiteY26" fmla="*/ 1866900 h 4168140"/>
                    <a:gd name="connsiteX27" fmla="*/ 2423160 w 11737340"/>
                    <a:gd name="connsiteY27" fmla="*/ 2004060 h 4168140"/>
                    <a:gd name="connsiteX28" fmla="*/ 2476500 w 11737340"/>
                    <a:gd name="connsiteY28" fmla="*/ 2087880 h 4168140"/>
                    <a:gd name="connsiteX29" fmla="*/ 2567940 w 11737340"/>
                    <a:gd name="connsiteY29" fmla="*/ 2148840 h 4168140"/>
                    <a:gd name="connsiteX30" fmla="*/ 2682240 w 11737340"/>
                    <a:gd name="connsiteY30" fmla="*/ 2186940 h 4168140"/>
                    <a:gd name="connsiteX31" fmla="*/ 2743200 w 11737340"/>
                    <a:gd name="connsiteY31" fmla="*/ 2209800 h 4168140"/>
                    <a:gd name="connsiteX32" fmla="*/ 2811780 w 11737340"/>
                    <a:gd name="connsiteY32" fmla="*/ 2247900 h 4168140"/>
                    <a:gd name="connsiteX33" fmla="*/ 2887980 w 11737340"/>
                    <a:gd name="connsiteY33" fmla="*/ 2301240 h 4168140"/>
                    <a:gd name="connsiteX34" fmla="*/ 2979420 w 11737340"/>
                    <a:gd name="connsiteY34" fmla="*/ 2385060 h 4168140"/>
                    <a:gd name="connsiteX35" fmla="*/ 3055620 w 11737340"/>
                    <a:gd name="connsiteY35" fmla="*/ 2461260 h 4168140"/>
                    <a:gd name="connsiteX36" fmla="*/ 3139440 w 11737340"/>
                    <a:gd name="connsiteY36" fmla="*/ 2537460 h 4168140"/>
                    <a:gd name="connsiteX37" fmla="*/ 3261360 w 11737340"/>
                    <a:gd name="connsiteY37" fmla="*/ 2628900 h 4168140"/>
                    <a:gd name="connsiteX38" fmla="*/ 3345180 w 11737340"/>
                    <a:gd name="connsiteY38" fmla="*/ 2720340 h 4168140"/>
                    <a:gd name="connsiteX39" fmla="*/ 3444240 w 11737340"/>
                    <a:gd name="connsiteY39" fmla="*/ 2796540 h 4168140"/>
                    <a:gd name="connsiteX40" fmla="*/ 3558540 w 11737340"/>
                    <a:gd name="connsiteY40" fmla="*/ 2872740 h 4168140"/>
                    <a:gd name="connsiteX41" fmla="*/ 3619500 w 11737340"/>
                    <a:gd name="connsiteY41" fmla="*/ 2979420 h 4168140"/>
                    <a:gd name="connsiteX42" fmla="*/ 3619500 w 11737340"/>
                    <a:gd name="connsiteY42" fmla="*/ 2979420 h 4168140"/>
                    <a:gd name="connsiteX43" fmla="*/ 3649980 w 11737340"/>
                    <a:gd name="connsiteY43" fmla="*/ 3048000 h 4168140"/>
                    <a:gd name="connsiteX44" fmla="*/ 3703320 w 11737340"/>
                    <a:gd name="connsiteY44" fmla="*/ 3086100 h 4168140"/>
                    <a:gd name="connsiteX45" fmla="*/ 3764280 w 11737340"/>
                    <a:gd name="connsiteY45" fmla="*/ 3063240 h 4168140"/>
                    <a:gd name="connsiteX46" fmla="*/ 3848100 w 11737340"/>
                    <a:gd name="connsiteY46" fmla="*/ 3025140 h 4168140"/>
                    <a:gd name="connsiteX47" fmla="*/ 3916680 w 11737340"/>
                    <a:gd name="connsiteY47" fmla="*/ 3032760 h 4168140"/>
                    <a:gd name="connsiteX48" fmla="*/ 4030980 w 11737340"/>
                    <a:gd name="connsiteY48" fmla="*/ 3063240 h 4168140"/>
                    <a:gd name="connsiteX49" fmla="*/ 4137660 w 11737340"/>
                    <a:gd name="connsiteY49" fmla="*/ 3101340 h 4168140"/>
                    <a:gd name="connsiteX50" fmla="*/ 4259580 w 11737340"/>
                    <a:gd name="connsiteY50" fmla="*/ 3147060 h 4168140"/>
                    <a:gd name="connsiteX51" fmla="*/ 4381500 w 11737340"/>
                    <a:gd name="connsiteY51" fmla="*/ 3192780 h 4168140"/>
                    <a:gd name="connsiteX52" fmla="*/ 4526280 w 11737340"/>
                    <a:gd name="connsiteY52" fmla="*/ 3276600 h 4168140"/>
                    <a:gd name="connsiteX53" fmla="*/ 4587240 w 11737340"/>
                    <a:gd name="connsiteY53" fmla="*/ 3299460 h 4168140"/>
                    <a:gd name="connsiteX54" fmla="*/ 4610100 w 11737340"/>
                    <a:gd name="connsiteY54" fmla="*/ 3352800 h 4168140"/>
                    <a:gd name="connsiteX55" fmla="*/ 4648200 w 11737340"/>
                    <a:gd name="connsiteY55" fmla="*/ 3436620 h 4168140"/>
                    <a:gd name="connsiteX56" fmla="*/ 4671060 w 11737340"/>
                    <a:gd name="connsiteY56" fmla="*/ 3520440 h 4168140"/>
                    <a:gd name="connsiteX57" fmla="*/ 4678680 w 11737340"/>
                    <a:gd name="connsiteY57" fmla="*/ 3589020 h 4168140"/>
                    <a:gd name="connsiteX58" fmla="*/ 4686300 w 11737340"/>
                    <a:gd name="connsiteY58" fmla="*/ 3649980 h 4168140"/>
                    <a:gd name="connsiteX59" fmla="*/ 4724400 w 11737340"/>
                    <a:gd name="connsiteY59" fmla="*/ 3680460 h 4168140"/>
                    <a:gd name="connsiteX60" fmla="*/ 4785360 w 11737340"/>
                    <a:gd name="connsiteY60" fmla="*/ 3672840 h 4168140"/>
                    <a:gd name="connsiteX61" fmla="*/ 4869180 w 11737340"/>
                    <a:gd name="connsiteY61" fmla="*/ 3703320 h 4168140"/>
                    <a:gd name="connsiteX62" fmla="*/ 4914900 w 11737340"/>
                    <a:gd name="connsiteY62" fmla="*/ 3756660 h 4168140"/>
                    <a:gd name="connsiteX63" fmla="*/ 5105400 w 11737340"/>
                    <a:gd name="connsiteY63" fmla="*/ 3832860 h 4168140"/>
                    <a:gd name="connsiteX64" fmla="*/ 5173980 w 11737340"/>
                    <a:gd name="connsiteY64" fmla="*/ 3886200 h 4168140"/>
                    <a:gd name="connsiteX65" fmla="*/ 5242560 w 11737340"/>
                    <a:gd name="connsiteY65" fmla="*/ 3924300 h 4168140"/>
                    <a:gd name="connsiteX66" fmla="*/ 5364480 w 11737340"/>
                    <a:gd name="connsiteY66" fmla="*/ 3962400 h 4168140"/>
                    <a:gd name="connsiteX67" fmla="*/ 5516880 w 11737340"/>
                    <a:gd name="connsiteY67" fmla="*/ 4046220 h 4168140"/>
                    <a:gd name="connsiteX68" fmla="*/ 5585460 w 11737340"/>
                    <a:gd name="connsiteY68" fmla="*/ 4099560 h 4168140"/>
                    <a:gd name="connsiteX69" fmla="*/ 5661660 w 11737340"/>
                    <a:gd name="connsiteY69" fmla="*/ 4122420 h 4168140"/>
                    <a:gd name="connsiteX70" fmla="*/ 5745480 w 11737340"/>
                    <a:gd name="connsiteY70" fmla="*/ 4130040 h 4168140"/>
                    <a:gd name="connsiteX71" fmla="*/ 5836920 w 11737340"/>
                    <a:gd name="connsiteY71" fmla="*/ 4130040 h 4168140"/>
                    <a:gd name="connsiteX72" fmla="*/ 5951220 w 11737340"/>
                    <a:gd name="connsiteY72" fmla="*/ 4145280 h 4168140"/>
                    <a:gd name="connsiteX73" fmla="*/ 6035040 w 11737340"/>
                    <a:gd name="connsiteY73" fmla="*/ 4168140 h 4168140"/>
                    <a:gd name="connsiteX74" fmla="*/ 6149340 w 11737340"/>
                    <a:gd name="connsiteY74" fmla="*/ 4137660 h 4168140"/>
                    <a:gd name="connsiteX75" fmla="*/ 6286500 w 11737340"/>
                    <a:gd name="connsiteY75" fmla="*/ 4114800 h 4168140"/>
                    <a:gd name="connsiteX76" fmla="*/ 6393180 w 11737340"/>
                    <a:gd name="connsiteY76" fmla="*/ 4053840 h 4168140"/>
                    <a:gd name="connsiteX77" fmla="*/ 6484620 w 11737340"/>
                    <a:gd name="connsiteY77" fmla="*/ 4038600 h 4168140"/>
                    <a:gd name="connsiteX78" fmla="*/ 6583680 w 11737340"/>
                    <a:gd name="connsiteY78" fmla="*/ 3970020 h 4168140"/>
                    <a:gd name="connsiteX79" fmla="*/ 6697980 w 11737340"/>
                    <a:gd name="connsiteY79" fmla="*/ 3886200 h 4168140"/>
                    <a:gd name="connsiteX80" fmla="*/ 6728460 w 11737340"/>
                    <a:gd name="connsiteY80" fmla="*/ 3817620 h 4168140"/>
                    <a:gd name="connsiteX81" fmla="*/ 6842760 w 11737340"/>
                    <a:gd name="connsiteY81" fmla="*/ 3733800 h 4168140"/>
                    <a:gd name="connsiteX82" fmla="*/ 6972300 w 11737340"/>
                    <a:gd name="connsiteY82" fmla="*/ 3642360 h 4168140"/>
                    <a:gd name="connsiteX83" fmla="*/ 7078980 w 11737340"/>
                    <a:gd name="connsiteY83" fmla="*/ 3528060 h 4168140"/>
                    <a:gd name="connsiteX84" fmla="*/ 7139940 w 11737340"/>
                    <a:gd name="connsiteY84" fmla="*/ 3444240 h 4168140"/>
                    <a:gd name="connsiteX85" fmla="*/ 7269480 w 11737340"/>
                    <a:gd name="connsiteY85" fmla="*/ 3284220 h 4168140"/>
                    <a:gd name="connsiteX86" fmla="*/ 7330440 w 11737340"/>
                    <a:gd name="connsiteY86" fmla="*/ 3185160 h 4168140"/>
                    <a:gd name="connsiteX87" fmla="*/ 7376160 w 11737340"/>
                    <a:gd name="connsiteY87" fmla="*/ 3116580 h 4168140"/>
                    <a:gd name="connsiteX88" fmla="*/ 7444740 w 11737340"/>
                    <a:gd name="connsiteY88" fmla="*/ 3093720 h 4168140"/>
                    <a:gd name="connsiteX89" fmla="*/ 7513320 w 11737340"/>
                    <a:gd name="connsiteY89" fmla="*/ 3101340 h 4168140"/>
                    <a:gd name="connsiteX90" fmla="*/ 7574280 w 11737340"/>
                    <a:gd name="connsiteY90" fmla="*/ 3078480 h 4168140"/>
                    <a:gd name="connsiteX91" fmla="*/ 7726680 w 11737340"/>
                    <a:gd name="connsiteY91" fmla="*/ 3108960 h 4168140"/>
                    <a:gd name="connsiteX92" fmla="*/ 7833360 w 11737340"/>
                    <a:gd name="connsiteY92" fmla="*/ 3162300 h 4168140"/>
                    <a:gd name="connsiteX93" fmla="*/ 7962900 w 11737340"/>
                    <a:gd name="connsiteY93" fmla="*/ 3192780 h 4168140"/>
                    <a:gd name="connsiteX94" fmla="*/ 8161020 w 11737340"/>
                    <a:gd name="connsiteY94" fmla="*/ 3268980 h 4168140"/>
                    <a:gd name="connsiteX95" fmla="*/ 8290560 w 11737340"/>
                    <a:gd name="connsiteY95" fmla="*/ 3337560 h 4168140"/>
                    <a:gd name="connsiteX96" fmla="*/ 8382000 w 11737340"/>
                    <a:gd name="connsiteY96" fmla="*/ 3360420 h 4168140"/>
                    <a:gd name="connsiteX97" fmla="*/ 8458200 w 11737340"/>
                    <a:gd name="connsiteY97" fmla="*/ 3398520 h 4168140"/>
                    <a:gd name="connsiteX98" fmla="*/ 8595360 w 11737340"/>
                    <a:gd name="connsiteY98" fmla="*/ 3512820 h 4168140"/>
                    <a:gd name="connsiteX99" fmla="*/ 8641080 w 11737340"/>
                    <a:gd name="connsiteY99" fmla="*/ 3566160 h 4168140"/>
                    <a:gd name="connsiteX100" fmla="*/ 8702040 w 11737340"/>
                    <a:gd name="connsiteY100" fmla="*/ 3604260 h 4168140"/>
                    <a:gd name="connsiteX101" fmla="*/ 8763000 w 11737340"/>
                    <a:gd name="connsiteY101" fmla="*/ 3634740 h 4168140"/>
                    <a:gd name="connsiteX102" fmla="*/ 8854440 w 11737340"/>
                    <a:gd name="connsiteY102" fmla="*/ 3627120 h 4168140"/>
                    <a:gd name="connsiteX103" fmla="*/ 8968740 w 11737340"/>
                    <a:gd name="connsiteY103" fmla="*/ 3619500 h 4168140"/>
                    <a:gd name="connsiteX104" fmla="*/ 9060180 w 11737340"/>
                    <a:gd name="connsiteY104" fmla="*/ 3642360 h 4168140"/>
                    <a:gd name="connsiteX105" fmla="*/ 9151620 w 11737340"/>
                    <a:gd name="connsiteY105" fmla="*/ 3657600 h 4168140"/>
                    <a:gd name="connsiteX106" fmla="*/ 9227820 w 11737340"/>
                    <a:gd name="connsiteY106" fmla="*/ 3642360 h 4168140"/>
                    <a:gd name="connsiteX107" fmla="*/ 9311640 w 11737340"/>
                    <a:gd name="connsiteY107" fmla="*/ 3611880 h 4168140"/>
                    <a:gd name="connsiteX108" fmla="*/ 9433560 w 11737340"/>
                    <a:gd name="connsiteY108" fmla="*/ 3589020 h 4168140"/>
                    <a:gd name="connsiteX109" fmla="*/ 9509760 w 11737340"/>
                    <a:gd name="connsiteY109" fmla="*/ 3528060 h 4168140"/>
                    <a:gd name="connsiteX110" fmla="*/ 9646920 w 11737340"/>
                    <a:gd name="connsiteY110" fmla="*/ 3489960 h 4168140"/>
                    <a:gd name="connsiteX111" fmla="*/ 9784080 w 11737340"/>
                    <a:gd name="connsiteY111" fmla="*/ 3444240 h 4168140"/>
                    <a:gd name="connsiteX112" fmla="*/ 9860280 w 11737340"/>
                    <a:gd name="connsiteY112" fmla="*/ 3383280 h 4168140"/>
                    <a:gd name="connsiteX113" fmla="*/ 9921240 w 11737340"/>
                    <a:gd name="connsiteY113" fmla="*/ 3314700 h 4168140"/>
                    <a:gd name="connsiteX114" fmla="*/ 9997440 w 11737340"/>
                    <a:gd name="connsiteY114" fmla="*/ 3208020 h 4168140"/>
                    <a:gd name="connsiteX115" fmla="*/ 10043160 w 11737340"/>
                    <a:gd name="connsiteY115" fmla="*/ 3101340 h 4168140"/>
                    <a:gd name="connsiteX116" fmla="*/ 10104120 w 11737340"/>
                    <a:gd name="connsiteY116" fmla="*/ 3017520 h 4168140"/>
                    <a:gd name="connsiteX117" fmla="*/ 10157460 w 11737340"/>
                    <a:gd name="connsiteY117" fmla="*/ 2933700 h 4168140"/>
                    <a:gd name="connsiteX118" fmla="*/ 10218420 w 11737340"/>
                    <a:gd name="connsiteY118" fmla="*/ 2849880 h 4168140"/>
                    <a:gd name="connsiteX119" fmla="*/ 10294620 w 11737340"/>
                    <a:gd name="connsiteY119" fmla="*/ 2735580 h 4168140"/>
                    <a:gd name="connsiteX120" fmla="*/ 10347960 w 11737340"/>
                    <a:gd name="connsiteY120" fmla="*/ 2621280 h 4168140"/>
                    <a:gd name="connsiteX121" fmla="*/ 10431780 w 11737340"/>
                    <a:gd name="connsiteY121" fmla="*/ 2499360 h 4168140"/>
                    <a:gd name="connsiteX122" fmla="*/ 10500360 w 11737340"/>
                    <a:gd name="connsiteY122" fmla="*/ 2354580 h 4168140"/>
                    <a:gd name="connsiteX123" fmla="*/ 10553700 w 11737340"/>
                    <a:gd name="connsiteY123" fmla="*/ 2263140 h 4168140"/>
                    <a:gd name="connsiteX124" fmla="*/ 10584180 w 11737340"/>
                    <a:gd name="connsiteY124" fmla="*/ 2194560 h 4168140"/>
                    <a:gd name="connsiteX125" fmla="*/ 10614660 w 11737340"/>
                    <a:gd name="connsiteY125" fmla="*/ 2118360 h 4168140"/>
                    <a:gd name="connsiteX126" fmla="*/ 10675620 w 11737340"/>
                    <a:gd name="connsiteY126" fmla="*/ 2049780 h 4168140"/>
                    <a:gd name="connsiteX127" fmla="*/ 10690860 w 11737340"/>
                    <a:gd name="connsiteY127" fmla="*/ 1988820 h 4168140"/>
                    <a:gd name="connsiteX128" fmla="*/ 10713720 w 11737340"/>
                    <a:gd name="connsiteY128" fmla="*/ 1927860 h 4168140"/>
                    <a:gd name="connsiteX129" fmla="*/ 10767060 w 11737340"/>
                    <a:gd name="connsiteY129" fmla="*/ 1859280 h 4168140"/>
                    <a:gd name="connsiteX130" fmla="*/ 10873740 w 11737340"/>
                    <a:gd name="connsiteY130" fmla="*/ 1828800 h 4168140"/>
                    <a:gd name="connsiteX131" fmla="*/ 11079480 w 11737340"/>
                    <a:gd name="connsiteY131" fmla="*/ 1767840 h 4168140"/>
                    <a:gd name="connsiteX132" fmla="*/ 11247120 w 11737340"/>
                    <a:gd name="connsiteY132" fmla="*/ 1684020 h 4168140"/>
                    <a:gd name="connsiteX133" fmla="*/ 11414760 w 11737340"/>
                    <a:gd name="connsiteY133" fmla="*/ 1638300 h 4168140"/>
                    <a:gd name="connsiteX134" fmla="*/ 11490960 w 11737340"/>
                    <a:gd name="connsiteY134" fmla="*/ 1577340 h 4168140"/>
                    <a:gd name="connsiteX135" fmla="*/ 11635740 w 11737340"/>
                    <a:gd name="connsiteY135" fmla="*/ 1508760 h 4168140"/>
                    <a:gd name="connsiteX136" fmla="*/ 11737340 w 11737340"/>
                    <a:gd name="connsiteY136" fmla="*/ 1442720 h 4168140"/>
                    <a:gd name="connsiteX137" fmla="*/ 11620500 w 11737340"/>
                    <a:gd name="connsiteY137" fmla="*/ 1417320 h 4168140"/>
                    <a:gd name="connsiteX138" fmla="*/ 11567160 w 11737340"/>
                    <a:gd name="connsiteY138" fmla="*/ 1379220 h 4168140"/>
                    <a:gd name="connsiteX139" fmla="*/ 11498580 w 11737340"/>
                    <a:gd name="connsiteY139" fmla="*/ 1318260 h 4168140"/>
                    <a:gd name="connsiteX140" fmla="*/ 11468100 w 11737340"/>
                    <a:gd name="connsiteY140" fmla="*/ 1280160 h 4168140"/>
                    <a:gd name="connsiteX141" fmla="*/ 11430000 w 11737340"/>
                    <a:gd name="connsiteY141" fmla="*/ 1216660 h 4168140"/>
                    <a:gd name="connsiteX142" fmla="*/ 11384280 w 11737340"/>
                    <a:gd name="connsiteY142" fmla="*/ 1310640 h 4168140"/>
                    <a:gd name="connsiteX143" fmla="*/ 11353800 w 11737340"/>
                    <a:gd name="connsiteY143" fmla="*/ 1356360 h 4168140"/>
                    <a:gd name="connsiteX144" fmla="*/ 11224260 w 11737340"/>
                    <a:gd name="connsiteY144" fmla="*/ 1417320 h 4168140"/>
                    <a:gd name="connsiteX145" fmla="*/ 11109960 w 11737340"/>
                    <a:gd name="connsiteY145" fmla="*/ 1463040 h 4168140"/>
                    <a:gd name="connsiteX146" fmla="*/ 10911840 w 11737340"/>
                    <a:gd name="connsiteY146" fmla="*/ 1524000 h 4168140"/>
                    <a:gd name="connsiteX147" fmla="*/ 10774680 w 11737340"/>
                    <a:gd name="connsiteY147" fmla="*/ 1546860 h 4168140"/>
                    <a:gd name="connsiteX148" fmla="*/ 10675620 w 11737340"/>
                    <a:gd name="connsiteY148" fmla="*/ 1615440 h 4168140"/>
                    <a:gd name="connsiteX149" fmla="*/ 10568940 w 11737340"/>
                    <a:gd name="connsiteY149" fmla="*/ 1676400 h 4168140"/>
                    <a:gd name="connsiteX150" fmla="*/ 10485120 w 11737340"/>
                    <a:gd name="connsiteY150" fmla="*/ 1760220 h 4168140"/>
                    <a:gd name="connsiteX151" fmla="*/ 10454640 w 11737340"/>
                    <a:gd name="connsiteY151" fmla="*/ 1836420 h 4168140"/>
                    <a:gd name="connsiteX152" fmla="*/ 10416540 w 11737340"/>
                    <a:gd name="connsiteY152" fmla="*/ 1927860 h 4168140"/>
                    <a:gd name="connsiteX153" fmla="*/ 10401300 w 11737340"/>
                    <a:gd name="connsiteY153" fmla="*/ 2004060 h 4168140"/>
                    <a:gd name="connsiteX154" fmla="*/ 10363200 w 11737340"/>
                    <a:gd name="connsiteY154" fmla="*/ 2095500 h 4168140"/>
                    <a:gd name="connsiteX155" fmla="*/ 10317480 w 11737340"/>
                    <a:gd name="connsiteY155" fmla="*/ 2225040 h 4168140"/>
                    <a:gd name="connsiteX156" fmla="*/ 10287000 w 11737340"/>
                    <a:gd name="connsiteY156" fmla="*/ 2346960 h 4168140"/>
                    <a:gd name="connsiteX157" fmla="*/ 10218420 w 11737340"/>
                    <a:gd name="connsiteY157" fmla="*/ 2499360 h 4168140"/>
                    <a:gd name="connsiteX158" fmla="*/ 10134600 w 11737340"/>
                    <a:gd name="connsiteY158" fmla="*/ 2621280 h 4168140"/>
                    <a:gd name="connsiteX159" fmla="*/ 10043160 w 11737340"/>
                    <a:gd name="connsiteY159" fmla="*/ 2735580 h 4168140"/>
                    <a:gd name="connsiteX160" fmla="*/ 9974580 w 11737340"/>
                    <a:gd name="connsiteY160" fmla="*/ 2857500 h 4168140"/>
                    <a:gd name="connsiteX161" fmla="*/ 9906000 w 11737340"/>
                    <a:gd name="connsiteY161" fmla="*/ 2941320 h 4168140"/>
                    <a:gd name="connsiteX162" fmla="*/ 9860280 w 11737340"/>
                    <a:gd name="connsiteY162" fmla="*/ 3032760 h 4168140"/>
                    <a:gd name="connsiteX163" fmla="*/ 9806940 w 11737340"/>
                    <a:gd name="connsiteY163" fmla="*/ 3116580 h 4168140"/>
                    <a:gd name="connsiteX164" fmla="*/ 9715500 w 11737340"/>
                    <a:gd name="connsiteY164" fmla="*/ 3208020 h 4168140"/>
                    <a:gd name="connsiteX165" fmla="*/ 9616440 w 11737340"/>
                    <a:gd name="connsiteY165" fmla="*/ 3261360 h 4168140"/>
                    <a:gd name="connsiteX166" fmla="*/ 9532620 w 11737340"/>
                    <a:gd name="connsiteY166" fmla="*/ 3329940 h 4168140"/>
                    <a:gd name="connsiteX167" fmla="*/ 9471660 w 11737340"/>
                    <a:gd name="connsiteY167" fmla="*/ 3375660 h 4168140"/>
                    <a:gd name="connsiteX168" fmla="*/ 9410700 w 11737340"/>
                    <a:gd name="connsiteY168" fmla="*/ 3429000 h 4168140"/>
                    <a:gd name="connsiteX169" fmla="*/ 9288780 w 11737340"/>
                    <a:gd name="connsiteY169" fmla="*/ 3436620 h 4168140"/>
                    <a:gd name="connsiteX170" fmla="*/ 9166860 w 11737340"/>
                    <a:gd name="connsiteY170" fmla="*/ 3444240 h 4168140"/>
                    <a:gd name="connsiteX171" fmla="*/ 9029700 w 11737340"/>
                    <a:gd name="connsiteY171" fmla="*/ 3413760 h 4168140"/>
                    <a:gd name="connsiteX172" fmla="*/ 8823960 w 11737340"/>
                    <a:gd name="connsiteY172" fmla="*/ 3360420 h 4168140"/>
                    <a:gd name="connsiteX173" fmla="*/ 8679180 w 11737340"/>
                    <a:gd name="connsiteY173" fmla="*/ 3329940 h 4168140"/>
                    <a:gd name="connsiteX174" fmla="*/ 8572500 w 11737340"/>
                    <a:gd name="connsiteY174" fmla="*/ 3276600 h 4168140"/>
                    <a:gd name="connsiteX175" fmla="*/ 8465820 w 11737340"/>
                    <a:gd name="connsiteY175" fmla="*/ 3215640 h 4168140"/>
                    <a:gd name="connsiteX176" fmla="*/ 8321040 w 11737340"/>
                    <a:gd name="connsiteY176" fmla="*/ 3177540 h 4168140"/>
                    <a:gd name="connsiteX177" fmla="*/ 8199120 w 11737340"/>
                    <a:gd name="connsiteY177" fmla="*/ 3131820 h 4168140"/>
                    <a:gd name="connsiteX178" fmla="*/ 8069580 w 11737340"/>
                    <a:gd name="connsiteY178" fmla="*/ 3078480 h 4168140"/>
                    <a:gd name="connsiteX179" fmla="*/ 7917180 w 11737340"/>
                    <a:gd name="connsiteY179" fmla="*/ 2994660 h 4168140"/>
                    <a:gd name="connsiteX180" fmla="*/ 7787640 w 11737340"/>
                    <a:gd name="connsiteY180" fmla="*/ 2971800 h 4168140"/>
                    <a:gd name="connsiteX181" fmla="*/ 7719060 w 11737340"/>
                    <a:gd name="connsiteY181" fmla="*/ 2933700 h 4168140"/>
                    <a:gd name="connsiteX182" fmla="*/ 7612380 w 11737340"/>
                    <a:gd name="connsiteY182" fmla="*/ 2903220 h 4168140"/>
                    <a:gd name="connsiteX183" fmla="*/ 7566660 w 11737340"/>
                    <a:gd name="connsiteY183" fmla="*/ 2887980 h 4168140"/>
                    <a:gd name="connsiteX184" fmla="*/ 7551420 w 11737340"/>
                    <a:gd name="connsiteY184" fmla="*/ 2849880 h 4168140"/>
                    <a:gd name="connsiteX185" fmla="*/ 7533640 w 11737340"/>
                    <a:gd name="connsiteY185" fmla="*/ 2788920 h 4168140"/>
                    <a:gd name="connsiteX186" fmla="*/ 7475220 w 11737340"/>
                    <a:gd name="connsiteY186" fmla="*/ 2857500 h 4168140"/>
                    <a:gd name="connsiteX187" fmla="*/ 7414260 w 11737340"/>
                    <a:gd name="connsiteY187" fmla="*/ 2887980 h 4168140"/>
                    <a:gd name="connsiteX188" fmla="*/ 7345680 w 11737340"/>
                    <a:gd name="connsiteY188" fmla="*/ 2971800 h 4168140"/>
                    <a:gd name="connsiteX189" fmla="*/ 7315200 w 11737340"/>
                    <a:gd name="connsiteY189" fmla="*/ 2994660 h 4168140"/>
                    <a:gd name="connsiteX190" fmla="*/ 7261860 w 11737340"/>
                    <a:gd name="connsiteY190" fmla="*/ 3009900 h 4168140"/>
                    <a:gd name="connsiteX191" fmla="*/ 7193280 w 11737340"/>
                    <a:gd name="connsiteY191" fmla="*/ 3025140 h 4168140"/>
                    <a:gd name="connsiteX192" fmla="*/ 7155180 w 11737340"/>
                    <a:gd name="connsiteY192" fmla="*/ 3078480 h 4168140"/>
                    <a:gd name="connsiteX193" fmla="*/ 7109460 w 11737340"/>
                    <a:gd name="connsiteY193" fmla="*/ 3154680 h 4168140"/>
                    <a:gd name="connsiteX194" fmla="*/ 7048500 w 11737340"/>
                    <a:gd name="connsiteY194" fmla="*/ 3246120 h 4168140"/>
                    <a:gd name="connsiteX195" fmla="*/ 6995160 w 11737340"/>
                    <a:gd name="connsiteY195" fmla="*/ 3307080 h 4168140"/>
                    <a:gd name="connsiteX196" fmla="*/ 6972300 w 11737340"/>
                    <a:gd name="connsiteY196" fmla="*/ 3352800 h 4168140"/>
                    <a:gd name="connsiteX197" fmla="*/ 6949440 w 11737340"/>
                    <a:gd name="connsiteY197" fmla="*/ 3413760 h 4168140"/>
                    <a:gd name="connsiteX198" fmla="*/ 6949440 w 11737340"/>
                    <a:gd name="connsiteY198" fmla="*/ 3413760 h 4168140"/>
                    <a:gd name="connsiteX199" fmla="*/ 6911340 w 11737340"/>
                    <a:gd name="connsiteY199" fmla="*/ 3474720 h 4168140"/>
                    <a:gd name="connsiteX200" fmla="*/ 6888480 w 11737340"/>
                    <a:gd name="connsiteY200" fmla="*/ 3505200 h 4168140"/>
                    <a:gd name="connsiteX201" fmla="*/ 6819900 w 11737340"/>
                    <a:gd name="connsiteY201" fmla="*/ 3566160 h 4168140"/>
                    <a:gd name="connsiteX202" fmla="*/ 6743700 w 11737340"/>
                    <a:gd name="connsiteY202" fmla="*/ 3581400 h 4168140"/>
                    <a:gd name="connsiteX203" fmla="*/ 6675120 w 11737340"/>
                    <a:gd name="connsiteY203" fmla="*/ 3657600 h 4168140"/>
                    <a:gd name="connsiteX204" fmla="*/ 6629400 w 11737340"/>
                    <a:gd name="connsiteY204" fmla="*/ 3718560 h 4168140"/>
                    <a:gd name="connsiteX205" fmla="*/ 6576060 w 11737340"/>
                    <a:gd name="connsiteY205" fmla="*/ 3779520 h 4168140"/>
                    <a:gd name="connsiteX206" fmla="*/ 6484620 w 11737340"/>
                    <a:gd name="connsiteY206" fmla="*/ 3817620 h 4168140"/>
                    <a:gd name="connsiteX207" fmla="*/ 6400800 w 11737340"/>
                    <a:gd name="connsiteY207" fmla="*/ 3832860 h 4168140"/>
                    <a:gd name="connsiteX208" fmla="*/ 6263640 w 11737340"/>
                    <a:gd name="connsiteY208" fmla="*/ 3870960 h 4168140"/>
                    <a:gd name="connsiteX209" fmla="*/ 6126480 w 11737340"/>
                    <a:gd name="connsiteY209" fmla="*/ 3901440 h 4168140"/>
                    <a:gd name="connsiteX210" fmla="*/ 6027420 w 11737340"/>
                    <a:gd name="connsiteY210" fmla="*/ 3916680 h 4168140"/>
                    <a:gd name="connsiteX211" fmla="*/ 5890260 w 11737340"/>
                    <a:gd name="connsiteY211" fmla="*/ 3878580 h 4168140"/>
                    <a:gd name="connsiteX212" fmla="*/ 5821680 w 11737340"/>
                    <a:gd name="connsiteY212" fmla="*/ 3863340 h 4168140"/>
                    <a:gd name="connsiteX213" fmla="*/ 5737860 w 11737340"/>
                    <a:gd name="connsiteY213" fmla="*/ 3825240 h 4168140"/>
                    <a:gd name="connsiteX214" fmla="*/ 5638800 w 11737340"/>
                    <a:gd name="connsiteY214" fmla="*/ 3794760 h 4168140"/>
                    <a:gd name="connsiteX215" fmla="*/ 5524500 w 11737340"/>
                    <a:gd name="connsiteY215" fmla="*/ 3756660 h 4168140"/>
                    <a:gd name="connsiteX216" fmla="*/ 5448300 w 11737340"/>
                    <a:gd name="connsiteY216" fmla="*/ 3718560 h 4168140"/>
                    <a:gd name="connsiteX217" fmla="*/ 5349240 w 11737340"/>
                    <a:gd name="connsiteY217" fmla="*/ 3657600 h 4168140"/>
                    <a:gd name="connsiteX218" fmla="*/ 5295900 w 11737340"/>
                    <a:gd name="connsiteY218" fmla="*/ 3619500 h 4168140"/>
                    <a:gd name="connsiteX219" fmla="*/ 5234940 w 11737340"/>
                    <a:gd name="connsiteY219" fmla="*/ 3596640 h 4168140"/>
                    <a:gd name="connsiteX220" fmla="*/ 5135880 w 11737340"/>
                    <a:gd name="connsiteY220" fmla="*/ 3550920 h 4168140"/>
                    <a:gd name="connsiteX221" fmla="*/ 5059680 w 11737340"/>
                    <a:gd name="connsiteY221" fmla="*/ 3505200 h 4168140"/>
                    <a:gd name="connsiteX222" fmla="*/ 5029200 w 11737340"/>
                    <a:gd name="connsiteY222" fmla="*/ 3482340 h 4168140"/>
                    <a:gd name="connsiteX223" fmla="*/ 4960620 w 11737340"/>
                    <a:gd name="connsiteY223" fmla="*/ 3413760 h 4168140"/>
                    <a:gd name="connsiteX224" fmla="*/ 4876800 w 11737340"/>
                    <a:gd name="connsiteY224" fmla="*/ 3299460 h 4168140"/>
                    <a:gd name="connsiteX225" fmla="*/ 4808220 w 11737340"/>
                    <a:gd name="connsiteY225" fmla="*/ 3200400 h 4168140"/>
                    <a:gd name="connsiteX226" fmla="*/ 4777740 w 11737340"/>
                    <a:gd name="connsiteY226" fmla="*/ 3147060 h 4168140"/>
                    <a:gd name="connsiteX227" fmla="*/ 4724400 w 11737340"/>
                    <a:gd name="connsiteY227" fmla="*/ 3108960 h 4168140"/>
                    <a:gd name="connsiteX228" fmla="*/ 4648200 w 11737340"/>
                    <a:gd name="connsiteY228" fmla="*/ 3063240 h 4168140"/>
                    <a:gd name="connsiteX229" fmla="*/ 4533900 w 11737340"/>
                    <a:gd name="connsiteY229" fmla="*/ 2979420 h 4168140"/>
                    <a:gd name="connsiteX230" fmla="*/ 4427220 w 11737340"/>
                    <a:gd name="connsiteY230" fmla="*/ 2941320 h 4168140"/>
                    <a:gd name="connsiteX231" fmla="*/ 4366260 w 11737340"/>
                    <a:gd name="connsiteY231" fmla="*/ 2903220 h 4168140"/>
                    <a:gd name="connsiteX232" fmla="*/ 4244340 w 11737340"/>
                    <a:gd name="connsiteY232" fmla="*/ 2842260 h 4168140"/>
                    <a:gd name="connsiteX233" fmla="*/ 4145280 w 11737340"/>
                    <a:gd name="connsiteY233" fmla="*/ 2811780 h 4168140"/>
                    <a:gd name="connsiteX234" fmla="*/ 4038600 w 11737340"/>
                    <a:gd name="connsiteY234" fmla="*/ 2804160 h 4168140"/>
                    <a:gd name="connsiteX235" fmla="*/ 3954780 w 11737340"/>
                    <a:gd name="connsiteY235" fmla="*/ 2819400 h 4168140"/>
                    <a:gd name="connsiteX236" fmla="*/ 3863340 w 11737340"/>
                    <a:gd name="connsiteY236" fmla="*/ 2804160 h 4168140"/>
                    <a:gd name="connsiteX237" fmla="*/ 3741420 w 11737340"/>
                    <a:gd name="connsiteY237" fmla="*/ 2781300 h 4168140"/>
                    <a:gd name="connsiteX238" fmla="*/ 3649980 w 11737340"/>
                    <a:gd name="connsiteY238" fmla="*/ 2743200 h 4168140"/>
                    <a:gd name="connsiteX239" fmla="*/ 3573780 w 11737340"/>
                    <a:gd name="connsiteY239" fmla="*/ 2674620 h 4168140"/>
                    <a:gd name="connsiteX240" fmla="*/ 3482340 w 11737340"/>
                    <a:gd name="connsiteY240" fmla="*/ 2621280 h 4168140"/>
                    <a:gd name="connsiteX241" fmla="*/ 3436620 w 11737340"/>
                    <a:gd name="connsiteY241" fmla="*/ 2552700 h 4168140"/>
                    <a:gd name="connsiteX242" fmla="*/ 3329940 w 11737340"/>
                    <a:gd name="connsiteY242" fmla="*/ 2423160 h 4168140"/>
                    <a:gd name="connsiteX243" fmla="*/ 3261360 w 11737340"/>
                    <a:gd name="connsiteY243" fmla="*/ 2324100 h 4168140"/>
                    <a:gd name="connsiteX244" fmla="*/ 3131820 w 11737340"/>
                    <a:gd name="connsiteY244" fmla="*/ 2209800 h 4168140"/>
                    <a:gd name="connsiteX245" fmla="*/ 3040380 w 11737340"/>
                    <a:gd name="connsiteY245" fmla="*/ 2141220 h 4168140"/>
                    <a:gd name="connsiteX246" fmla="*/ 2910840 w 11737340"/>
                    <a:gd name="connsiteY246" fmla="*/ 2034540 h 4168140"/>
                    <a:gd name="connsiteX247" fmla="*/ 2849880 w 11737340"/>
                    <a:gd name="connsiteY247" fmla="*/ 1958340 h 4168140"/>
                    <a:gd name="connsiteX248" fmla="*/ 2743200 w 11737340"/>
                    <a:gd name="connsiteY248" fmla="*/ 1889760 h 4168140"/>
                    <a:gd name="connsiteX249" fmla="*/ 2659380 w 11737340"/>
                    <a:gd name="connsiteY249" fmla="*/ 1844040 h 4168140"/>
                    <a:gd name="connsiteX250" fmla="*/ 2575560 w 11737340"/>
                    <a:gd name="connsiteY250" fmla="*/ 1744980 h 4168140"/>
                    <a:gd name="connsiteX251" fmla="*/ 2468880 w 11737340"/>
                    <a:gd name="connsiteY251" fmla="*/ 1645920 h 4168140"/>
                    <a:gd name="connsiteX252" fmla="*/ 2400300 w 11737340"/>
                    <a:gd name="connsiteY252" fmla="*/ 1607820 h 4168140"/>
                    <a:gd name="connsiteX253" fmla="*/ 2263140 w 11737340"/>
                    <a:gd name="connsiteY253" fmla="*/ 1501140 h 4168140"/>
                    <a:gd name="connsiteX254" fmla="*/ 2171700 w 11737340"/>
                    <a:gd name="connsiteY254" fmla="*/ 1432560 h 4168140"/>
                    <a:gd name="connsiteX255" fmla="*/ 2087880 w 11737340"/>
                    <a:gd name="connsiteY255" fmla="*/ 1363980 h 4168140"/>
                    <a:gd name="connsiteX256" fmla="*/ 1950720 w 11737340"/>
                    <a:gd name="connsiteY256" fmla="*/ 1272540 h 4168140"/>
                    <a:gd name="connsiteX257" fmla="*/ 1805940 w 11737340"/>
                    <a:gd name="connsiteY257" fmla="*/ 1135380 h 4168140"/>
                    <a:gd name="connsiteX258" fmla="*/ 1729740 w 11737340"/>
                    <a:gd name="connsiteY258" fmla="*/ 1089660 h 4168140"/>
                    <a:gd name="connsiteX259" fmla="*/ 1668780 w 11737340"/>
                    <a:gd name="connsiteY259" fmla="*/ 1043940 h 4168140"/>
                    <a:gd name="connsiteX260" fmla="*/ 1592580 w 11737340"/>
                    <a:gd name="connsiteY260" fmla="*/ 990600 h 4168140"/>
                    <a:gd name="connsiteX261" fmla="*/ 1470660 w 11737340"/>
                    <a:gd name="connsiteY261" fmla="*/ 891540 h 4168140"/>
                    <a:gd name="connsiteX262" fmla="*/ 1386840 w 11737340"/>
                    <a:gd name="connsiteY262" fmla="*/ 845820 h 4168140"/>
                    <a:gd name="connsiteX263" fmla="*/ 1318260 w 11737340"/>
                    <a:gd name="connsiteY263" fmla="*/ 784860 h 4168140"/>
                    <a:gd name="connsiteX264" fmla="*/ 1264920 w 11737340"/>
                    <a:gd name="connsiteY264" fmla="*/ 723900 h 4168140"/>
                    <a:gd name="connsiteX265" fmla="*/ 1181100 w 11737340"/>
                    <a:gd name="connsiteY265" fmla="*/ 647700 h 4168140"/>
                    <a:gd name="connsiteX266" fmla="*/ 1089660 w 11737340"/>
                    <a:gd name="connsiteY266" fmla="*/ 624840 h 4168140"/>
                    <a:gd name="connsiteX267" fmla="*/ 1021080 w 11737340"/>
                    <a:gd name="connsiteY267" fmla="*/ 586740 h 4168140"/>
                    <a:gd name="connsiteX268" fmla="*/ 937260 w 11737340"/>
                    <a:gd name="connsiteY268" fmla="*/ 548640 h 4168140"/>
                    <a:gd name="connsiteX269" fmla="*/ 830580 w 11737340"/>
                    <a:gd name="connsiteY269" fmla="*/ 510540 h 4168140"/>
                    <a:gd name="connsiteX270" fmla="*/ 754380 w 11737340"/>
                    <a:gd name="connsiteY270" fmla="*/ 457200 h 4168140"/>
                    <a:gd name="connsiteX271" fmla="*/ 708660 w 11737340"/>
                    <a:gd name="connsiteY271" fmla="*/ 419100 h 4168140"/>
                    <a:gd name="connsiteX272" fmla="*/ 609600 w 11737340"/>
                    <a:gd name="connsiteY272" fmla="*/ 396240 h 4168140"/>
                    <a:gd name="connsiteX273" fmla="*/ 548640 w 11737340"/>
                    <a:gd name="connsiteY273" fmla="*/ 320040 h 4168140"/>
                    <a:gd name="connsiteX274" fmla="*/ 510540 w 11737340"/>
                    <a:gd name="connsiteY274" fmla="*/ 251460 h 4168140"/>
                    <a:gd name="connsiteX275" fmla="*/ 464820 w 11737340"/>
                    <a:gd name="connsiteY275" fmla="*/ 190500 h 4168140"/>
                    <a:gd name="connsiteX276" fmla="*/ 411480 w 11737340"/>
                    <a:gd name="connsiteY276" fmla="*/ 137160 h 4168140"/>
                    <a:gd name="connsiteX277" fmla="*/ 373380 w 11737340"/>
                    <a:gd name="connsiteY277" fmla="*/ 45720 h 4168140"/>
                    <a:gd name="connsiteX278" fmla="*/ 342900 w 11737340"/>
                    <a:gd name="connsiteY278" fmla="*/ 0 h 4168140"/>
                    <a:gd name="connsiteX279" fmla="*/ 327660 w 11737340"/>
                    <a:gd name="connsiteY279" fmla="*/ 60960 h 4168140"/>
                    <a:gd name="connsiteX280" fmla="*/ 289560 w 11737340"/>
                    <a:gd name="connsiteY280" fmla="*/ 91440 h 4168140"/>
                    <a:gd name="connsiteX281" fmla="*/ 236220 w 11737340"/>
                    <a:gd name="connsiteY281" fmla="*/ 114300 h 4168140"/>
                    <a:gd name="connsiteX282" fmla="*/ 198120 w 11737340"/>
                    <a:gd name="connsiteY282" fmla="*/ 175260 h 4168140"/>
                    <a:gd name="connsiteX283" fmla="*/ 175260 w 11737340"/>
                    <a:gd name="connsiteY283" fmla="*/ 228600 h 4168140"/>
                    <a:gd name="connsiteX284" fmla="*/ 114300 w 11737340"/>
                    <a:gd name="connsiteY284" fmla="*/ 236220 h 4168140"/>
                    <a:gd name="connsiteX285" fmla="*/ 45720 w 11737340"/>
                    <a:gd name="connsiteY285" fmla="*/ 251460 h 4168140"/>
                    <a:gd name="connsiteX286" fmla="*/ 0 w 11737340"/>
                    <a:gd name="connsiteY286" fmla="*/ 281940 h 4168140"/>
                    <a:gd name="connsiteX287" fmla="*/ 68580 w 11737340"/>
                    <a:gd name="connsiteY287" fmla="*/ 320040 h 4168140"/>
                    <a:gd name="connsiteX0" fmla="*/ 68580 w 11737340"/>
                    <a:gd name="connsiteY0" fmla="*/ 320040 h 4168140"/>
                    <a:gd name="connsiteX1" fmla="*/ 121920 w 11737340"/>
                    <a:gd name="connsiteY1" fmla="*/ 381000 h 4168140"/>
                    <a:gd name="connsiteX2" fmla="*/ 198120 w 11737340"/>
                    <a:gd name="connsiteY2" fmla="*/ 419100 h 4168140"/>
                    <a:gd name="connsiteX3" fmla="*/ 320040 w 11737340"/>
                    <a:gd name="connsiteY3" fmla="*/ 510540 h 4168140"/>
                    <a:gd name="connsiteX4" fmla="*/ 411480 w 11737340"/>
                    <a:gd name="connsiteY4" fmla="*/ 563880 h 4168140"/>
                    <a:gd name="connsiteX5" fmla="*/ 472440 w 11737340"/>
                    <a:gd name="connsiteY5" fmla="*/ 632460 h 4168140"/>
                    <a:gd name="connsiteX6" fmla="*/ 601980 w 11737340"/>
                    <a:gd name="connsiteY6" fmla="*/ 708660 h 4168140"/>
                    <a:gd name="connsiteX7" fmla="*/ 739140 w 11737340"/>
                    <a:gd name="connsiteY7" fmla="*/ 784860 h 4168140"/>
                    <a:gd name="connsiteX8" fmla="*/ 861060 w 11737340"/>
                    <a:gd name="connsiteY8" fmla="*/ 868680 h 4168140"/>
                    <a:gd name="connsiteX9" fmla="*/ 944880 w 11737340"/>
                    <a:gd name="connsiteY9" fmla="*/ 952500 h 4168140"/>
                    <a:gd name="connsiteX10" fmla="*/ 1021080 w 11737340"/>
                    <a:gd name="connsiteY10" fmla="*/ 1005840 h 4168140"/>
                    <a:gd name="connsiteX11" fmla="*/ 1097280 w 11737340"/>
                    <a:gd name="connsiteY11" fmla="*/ 1043940 h 4168140"/>
                    <a:gd name="connsiteX12" fmla="*/ 1181100 w 11737340"/>
                    <a:gd name="connsiteY12" fmla="*/ 1104900 h 4168140"/>
                    <a:gd name="connsiteX13" fmla="*/ 1249680 w 11737340"/>
                    <a:gd name="connsiteY13" fmla="*/ 1150620 h 4168140"/>
                    <a:gd name="connsiteX14" fmla="*/ 1341120 w 11737340"/>
                    <a:gd name="connsiteY14" fmla="*/ 1196340 h 4168140"/>
                    <a:gd name="connsiteX15" fmla="*/ 1417320 w 11737340"/>
                    <a:gd name="connsiteY15" fmla="*/ 1257300 h 4168140"/>
                    <a:gd name="connsiteX16" fmla="*/ 1493520 w 11737340"/>
                    <a:gd name="connsiteY16" fmla="*/ 1333500 h 4168140"/>
                    <a:gd name="connsiteX17" fmla="*/ 1569720 w 11737340"/>
                    <a:gd name="connsiteY17" fmla="*/ 1356360 h 4168140"/>
                    <a:gd name="connsiteX18" fmla="*/ 1684020 w 11737340"/>
                    <a:gd name="connsiteY18" fmla="*/ 1424940 h 4168140"/>
                    <a:gd name="connsiteX19" fmla="*/ 1729740 w 11737340"/>
                    <a:gd name="connsiteY19" fmla="*/ 1485900 h 4168140"/>
                    <a:gd name="connsiteX20" fmla="*/ 1844040 w 11737340"/>
                    <a:gd name="connsiteY20" fmla="*/ 1569720 h 4168140"/>
                    <a:gd name="connsiteX21" fmla="*/ 1935480 w 11737340"/>
                    <a:gd name="connsiteY21" fmla="*/ 1615440 h 4168140"/>
                    <a:gd name="connsiteX22" fmla="*/ 2049780 w 11737340"/>
                    <a:gd name="connsiteY22" fmla="*/ 1691640 h 4168140"/>
                    <a:gd name="connsiteX23" fmla="*/ 2133600 w 11737340"/>
                    <a:gd name="connsiteY23" fmla="*/ 1729740 h 4168140"/>
                    <a:gd name="connsiteX24" fmla="*/ 2202180 w 11737340"/>
                    <a:gd name="connsiteY24" fmla="*/ 1805940 h 4168140"/>
                    <a:gd name="connsiteX25" fmla="*/ 2255520 w 11737340"/>
                    <a:gd name="connsiteY25" fmla="*/ 1821180 h 4168140"/>
                    <a:gd name="connsiteX26" fmla="*/ 2316480 w 11737340"/>
                    <a:gd name="connsiteY26" fmla="*/ 1866900 h 4168140"/>
                    <a:gd name="connsiteX27" fmla="*/ 2423160 w 11737340"/>
                    <a:gd name="connsiteY27" fmla="*/ 2004060 h 4168140"/>
                    <a:gd name="connsiteX28" fmla="*/ 2476500 w 11737340"/>
                    <a:gd name="connsiteY28" fmla="*/ 2087880 h 4168140"/>
                    <a:gd name="connsiteX29" fmla="*/ 2567940 w 11737340"/>
                    <a:gd name="connsiteY29" fmla="*/ 2148840 h 4168140"/>
                    <a:gd name="connsiteX30" fmla="*/ 2682240 w 11737340"/>
                    <a:gd name="connsiteY30" fmla="*/ 2186940 h 4168140"/>
                    <a:gd name="connsiteX31" fmla="*/ 2743200 w 11737340"/>
                    <a:gd name="connsiteY31" fmla="*/ 2209800 h 4168140"/>
                    <a:gd name="connsiteX32" fmla="*/ 2811780 w 11737340"/>
                    <a:gd name="connsiteY32" fmla="*/ 2247900 h 4168140"/>
                    <a:gd name="connsiteX33" fmla="*/ 2887980 w 11737340"/>
                    <a:gd name="connsiteY33" fmla="*/ 2301240 h 4168140"/>
                    <a:gd name="connsiteX34" fmla="*/ 2979420 w 11737340"/>
                    <a:gd name="connsiteY34" fmla="*/ 2385060 h 4168140"/>
                    <a:gd name="connsiteX35" fmla="*/ 3055620 w 11737340"/>
                    <a:gd name="connsiteY35" fmla="*/ 2461260 h 4168140"/>
                    <a:gd name="connsiteX36" fmla="*/ 3139440 w 11737340"/>
                    <a:gd name="connsiteY36" fmla="*/ 2537460 h 4168140"/>
                    <a:gd name="connsiteX37" fmla="*/ 3261360 w 11737340"/>
                    <a:gd name="connsiteY37" fmla="*/ 2628900 h 4168140"/>
                    <a:gd name="connsiteX38" fmla="*/ 3345180 w 11737340"/>
                    <a:gd name="connsiteY38" fmla="*/ 2720340 h 4168140"/>
                    <a:gd name="connsiteX39" fmla="*/ 3444240 w 11737340"/>
                    <a:gd name="connsiteY39" fmla="*/ 2796540 h 4168140"/>
                    <a:gd name="connsiteX40" fmla="*/ 3558540 w 11737340"/>
                    <a:gd name="connsiteY40" fmla="*/ 2872740 h 4168140"/>
                    <a:gd name="connsiteX41" fmla="*/ 3619500 w 11737340"/>
                    <a:gd name="connsiteY41" fmla="*/ 2979420 h 4168140"/>
                    <a:gd name="connsiteX42" fmla="*/ 3619500 w 11737340"/>
                    <a:gd name="connsiteY42" fmla="*/ 2979420 h 4168140"/>
                    <a:gd name="connsiteX43" fmla="*/ 3649980 w 11737340"/>
                    <a:gd name="connsiteY43" fmla="*/ 3048000 h 4168140"/>
                    <a:gd name="connsiteX44" fmla="*/ 3703320 w 11737340"/>
                    <a:gd name="connsiteY44" fmla="*/ 3086100 h 4168140"/>
                    <a:gd name="connsiteX45" fmla="*/ 3764280 w 11737340"/>
                    <a:gd name="connsiteY45" fmla="*/ 3063240 h 4168140"/>
                    <a:gd name="connsiteX46" fmla="*/ 3848100 w 11737340"/>
                    <a:gd name="connsiteY46" fmla="*/ 3025140 h 4168140"/>
                    <a:gd name="connsiteX47" fmla="*/ 3916680 w 11737340"/>
                    <a:gd name="connsiteY47" fmla="*/ 3032760 h 4168140"/>
                    <a:gd name="connsiteX48" fmla="*/ 4030980 w 11737340"/>
                    <a:gd name="connsiteY48" fmla="*/ 3063240 h 4168140"/>
                    <a:gd name="connsiteX49" fmla="*/ 4137660 w 11737340"/>
                    <a:gd name="connsiteY49" fmla="*/ 3101340 h 4168140"/>
                    <a:gd name="connsiteX50" fmla="*/ 4259580 w 11737340"/>
                    <a:gd name="connsiteY50" fmla="*/ 3147060 h 4168140"/>
                    <a:gd name="connsiteX51" fmla="*/ 4381500 w 11737340"/>
                    <a:gd name="connsiteY51" fmla="*/ 3192780 h 4168140"/>
                    <a:gd name="connsiteX52" fmla="*/ 4526280 w 11737340"/>
                    <a:gd name="connsiteY52" fmla="*/ 3276600 h 4168140"/>
                    <a:gd name="connsiteX53" fmla="*/ 4587240 w 11737340"/>
                    <a:gd name="connsiteY53" fmla="*/ 3299460 h 4168140"/>
                    <a:gd name="connsiteX54" fmla="*/ 4610100 w 11737340"/>
                    <a:gd name="connsiteY54" fmla="*/ 3352800 h 4168140"/>
                    <a:gd name="connsiteX55" fmla="*/ 4648200 w 11737340"/>
                    <a:gd name="connsiteY55" fmla="*/ 3436620 h 4168140"/>
                    <a:gd name="connsiteX56" fmla="*/ 4671060 w 11737340"/>
                    <a:gd name="connsiteY56" fmla="*/ 3520440 h 4168140"/>
                    <a:gd name="connsiteX57" fmla="*/ 4678680 w 11737340"/>
                    <a:gd name="connsiteY57" fmla="*/ 3589020 h 4168140"/>
                    <a:gd name="connsiteX58" fmla="*/ 4686300 w 11737340"/>
                    <a:gd name="connsiteY58" fmla="*/ 3649980 h 4168140"/>
                    <a:gd name="connsiteX59" fmla="*/ 4724400 w 11737340"/>
                    <a:gd name="connsiteY59" fmla="*/ 3680460 h 4168140"/>
                    <a:gd name="connsiteX60" fmla="*/ 4785360 w 11737340"/>
                    <a:gd name="connsiteY60" fmla="*/ 3672840 h 4168140"/>
                    <a:gd name="connsiteX61" fmla="*/ 4869180 w 11737340"/>
                    <a:gd name="connsiteY61" fmla="*/ 3703320 h 4168140"/>
                    <a:gd name="connsiteX62" fmla="*/ 4914900 w 11737340"/>
                    <a:gd name="connsiteY62" fmla="*/ 3756660 h 4168140"/>
                    <a:gd name="connsiteX63" fmla="*/ 5105400 w 11737340"/>
                    <a:gd name="connsiteY63" fmla="*/ 3832860 h 4168140"/>
                    <a:gd name="connsiteX64" fmla="*/ 5173980 w 11737340"/>
                    <a:gd name="connsiteY64" fmla="*/ 3886200 h 4168140"/>
                    <a:gd name="connsiteX65" fmla="*/ 5242560 w 11737340"/>
                    <a:gd name="connsiteY65" fmla="*/ 3924300 h 4168140"/>
                    <a:gd name="connsiteX66" fmla="*/ 5364480 w 11737340"/>
                    <a:gd name="connsiteY66" fmla="*/ 3962400 h 4168140"/>
                    <a:gd name="connsiteX67" fmla="*/ 5516880 w 11737340"/>
                    <a:gd name="connsiteY67" fmla="*/ 4046220 h 4168140"/>
                    <a:gd name="connsiteX68" fmla="*/ 5585460 w 11737340"/>
                    <a:gd name="connsiteY68" fmla="*/ 4099560 h 4168140"/>
                    <a:gd name="connsiteX69" fmla="*/ 5661660 w 11737340"/>
                    <a:gd name="connsiteY69" fmla="*/ 4122420 h 4168140"/>
                    <a:gd name="connsiteX70" fmla="*/ 5745480 w 11737340"/>
                    <a:gd name="connsiteY70" fmla="*/ 4130040 h 4168140"/>
                    <a:gd name="connsiteX71" fmla="*/ 5836920 w 11737340"/>
                    <a:gd name="connsiteY71" fmla="*/ 4130040 h 4168140"/>
                    <a:gd name="connsiteX72" fmla="*/ 5951220 w 11737340"/>
                    <a:gd name="connsiteY72" fmla="*/ 4145280 h 4168140"/>
                    <a:gd name="connsiteX73" fmla="*/ 6035040 w 11737340"/>
                    <a:gd name="connsiteY73" fmla="*/ 4168140 h 4168140"/>
                    <a:gd name="connsiteX74" fmla="*/ 6149340 w 11737340"/>
                    <a:gd name="connsiteY74" fmla="*/ 4137660 h 4168140"/>
                    <a:gd name="connsiteX75" fmla="*/ 6286500 w 11737340"/>
                    <a:gd name="connsiteY75" fmla="*/ 4114800 h 4168140"/>
                    <a:gd name="connsiteX76" fmla="*/ 6393180 w 11737340"/>
                    <a:gd name="connsiteY76" fmla="*/ 4053840 h 4168140"/>
                    <a:gd name="connsiteX77" fmla="*/ 6484620 w 11737340"/>
                    <a:gd name="connsiteY77" fmla="*/ 4038600 h 4168140"/>
                    <a:gd name="connsiteX78" fmla="*/ 6583680 w 11737340"/>
                    <a:gd name="connsiteY78" fmla="*/ 3970020 h 4168140"/>
                    <a:gd name="connsiteX79" fmla="*/ 6697980 w 11737340"/>
                    <a:gd name="connsiteY79" fmla="*/ 3886200 h 4168140"/>
                    <a:gd name="connsiteX80" fmla="*/ 6728460 w 11737340"/>
                    <a:gd name="connsiteY80" fmla="*/ 3817620 h 4168140"/>
                    <a:gd name="connsiteX81" fmla="*/ 6842760 w 11737340"/>
                    <a:gd name="connsiteY81" fmla="*/ 3733800 h 4168140"/>
                    <a:gd name="connsiteX82" fmla="*/ 6972300 w 11737340"/>
                    <a:gd name="connsiteY82" fmla="*/ 3642360 h 4168140"/>
                    <a:gd name="connsiteX83" fmla="*/ 7078980 w 11737340"/>
                    <a:gd name="connsiteY83" fmla="*/ 3528060 h 4168140"/>
                    <a:gd name="connsiteX84" fmla="*/ 7139940 w 11737340"/>
                    <a:gd name="connsiteY84" fmla="*/ 3444240 h 4168140"/>
                    <a:gd name="connsiteX85" fmla="*/ 7269480 w 11737340"/>
                    <a:gd name="connsiteY85" fmla="*/ 3284220 h 4168140"/>
                    <a:gd name="connsiteX86" fmla="*/ 7330440 w 11737340"/>
                    <a:gd name="connsiteY86" fmla="*/ 3185160 h 4168140"/>
                    <a:gd name="connsiteX87" fmla="*/ 7376160 w 11737340"/>
                    <a:gd name="connsiteY87" fmla="*/ 3116580 h 4168140"/>
                    <a:gd name="connsiteX88" fmla="*/ 7444740 w 11737340"/>
                    <a:gd name="connsiteY88" fmla="*/ 3093720 h 4168140"/>
                    <a:gd name="connsiteX89" fmla="*/ 7513320 w 11737340"/>
                    <a:gd name="connsiteY89" fmla="*/ 3101340 h 4168140"/>
                    <a:gd name="connsiteX90" fmla="*/ 7574280 w 11737340"/>
                    <a:gd name="connsiteY90" fmla="*/ 3078480 h 4168140"/>
                    <a:gd name="connsiteX91" fmla="*/ 7726680 w 11737340"/>
                    <a:gd name="connsiteY91" fmla="*/ 3108960 h 4168140"/>
                    <a:gd name="connsiteX92" fmla="*/ 7833360 w 11737340"/>
                    <a:gd name="connsiteY92" fmla="*/ 3162300 h 4168140"/>
                    <a:gd name="connsiteX93" fmla="*/ 7962900 w 11737340"/>
                    <a:gd name="connsiteY93" fmla="*/ 3192780 h 4168140"/>
                    <a:gd name="connsiteX94" fmla="*/ 8161020 w 11737340"/>
                    <a:gd name="connsiteY94" fmla="*/ 3268980 h 4168140"/>
                    <a:gd name="connsiteX95" fmla="*/ 8290560 w 11737340"/>
                    <a:gd name="connsiteY95" fmla="*/ 3337560 h 4168140"/>
                    <a:gd name="connsiteX96" fmla="*/ 8382000 w 11737340"/>
                    <a:gd name="connsiteY96" fmla="*/ 3360420 h 4168140"/>
                    <a:gd name="connsiteX97" fmla="*/ 8458200 w 11737340"/>
                    <a:gd name="connsiteY97" fmla="*/ 3398520 h 4168140"/>
                    <a:gd name="connsiteX98" fmla="*/ 8595360 w 11737340"/>
                    <a:gd name="connsiteY98" fmla="*/ 3512820 h 4168140"/>
                    <a:gd name="connsiteX99" fmla="*/ 8641080 w 11737340"/>
                    <a:gd name="connsiteY99" fmla="*/ 3566160 h 4168140"/>
                    <a:gd name="connsiteX100" fmla="*/ 8702040 w 11737340"/>
                    <a:gd name="connsiteY100" fmla="*/ 3604260 h 4168140"/>
                    <a:gd name="connsiteX101" fmla="*/ 8763000 w 11737340"/>
                    <a:gd name="connsiteY101" fmla="*/ 3634740 h 4168140"/>
                    <a:gd name="connsiteX102" fmla="*/ 8854440 w 11737340"/>
                    <a:gd name="connsiteY102" fmla="*/ 3627120 h 4168140"/>
                    <a:gd name="connsiteX103" fmla="*/ 8968740 w 11737340"/>
                    <a:gd name="connsiteY103" fmla="*/ 3619500 h 4168140"/>
                    <a:gd name="connsiteX104" fmla="*/ 9060180 w 11737340"/>
                    <a:gd name="connsiteY104" fmla="*/ 3642360 h 4168140"/>
                    <a:gd name="connsiteX105" fmla="*/ 9151620 w 11737340"/>
                    <a:gd name="connsiteY105" fmla="*/ 3657600 h 4168140"/>
                    <a:gd name="connsiteX106" fmla="*/ 9227820 w 11737340"/>
                    <a:gd name="connsiteY106" fmla="*/ 3642360 h 4168140"/>
                    <a:gd name="connsiteX107" fmla="*/ 9311640 w 11737340"/>
                    <a:gd name="connsiteY107" fmla="*/ 3611880 h 4168140"/>
                    <a:gd name="connsiteX108" fmla="*/ 9433560 w 11737340"/>
                    <a:gd name="connsiteY108" fmla="*/ 3589020 h 4168140"/>
                    <a:gd name="connsiteX109" fmla="*/ 9509760 w 11737340"/>
                    <a:gd name="connsiteY109" fmla="*/ 3528060 h 4168140"/>
                    <a:gd name="connsiteX110" fmla="*/ 9646920 w 11737340"/>
                    <a:gd name="connsiteY110" fmla="*/ 3489960 h 4168140"/>
                    <a:gd name="connsiteX111" fmla="*/ 9784080 w 11737340"/>
                    <a:gd name="connsiteY111" fmla="*/ 3444240 h 4168140"/>
                    <a:gd name="connsiteX112" fmla="*/ 9860280 w 11737340"/>
                    <a:gd name="connsiteY112" fmla="*/ 3383280 h 4168140"/>
                    <a:gd name="connsiteX113" fmla="*/ 9921240 w 11737340"/>
                    <a:gd name="connsiteY113" fmla="*/ 3314700 h 4168140"/>
                    <a:gd name="connsiteX114" fmla="*/ 9997440 w 11737340"/>
                    <a:gd name="connsiteY114" fmla="*/ 3208020 h 4168140"/>
                    <a:gd name="connsiteX115" fmla="*/ 10043160 w 11737340"/>
                    <a:gd name="connsiteY115" fmla="*/ 3101340 h 4168140"/>
                    <a:gd name="connsiteX116" fmla="*/ 10104120 w 11737340"/>
                    <a:gd name="connsiteY116" fmla="*/ 3017520 h 4168140"/>
                    <a:gd name="connsiteX117" fmla="*/ 10157460 w 11737340"/>
                    <a:gd name="connsiteY117" fmla="*/ 2933700 h 4168140"/>
                    <a:gd name="connsiteX118" fmla="*/ 10218420 w 11737340"/>
                    <a:gd name="connsiteY118" fmla="*/ 2849880 h 4168140"/>
                    <a:gd name="connsiteX119" fmla="*/ 10294620 w 11737340"/>
                    <a:gd name="connsiteY119" fmla="*/ 2735580 h 4168140"/>
                    <a:gd name="connsiteX120" fmla="*/ 10347960 w 11737340"/>
                    <a:gd name="connsiteY120" fmla="*/ 2621280 h 4168140"/>
                    <a:gd name="connsiteX121" fmla="*/ 10431780 w 11737340"/>
                    <a:gd name="connsiteY121" fmla="*/ 2499360 h 4168140"/>
                    <a:gd name="connsiteX122" fmla="*/ 10500360 w 11737340"/>
                    <a:gd name="connsiteY122" fmla="*/ 2354580 h 4168140"/>
                    <a:gd name="connsiteX123" fmla="*/ 10553700 w 11737340"/>
                    <a:gd name="connsiteY123" fmla="*/ 2263140 h 4168140"/>
                    <a:gd name="connsiteX124" fmla="*/ 10584180 w 11737340"/>
                    <a:gd name="connsiteY124" fmla="*/ 2194560 h 4168140"/>
                    <a:gd name="connsiteX125" fmla="*/ 10614660 w 11737340"/>
                    <a:gd name="connsiteY125" fmla="*/ 2118360 h 4168140"/>
                    <a:gd name="connsiteX126" fmla="*/ 10675620 w 11737340"/>
                    <a:gd name="connsiteY126" fmla="*/ 2049780 h 4168140"/>
                    <a:gd name="connsiteX127" fmla="*/ 10690860 w 11737340"/>
                    <a:gd name="connsiteY127" fmla="*/ 1988820 h 4168140"/>
                    <a:gd name="connsiteX128" fmla="*/ 10713720 w 11737340"/>
                    <a:gd name="connsiteY128" fmla="*/ 1927860 h 4168140"/>
                    <a:gd name="connsiteX129" fmla="*/ 10767060 w 11737340"/>
                    <a:gd name="connsiteY129" fmla="*/ 1859280 h 4168140"/>
                    <a:gd name="connsiteX130" fmla="*/ 10873740 w 11737340"/>
                    <a:gd name="connsiteY130" fmla="*/ 1828800 h 4168140"/>
                    <a:gd name="connsiteX131" fmla="*/ 11079480 w 11737340"/>
                    <a:gd name="connsiteY131" fmla="*/ 1767840 h 4168140"/>
                    <a:gd name="connsiteX132" fmla="*/ 11247120 w 11737340"/>
                    <a:gd name="connsiteY132" fmla="*/ 1684020 h 4168140"/>
                    <a:gd name="connsiteX133" fmla="*/ 11414760 w 11737340"/>
                    <a:gd name="connsiteY133" fmla="*/ 1638300 h 4168140"/>
                    <a:gd name="connsiteX134" fmla="*/ 11490960 w 11737340"/>
                    <a:gd name="connsiteY134" fmla="*/ 1577340 h 4168140"/>
                    <a:gd name="connsiteX135" fmla="*/ 11635740 w 11737340"/>
                    <a:gd name="connsiteY135" fmla="*/ 1508760 h 4168140"/>
                    <a:gd name="connsiteX136" fmla="*/ 11737340 w 11737340"/>
                    <a:gd name="connsiteY136" fmla="*/ 1442720 h 4168140"/>
                    <a:gd name="connsiteX137" fmla="*/ 11620500 w 11737340"/>
                    <a:gd name="connsiteY137" fmla="*/ 1417320 h 4168140"/>
                    <a:gd name="connsiteX138" fmla="*/ 11567160 w 11737340"/>
                    <a:gd name="connsiteY138" fmla="*/ 1379220 h 4168140"/>
                    <a:gd name="connsiteX139" fmla="*/ 11498580 w 11737340"/>
                    <a:gd name="connsiteY139" fmla="*/ 1318260 h 4168140"/>
                    <a:gd name="connsiteX140" fmla="*/ 11468100 w 11737340"/>
                    <a:gd name="connsiteY140" fmla="*/ 1280160 h 4168140"/>
                    <a:gd name="connsiteX141" fmla="*/ 11442700 w 11737340"/>
                    <a:gd name="connsiteY141" fmla="*/ 1231900 h 4168140"/>
                    <a:gd name="connsiteX142" fmla="*/ 11384280 w 11737340"/>
                    <a:gd name="connsiteY142" fmla="*/ 1310640 h 4168140"/>
                    <a:gd name="connsiteX143" fmla="*/ 11353800 w 11737340"/>
                    <a:gd name="connsiteY143" fmla="*/ 1356360 h 4168140"/>
                    <a:gd name="connsiteX144" fmla="*/ 11224260 w 11737340"/>
                    <a:gd name="connsiteY144" fmla="*/ 1417320 h 4168140"/>
                    <a:gd name="connsiteX145" fmla="*/ 11109960 w 11737340"/>
                    <a:gd name="connsiteY145" fmla="*/ 1463040 h 4168140"/>
                    <a:gd name="connsiteX146" fmla="*/ 10911840 w 11737340"/>
                    <a:gd name="connsiteY146" fmla="*/ 1524000 h 4168140"/>
                    <a:gd name="connsiteX147" fmla="*/ 10774680 w 11737340"/>
                    <a:gd name="connsiteY147" fmla="*/ 1546860 h 4168140"/>
                    <a:gd name="connsiteX148" fmla="*/ 10675620 w 11737340"/>
                    <a:gd name="connsiteY148" fmla="*/ 1615440 h 4168140"/>
                    <a:gd name="connsiteX149" fmla="*/ 10568940 w 11737340"/>
                    <a:gd name="connsiteY149" fmla="*/ 1676400 h 4168140"/>
                    <a:gd name="connsiteX150" fmla="*/ 10485120 w 11737340"/>
                    <a:gd name="connsiteY150" fmla="*/ 1760220 h 4168140"/>
                    <a:gd name="connsiteX151" fmla="*/ 10454640 w 11737340"/>
                    <a:gd name="connsiteY151" fmla="*/ 1836420 h 4168140"/>
                    <a:gd name="connsiteX152" fmla="*/ 10416540 w 11737340"/>
                    <a:gd name="connsiteY152" fmla="*/ 1927860 h 4168140"/>
                    <a:gd name="connsiteX153" fmla="*/ 10401300 w 11737340"/>
                    <a:gd name="connsiteY153" fmla="*/ 2004060 h 4168140"/>
                    <a:gd name="connsiteX154" fmla="*/ 10363200 w 11737340"/>
                    <a:gd name="connsiteY154" fmla="*/ 2095500 h 4168140"/>
                    <a:gd name="connsiteX155" fmla="*/ 10317480 w 11737340"/>
                    <a:gd name="connsiteY155" fmla="*/ 2225040 h 4168140"/>
                    <a:gd name="connsiteX156" fmla="*/ 10287000 w 11737340"/>
                    <a:gd name="connsiteY156" fmla="*/ 2346960 h 4168140"/>
                    <a:gd name="connsiteX157" fmla="*/ 10218420 w 11737340"/>
                    <a:gd name="connsiteY157" fmla="*/ 2499360 h 4168140"/>
                    <a:gd name="connsiteX158" fmla="*/ 10134600 w 11737340"/>
                    <a:gd name="connsiteY158" fmla="*/ 2621280 h 4168140"/>
                    <a:gd name="connsiteX159" fmla="*/ 10043160 w 11737340"/>
                    <a:gd name="connsiteY159" fmla="*/ 2735580 h 4168140"/>
                    <a:gd name="connsiteX160" fmla="*/ 9974580 w 11737340"/>
                    <a:gd name="connsiteY160" fmla="*/ 2857500 h 4168140"/>
                    <a:gd name="connsiteX161" fmla="*/ 9906000 w 11737340"/>
                    <a:gd name="connsiteY161" fmla="*/ 2941320 h 4168140"/>
                    <a:gd name="connsiteX162" fmla="*/ 9860280 w 11737340"/>
                    <a:gd name="connsiteY162" fmla="*/ 3032760 h 4168140"/>
                    <a:gd name="connsiteX163" fmla="*/ 9806940 w 11737340"/>
                    <a:gd name="connsiteY163" fmla="*/ 3116580 h 4168140"/>
                    <a:gd name="connsiteX164" fmla="*/ 9715500 w 11737340"/>
                    <a:gd name="connsiteY164" fmla="*/ 3208020 h 4168140"/>
                    <a:gd name="connsiteX165" fmla="*/ 9616440 w 11737340"/>
                    <a:gd name="connsiteY165" fmla="*/ 3261360 h 4168140"/>
                    <a:gd name="connsiteX166" fmla="*/ 9532620 w 11737340"/>
                    <a:gd name="connsiteY166" fmla="*/ 3329940 h 4168140"/>
                    <a:gd name="connsiteX167" fmla="*/ 9471660 w 11737340"/>
                    <a:gd name="connsiteY167" fmla="*/ 3375660 h 4168140"/>
                    <a:gd name="connsiteX168" fmla="*/ 9410700 w 11737340"/>
                    <a:gd name="connsiteY168" fmla="*/ 3429000 h 4168140"/>
                    <a:gd name="connsiteX169" fmla="*/ 9288780 w 11737340"/>
                    <a:gd name="connsiteY169" fmla="*/ 3436620 h 4168140"/>
                    <a:gd name="connsiteX170" fmla="*/ 9166860 w 11737340"/>
                    <a:gd name="connsiteY170" fmla="*/ 3444240 h 4168140"/>
                    <a:gd name="connsiteX171" fmla="*/ 9029700 w 11737340"/>
                    <a:gd name="connsiteY171" fmla="*/ 3413760 h 4168140"/>
                    <a:gd name="connsiteX172" fmla="*/ 8823960 w 11737340"/>
                    <a:gd name="connsiteY172" fmla="*/ 3360420 h 4168140"/>
                    <a:gd name="connsiteX173" fmla="*/ 8679180 w 11737340"/>
                    <a:gd name="connsiteY173" fmla="*/ 3329940 h 4168140"/>
                    <a:gd name="connsiteX174" fmla="*/ 8572500 w 11737340"/>
                    <a:gd name="connsiteY174" fmla="*/ 3276600 h 4168140"/>
                    <a:gd name="connsiteX175" fmla="*/ 8465820 w 11737340"/>
                    <a:gd name="connsiteY175" fmla="*/ 3215640 h 4168140"/>
                    <a:gd name="connsiteX176" fmla="*/ 8321040 w 11737340"/>
                    <a:gd name="connsiteY176" fmla="*/ 3177540 h 4168140"/>
                    <a:gd name="connsiteX177" fmla="*/ 8199120 w 11737340"/>
                    <a:gd name="connsiteY177" fmla="*/ 3131820 h 4168140"/>
                    <a:gd name="connsiteX178" fmla="*/ 8069580 w 11737340"/>
                    <a:gd name="connsiteY178" fmla="*/ 3078480 h 4168140"/>
                    <a:gd name="connsiteX179" fmla="*/ 7917180 w 11737340"/>
                    <a:gd name="connsiteY179" fmla="*/ 2994660 h 4168140"/>
                    <a:gd name="connsiteX180" fmla="*/ 7787640 w 11737340"/>
                    <a:gd name="connsiteY180" fmla="*/ 2971800 h 4168140"/>
                    <a:gd name="connsiteX181" fmla="*/ 7719060 w 11737340"/>
                    <a:gd name="connsiteY181" fmla="*/ 2933700 h 4168140"/>
                    <a:gd name="connsiteX182" fmla="*/ 7612380 w 11737340"/>
                    <a:gd name="connsiteY182" fmla="*/ 2903220 h 4168140"/>
                    <a:gd name="connsiteX183" fmla="*/ 7566660 w 11737340"/>
                    <a:gd name="connsiteY183" fmla="*/ 2887980 h 4168140"/>
                    <a:gd name="connsiteX184" fmla="*/ 7551420 w 11737340"/>
                    <a:gd name="connsiteY184" fmla="*/ 2849880 h 4168140"/>
                    <a:gd name="connsiteX185" fmla="*/ 7533640 w 11737340"/>
                    <a:gd name="connsiteY185" fmla="*/ 2788920 h 4168140"/>
                    <a:gd name="connsiteX186" fmla="*/ 7475220 w 11737340"/>
                    <a:gd name="connsiteY186" fmla="*/ 2857500 h 4168140"/>
                    <a:gd name="connsiteX187" fmla="*/ 7414260 w 11737340"/>
                    <a:gd name="connsiteY187" fmla="*/ 2887980 h 4168140"/>
                    <a:gd name="connsiteX188" fmla="*/ 7345680 w 11737340"/>
                    <a:gd name="connsiteY188" fmla="*/ 2971800 h 4168140"/>
                    <a:gd name="connsiteX189" fmla="*/ 7315200 w 11737340"/>
                    <a:gd name="connsiteY189" fmla="*/ 2994660 h 4168140"/>
                    <a:gd name="connsiteX190" fmla="*/ 7261860 w 11737340"/>
                    <a:gd name="connsiteY190" fmla="*/ 3009900 h 4168140"/>
                    <a:gd name="connsiteX191" fmla="*/ 7193280 w 11737340"/>
                    <a:gd name="connsiteY191" fmla="*/ 3025140 h 4168140"/>
                    <a:gd name="connsiteX192" fmla="*/ 7155180 w 11737340"/>
                    <a:gd name="connsiteY192" fmla="*/ 3078480 h 4168140"/>
                    <a:gd name="connsiteX193" fmla="*/ 7109460 w 11737340"/>
                    <a:gd name="connsiteY193" fmla="*/ 3154680 h 4168140"/>
                    <a:gd name="connsiteX194" fmla="*/ 7048500 w 11737340"/>
                    <a:gd name="connsiteY194" fmla="*/ 3246120 h 4168140"/>
                    <a:gd name="connsiteX195" fmla="*/ 6995160 w 11737340"/>
                    <a:gd name="connsiteY195" fmla="*/ 3307080 h 4168140"/>
                    <a:gd name="connsiteX196" fmla="*/ 6972300 w 11737340"/>
                    <a:gd name="connsiteY196" fmla="*/ 3352800 h 4168140"/>
                    <a:gd name="connsiteX197" fmla="*/ 6949440 w 11737340"/>
                    <a:gd name="connsiteY197" fmla="*/ 3413760 h 4168140"/>
                    <a:gd name="connsiteX198" fmla="*/ 6949440 w 11737340"/>
                    <a:gd name="connsiteY198" fmla="*/ 3413760 h 4168140"/>
                    <a:gd name="connsiteX199" fmla="*/ 6911340 w 11737340"/>
                    <a:gd name="connsiteY199" fmla="*/ 3474720 h 4168140"/>
                    <a:gd name="connsiteX200" fmla="*/ 6888480 w 11737340"/>
                    <a:gd name="connsiteY200" fmla="*/ 3505200 h 4168140"/>
                    <a:gd name="connsiteX201" fmla="*/ 6819900 w 11737340"/>
                    <a:gd name="connsiteY201" fmla="*/ 3566160 h 4168140"/>
                    <a:gd name="connsiteX202" fmla="*/ 6743700 w 11737340"/>
                    <a:gd name="connsiteY202" fmla="*/ 3581400 h 4168140"/>
                    <a:gd name="connsiteX203" fmla="*/ 6675120 w 11737340"/>
                    <a:gd name="connsiteY203" fmla="*/ 3657600 h 4168140"/>
                    <a:gd name="connsiteX204" fmla="*/ 6629400 w 11737340"/>
                    <a:gd name="connsiteY204" fmla="*/ 3718560 h 4168140"/>
                    <a:gd name="connsiteX205" fmla="*/ 6576060 w 11737340"/>
                    <a:gd name="connsiteY205" fmla="*/ 3779520 h 4168140"/>
                    <a:gd name="connsiteX206" fmla="*/ 6484620 w 11737340"/>
                    <a:gd name="connsiteY206" fmla="*/ 3817620 h 4168140"/>
                    <a:gd name="connsiteX207" fmla="*/ 6400800 w 11737340"/>
                    <a:gd name="connsiteY207" fmla="*/ 3832860 h 4168140"/>
                    <a:gd name="connsiteX208" fmla="*/ 6263640 w 11737340"/>
                    <a:gd name="connsiteY208" fmla="*/ 3870960 h 4168140"/>
                    <a:gd name="connsiteX209" fmla="*/ 6126480 w 11737340"/>
                    <a:gd name="connsiteY209" fmla="*/ 3901440 h 4168140"/>
                    <a:gd name="connsiteX210" fmla="*/ 6027420 w 11737340"/>
                    <a:gd name="connsiteY210" fmla="*/ 3916680 h 4168140"/>
                    <a:gd name="connsiteX211" fmla="*/ 5890260 w 11737340"/>
                    <a:gd name="connsiteY211" fmla="*/ 3878580 h 4168140"/>
                    <a:gd name="connsiteX212" fmla="*/ 5821680 w 11737340"/>
                    <a:gd name="connsiteY212" fmla="*/ 3863340 h 4168140"/>
                    <a:gd name="connsiteX213" fmla="*/ 5737860 w 11737340"/>
                    <a:gd name="connsiteY213" fmla="*/ 3825240 h 4168140"/>
                    <a:gd name="connsiteX214" fmla="*/ 5638800 w 11737340"/>
                    <a:gd name="connsiteY214" fmla="*/ 3794760 h 4168140"/>
                    <a:gd name="connsiteX215" fmla="*/ 5524500 w 11737340"/>
                    <a:gd name="connsiteY215" fmla="*/ 3756660 h 4168140"/>
                    <a:gd name="connsiteX216" fmla="*/ 5448300 w 11737340"/>
                    <a:gd name="connsiteY216" fmla="*/ 3718560 h 4168140"/>
                    <a:gd name="connsiteX217" fmla="*/ 5349240 w 11737340"/>
                    <a:gd name="connsiteY217" fmla="*/ 3657600 h 4168140"/>
                    <a:gd name="connsiteX218" fmla="*/ 5295900 w 11737340"/>
                    <a:gd name="connsiteY218" fmla="*/ 3619500 h 4168140"/>
                    <a:gd name="connsiteX219" fmla="*/ 5234940 w 11737340"/>
                    <a:gd name="connsiteY219" fmla="*/ 3596640 h 4168140"/>
                    <a:gd name="connsiteX220" fmla="*/ 5135880 w 11737340"/>
                    <a:gd name="connsiteY220" fmla="*/ 3550920 h 4168140"/>
                    <a:gd name="connsiteX221" fmla="*/ 5059680 w 11737340"/>
                    <a:gd name="connsiteY221" fmla="*/ 3505200 h 4168140"/>
                    <a:gd name="connsiteX222" fmla="*/ 5029200 w 11737340"/>
                    <a:gd name="connsiteY222" fmla="*/ 3482340 h 4168140"/>
                    <a:gd name="connsiteX223" fmla="*/ 4960620 w 11737340"/>
                    <a:gd name="connsiteY223" fmla="*/ 3413760 h 4168140"/>
                    <a:gd name="connsiteX224" fmla="*/ 4876800 w 11737340"/>
                    <a:gd name="connsiteY224" fmla="*/ 3299460 h 4168140"/>
                    <a:gd name="connsiteX225" fmla="*/ 4808220 w 11737340"/>
                    <a:gd name="connsiteY225" fmla="*/ 3200400 h 4168140"/>
                    <a:gd name="connsiteX226" fmla="*/ 4777740 w 11737340"/>
                    <a:gd name="connsiteY226" fmla="*/ 3147060 h 4168140"/>
                    <a:gd name="connsiteX227" fmla="*/ 4724400 w 11737340"/>
                    <a:gd name="connsiteY227" fmla="*/ 3108960 h 4168140"/>
                    <a:gd name="connsiteX228" fmla="*/ 4648200 w 11737340"/>
                    <a:gd name="connsiteY228" fmla="*/ 3063240 h 4168140"/>
                    <a:gd name="connsiteX229" fmla="*/ 4533900 w 11737340"/>
                    <a:gd name="connsiteY229" fmla="*/ 2979420 h 4168140"/>
                    <a:gd name="connsiteX230" fmla="*/ 4427220 w 11737340"/>
                    <a:gd name="connsiteY230" fmla="*/ 2941320 h 4168140"/>
                    <a:gd name="connsiteX231" fmla="*/ 4366260 w 11737340"/>
                    <a:gd name="connsiteY231" fmla="*/ 2903220 h 4168140"/>
                    <a:gd name="connsiteX232" fmla="*/ 4244340 w 11737340"/>
                    <a:gd name="connsiteY232" fmla="*/ 2842260 h 4168140"/>
                    <a:gd name="connsiteX233" fmla="*/ 4145280 w 11737340"/>
                    <a:gd name="connsiteY233" fmla="*/ 2811780 h 4168140"/>
                    <a:gd name="connsiteX234" fmla="*/ 4038600 w 11737340"/>
                    <a:gd name="connsiteY234" fmla="*/ 2804160 h 4168140"/>
                    <a:gd name="connsiteX235" fmla="*/ 3954780 w 11737340"/>
                    <a:gd name="connsiteY235" fmla="*/ 2819400 h 4168140"/>
                    <a:gd name="connsiteX236" fmla="*/ 3863340 w 11737340"/>
                    <a:gd name="connsiteY236" fmla="*/ 2804160 h 4168140"/>
                    <a:gd name="connsiteX237" fmla="*/ 3741420 w 11737340"/>
                    <a:gd name="connsiteY237" fmla="*/ 2781300 h 4168140"/>
                    <a:gd name="connsiteX238" fmla="*/ 3649980 w 11737340"/>
                    <a:gd name="connsiteY238" fmla="*/ 2743200 h 4168140"/>
                    <a:gd name="connsiteX239" fmla="*/ 3573780 w 11737340"/>
                    <a:gd name="connsiteY239" fmla="*/ 2674620 h 4168140"/>
                    <a:gd name="connsiteX240" fmla="*/ 3482340 w 11737340"/>
                    <a:gd name="connsiteY240" fmla="*/ 2621280 h 4168140"/>
                    <a:gd name="connsiteX241" fmla="*/ 3436620 w 11737340"/>
                    <a:gd name="connsiteY241" fmla="*/ 2552700 h 4168140"/>
                    <a:gd name="connsiteX242" fmla="*/ 3329940 w 11737340"/>
                    <a:gd name="connsiteY242" fmla="*/ 2423160 h 4168140"/>
                    <a:gd name="connsiteX243" fmla="*/ 3261360 w 11737340"/>
                    <a:gd name="connsiteY243" fmla="*/ 2324100 h 4168140"/>
                    <a:gd name="connsiteX244" fmla="*/ 3131820 w 11737340"/>
                    <a:gd name="connsiteY244" fmla="*/ 2209800 h 4168140"/>
                    <a:gd name="connsiteX245" fmla="*/ 3040380 w 11737340"/>
                    <a:gd name="connsiteY245" fmla="*/ 2141220 h 4168140"/>
                    <a:gd name="connsiteX246" fmla="*/ 2910840 w 11737340"/>
                    <a:gd name="connsiteY246" fmla="*/ 2034540 h 4168140"/>
                    <a:gd name="connsiteX247" fmla="*/ 2849880 w 11737340"/>
                    <a:gd name="connsiteY247" fmla="*/ 1958340 h 4168140"/>
                    <a:gd name="connsiteX248" fmla="*/ 2743200 w 11737340"/>
                    <a:gd name="connsiteY248" fmla="*/ 1889760 h 4168140"/>
                    <a:gd name="connsiteX249" fmla="*/ 2659380 w 11737340"/>
                    <a:gd name="connsiteY249" fmla="*/ 1844040 h 4168140"/>
                    <a:gd name="connsiteX250" fmla="*/ 2575560 w 11737340"/>
                    <a:gd name="connsiteY250" fmla="*/ 1744980 h 4168140"/>
                    <a:gd name="connsiteX251" fmla="*/ 2468880 w 11737340"/>
                    <a:gd name="connsiteY251" fmla="*/ 1645920 h 4168140"/>
                    <a:gd name="connsiteX252" fmla="*/ 2400300 w 11737340"/>
                    <a:gd name="connsiteY252" fmla="*/ 1607820 h 4168140"/>
                    <a:gd name="connsiteX253" fmla="*/ 2263140 w 11737340"/>
                    <a:gd name="connsiteY253" fmla="*/ 1501140 h 4168140"/>
                    <a:gd name="connsiteX254" fmla="*/ 2171700 w 11737340"/>
                    <a:gd name="connsiteY254" fmla="*/ 1432560 h 4168140"/>
                    <a:gd name="connsiteX255" fmla="*/ 2087880 w 11737340"/>
                    <a:gd name="connsiteY255" fmla="*/ 1363980 h 4168140"/>
                    <a:gd name="connsiteX256" fmla="*/ 1950720 w 11737340"/>
                    <a:gd name="connsiteY256" fmla="*/ 1272540 h 4168140"/>
                    <a:gd name="connsiteX257" fmla="*/ 1805940 w 11737340"/>
                    <a:gd name="connsiteY257" fmla="*/ 1135380 h 4168140"/>
                    <a:gd name="connsiteX258" fmla="*/ 1729740 w 11737340"/>
                    <a:gd name="connsiteY258" fmla="*/ 1089660 h 4168140"/>
                    <a:gd name="connsiteX259" fmla="*/ 1668780 w 11737340"/>
                    <a:gd name="connsiteY259" fmla="*/ 1043940 h 4168140"/>
                    <a:gd name="connsiteX260" fmla="*/ 1592580 w 11737340"/>
                    <a:gd name="connsiteY260" fmla="*/ 990600 h 4168140"/>
                    <a:gd name="connsiteX261" fmla="*/ 1470660 w 11737340"/>
                    <a:gd name="connsiteY261" fmla="*/ 891540 h 4168140"/>
                    <a:gd name="connsiteX262" fmla="*/ 1386840 w 11737340"/>
                    <a:gd name="connsiteY262" fmla="*/ 845820 h 4168140"/>
                    <a:gd name="connsiteX263" fmla="*/ 1318260 w 11737340"/>
                    <a:gd name="connsiteY263" fmla="*/ 784860 h 4168140"/>
                    <a:gd name="connsiteX264" fmla="*/ 1264920 w 11737340"/>
                    <a:gd name="connsiteY264" fmla="*/ 723900 h 4168140"/>
                    <a:gd name="connsiteX265" fmla="*/ 1181100 w 11737340"/>
                    <a:gd name="connsiteY265" fmla="*/ 647700 h 4168140"/>
                    <a:gd name="connsiteX266" fmla="*/ 1089660 w 11737340"/>
                    <a:gd name="connsiteY266" fmla="*/ 624840 h 4168140"/>
                    <a:gd name="connsiteX267" fmla="*/ 1021080 w 11737340"/>
                    <a:gd name="connsiteY267" fmla="*/ 586740 h 4168140"/>
                    <a:gd name="connsiteX268" fmla="*/ 937260 w 11737340"/>
                    <a:gd name="connsiteY268" fmla="*/ 548640 h 4168140"/>
                    <a:gd name="connsiteX269" fmla="*/ 830580 w 11737340"/>
                    <a:gd name="connsiteY269" fmla="*/ 510540 h 4168140"/>
                    <a:gd name="connsiteX270" fmla="*/ 754380 w 11737340"/>
                    <a:gd name="connsiteY270" fmla="*/ 457200 h 4168140"/>
                    <a:gd name="connsiteX271" fmla="*/ 708660 w 11737340"/>
                    <a:gd name="connsiteY271" fmla="*/ 419100 h 4168140"/>
                    <a:gd name="connsiteX272" fmla="*/ 609600 w 11737340"/>
                    <a:gd name="connsiteY272" fmla="*/ 396240 h 4168140"/>
                    <a:gd name="connsiteX273" fmla="*/ 548640 w 11737340"/>
                    <a:gd name="connsiteY273" fmla="*/ 320040 h 4168140"/>
                    <a:gd name="connsiteX274" fmla="*/ 510540 w 11737340"/>
                    <a:gd name="connsiteY274" fmla="*/ 251460 h 4168140"/>
                    <a:gd name="connsiteX275" fmla="*/ 464820 w 11737340"/>
                    <a:gd name="connsiteY275" fmla="*/ 190500 h 4168140"/>
                    <a:gd name="connsiteX276" fmla="*/ 411480 w 11737340"/>
                    <a:gd name="connsiteY276" fmla="*/ 137160 h 4168140"/>
                    <a:gd name="connsiteX277" fmla="*/ 373380 w 11737340"/>
                    <a:gd name="connsiteY277" fmla="*/ 45720 h 4168140"/>
                    <a:gd name="connsiteX278" fmla="*/ 342900 w 11737340"/>
                    <a:gd name="connsiteY278" fmla="*/ 0 h 4168140"/>
                    <a:gd name="connsiteX279" fmla="*/ 327660 w 11737340"/>
                    <a:gd name="connsiteY279" fmla="*/ 60960 h 4168140"/>
                    <a:gd name="connsiteX280" fmla="*/ 289560 w 11737340"/>
                    <a:gd name="connsiteY280" fmla="*/ 91440 h 4168140"/>
                    <a:gd name="connsiteX281" fmla="*/ 236220 w 11737340"/>
                    <a:gd name="connsiteY281" fmla="*/ 114300 h 4168140"/>
                    <a:gd name="connsiteX282" fmla="*/ 198120 w 11737340"/>
                    <a:gd name="connsiteY282" fmla="*/ 175260 h 4168140"/>
                    <a:gd name="connsiteX283" fmla="*/ 175260 w 11737340"/>
                    <a:gd name="connsiteY283" fmla="*/ 228600 h 4168140"/>
                    <a:gd name="connsiteX284" fmla="*/ 114300 w 11737340"/>
                    <a:gd name="connsiteY284" fmla="*/ 236220 h 4168140"/>
                    <a:gd name="connsiteX285" fmla="*/ 45720 w 11737340"/>
                    <a:gd name="connsiteY285" fmla="*/ 251460 h 4168140"/>
                    <a:gd name="connsiteX286" fmla="*/ 0 w 11737340"/>
                    <a:gd name="connsiteY286" fmla="*/ 281940 h 4168140"/>
                    <a:gd name="connsiteX287" fmla="*/ 68580 w 11737340"/>
                    <a:gd name="connsiteY287" fmla="*/ 320040 h 4168140"/>
                    <a:gd name="connsiteX0" fmla="*/ 68580 w 11737340"/>
                    <a:gd name="connsiteY0" fmla="*/ 320040 h 4168140"/>
                    <a:gd name="connsiteX1" fmla="*/ 121920 w 11737340"/>
                    <a:gd name="connsiteY1" fmla="*/ 381000 h 4168140"/>
                    <a:gd name="connsiteX2" fmla="*/ 198120 w 11737340"/>
                    <a:gd name="connsiteY2" fmla="*/ 419100 h 4168140"/>
                    <a:gd name="connsiteX3" fmla="*/ 320040 w 11737340"/>
                    <a:gd name="connsiteY3" fmla="*/ 510540 h 4168140"/>
                    <a:gd name="connsiteX4" fmla="*/ 411480 w 11737340"/>
                    <a:gd name="connsiteY4" fmla="*/ 563880 h 4168140"/>
                    <a:gd name="connsiteX5" fmla="*/ 472440 w 11737340"/>
                    <a:gd name="connsiteY5" fmla="*/ 632460 h 4168140"/>
                    <a:gd name="connsiteX6" fmla="*/ 601980 w 11737340"/>
                    <a:gd name="connsiteY6" fmla="*/ 708660 h 4168140"/>
                    <a:gd name="connsiteX7" fmla="*/ 739140 w 11737340"/>
                    <a:gd name="connsiteY7" fmla="*/ 784860 h 4168140"/>
                    <a:gd name="connsiteX8" fmla="*/ 861060 w 11737340"/>
                    <a:gd name="connsiteY8" fmla="*/ 868680 h 4168140"/>
                    <a:gd name="connsiteX9" fmla="*/ 944880 w 11737340"/>
                    <a:gd name="connsiteY9" fmla="*/ 952500 h 4168140"/>
                    <a:gd name="connsiteX10" fmla="*/ 1021080 w 11737340"/>
                    <a:gd name="connsiteY10" fmla="*/ 1005840 h 4168140"/>
                    <a:gd name="connsiteX11" fmla="*/ 1097280 w 11737340"/>
                    <a:gd name="connsiteY11" fmla="*/ 1043940 h 4168140"/>
                    <a:gd name="connsiteX12" fmla="*/ 1181100 w 11737340"/>
                    <a:gd name="connsiteY12" fmla="*/ 1104900 h 4168140"/>
                    <a:gd name="connsiteX13" fmla="*/ 1249680 w 11737340"/>
                    <a:gd name="connsiteY13" fmla="*/ 1150620 h 4168140"/>
                    <a:gd name="connsiteX14" fmla="*/ 1341120 w 11737340"/>
                    <a:gd name="connsiteY14" fmla="*/ 1196340 h 4168140"/>
                    <a:gd name="connsiteX15" fmla="*/ 1417320 w 11737340"/>
                    <a:gd name="connsiteY15" fmla="*/ 1257300 h 4168140"/>
                    <a:gd name="connsiteX16" fmla="*/ 1493520 w 11737340"/>
                    <a:gd name="connsiteY16" fmla="*/ 1333500 h 4168140"/>
                    <a:gd name="connsiteX17" fmla="*/ 1569720 w 11737340"/>
                    <a:gd name="connsiteY17" fmla="*/ 1356360 h 4168140"/>
                    <a:gd name="connsiteX18" fmla="*/ 1684020 w 11737340"/>
                    <a:gd name="connsiteY18" fmla="*/ 1424940 h 4168140"/>
                    <a:gd name="connsiteX19" fmla="*/ 1729740 w 11737340"/>
                    <a:gd name="connsiteY19" fmla="*/ 1485900 h 4168140"/>
                    <a:gd name="connsiteX20" fmla="*/ 1844040 w 11737340"/>
                    <a:gd name="connsiteY20" fmla="*/ 1569720 h 4168140"/>
                    <a:gd name="connsiteX21" fmla="*/ 1935480 w 11737340"/>
                    <a:gd name="connsiteY21" fmla="*/ 1615440 h 4168140"/>
                    <a:gd name="connsiteX22" fmla="*/ 2049780 w 11737340"/>
                    <a:gd name="connsiteY22" fmla="*/ 1691640 h 4168140"/>
                    <a:gd name="connsiteX23" fmla="*/ 2133600 w 11737340"/>
                    <a:gd name="connsiteY23" fmla="*/ 1729740 h 4168140"/>
                    <a:gd name="connsiteX24" fmla="*/ 2202180 w 11737340"/>
                    <a:gd name="connsiteY24" fmla="*/ 1805940 h 4168140"/>
                    <a:gd name="connsiteX25" fmla="*/ 2255520 w 11737340"/>
                    <a:gd name="connsiteY25" fmla="*/ 1821180 h 4168140"/>
                    <a:gd name="connsiteX26" fmla="*/ 2316480 w 11737340"/>
                    <a:gd name="connsiteY26" fmla="*/ 1866900 h 4168140"/>
                    <a:gd name="connsiteX27" fmla="*/ 2423160 w 11737340"/>
                    <a:gd name="connsiteY27" fmla="*/ 2004060 h 4168140"/>
                    <a:gd name="connsiteX28" fmla="*/ 2476500 w 11737340"/>
                    <a:gd name="connsiteY28" fmla="*/ 2087880 h 4168140"/>
                    <a:gd name="connsiteX29" fmla="*/ 2567940 w 11737340"/>
                    <a:gd name="connsiteY29" fmla="*/ 2148840 h 4168140"/>
                    <a:gd name="connsiteX30" fmla="*/ 2682240 w 11737340"/>
                    <a:gd name="connsiteY30" fmla="*/ 2186940 h 4168140"/>
                    <a:gd name="connsiteX31" fmla="*/ 2743200 w 11737340"/>
                    <a:gd name="connsiteY31" fmla="*/ 2209800 h 4168140"/>
                    <a:gd name="connsiteX32" fmla="*/ 2811780 w 11737340"/>
                    <a:gd name="connsiteY32" fmla="*/ 2247900 h 4168140"/>
                    <a:gd name="connsiteX33" fmla="*/ 2887980 w 11737340"/>
                    <a:gd name="connsiteY33" fmla="*/ 2301240 h 4168140"/>
                    <a:gd name="connsiteX34" fmla="*/ 2979420 w 11737340"/>
                    <a:gd name="connsiteY34" fmla="*/ 2385060 h 4168140"/>
                    <a:gd name="connsiteX35" fmla="*/ 3055620 w 11737340"/>
                    <a:gd name="connsiteY35" fmla="*/ 2461260 h 4168140"/>
                    <a:gd name="connsiteX36" fmla="*/ 3139440 w 11737340"/>
                    <a:gd name="connsiteY36" fmla="*/ 2537460 h 4168140"/>
                    <a:gd name="connsiteX37" fmla="*/ 3261360 w 11737340"/>
                    <a:gd name="connsiteY37" fmla="*/ 2628900 h 4168140"/>
                    <a:gd name="connsiteX38" fmla="*/ 3345180 w 11737340"/>
                    <a:gd name="connsiteY38" fmla="*/ 2720340 h 4168140"/>
                    <a:gd name="connsiteX39" fmla="*/ 3444240 w 11737340"/>
                    <a:gd name="connsiteY39" fmla="*/ 2796540 h 4168140"/>
                    <a:gd name="connsiteX40" fmla="*/ 3558540 w 11737340"/>
                    <a:gd name="connsiteY40" fmla="*/ 2872740 h 4168140"/>
                    <a:gd name="connsiteX41" fmla="*/ 3619500 w 11737340"/>
                    <a:gd name="connsiteY41" fmla="*/ 2979420 h 4168140"/>
                    <a:gd name="connsiteX42" fmla="*/ 3619500 w 11737340"/>
                    <a:gd name="connsiteY42" fmla="*/ 2979420 h 4168140"/>
                    <a:gd name="connsiteX43" fmla="*/ 3649980 w 11737340"/>
                    <a:gd name="connsiteY43" fmla="*/ 3048000 h 4168140"/>
                    <a:gd name="connsiteX44" fmla="*/ 3703320 w 11737340"/>
                    <a:gd name="connsiteY44" fmla="*/ 3086100 h 4168140"/>
                    <a:gd name="connsiteX45" fmla="*/ 3764280 w 11737340"/>
                    <a:gd name="connsiteY45" fmla="*/ 3063240 h 4168140"/>
                    <a:gd name="connsiteX46" fmla="*/ 3848100 w 11737340"/>
                    <a:gd name="connsiteY46" fmla="*/ 3025140 h 4168140"/>
                    <a:gd name="connsiteX47" fmla="*/ 3916680 w 11737340"/>
                    <a:gd name="connsiteY47" fmla="*/ 3032760 h 4168140"/>
                    <a:gd name="connsiteX48" fmla="*/ 4030980 w 11737340"/>
                    <a:gd name="connsiteY48" fmla="*/ 3063240 h 4168140"/>
                    <a:gd name="connsiteX49" fmla="*/ 4137660 w 11737340"/>
                    <a:gd name="connsiteY49" fmla="*/ 3101340 h 4168140"/>
                    <a:gd name="connsiteX50" fmla="*/ 4259580 w 11737340"/>
                    <a:gd name="connsiteY50" fmla="*/ 3147060 h 4168140"/>
                    <a:gd name="connsiteX51" fmla="*/ 4381500 w 11737340"/>
                    <a:gd name="connsiteY51" fmla="*/ 3192780 h 4168140"/>
                    <a:gd name="connsiteX52" fmla="*/ 4526280 w 11737340"/>
                    <a:gd name="connsiteY52" fmla="*/ 3276600 h 4168140"/>
                    <a:gd name="connsiteX53" fmla="*/ 4587240 w 11737340"/>
                    <a:gd name="connsiteY53" fmla="*/ 3299460 h 4168140"/>
                    <a:gd name="connsiteX54" fmla="*/ 4610100 w 11737340"/>
                    <a:gd name="connsiteY54" fmla="*/ 3352800 h 4168140"/>
                    <a:gd name="connsiteX55" fmla="*/ 4648200 w 11737340"/>
                    <a:gd name="connsiteY55" fmla="*/ 3436620 h 4168140"/>
                    <a:gd name="connsiteX56" fmla="*/ 4671060 w 11737340"/>
                    <a:gd name="connsiteY56" fmla="*/ 3520440 h 4168140"/>
                    <a:gd name="connsiteX57" fmla="*/ 4678680 w 11737340"/>
                    <a:gd name="connsiteY57" fmla="*/ 3589020 h 4168140"/>
                    <a:gd name="connsiteX58" fmla="*/ 4686300 w 11737340"/>
                    <a:gd name="connsiteY58" fmla="*/ 3649980 h 4168140"/>
                    <a:gd name="connsiteX59" fmla="*/ 4724400 w 11737340"/>
                    <a:gd name="connsiteY59" fmla="*/ 3680460 h 4168140"/>
                    <a:gd name="connsiteX60" fmla="*/ 4785360 w 11737340"/>
                    <a:gd name="connsiteY60" fmla="*/ 3672840 h 4168140"/>
                    <a:gd name="connsiteX61" fmla="*/ 4869180 w 11737340"/>
                    <a:gd name="connsiteY61" fmla="*/ 3703320 h 4168140"/>
                    <a:gd name="connsiteX62" fmla="*/ 4914900 w 11737340"/>
                    <a:gd name="connsiteY62" fmla="*/ 3756660 h 4168140"/>
                    <a:gd name="connsiteX63" fmla="*/ 5105400 w 11737340"/>
                    <a:gd name="connsiteY63" fmla="*/ 3832860 h 4168140"/>
                    <a:gd name="connsiteX64" fmla="*/ 5173980 w 11737340"/>
                    <a:gd name="connsiteY64" fmla="*/ 3886200 h 4168140"/>
                    <a:gd name="connsiteX65" fmla="*/ 5242560 w 11737340"/>
                    <a:gd name="connsiteY65" fmla="*/ 3924300 h 4168140"/>
                    <a:gd name="connsiteX66" fmla="*/ 5364480 w 11737340"/>
                    <a:gd name="connsiteY66" fmla="*/ 3962400 h 4168140"/>
                    <a:gd name="connsiteX67" fmla="*/ 5516880 w 11737340"/>
                    <a:gd name="connsiteY67" fmla="*/ 4046220 h 4168140"/>
                    <a:gd name="connsiteX68" fmla="*/ 5585460 w 11737340"/>
                    <a:gd name="connsiteY68" fmla="*/ 4099560 h 4168140"/>
                    <a:gd name="connsiteX69" fmla="*/ 5661660 w 11737340"/>
                    <a:gd name="connsiteY69" fmla="*/ 4122420 h 4168140"/>
                    <a:gd name="connsiteX70" fmla="*/ 5745480 w 11737340"/>
                    <a:gd name="connsiteY70" fmla="*/ 4130040 h 4168140"/>
                    <a:gd name="connsiteX71" fmla="*/ 5836920 w 11737340"/>
                    <a:gd name="connsiteY71" fmla="*/ 4130040 h 4168140"/>
                    <a:gd name="connsiteX72" fmla="*/ 5951220 w 11737340"/>
                    <a:gd name="connsiteY72" fmla="*/ 4145280 h 4168140"/>
                    <a:gd name="connsiteX73" fmla="*/ 6035040 w 11737340"/>
                    <a:gd name="connsiteY73" fmla="*/ 4168140 h 4168140"/>
                    <a:gd name="connsiteX74" fmla="*/ 6149340 w 11737340"/>
                    <a:gd name="connsiteY74" fmla="*/ 4137660 h 4168140"/>
                    <a:gd name="connsiteX75" fmla="*/ 6286500 w 11737340"/>
                    <a:gd name="connsiteY75" fmla="*/ 4114800 h 4168140"/>
                    <a:gd name="connsiteX76" fmla="*/ 6393180 w 11737340"/>
                    <a:gd name="connsiteY76" fmla="*/ 4053840 h 4168140"/>
                    <a:gd name="connsiteX77" fmla="*/ 6484620 w 11737340"/>
                    <a:gd name="connsiteY77" fmla="*/ 4038600 h 4168140"/>
                    <a:gd name="connsiteX78" fmla="*/ 6583680 w 11737340"/>
                    <a:gd name="connsiteY78" fmla="*/ 3970020 h 4168140"/>
                    <a:gd name="connsiteX79" fmla="*/ 6697980 w 11737340"/>
                    <a:gd name="connsiteY79" fmla="*/ 3886200 h 4168140"/>
                    <a:gd name="connsiteX80" fmla="*/ 6728460 w 11737340"/>
                    <a:gd name="connsiteY80" fmla="*/ 3817620 h 4168140"/>
                    <a:gd name="connsiteX81" fmla="*/ 6842760 w 11737340"/>
                    <a:gd name="connsiteY81" fmla="*/ 3733800 h 4168140"/>
                    <a:gd name="connsiteX82" fmla="*/ 6972300 w 11737340"/>
                    <a:gd name="connsiteY82" fmla="*/ 3642360 h 4168140"/>
                    <a:gd name="connsiteX83" fmla="*/ 7078980 w 11737340"/>
                    <a:gd name="connsiteY83" fmla="*/ 3528060 h 4168140"/>
                    <a:gd name="connsiteX84" fmla="*/ 7139940 w 11737340"/>
                    <a:gd name="connsiteY84" fmla="*/ 3444240 h 4168140"/>
                    <a:gd name="connsiteX85" fmla="*/ 7269480 w 11737340"/>
                    <a:gd name="connsiteY85" fmla="*/ 3284220 h 4168140"/>
                    <a:gd name="connsiteX86" fmla="*/ 7330440 w 11737340"/>
                    <a:gd name="connsiteY86" fmla="*/ 3185160 h 4168140"/>
                    <a:gd name="connsiteX87" fmla="*/ 7376160 w 11737340"/>
                    <a:gd name="connsiteY87" fmla="*/ 3116580 h 4168140"/>
                    <a:gd name="connsiteX88" fmla="*/ 7444740 w 11737340"/>
                    <a:gd name="connsiteY88" fmla="*/ 3093720 h 4168140"/>
                    <a:gd name="connsiteX89" fmla="*/ 7513320 w 11737340"/>
                    <a:gd name="connsiteY89" fmla="*/ 3101340 h 4168140"/>
                    <a:gd name="connsiteX90" fmla="*/ 7574280 w 11737340"/>
                    <a:gd name="connsiteY90" fmla="*/ 3078480 h 4168140"/>
                    <a:gd name="connsiteX91" fmla="*/ 7726680 w 11737340"/>
                    <a:gd name="connsiteY91" fmla="*/ 3108960 h 4168140"/>
                    <a:gd name="connsiteX92" fmla="*/ 7833360 w 11737340"/>
                    <a:gd name="connsiteY92" fmla="*/ 3162300 h 4168140"/>
                    <a:gd name="connsiteX93" fmla="*/ 7962900 w 11737340"/>
                    <a:gd name="connsiteY93" fmla="*/ 3192780 h 4168140"/>
                    <a:gd name="connsiteX94" fmla="*/ 8161020 w 11737340"/>
                    <a:gd name="connsiteY94" fmla="*/ 3268980 h 4168140"/>
                    <a:gd name="connsiteX95" fmla="*/ 8290560 w 11737340"/>
                    <a:gd name="connsiteY95" fmla="*/ 3337560 h 4168140"/>
                    <a:gd name="connsiteX96" fmla="*/ 8382000 w 11737340"/>
                    <a:gd name="connsiteY96" fmla="*/ 3360420 h 4168140"/>
                    <a:gd name="connsiteX97" fmla="*/ 8458200 w 11737340"/>
                    <a:gd name="connsiteY97" fmla="*/ 3398520 h 4168140"/>
                    <a:gd name="connsiteX98" fmla="*/ 8595360 w 11737340"/>
                    <a:gd name="connsiteY98" fmla="*/ 3512820 h 4168140"/>
                    <a:gd name="connsiteX99" fmla="*/ 8641080 w 11737340"/>
                    <a:gd name="connsiteY99" fmla="*/ 3566160 h 4168140"/>
                    <a:gd name="connsiteX100" fmla="*/ 8702040 w 11737340"/>
                    <a:gd name="connsiteY100" fmla="*/ 3604260 h 4168140"/>
                    <a:gd name="connsiteX101" fmla="*/ 8763000 w 11737340"/>
                    <a:gd name="connsiteY101" fmla="*/ 3634740 h 4168140"/>
                    <a:gd name="connsiteX102" fmla="*/ 8854440 w 11737340"/>
                    <a:gd name="connsiteY102" fmla="*/ 3627120 h 4168140"/>
                    <a:gd name="connsiteX103" fmla="*/ 8968740 w 11737340"/>
                    <a:gd name="connsiteY103" fmla="*/ 3619500 h 4168140"/>
                    <a:gd name="connsiteX104" fmla="*/ 9060180 w 11737340"/>
                    <a:gd name="connsiteY104" fmla="*/ 3642360 h 4168140"/>
                    <a:gd name="connsiteX105" fmla="*/ 9151620 w 11737340"/>
                    <a:gd name="connsiteY105" fmla="*/ 3657600 h 4168140"/>
                    <a:gd name="connsiteX106" fmla="*/ 9227820 w 11737340"/>
                    <a:gd name="connsiteY106" fmla="*/ 3642360 h 4168140"/>
                    <a:gd name="connsiteX107" fmla="*/ 9311640 w 11737340"/>
                    <a:gd name="connsiteY107" fmla="*/ 3611880 h 4168140"/>
                    <a:gd name="connsiteX108" fmla="*/ 9433560 w 11737340"/>
                    <a:gd name="connsiteY108" fmla="*/ 3589020 h 4168140"/>
                    <a:gd name="connsiteX109" fmla="*/ 9509760 w 11737340"/>
                    <a:gd name="connsiteY109" fmla="*/ 3528060 h 4168140"/>
                    <a:gd name="connsiteX110" fmla="*/ 9646920 w 11737340"/>
                    <a:gd name="connsiteY110" fmla="*/ 3489960 h 4168140"/>
                    <a:gd name="connsiteX111" fmla="*/ 9784080 w 11737340"/>
                    <a:gd name="connsiteY111" fmla="*/ 3444240 h 4168140"/>
                    <a:gd name="connsiteX112" fmla="*/ 9860280 w 11737340"/>
                    <a:gd name="connsiteY112" fmla="*/ 3383280 h 4168140"/>
                    <a:gd name="connsiteX113" fmla="*/ 9921240 w 11737340"/>
                    <a:gd name="connsiteY113" fmla="*/ 3314700 h 4168140"/>
                    <a:gd name="connsiteX114" fmla="*/ 9997440 w 11737340"/>
                    <a:gd name="connsiteY114" fmla="*/ 3208020 h 4168140"/>
                    <a:gd name="connsiteX115" fmla="*/ 10043160 w 11737340"/>
                    <a:gd name="connsiteY115" fmla="*/ 3101340 h 4168140"/>
                    <a:gd name="connsiteX116" fmla="*/ 10104120 w 11737340"/>
                    <a:gd name="connsiteY116" fmla="*/ 3017520 h 4168140"/>
                    <a:gd name="connsiteX117" fmla="*/ 10157460 w 11737340"/>
                    <a:gd name="connsiteY117" fmla="*/ 2933700 h 4168140"/>
                    <a:gd name="connsiteX118" fmla="*/ 10218420 w 11737340"/>
                    <a:gd name="connsiteY118" fmla="*/ 2849880 h 4168140"/>
                    <a:gd name="connsiteX119" fmla="*/ 10294620 w 11737340"/>
                    <a:gd name="connsiteY119" fmla="*/ 2735580 h 4168140"/>
                    <a:gd name="connsiteX120" fmla="*/ 10347960 w 11737340"/>
                    <a:gd name="connsiteY120" fmla="*/ 2621280 h 4168140"/>
                    <a:gd name="connsiteX121" fmla="*/ 10431780 w 11737340"/>
                    <a:gd name="connsiteY121" fmla="*/ 2499360 h 4168140"/>
                    <a:gd name="connsiteX122" fmla="*/ 10500360 w 11737340"/>
                    <a:gd name="connsiteY122" fmla="*/ 2354580 h 4168140"/>
                    <a:gd name="connsiteX123" fmla="*/ 10553700 w 11737340"/>
                    <a:gd name="connsiteY123" fmla="*/ 2263140 h 4168140"/>
                    <a:gd name="connsiteX124" fmla="*/ 10584180 w 11737340"/>
                    <a:gd name="connsiteY124" fmla="*/ 2194560 h 4168140"/>
                    <a:gd name="connsiteX125" fmla="*/ 10624820 w 11737340"/>
                    <a:gd name="connsiteY125" fmla="*/ 2125980 h 4168140"/>
                    <a:gd name="connsiteX126" fmla="*/ 10675620 w 11737340"/>
                    <a:gd name="connsiteY126" fmla="*/ 2049780 h 4168140"/>
                    <a:gd name="connsiteX127" fmla="*/ 10690860 w 11737340"/>
                    <a:gd name="connsiteY127" fmla="*/ 1988820 h 4168140"/>
                    <a:gd name="connsiteX128" fmla="*/ 10713720 w 11737340"/>
                    <a:gd name="connsiteY128" fmla="*/ 1927860 h 4168140"/>
                    <a:gd name="connsiteX129" fmla="*/ 10767060 w 11737340"/>
                    <a:gd name="connsiteY129" fmla="*/ 1859280 h 4168140"/>
                    <a:gd name="connsiteX130" fmla="*/ 10873740 w 11737340"/>
                    <a:gd name="connsiteY130" fmla="*/ 1828800 h 4168140"/>
                    <a:gd name="connsiteX131" fmla="*/ 11079480 w 11737340"/>
                    <a:gd name="connsiteY131" fmla="*/ 1767840 h 4168140"/>
                    <a:gd name="connsiteX132" fmla="*/ 11247120 w 11737340"/>
                    <a:gd name="connsiteY132" fmla="*/ 1684020 h 4168140"/>
                    <a:gd name="connsiteX133" fmla="*/ 11414760 w 11737340"/>
                    <a:gd name="connsiteY133" fmla="*/ 1638300 h 4168140"/>
                    <a:gd name="connsiteX134" fmla="*/ 11490960 w 11737340"/>
                    <a:gd name="connsiteY134" fmla="*/ 1577340 h 4168140"/>
                    <a:gd name="connsiteX135" fmla="*/ 11635740 w 11737340"/>
                    <a:gd name="connsiteY135" fmla="*/ 1508760 h 4168140"/>
                    <a:gd name="connsiteX136" fmla="*/ 11737340 w 11737340"/>
                    <a:gd name="connsiteY136" fmla="*/ 1442720 h 4168140"/>
                    <a:gd name="connsiteX137" fmla="*/ 11620500 w 11737340"/>
                    <a:gd name="connsiteY137" fmla="*/ 1417320 h 4168140"/>
                    <a:gd name="connsiteX138" fmla="*/ 11567160 w 11737340"/>
                    <a:gd name="connsiteY138" fmla="*/ 1379220 h 4168140"/>
                    <a:gd name="connsiteX139" fmla="*/ 11498580 w 11737340"/>
                    <a:gd name="connsiteY139" fmla="*/ 1318260 h 4168140"/>
                    <a:gd name="connsiteX140" fmla="*/ 11468100 w 11737340"/>
                    <a:gd name="connsiteY140" fmla="*/ 1280160 h 4168140"/>
                    <a:gd name="connsiteX141" fmla="*/ 11442700 w 11737340"/>
                    <a:gd name="connsiteY141" fmla="*/ 1231900 h 4168140"/>
                    <a:gd name="connsiteX142" fmla="*/ 11384280 w 11737340"/>
                    <a:gd name="connsiteY142" fmla="*/ 1310640 h 4168140"/>
                    <a:gd name="connsiteX143" fmla="*/ 11353800 w 11737340"/>
                    <a:gd name="connsiteY143" fmla="*/ 1356360 h 4168140"/>
                    <a:gd name="connsiteX144" fmla="*/ 11224260 w 11737340"/>
                    <a:gd name="connsiteY144" fmla="*/ 1417320 h 4168140"/>
                    <a:gd name="connsiteX145" fmla="*/ 11109960 w 11737340"/>
                    <a:gd name="connsiteY145" fmla="*/ 1463040 h 4168140"/>
                    <a:gd name="connsiteX146" fmla="*/ 10911840 w 11737340"/>
                    <a:gd name="connsiteY146" fmla="*/ 1524000 h 4168140"/>
                    <a:gd name="connsiteX147" fmla="*/ 10774680 w 11737340"/>
                    <a:gd name="connsiteY147" fmla="*/ 1546860 h 4168140"/>
                    <a:gd name="connsiteX148" fmla="*/ 10675620 w 11737340"/>
                    <a:gd name="connsiteY148" fmla="*/ 1615440 h 4168140"/>
                    <a:gd name="connsiteX149" fmla="*/ 10568940 w 11737340"/>
                    <a:gd name="connsiteY149" fmla="*/ 1676400 h 4168140"/>
                    <a:gd name="connsiteX150" fmla="*/ 10485120 w 11737340"/>
                    <a:gd name="connsiteY150" fmla="*/ 1760220 h 4168140"/>
                    <a:gd name="connsiteX151" fmla="*/ 10454640 w 11737340"/>
                    <a:gd name="connsiteY151" fmla="*/ 1836420 h 4168140"/>
                    <a:gd name="connsiteX152" fmla="*/ 10416540 w 11737340"/>
                    <a:gd name="connsiteY152" fmla="*/ 1927860 h 4168140"/>
                    <a:gd name="connsiteX153" fmla="*/ 10401300 w 11737340"/>
                    <a:gd name="connsiteY153" fmla="*/ 2004060 h 4168140"/>
                    <a:gd name="connsiteX154" fmla="*/ 10363200 w 11737340"/>
                    <a:gd name="connsiteY154" fmla="*/ 2095500 h 4168140"/>
                    <a:gd name="connsiteX155" fmla="*/ 10317480 w 11737340"/>
                    <a:gd name="connsiteY155" fmla="*/ 2225040 h 4168140"/>
                    <a:gd name="connsiteX156" fmla="*/ 10287000 w 11737340"/>
                    <a:gd name="connsiteY156" fmla="*/ 2346960 h 4168140"/>
                    <a:gd name="connsiteX157" fmla="*/ 10218420 w 11737340"/>
                    <a:gd name="connsiteY157" fmla="*/ 2499360 h 4168140"/>
                    <a:gd name="connsiteX158" fmla="*/ 10134600 w 11737340"/>
                    <a:gd name="connsiteY158" fmla="*/ 2621280 h 4168140"/>
                    <a:gd name="connsiteX159" fmla="*/ 10043160 w 11737340"/>
                    <a:gd name="connsiteY159" fmla="*/ 2735580 h 4168140"/>
                    <a:gd name="connsiteX160" fmla="*/ 9974580 w 11737340"/>
                    <a:gd name="connsiteY160" fmla="*/ 2857500 h 4168140"/>
                    <a:gd name="connsiteX161" fmla="*/ 9906000 w 11737340"/>
                    <a:gd name="connsiteY161" fmla="*/ 2941320 h 4168140"/>
                    <a:gd name="connsiteX162" fmla="*/ 9860280 w 11737340"/>
                    <a:gd name="connsiteY162" fmla="*/ 3032760 h 4168140"/>
                    <a:gd name="connsiteX163" fmla="*/ 9806940 w 11737340"/>
                    <a:gd name="connsiteY163" fmla="*/ 3116580 h 4168140"/>
                    <a:gd name="connsiteX164" fmla="*/ 9715500 w 11737340"/>
                    <a:gd name="connsiteY164" fmla="*/ 3208020 h 4168140"/>
                    <a:gd name="connsiteX165" fmla="*/ 9616440 w 11737340"/>
                    <a:gd name="connsiteY165" fmla="*/ 3261360 h 4168140"/>
                    <a:gd name="connsiteX166" fmla="*/ 9532620 w 11737340"/>
                    <a:gd name="connsiteY166" fmla="*/ 3329940 h 4168140"/>
                    <a:gd name="connsiteX167" fmla="*/ 9471660 w 11737340"/>
                    <a:gd name="connsiteY167" fmla="*/ 3375660 h 4168140"/>
                    <a:gd name="connsiteX168" fmla="*/ 9410700 w 11737340"/>
                    <a:gd name="connsiteY168" fmla="*/ 3429000 h 4168140"/>
                    <a:gd name="connsiteX169" fmla="*/ 9288780 w 11737340"/>
                    <a:gd name="connsiteY169" fmla="*/ 3436620 h 4168140"/>
                    <a:gd name="connsiteX170" fmla="*/ 9166860 w 11737340"/>
                    <a:gd name="connsiteY170" fmla="*/ 3444240 h 4168140"/>
                    <a:gd name="connsiteX171" fmla="*/ 9029700 w 11737340"/>
                    <a:gd name="connsiteY171" fmla="*/ 3413760 h 4168140"/>
                    <a:gd name="connsiteX172" fmla="*/ 8823960 w 11737340"/>
                    <a:gd name="connsiteY172" fmla="*/ 3360420 h 4168140"/>
                    <a:gd name="connsiteX173" fmla="*/ 8679180 w 11737340"/>
                    <a:gd name="connsiteY173" fmla="*/ 3329940 h 4168140"/>
                    <a:gd name="connsiteX174" fmla="*/ 8572500 w 11737340"/>
                    <a:gd name="connsiteY174" fmla="*/ 3276600 h 4168140"/>
                    <a:gd name="connsiteX175" fmla="*/ 8465820 w 11737340"/>
                    <a:gd name="connsiteY175" fmla="*/ 3215640 h 4168140"/>
                    <a:gd name="connsiteX176" fmla="*/ 8321040 w 11737340"/>
                    <a:gd name="connsiteY176" fmla="*/ 3177540 h 4168140"/>
                    <a:gd name="connsiteX177" fmla="*/ 8199120 w 11737340"/>
                    <a:gd name="connsiteY177" fmla="*/ 3131820 h 4168140"/>
                    <a:gd name="connsiteX178" fmla="*/ 8069580 w 11737340"/>
                    <a:gd name="connsiteY178" fmla="*/ 3078480 h 4168140"/>
                    <a:gd name="connsiteX179" fmla="*/ 7917180 w 11737340"/>
                    <a:gd name="connsiteY179" fmla="*/ 2994660 h 4168140"/>
                    <a:gd name="connsiteX180" fmla="*/ 7787640 w 11737340"/>
                    <a:gd name="connsiteY180" fmla="*/ 2971800 h 4168140"/>
                    <a:gd name="connsiteX181" fmla="*/ 7719060 w 11737340"/>
                    <a:gd name="connsiteY181" fmla="*/ 2933700 h 4168140"/>
                    <a:gd name="connsiteX182" fmla="*/ 7612380 w 11737340"/>
                    <a:gd name="connsiteY182" fmla="*/ 2903220 h 4168140"/>
                    <a:gd name="connsiteX183" fmla="*/ 7566660 w 11737340"/>
                    <a:gd name="connsiteY183" fmla="*/ 2887980 h 4168140"/>
                    <a:gd name="connsiteX184" fmla="*/ 7551420 w 11737340"/>
                    <a:gd name="connsiteY184" fmla="*/ 2849880 h 4168140"/>
                    <a:gd name="connsiteX185" fmla="*/ 7533640 w 11737340"/>
                    <a:gd name="connsiteY185" fmla="*/ 2788920 h 4168140"/>
                    <a:gd name="connsiteX186" fmla="*/ 7475220 w 11737340"/>
                    <a:gd name="connsiteY186" fmla="*/ 2857500 h 4168140"/>
                    <a:gd name="connsiteX187" fmla="*/ 7414260 w 11737340"/>
                    <a:gd name="connsiteY187" fmla="*/ 2887980 h 4168140"/>
                    <a:gd name="connsiteX188" fmla="*/ 7345680 w 11737340"/>
                    <a:gd name="connsiteY188" fmla="*/ 2971800 h 4168140"/>
                    <a:gd name="connsiteX189" fmla="*/ 7315200 w 11737340"/>
                    <a:gd name="connsiteY189" fmla="*/ 2994660 h 4168140"/>
                    <a:gd name="connsiteX190" fmla="*/ 7261860 w 11737340"/>
                    <a:gd name="connsiteY190" fmla="*/ 3009900 h 4168140"/>
                    <a:gd name="connsiteX191" fmla="*/ 7193280 w 11737340"/>
                    <a:gd name="connsiteY191" fmla="*/ 3025140 h 4168140"/>
                    <a:gd name="connsiteX192" fmla="*/ 7155180 w 11737340"/>
                    <a:gd name="connsiteY192" fmla="*/ 3078480 h 4168140"/>
                    <a:gd name="connsiteX193" fmla="*/ 7109460 w 11737340"/>
                    <a:gd name="connsiteY193" fmla="*/ 3154680 h 4168140"/>
                    <a:gd name="connsiteX194" fmla="*/ 7048500 w 11737340"/>
                    <a:gd name="connsiteY194" fmla="*/ 3246120 h 4168140"/>
                    <a:gd name="connsiteX195" fmla="*/ 6995160 w 11737340"/>
                    <a:gd name="connsiteY195" fmla="*/ 3307080 h 4168140"/>
                    <a:gd name="connsiteX196" fmla="*/ 6972300 w 11737340"/>
                    <a:gd name="connsiteY196" fmla="*/ 3352800 h 4168140"/>
                    <a:gd name="connsiteX197" fmla="*/ 6949440 w 11737340"/>
                    <a:gd name="connsiteY197" fmla="*/ 3413760 h 4168140"/>
                    <a:gd name="connsiteX198" fmla="*/ 6949440 w 11737340"/>
                    <a:gd name="connsiteY198" fmla="*/ 3413760 h 4168140"/>
                    <a:gd name="connsiteX199" fmla="*/ 6911340 w 11737340"/>
                    <a:gd name="connsiteY199" fmla="*/ 3474720 h 4168140"/>
                    <a:gd name="connsiteX200" fmla="*/ 6888480 w 11737340"/>
                    <a:gd name="connsiteY200" fmla="*/ 3505200 h 4168140"/>
                    <a:gd name="connsiteX201" fmla="*/ 6819900 w 11737340"/>
                    <a:gd name="connsiteY201" fmla="*/ 3566160 h 4168140"/>
                    <a:gd name="connsiteX202" fmla="*/ 6743700 w 11737340"/>
                    <a:gd name="connsiteY202" fmla="*/ 3581400 h 4168140"/>
                    <a:gd name="connsiteX203" fmla="*/ 6675120 w 11737340"/>
                    <a:gd name="connsiteY203" fmla="*/ 3657600 h 4168140"/>
                    <a:gd name="connsiteX204" fmla="*/ 6629400 w 11737340"/>
                    <a:gd name="connsiteY204" fmla="*/ 3718560 h 4168140"/>
                    <a:gd name="connsiteX205" fmla="*/ 6576060 w 11737340"/>
                    <a:gd name="connsiteY205" fmla="*/ 3779520 h 4168140"/>
                    <a:gd name="connsiteX206" fmla="*/ 6484620 w 11737340"/>
                    <a:gd name="connsiteY206" fmla="*/ 3817620 h 4168140"/>
                    <a:gd name="connsiteX207" fmla="*/ 6400800 w 11737340"/>
                    <a:gd name="connsiteY207" fmla="*/ 3832860 h 4168140"/>
                    <a:gd name="connsiteX208" fmla="*/ 6263640 w 11737340"/>
                    <a:gd name="connsiteY208" fmla="*/ 3870960 h 4168140"/>
                    <a:gd name="connsiteX209" fmla="*/ 6126480 w 11737340"/>
                    <a:gd name="connsiteY209" fmla="*/ 3901440 h 4168140"/>
                    <a:gd name="connsiteX210" fmla="*/ 6027420 w 11737340"/>
                    <a:gd name="connsiteY210" fmla="*/ 3916680 h 4168140"/>
                    <a:gd name="connsiteX211" fmla="*/ 5890260 w 11737340"/>
                    <a:gd name="connsiteY211" fmla="*/ 3878580 h 4168140"/>
                    <a:gd name="connsiteX212" fmla="*/ 5821680 w 11737340"/>
                    <a:gd name="connsiteY212" fmla="*/ 3863340 h 4168140"/>
                    <a:gd name="connsiteX213" fmla="*/ 5737860 w 11737340"/>
                    <a:gd name="connsiteY213" fmla="*/ 3825240 h 4168140"/>
                    <a:gd name="connsiteX214" fmla="*/ 5638800 w 11737340"/>
                    <a:gd name="connsiteY214" fmla="*/ 3794760 h 4168140"/>
                    <a:gd name="connsiteX215" fmla="*/ 5524500 w 11737340"/>
                    <a:gd name="connsiteY215" fmla="*/ 3756660 h 4168140"/>
                    <a:gd name="connsiteX216" fmla="*/ 5448300 w 11737340"/>
                    <a:gd name="connsiteY216" fmla="*/ 3718560 h 4168140"/>
                    <a:gd name="connsiteX217" fmla="*/ 5349240 w 11737340"/>
                    <a:gd name="connsiteY217" fmla="*/ 3657600 h 4168140"/>
                    <a:gd name="connsiteX218" fmla="*/ 5295900 w 11737340"/>
                    <a:gd name="connsiteY218" fmla="*/ 3619500 h 4168140"/>
                    <a:gd name="connsiteX219" fmla="*/ 5234940 w 11737340"/>
                    <a:gd name="connsiteY219" fmla="*/ 3596640 h 4168140"/>
                    <a:gd name="connsiteX220" fmla="*/ 5135880 w 11737340"/>
                    <a:gd name="connsiteY220" fmla="*/ 3550920 h 4168140"/>
                    <a:gd name="connsiteX221" fmla="*/ 5059680 w 11737340"/>
                    <a:gd name="connsiteY221" fmla="*/ 3505200 h 4168140"/>
                    <a:gd name="connsiteX222" fmla="*/ 5029200 w 11737340"/>
                    <a:gd name="connsiteY222" fmla="*/ 3482340 h 4168140"/>
                    <a:gd name="connsiteX223" fmla="*/ 4960620 w 11737340"/>
                    <a:gd name="connsiteY223" fmla="*/ 3413760 h 4168140"/>
                    <a:gd name="connsiteX224" fmla="*/ 4876800 w 11737340"/>
                    <a:gd name="connsiteY224" fmla="*/ 3299460 h 4168140"/>
                    <a:gd name="connsiteX225" fmla="*/ 4808220 w 11737340"/>
                    <a:gd name="connsiteY225" fmla="*/ 3200400 h 4168140"/>
                    <a:gd name="connsiteX226" fmla="*/ 4777740 w 11737340"/>
                    <a:gd name="connsiteY226" fmla="*/ 3147060 h 4168140"/>
                    <a:gd name="connsiteX227" fmla="*/ 4724400 w 11737340"/>
                    <a:gd name="connsiteY227" fmla="*/ 3108960 h 4168140"/>
                    <a:gd name="connsiteX228" fmla="*/ 4648200 w 11737340"/>
                    <a:gd name="connsiteY228" fmla="*/ 3063240 h 4168140"/>
                    <a:gd name="connsiteX229" fmla="*/ 4533900 w 11737340"/>
                    <a:gd name="connsiteY229" fmla="*/ 2979420 h 4168140"/>
                    <a:gd name="connsiteX230" fmla="*/ 4427220 w 11737340"/>
                    <a:gd name="connsiteY230" fmla="*/ 2941320 h 4168140"/>
                    <a:gd name="connsiteX231" fmla="*/ 4366260 w 11737340"/>
                    <a:gd name="connsiteY231" fmla="*/ 2903220 h 4168140"/>
                    <a:gd name="connsiteX232" fmla="*/ 4244340 w 11737340"/>
                    <a:gd name="connsiteY232" fmla="*/ 2842260 h 4168140"/>
                    <a:gd name="connsiteX233" fmla="*/ 4145280 w 11737340"/>
                    <a:gd name="connsiteY233" fmla="*/ 2811780 h 4168140"/>
                    <a:gd name="connsiteX234" fmla="*/ 4038600 w 11737340"/>
                    <a:gd name="connsiteY234" fmla="*/ 2804160 h 4168140"/>
                    <a:gd name="connsiteX235" fmla="*/ 3954780 w 11737340"/>
                    <a:gd name="connsiteY235" fmla="*/ 2819400 h 4168140"/>
                    <a:gd name="connsiteX236" fmla="*/ 3863340 w 11737340"/>
                    <a:gd name="connsiteY236" fmla="*/ 2804160 h 4168140"/>
                    <a:gd name="connsiteX237" fmla="*/ 3741420 w 11737340"/>
                    <a:gd name="connsiteY237" fmla="*/ 2781300 h 4168140"/>
                    <a:gd name="connsiteX238" fmla="*/ 3649980 w 11737340"/>
                    <a:gd name="connsiteY238" fmla="*/ 2743200 h 4168140"/>
                    <a:gd name="connsiteX239" fmla="*/ 3573780 w 11737340"/>
                    <a:gd name="connsiteY239" fmla="*/ 2674620 h 4168140"/>
                    <a:gd name="connsiteX240" fmla="*/ 3482340 w 11737340"/>
                    <a:gd name="connsiteY240" fmla="*/ 2621280 h 4168140"/>
                    <a:gd name="connsiteX241" fmla="*/ 3436620 w 11737340"/>
                    <a:gd name="connsiteY241" fmla="*/ 2552700 h 4168140"/>
                    <a:gd name="connsiteX242" fmla="*/ 3329940 w 11737340"/>
                    <a:gd name="connsiteY242" fmla="*/ 2423160 h 4168140"/>
                    <a:gd name="connsiteX243" fmla="*/ 3261360 w 11737340"/>
                    <a:gd name="connsiteY243" fmla="*/ 2324100 h 4168140"/>
                    <a:gd name="connsiteX244" fmla="*/ 3131820 w 11737340"/>
                    <a:gd name="connsiteY244" fmla="*/ 2209800 h 4168140"/>
                    <a:gd name="connsiteX245" fmla="*/ 3040380 w 11737340"/>
                    <a:gd name="connsiteY245" fmla="*/ 2141220 h 4168140"/>
                    <a:gd name="connsiteX246" fmla="*/ 2910840 w 11737340"/>
                    <a:gd name="connsiteY246" fmla="*/ 2034540 h 4168140"/>
                    <a:gd name="connsiteX247" fmla="*/ 2849880 w 11737340"/>
                    <a:gd name="connsiteY247" fmla="*/ 1958340 h 4168140"/>
                    <a:gd name="connsiteX248" fmla="*/ 2743200 w 11737340"/>
                    <a:gd name="connsiteY248" fmla="*/ 1889760 h 4168140"/>
                    <a:gd name="connsiteX249" fmla="*/ 2659380 w 11737340"/>
                    <a:gd name="connsiteY249" fmla="*/ 1844040 h 4168140"/>
                    <a:gd name="connsiteX250" fmla="*/ 2575560 w 11737340"/>
                    <a:gd name="connsiteY250" fmla="*/ 1744980 h 4168140"/>
                    <a:gd name="connsiteX251" fmla="*/ 2468880 w 11737340"/>
                    <a:gd name="connsiteY251" fmla="*/ 1645920 h 4168140"/>
                    <a:gd name="connsiteX252" fmla="*/ 2400300 w 11737340"/>
                    <a:gd name="connsiteY252" fmla="*/ 1607820 h 4168140"/>
                    <a:gd name="connsiteX253" fmla="*/ 2263140 w 11737340"/>
                    <a:gd name="connsiteY253" fmla="*/ 1501140 h 4168140"/>
                    <a:gd name="connsiteX254" fmla="*/ 2171700 w 11737340"/>
                    <a:gd name="connsiteY254" fmla="*/ 1432560 h 4168140"/>
                    <a:gd name="connsiteX255" fmla="*/ 2087880 w 11737340"/>
                    <a:gd name="connsiteY255" fmla="*/ 1363980 h 4168140"/>
                    <a:gd name="connsiteX256" fmla="*/ 1950720 w 11737340"/>
                    <a:gd name="connsiteY256" fmla="*/ 1272540 h 4168140"/>
                    <a:gd name="connsiteX257" fmla="*/ 1805940 w 11737340"/>
                    <a:gd name="connsiteY257" fmla="*/ 1135380 h 4168140"/>
                    <a:gd name="connsiteX258" fmla="*/ 1729740 w 11737340"/>
                    <a:gd name="connsiteY258" fmla="*/ 1089660 h 4168140"/>
                    <a:gd name="connsiteX259" fmla="*/ 1668780 w 11737340"/>
                    <a:gd name="connsiteY259" fmla="*/ 1043940 h 4168140"/>
                    <a:gd name="connsiteX260" fmla="*/ 1592580 w 11737340"/>
                    <a:gd name="connsiteY260" fmla="*/ 990600 h 4168140"/>
                    <a:gd name="connsiteX261" fmla="*/ 1470660 w 11737340"/>
                    <a:gd name="connsiteY261" fmla="*/ 891540 h 4168140"/>
                    <a:gd name="connsiteX262" fmla="*/ 1386840 w 11737340"/>
                    <a:gd name="connsiteY262" fmla="*/ 845820 h 4168140"/>
                    <a:gd name="connsiteX263" fmla="*/ 1318260 w 11737340"/>
                    <a:gd name="connsiteY263" fmla="*/ 784860 h 4168140"/>
                    <a:gd name="connsiteX264" fmla="*/ 1264920 w 11737340"/>
                    <a:gd name="connsiteY264" fmla="*/ 723900 h 4168140"/>
                    <a:gd name="connsiteX265" fmla="*/ 1181100 w 11737340"/>
                    <a:gd name="connsiteY265" fmla="*/ 647700 h 4168140"/>
                    <a:gd name="connsiteX266" fmla="*/ 1089660 w 11737340"/>
                    <a:gd name="connsiteY266" fmla="*/ 624840 h 4168140"/>
                    <a:gd name="connsiteX267" fmla="*/ 1021080 w 11737340"/>
                    <a:gd name="connsiteY267" fmla="*/ 586740 h 4168140"/>
                    <a:gd name="connsiteX268" fmla="*/ 937260 w 11737340"/>
                    <a:gd name="connsiteY268" fmla="*/ 548640 h 4168140"/>
                    <a:gd name="connsiteX269" fmla="*/ 830580 w 11737340"/>
                    <a:gd name="connsiteY269" fmla="*/ 510540 h 4168140"/>
                    <a:gd name="connsiteX270" fmla="*/ 754380 w 11737340"/>
                    <a:gd name="connsiteY270" fmla="*/ 457200 h 4168140"/>
                    <a:gd name="connsiteX271" fmla="*/ 708660 w 11737340"/>
                    <a:gd name="connsiteY271" fmla="*/ 419100 h 4168140"/>
                    <a:gd name="connsiteX272" fmla="*/ 609600 w 11737340"/>
                    <a:gd name="connsiteY272" fmla="*/ 396240 h 4168140"/>
                    <a:gd name="connsiteX273" fmla="*/ 548640 w 11737340"/>
                    <a:gd name="connsiteY273" fmla="*/ 320040 h 4168140"/>
                    <a:gd name="connsiteX274" fmla="*/ 510540 w 11737340"/>
                    <a:gd name="connsiteY274" fmla="*/ 251460 h 4168140"/>
                    <a:gd name="connsiteX275" fmla="*/ 464820 w 11737340"/>
                    <a:gd name="connsiteY275" fmla="*/ 190500 h 4168140"/>
                    <a:gd name="connsiteX276" fmla="*/ 411480 w 11737340"/>
                    <a:gd name="connsiteY276" fmla="*/ 137160 h 4168140"/>
                    <a:gd name="connsiteX277" fmla="*/ 373380 w 11737340"/>
                    <a:gd name="connsiteY277" fmla="*/ 45720 h 4168140"/>
                    <a:gd name="connsiteX278" fmla="*/ 342900 w 11737340"/>
                    <a:gd name="connsiteY278" fmla="*/ 0 h 4168140"/>
                    <a:gd name="connsiteX279" fmla="*/ 327660 w 11737340"/>
                    <a:gd name="connsiteY279" fmla="*/ 60960 h 4168140"/>
                    <a:gd name="connsiteX280" fmla="*/ 289560 w 11737340"/>
                    <a:gd name="connsiteY280" fmla="*/ 91440 h 4168140"/>
                    <a:gd name="connsiteX281" fmla="*/ 236220 w 11737340"/>
                    <a:gd name="connsiteY281" fmla="*/ 114300 h 4168140"/>
                    <a:gd name="connsiteX282" fmla="*/ 198120 w 11737340"/>
                    <a:gd name="connsiteY282" fmla="*/ 175260 h 4168140"/>
                    <a:gd name="connsiteX283" fmla="*/ 175260 w 11737340"/>
                    <a:gd name="connsiteY283" fmla="*/ 228600 h 4168140"/>
                    <a:gd name="connsiteX284" fmla="*/ 114300 w 11737340"/>
                    <a:gd name="connsiteY284" fmla="*/ 236220 h 4168140"/>
                    <a:gd name="connsiteX285" fmla="*/ 45720 w 11737340"/>
                    <a:gd name="connsiteY285" fmla="*/ 251460 h 4168140"/>
                    <a:gd name="connsiteX286" fmla="*/ 0 w 11737340"/>
                    <a:gd name="connsiteY286" fmla="*/ 281940 h 4168140"/>
                    <a:gd name="connsiteX287" fmla="*/ 68580 w 11737340"/>
                    <a:gd name="connsiteY287" fmla="*/ 320040 h 4168140"/>
                    <a:gd name="connsiteX0" fmla="*/ 68580 w 11737340"/>
                    <a:gd name="connsiteY0" fmla="*/ 320040 h 4168140"/>
                    <a:gd name="connsiteX1" fmla="*/ 121920 w 11737340"/>
                    <a:gd name="connsiteY1" fmla="*/ 381000 h 4168140"/>
                    <a:gd name="connsiteX2" fmla="*/ 198120 w 11737340"/>
                    <a:gd name="connsiteY2" fmla="*/ 419100 h 4168140"/>
                    <a:gd name="connsiteX3" fmla="*/ 320040 w 11737340"/>
                    <a:gd name="connsiteY3" fmla="*/ 510540 h 4168140"/>
                    <a:gd name="connsiteX4" fmla="*/ 411480 w 11737340"/>
                    <a:gd name="connsiteY4" fmla="*/ 563880 h 4168140"/>
                    <a:gd name="connsiteX5" fmla="*/ 472440 w 11737340"/>
                    <a:gd name="connsiteY5" fmla="*/ 632460 h 4168140"/>
                    <a:gd name="connsiteX6" fmla="*/ 601980 w 11737340"/>
                    <a:gd name="connsiteY6" fmla="*/ 708660 h 4168140"/>
                    <a:gd name="connsiteX7" fmla="*/ 739140 w 11737340"/>
                    <a:gd name="connsiteY7" fmla="*/ 784860 h 4168140"/>
                    <a:gd name="connsiteX8" fmla="*/ 861060 w 11737340"/>
                    <a:gd name="connsiteY8" fmla="*/ 868680 h 4168140"/>
                    <a:gd name="connsiteX9" fmla="*/ 944880 w 11737340"/>
                    <a:gd name="connsiteY9" fmla="*/ 952500 h 4168140"/>
                    <a:gd name="connsiteX10" fmla="*/ 1021080 w 11737340"/>
                    <a:gd name="connsiteY10" fmla="*/ 1005840 h 4168140"/>
                    <a:gd name="connsiteX11" fmla="*/ 1097280 w 11737340"/>
                    <a:gd name="connsiteY11" fmla="*/ 1043940 h 4168140"/>
                    <a:gd name="connsiteX12" fmla="*/ 1181100 w 11737340"/>
                    <a:gd name="connsiteY12" fmla="*/ 1104900 h 4168140"/>
                    <a:gd name="connsiteX13" fmla="*/ 1249680 w 11737340"/>
                    <a:gd name="connsiteY13" fmla="*/ 1150620 h 4168140"/>
                    <a:gd name="connsiteX14" fmla="*/ 1341120 w 11737340"/>
                    <a:gd name="connsiteY14" fmla="*/ 1196340 h 4168140"/>
                    <a:gd name="connsiteX15" fmla="*/ 1417320 w 11737340"/>
                    <a:gd name="connsiteY15" fmla="*/ 1257300 h 4168140"/>
                    <a:gd name="connsiteX16" fmla="*/ 1493520 w 11737340"/>
                    <a:gd name="connsiteY16" fmla="*/ 1333500 h 4168140"/>
                    <a:gd name="connsiteX17" fmla="*/ 1569720 w 11737340"/>
                    <a:gd name="connsiteY17" fmla="*/ 1356360 h 4168140"/>
                    <a:gd name="connsiteX18" fmla="*/ 1684020 w 11737340"/>
                    <a:gd name="connsiteY18" fmla="*/ 1424940 h 4168140"/>
                    <a:gd name="connsiteX19" fmla="*/ 1729740 w 11737340"/>
                    <a:gd name="connsiteY19" fmla="*/ 1485900 h 4168140"/>
                    <a:gd name="connsiteX20" fmla="*/ 1844040 w 11737340"/>
                    <a:gd name="connsiteY20" fmla="*/ 1569720 h 4168140"/>
                    <a:gd name="connsiteX21" fmla="*/ 1935480 w 11737340"/>
                    <a:gd name="connsiteY21" fmla="*/ 1615440 h 4168140"/>
                    <a:gd name="connsiteX22" fmla="*/ 2049780 w 11737340"/>
                    <a:gd name="connsiteY22" fmla="*/ 1691640 h 4168140"/>
                    <a:gd name="connsiteX23" fmla="*/ 2133600 w 11737340"/>
                    <a:gd name="connsiteY23" fmla="*/ 1729740 h 4168140"/>
                    <a:gd name="connsiteX24" fmla="*/ 2202180 w 11737340"/>
                    <a:gd name="connsiteY24" fmla="*/ 1805940 h 4168140"/>
                    <a:gd name="connsiteX25" fmla="*/ 2255520 w 11737340"/>
                    <a:gd name="connsiteY25" fmla="*/ 1821180 h 4168140"/>
                    <a:gd name="connsiteX26" fmla="*/ 2316480 w 11737340"/>
                    <a:gd name="connsiteY26" fmla="*/ 1866900 h 4168140"/>
                    <a:gd name="connsiteX27" fmla="*/ 2423160 w 11737340"/>
                    <a:gd name="connsiteY27" fmla="*/ 2004060 h 4168140"/>
                    <a:gd name="connsiteX28" fmla="*/ 2476500 w 11737340"/>
                    <a:gd name="connsiteY28" fmla="*/ 2087880 h 4168140"/>
                    <a:gd name="connsiteX29" fmla="*/ 2567940 w 11737340"/>
                    <a:gd name="connsiteY29" fmla="*/ 2148840 h 4168140"/>
                    <a:gd name="connsiteX30" fmla="*/ 2682240 w 11737340"/>
                    <a:gd name="connsiteY30" fmla="*/ 2186940 h 4168140"/>
                    <a:gd name="connsiteX31" fmla="*/ 2743200 w 11737340"/>
                    <a:gd name="connsiteY31" fmla="*/ 2209800 h 4168140"/>
                    <a:gd name="connsiteX32" fmla="*/ 2811780 w 11737340"/>
                    <a:gd name="connsiteY32" fmla="*/ 2247900 h 4168140"/>
                    <a:gd name="connsiteX33" fmla="*/ 2887980 w 11737340"/>
                    <a:gd name="connsiteY33" fmla="*/ 2301240 h 4168140"/>
                    <a:gd name="connsiteX34" fmla="*/ 2979420 w 11737340"/>
                    <a:gd name="connsiteY34" fmla="*/ 2385060 h 4168140"/>
                    <a:gd name="connsiteX35" fmla="*/ 3055620 w 11737340"/>
                    <a:gd name="connsiteY35" fmla="*/ 2461260 h 4168140"/>
                    <a:gd name="connsiteX36" fmla="*/ 3139440 w 11737340"/>
                    <a:gd name="connsiteY36" fmla="*/ 2537460 h 4168140"/>
                    <a:gd name="connsiteX37" fmla="*/ 3261360 w 11737340"/>
                    <a:gd name="connsiteY37" fmla="*/ 2628900 h 4168140"/>
                    <a:gd name="connsiteX38" fmla="*/ 3345180 w 11737340"/>
                    <a:gd name="connsiteY38" fmla="*/ 2720340 h 4168140"/>
                    <a:gd name="connsiteX39" fmla="*/ 3444240 w 11737340"/>
                    <a:gd name="connsiteY39" fmla="*/ 2796540 h 4168140"/>
                    <a:gd name="connsiteX40" fmla="*/ 3558540 w 11737340"/>
                    <a:gd name="connsiteY40" fmla="*/ 2872740 h 4168140"/>
                    <a:gd name="connsiteX41" fmla="*/ 3619500 w 11737340"/>
                    <a:gd name="connsiteY41" fmla="*/ 2979420 h 4168140"/>
                    <a:gd name="connsiteX42" fmla="*/ 3619500 w 11737340"/>
                    <a:gd name="connsiteY42" fmla="*/ 2979420 h 4168140"/>
                    <a:gd name="connsiteX43" fmla="*/ 3649980 w 11737340"/>
                    <a:gd name="connsiteY43" fmla="*/ 3048000 h 4168140"/>
                    <a:gd name="connsiteX44" fmla="*/ 3703320 w 11737340"/>
                    <a:gd name="connsiteY44" fmla="*/ 3086100 h 4168140"/>
                    <a:gd name="connsiteX45" fmla="*/ 3764280 w 11737340"/>
                    <a:gd name="connsiteY45" fmla="*/ 3063240 h 4168140"/>
                    <a:gd name="connsiteX46" fmla="*/ 3848100 w 11737340"/>
                    <a:gd name="connsiteY46" fmla="*/ 3025140 h 4168140"/>
                    <a:gd name="connsiteX47" fmla="*/ 3916680 w 11737340"/>
                    <a:gd name="connsiteY47" fmla="*/ 3032760 h 4168140"/>
                    <a:gd name="connsiteX48" fmla="*/ 4030980 w 11737340"/>
                    <a:gd name="connsiteY48" fmla="*/ 3063240 h 4168140"/>
                    <a:gd name="connsiteX49" fmla="*/ 4137660 w 11737340"/>
                    <a:gd name="connsiteY49" fmla="*/ 3101340 h 4168140"/>
                    <a:gd name="connsiteX50" fmla="*/ 4259580 w 11737340"/>
                    <a:gd name="connsiteY50" fmla="*/ 3147060 h 4168140"/>
                    <a:gd name="connsiteX51" fmla="*/ 4381500 w 11737340"/>
                    <a:gd name="connsiteY51" fmla="*/ 3192780 h 4168140"/>
                    <a:gd name="connsiteX52" fmla="*/ 4526280 w 11737340"/>
                    <a:gd name="connsiteY52" fmla="*/ 3276600 h 4168140"/>
                    <a:gd name="connsiteX53" fmla="*/ 4587240 w 11737340"/>
                    <a:gd name="connsiteY53" fmla="*/ 3299460 h 4168140"/>
                    <a:gd name="connsiteX54" fmla="*/ 4610100 w 11737340"/>
                    <a:gd name="connsiteY54" fmla="*/ 3352800 h 4168140"/>
                    <a:gd name="connsiteX55" fmla="*/ 4648200 w 11737340"/>
                    <a:gd name="connsiteY55" fmla="*/ 3436620 h 4168140"/>
                    <a:gd name="connsiteX56" fmla="*/ 4671060 w 11737340"/>
                    <a:gd name="connsiteY56" fmla="*/ 3520440 h 4168140"/>
                    <a:gd name="connsiteX57" fmla="*/ 4678680 w 11737340"/>
                    <a:gd name="connsiteY57" fmla="*/ 3589020 h 4168140"/>
                    <a:gd name="connsiteX58" fmla="*/ 4686300 w 11737340"/>
                    <a:gd name="connsiteY58" fmla="*/ 3649980 h 4168140"/>
                    <a:gd name="connsiteX59" fmla="*/ 4724400 w 11737340"/>
                    <a:gd name="connsiteY59" fmla="*/ 3680460 h 4168140"/>
                    <a:gd name="connsiteX60" fmla="*/ 4785360 w 11737340"/>
                    <a:gd name="connsiteY60" fmla="*/ 3672840 h 4168140"/>
                    <a:gd name="connsiteX61" fmla="*/ 4869180 w 11737340"/>
                    <a:gd name="connsiteY61" fmla="*/ 3703320 h 4168140"/>
                    <a:gd name="connsiteX62" fmla="*/ 4914900 w 11737340"/>
                    <a:gd name="connsiteY62" fmla="*/ 3756660 h 4168140"/>
                    <a:gd name="connsiteX63" fmla="*/ 5105400 w 11737340"/>
                    <a:gd name="connsiteY63" fmla="*/ 3832860 h 4168140"/>
                    <a:gd name="connsiteX64" fmla="*/ 5173980 w 11737340"/>
                    <a:gd name="connsiteY64" fmla="*/ 3886200 h 4168140"/>
                    <a:gd name="connsiteX65" fmla="*/ 5242560 w 11737340"/>
                    <a:gd name="connsiteY65" fmla="*/ 3924300 h 4168140"/>
                    <a:gd name="connsiteX66" fmla="*/ 5364480 w 11737340"/>
                    <a:gd name="connsiteY66" fmla="*/ 3962400 h 4168140"/>
                    <a:gd name="connsiteX67" fmla="*/ 5516880 w 11737340"/>
                    <a:gd name="connsiteY67" fmla="*/ 4046220 h 4168140"/>
                    <a:gd name="connsiteX68" fmla="*/ 5585460 w 11737340"/>
                    <a:gd name="connsiteY68" fmla="*/ 4099560 h 4168140"/>
                    <a:gd name="connsiteX69" fmla="*/ 5661660 w 11737340"/>
                    <a:gd name="connsiteY69" fmla="*/ 4122420 h 4168140"/>
                    <a:gd name="connsiteX70" fmla="*/ 5745480 w 11737340"/>
                    <a:gd name="connsiteY70" fmla="*/ 4130040 h 4168140"/>
                    <a:gd name="connsiteX71" fmla="*/ 5836920 w 11737340"/>
                    <a:gd name="connsiteY71" fmla="*/ 4130040 h 4168140"/>
                    <a:gd name="connsiteX72" fmla="*/ 5951220 w 11737340"/>
                    <a:gd name="connsiteY72" fmla="*/ 4145280 h 4168140"/>
                    <a:gd name="connsiteX73" fmla="*/ 6035040 w 11737340"/>
                    <a:gd name="connsiteY73" fmla="*/ 4168140 h 4168140"/>
                    <a:gd name="connsiteX74" fmla="*/ 6149340 w 11737340"/>
                    <a:gd name="connsiteY74" fmla="*/ 4137660 h 4168140"/>
                    <a:gd name="connsiteX75" fmla="*/ 6286500 w 11737340"/>
                    <a:gd name="connsiteY75" fmla="*/ 4114800 h 4168140"/>
                    <a:gd name="connsiteX76" fmla="*/ 6393180 w 11737340"/>
                    <a:gd name="connsiteY76" fmla="*/ 4053840 h 4168140"/>
                    <a:gd name="connsiteX77" fmla="*/ 6484620 w 11737340"/>
                    <a:gd name="connsiteY77" fmla="*/ 4038600 h 4168140"/>
                    <a:gd name="connsiteX78" fmla="*/ 6583680 w 11737340"/>
                    <a:gd name="connsiteY78" fmla="*/ 3970020 h 4168140"/>
                    <a:gd name="connsiteX79" fmla="*/ 6697980 w 11737340"/>
                    <a:gd name="connsiteY79" fmla="*/ 3886200 h 4168140"/>
                    <a:gd name="connsiteX80" fmla="*/ 6728460 w 11737340"/>
                    <a:gd name="connsiteY80" fmla="*/ 3817620 h 4168140"/>
                    <a:gd name="connsiteX81" fmla="*/ 6842760 w 11737340"/>
                    <a:gd name="connsiteY81" fmla="*/ 3733800 h 4168140"/>
                    <a:gd name="connsiteX82" fmla="*/ 6972300 w 11737340"/>
                    <a:gd name="connsiteY82" fmla="*/ 3642360 h 4168140"/>
                    <a:gd name="connsiteX83" fmla="*/ 7078980 w 11737340"/>
                    <a:gd name="connsiteY83" fmla="*/ 3528060 h 4168140"/>
                    <a:gd name="connsiteX84" fmla="*/ 7139940 w 11737340"/>
                    <a:gd name="connsiteY84" fmla="*/ 3444240 h 4168140"/>
                    <a:gd name="connsiteX85" fmla="*/ 7269480 w 11737340"/>
                    <a:gd name="connsiteY85" fmla="*/ 3284220 h 4168140"/>
                    <a:gd name="connsiteX86" fmla="*/ 7330440 w 11737340"/>
                    <a:gd name="connsiteY86" fmla="*/ 3185160 h 4168140"/>
                    <a:gd name="connsiteX87" fmla="*/ 7376160 w 11737340"/>
                    <a:gd name="connsiteY87" fmla="*/ 3116580 h 4168140"/>
                    <a:gd name="connsiteX88" fmla="*/ 7444740 w 11737340"/>
                    <a:gd name="connsiteY88" fmla="*/ 3093720 h 4168140"/>
                    <a:gd name="connsiteX89" fmla="*/ 7513320 w 11737340"/>
                    <a:gd name="connsiteY89" fmla="*/ 3101340 h 4168140"/>
                    <a:gd name="connsiteX90" fmla="*/ 7574280 w 11737340"/>
                    <a:gd name="connsiteY90" fmla="*/ 3078480 h 4168140"/>
                    <a:gd name="connsiteX91" fmla="*/ 7726680 w 11737340"/>
                    <a:gd name="connsiteY91" fmla="*/ 3108960 h 4168140"/>
                    <a:gd name="connsiteX92" fmla="*/ 7833360 w 11737340"/>
                    <a:gd name="connsiteY92" fmla="*/ 3162300 h 4168140"/>
                    <a:gd name="connsiteX93" fmla="*/ 7962900 w 11737340"/>
                    <a:gd name="connsiteY93" fmla="*/ 3192780 h 4168140"/>
                    <a:gd name="connsiteX94" fmla="*/ 8161020 w 11737340"/>
                    <a:gd name="connsiteY94" fmla="*/ 3268980 h 4168140"/>
                    <a:gd name="connsiteX95" fmla="*/ 8290560 w 11737340"/>
                    <a:gd name="connsiteY95" fmla="*/ 3337560 h 4168140"/>
                    <a:gd name="connsiteX96" fmla="*/ 8382000 w 11737340"/>
                    <a:gd name="connsiteY96" fmla="*/ 3360420 h 4168140"/>
                    <a:gd name="connsiteX97" fmla="*/ 8458200 w 11737340"/>
                    <a:gd name="connsiteY97" fmla="*/ 3398520 h 4168140"/>
                    <a:gd name="connsiteX98" fmla="*/ 8595360 w 11737340"/>
                    <a:gd name="connsiteY98" fmla="*/ 3512820 h 4168140"/>
                    <a:gd name="connsiteX99" fmla="*/ 8641080 w 11737340"/>
                    <a:gd name="connsiteY99" fmla="*/ 3566160 h 4168140"/>
                    <a:gd name="connsiteX100" fmla="*/ 8702040 w 11737340"/>
                    <a:gd name="connsiteY100" fmla="*/ 3604260 h 4168140"/>
                    <a:gd name="connsiteX101" fmla="*/ 8763000 w 11737340"/>
                    <a:gd name="connsiteY101" fmla="*/ 3634740 h 4168140"/>
                    <a:gd name="connsiteX102" fmla="*/ 8854440 w 11737340"/>
                    <a:gd name="connsiteY102" fmla="*/ 3627120 h 4168140"/>
                    <a:gd name="connsiteX103" fmla="*/ 8968740 w 11737340"/>
                    <a:gd name="connsiteY103" fmla="*/ 3619500 h 4168140"/>
                    <a:gd name="connsiteX104" fmla="*/ 9060180 w 11737340"/>
                    <a:gd name="connsiteY104" fmla="*/ 3642360 h 4168140"/>
                    <a:gd name="connsiteX105" fmla="*/ 9151620 w 11737340"/>
                    <a:gd name="connsiteY105" fmla="*/ 3657600 h 4168140"/>
                    <a:gd name="connsiteX106" fmla="*/ 9227820 w 11737340"/>
                    <a:gd name="connsiteY106" fmla="*/ 3642360 h 4168140"/>
                    <a:gd name="connsiteX107" fmla="*/ 9311640 w 11737340"/>
                    <a:gd name="connsiteY107" fmla="*/ 3611880 h 4168140"/>
                    <a:gd name="connsiteX108" fmla="*/ 9433560 w 11737340"/>
                    <a:gd name="connsiteY108" fmla="*/ 3589020 h 4168140"/>
                    <a:gd name="connsiteX109" fmla="*/ 9509760 w 11737340"/>
                    <a:gd name="connsiteY109" fmla="*/ 3528060 h 4168140"/>
                    <a:gd name="connsiteX110" fmla="*/ 9646920 w 11737340"/>
                    <a:gd name="connsiteY110" fmla="*/ 3489960 h 4168140"/>
                    <a:gd name="connsiteX111" fmla="*/ 9784080 w 11737340"/>
                    <a:gd name="connsiteY111" fmla="*/ 3444240 h 4168140"/>
                    <a:gd name="connsiteX112" fmla="*/ 9860280 w 11737340"/>
                    <a:gd name="connsiteY112" fmla="*/ 3383280 h 4168140"/>
                    <a:gd name="connsiteX113" fmla="*/ 9921240 w 11737340"/>
                    <a:gd name="connsiteY113" fmla="*/ 3314700 h 4168140"/>
                    <a:gd name="connsiteX114" fmla="*/ 9997440 w 11737340"/>
                    <a:gd name="connsiteY114" fmla="*/ 3208020 h 4168140"/>
                    <a:gd name="connsiteX115" fmla="*/ 10043160 w 11737340"/>
                    <a:gd name="connsiteY115" fmla="*/ 3101340 h 4168140"/>
                    <a:gd name="connsiteX116" fmla="*/ 10104120 w 11737340"/>
                    <a:gd name="connsiteY116" fmla="*/ 3017520 h 4168140"/>
                    <a:gd name="connsiteX117" fmla="*/ 10157460 w 11737340"/>
                    <a:gd name="connsiteY117" fmla="*/ 2933700 h 4168140"/>
                    <a:gd name="connsiteX118" fmla="*/ 10218420 w 11737340"/>
                    <a:gd name="connsiteY118" fmla="*/ 2849880 h 4168140"/>
                    <a:gd name="connsiteX119" fmla="*/ 10294620 w 11737340"/>
                    <a:gd name="connsiteY119" fmla="*/ 2735580 h 4168140"/>
                    <a:gd name="connsiteX120" fmla="*/ 10347960 w 11737340"/>
                    <a:gd name="connsiteY120" fmla="*/ 2621280 h 4168140"/>
                    <a:gd name="connsiteX121" fmla="*/ 10431780 w 11737340"/>
                    <a:gd name="connsiteY121" fmla="*/ 2499360 h 4168140"/>
                    <a:gd name="connsiteX122" fmla="*/ 10500360 w 11737340"/>
                    <a:gd name="connsiteY122" fmla="*/ 2354580 h 4168140"/>
                    <a:gd name="connsiteX123" fmla="*/ 10553700 w 11737340"/>
                    <a:gd name="connsiteY123" fmla="*/ 2263140 h 4168140"/>
                    <a:gd name="connsiteX124" fmla="*/ 10584180 w 11737340"/>
                    <a:gd name="connsiteY124" fmla="*/ 2194560 h 4168140"/>
                    <a:gd name="connsiteX125" fmla="*/ 10624820 w 11737340"/>
                    <a:gd name="connsiteY125" fmla="*/ 2125980 h 4168140"/>
                    <a:gd name="connsiteX126" fmla="*/ 10675620 w 11737340"/>
                    <a:gd name="connsiteY126" fmla="*/ 2049780 h 4168140"/>
                    <a:gd name="connsiteX127" fmla="*/ 10690860 w 11737340"/>
                    <a:gd name="connsiteY127" fmla="*/ 1988820 h 4168140"/>
                    <a:gd name="connsiteX128" fmla="*/ 10713720 w 11737340"/>
                    <a:gd name="connsiteY128" fmla="*/ 1927860 h 4168140"/>
                    <a:gd name="connsiteX129" fmla="*/ 10767060 w 11737340"/>
                    <a:gd name="connsiteY129" fmla="*/ 1859280 h 4168140"/>
                    <a:gd name="connsiteX130" fmla="*/ 10873740 w 11737340"/>
                    <a:gd name="connsiteY130" fmla="*/ 1828800 h 4168140"/>
                    <a:gd name="connsiteX131" fmla="*/ 11079480 w 11737340"/>
                    <a:gd name="connsiteY131" fmla="*/ 1767840 h 4168140"/>
                    <a:gd name="connsiteX132" fmla="*/ 11247120 w 11737340"/>
                    <a:gd name="connsiteY132" fmla="*/ 1684020 h 4168140"/>
                    <a:gd name="connsiteX133" fmla="*/ 11407140 w 11737340"/>
                    <a:gd name="connsiteY133" fmla="*/ 1628140 h 4168140"/>
                    <a:gd name="connsiteX134" fmla="*/ 11490960 w 11737340"/>
                    <a:gd name="connsiteY134" fmla="*/ 1577340 h 4168140"/>
                    <a:gd name="connsiteX135" fmla="*/ 11635740 w 11737340"/>
                    <a:gd name="connsiteY135" fmla="*/ 1508760 h 4168140"/>
                    <a:gd name="connsiteX136" fmla="*/ 11737340 w 11737340"/>
                    <a:gd name="connsiteY136" fmla="*/ 1442720 h 4168140"/>
                    <a:gd name="connsiteX137" fmla="*/ 11620500 w 11737340"/>
                    <a:gd name="connsiteY137" fmla="*/ 1417320 h 4168140"/>
                    <a:gd name="connsiteX138" fmla="*/ 11567160 w 11737340"/>
                    <a:gd name="connsiteY138" fmla="*/ 1379220 h 4168140"/>
                    <a:gd name="connsiteX139" fmla="*/ 11498580 w 11737340"/>
                    <a:gd name="connsiteY139" fmla="*/ 1318260 h 4168140"/>
                    <a:gd name="connsiteX140" fmla="*/ 11468100 w 11737340"/>
                    <a:gd name="connsiteY140" fmla="*/ 1280160 h 4168140"/>
                    <a:gd name="connsiteX141" fmla="*/ 11442700 w 11737340"/>
                    <a:gd name="connsiteY141" fmla="*/ 1231900 h 4168140"/>
                    <a:gd name="connsiteX142" fmla="*/ 11384280 w 11737340"/>
                    <a:gd name="connsiteY142" fmla="*/ 1310640 h 4168140"/>
                    <a:gd name="connsiteX143" fmla="*/ 11353800 w 11737340"/>
                    <a:gd name="connsiteY143" fmla="*/ 1356360 h 4168140"/>
                    <a:gd name="connsiteX144" fmla="*/ 11224260 w 11737340"/>
                    <a:gd name="connsiteY144" fmla="*/ 1417320 h 4168140"/>
                    <a:gd name="connsiteX145" fmla="*/ 11109960 w 11737340"/>
                    <a:gd name="connsiteY145" fmla="*/ 1463040 h 4168140"/>
                    <a:gd name="connsiteX146" fmla="*/ 10911840 w 11737340"/>
                    <a:gd name="connsiteY146" fmla="*/ 1524000 h 4168140"/>
                    <a:gd name="connsiteX147" fmla="*/ 10774680 w 11737340"/>
                    <a:gd name="connsiteY147" fmla="*/ 1546860 h 4168140"/>
                    <a:gd name="connsiteX148" fmla="*/ 10675620 w 11737340"/>
                    <a:gd name="connsiteY148" fmla="*/ 1615440 h 4168140"/>
                    <a:gd name="connsiteX149" fmla="*/ 10568940 w 11737340"/>
                    <a:gd name="connsiteY149" fmla="*/ 1676400 h 4168140"/>
                    <a:gd name="connsiteX150" fmla="*/ 10485120 w 11737340"/>
                    <a:gd name="connsiteY150" fmla="*/ 1760220 h 4168140"/>
                    <a:gd name="connsiteX151" fmla="*/ 10454640 w 11737340"/>
                    <a:gd name="connsiteY151" fmla="*/ 1836420 h 4168140"/>
                    <a:gd name="connsiteX152" fmla="*/ 10416540 w 11737340"/>
                    <a:gd name="connsiteY152" fmla="*/ 1927860 h 4168140"/>
                    <a:gd name="connsiteX153" fmla="*/ 10401300 w 11737340"/>
                    <a:gd name="connsiteY153" fmla="*/ 2004060 h 4168140"/>
                    <a:gd name="connsiteX154" fmla="*/ 10363200 w 11737340"/>
                    <a:gd name="connsiteY154" fmla="*/ 2095500 h 4168140"/>
                    <a:gd name="connsiteX155" fmla="*/ 10317480 w 11737340"/>
                    <a:gd name="connsiteY155" fmla="*/ 2225040 h 4168140"/>
                    <a:gd name="connsiteX156" fmla="*/ 10287000 w 11737340"/>
                    <a:gd name="connsiteY156" fmla="*/ 2346960 h 4168140"/>
                    <a:gd name="connsiteX157" fmla="*/ 10218420 w 11737340"/>
                    <a:gd name="connsiteY157" fmla="*/ 2499360 h 4168140"/>
                    <a:gd name="connsiteX158" fmla="*/ 10134600 w 11737340"/>
                    <a:gd name="connsiteY158" fmla="*/ 2621280 h 4168140"/>
                    <a:gd name="connsiteX159" fmla="*/ 10043160 w 11737340"/>
                    <a:gd name="connsiteY159" fmla="*/ 2735580 h 4168140"/>
                    <a:gd name="connsiteX160" fmla="*/ 9974580 w 11737340"/>
                    <a:gd name="connsiteY160" fmla="*/ 2857500 h 4168140"/>
                    <a:gd name="connsiteX161" fmla="*/ 9906000 w 11737340"/>
                    <a:gd name="connsiteY161" fmla="*/ 2941320 h 4168140"/>
                    <a:gd name="connsiteX162" fmla="*/ 9860280 w 11737340"/>
                    <a:gd name="connsiteY162" fmla="*/ 3032760 h 4168140"/>
                    <a:gd name="connsiteX163" fmla="*/ 9806940 w 11737340"/>
                    <a:gd name="connsiteY163" fmla="*/ 3116580 h 4168140"/>
                    <a:gd name="connsiteX164" fmla="*/ 9715500 w 11737340"/>
                    <a:gd name="connsiteY164" fmla="*/ 3208020 h 4168140"/>
                    <a:gd name="connsiteX165" fmla="*/ 9616440 w 11737340"/>
                    <a:gd name="connsiteY165" fmla="*/ 3261360 h 4168140"/>
                    <a:gd name="connsiteX166" fmla="*/ 9532620 w 11737340"/>
                    <a:gd name="connsiteY166" fmla="*/ 3329940 h 4168140"/>
                    <a:gd name="connsiteX167" fmla="*/ 9471660 w 11737340"/>
                    <a:gd name="connsiteY167" fmla="*/ 3375660 h 4168140"/>
                    <a:gd name="connsiteX168" fmla="*/ 9410700 w 11737340"/>
                    <a:gd name="connsiteY168" fmla="*/ 3429000 h 4168140"/>
                    <a:gd name="connsiteX169" fmla="*/ 9288780 w 11737340"/>
                    <a:gd name="connsiteY169" fmla="*/ 3436620 h 4168140"/>
                    <a:gd name="connsiteX170" fmla="*/ 9166860 w 11737340"/>
                    <a:gd name="connsiteY170" fmla="*/ 3444240 h 4168140"/>
                    <a:gd name="connsiteX171" fmla="*/ 9029700 w 11737340"/>
                    <a:gd name="connsiteY171" fmla="*/ 3413760 h 4168140"/>
                    <a:gd name="connsiteX172" fmla="*/ 8823960 w 11737340"/>
                    <a:gd name="connsiteY172" fmla="*/ 3360420 h 4168140"/>
                    <a:gd name="connsiteX173" fmla="*/ 8679180 w 11737340"/>
                    <a:gd name="connsiteY173" fmla="*/ 3329940 h 4168140"/>
                    <a:gd name="connsiteX174" fmla="*/ 8572500 w 11737340"/>
                    <a:gd name="connsiteY174" fmla="*/ 3276600 h 4168140"/>
                    <a:gd name="connsiteX175" fmla="*/ 8465820 w 11737340"/>
                    <a:gd name="connsiteY175" fmla="*/ 3215640 h 4168140"/>
                    <a:gd name="connsiteX176" fmla="*/ 8321040 w 11737340"/>
                    <a:gd name="connsiteY176" fmla="*/ 3177540 h 4168140"/>
                    <a:gd name="connsiteX177" fmla="*/ 8199120 w 11737340"/>
                    <a:gd name="connsiteY177" fmla="*/ 3131820 h 4168140"/>
                    <a:gd name="connsiteX178" fmla="*/ 8069580 w 11737340"/>
                    <a:gd name="connsiteY178" fmla="*/ 3078480 h 4168140"/>
                    <a:gd name="connsiteX179" fmla="*/ 7917180 w 11737340"/>
                    <a:gd name="connsiteY179" fmla="*/ 2994660 h 4168140"/>
                    <a:gd name="connsiteX180" fmla="*/ 7787640 w 11737340"/>
                    <a:gd name="connsiteY180" fmla="*/ 2971800 h 4168140"/>
                    <a:gd name="connsiteX181" fmla="*/ 7719060 w 11737340"/>
                    <a:gd name="connsiteY181" fmla="*/ 2933700 h 4168140"/>
                    <a:gd name="connsiteX182" fmla="*/ 7612380 w 11737340"/>
                    <a:gd name="connsiteY182" fmla="*/ 2903220 h 4168140"/>
                    <a:gd name="connsiteX183" fmla="*/ 7566660 w 11737340"/>
                    <a:gd name="connsiteY183" fmla="*/ 2887980 h 4168140"/>
                    <a:gd name="connsiteX184" fmla="*/ 7551420 w 11737340"/>
                    <a:gd name="connsiteY184" fmla="*/ 2849880 h 4168140"/>
                    <a:gd name="connsiteX185" fmla="*/ 7533640 w 11737340"/>
                    <a:gd name="connsiteY185" fmla="*/ 2788920 h 4168140"/>
                    <a:gd name="connsiteX186" fmla="*/ 7475220 w 11737340"/>
                    <a:gd name="connsiteY186" fmla="*/ 2857500 h 4168140"/>
                    <a:gd name="connsiteX187" fmla="*/ 7414260 w 11737340"/>
                    <a:gd name="connsiteY187" fmla="*/ 2887980 h 4168140"/>
                    <a:gd name="connsiteX188" fmla="*/ 7345680 w 11737340"/>
                    <a:gd name="connsiteY188" fmla="*/ 2971800 h 4168140"/>
                    <a:gd name="connsiteX189" fmla="*/ 7315200 w 11737340"/>
                    <a:gd name="connsiteY189" fmla="*/ 2994660 h 4168140"/>
                    <a:gd name="connsiteX190" fmla="*/ 7261860 w 11737340"/>
                    <a:gd name="connsiteY190" fmla="*/ 3009900 h 4168140"/>
                    <a:gd name="connsiteX191" fmla="*/ 7193280 w 11737340"/>
                    <a:gd name="connsiteY191" fmla="*/ 3025140 h 4168140"/>
                    <a:gd name="connsiteX192" fmla="*/ 7155180 w 11737340"/>
                    <a:gd name="connsiteY192" fmla="*/ 3078480 h 4168140"/>
                    <a:gd name="connsiteX193" fmla="*/ 7109460 w 11737340"/>
                    <a:gd name="connsiteY193" fmla="*/ 3154680 h 4168140"/>
                    <a:gd name="connsiteX194" fmla="*/ 7048500 w 11737340"/>
                    <a:gd name="connsiteY194" fmla="*/ 3246120 h 4168140"/>
                    <a:gd name="connsiteX195" fmla="*/ 6995160 w 11737340"/>
                    <a:gd name="connsiteY195" fmla="*/ 3307080 h 4168140"/>
                    <a:gd name="connsiteX196" fmla="*/ 6972300 w 11737340"/>
                    <a:gd name="connsiteY196" fmla="*/ 3352800 h 4168140"/>
                    <a:gd name="connsiteX197" fmla="*/ 6949440 w 11737340"/>
                    <a:gd name="connsiteY197" fmla="*/ 3413760 h 4168140"/>
                    <a:gd name="connsiteX198" fmla="*/ 6949440 w 11737340"/>
                    <a:gd name="connsiteY198" fmla="*/ 3413760 h 4168140"/>
                    <a:gd name="connsiteX199" fmla="*/ 6911340 w 11737340"/>
                    <a:gd name="connsiteY199" fmla="*/ 3474720 h 4168140"/>
                    <a:gd name="connsiteX200" fmla="*/ 6888480 w 11737340"/>
                    <a:gd name="connsiteY200" fmla="*/ 3505200 h 4168140"/>
                    <a:gd name="connsiteX201" fmla="*/ 6819900 w 11737340"/>
                    <a:gd name="connsiteY201" fmla="*/ 3566160 h 4168140"/>
                    <a:gd name="connsiteX202" fmla="*/ 6743700 w 11737340"/>
                    <a:gd name="connsiteY202" fmla="*/ 3581400 h 4168140"/>
                    <a:gd name="connsiteX203" fmla="*/ 6675120 w 11737340"/>
                    <a:gd name="connsiteY203" fmla="*/ 3657600 h 4168140"/>
                    <a:gd name="connsiteX204" fmla="*/ 6629400 w 11737340"/>
                    <a:gd name="connsiteY204" fmla="*/ 3718560 h 4168140"/>
                    <a:gd name="connsiteX205" fmla="*/ 6576060 w 11737340"/>
                    <a:gd name="connsiteY205" fmla="*/ 3779520 h 4168140"/>
                    <a:gd name="connsiteX206" fmla="*/ 6484620 w 11737340"/>
                    <a:gd name="connsiteY206" fmla="*/ 3817620 h 4168140"/>
                    <a:gd name="connsiteX207" fmla="*/ 6400800 w 11737340"/>
                    <a:gd name="connsiteY207" fmla="*/ 3832860 h 4168140"/>
                    <a:gd name="connsiteX208" fmla="*/ 6263640 w 11737340"/>
                    <a:gd name="connsiteY208" fmla="*/ 3870960 h 4168140"/>
                    <a:gd name="connsiteX209" fmla="*/ 6126480 w 11737340"/>
                    <a:gd name="connsiteY209" fmla="*/ 3901440 h 4168140"/>
                    <a:gd name="connsiteX210" fmla="*/ 6027420 w 11737340"/>
                    <a:gd name="connsiteY210" fmla="*/ 3916680 h 4168140"/>
                    <a:gd name="connsiteX211" fmla="*/ 5890260 w 11737340"/>
                    <a:gd name="connsiteY211" fmla="*/ 3878580 h 4168140"/>
                    <a:gd name="connsiteX212" fmla="*/ 5821680 w 11737340"/>
                    <a:gd name="connsiteY212" fmla="*/ 3863340 h 4168140"/>
                    <a:gd name="connsiteX213" fmla="*/ 5737860 w 11737340"/>
                    <a:gd name="connsiteY213" fmla="*/ 3825240 h 4168140"/>
                    <a:gd name="connsiteX214" fmla="*/ 5638800 w 11737340"/>
                    <a:gd name="connsiteY214" fmla="*/ 3794760 h 4168140"/>
                    <a:gd name="connsiteX215" fmla="*/ 5524500 w 11737340"/>
                    <a:gd name="connsiteY215" fmla="*/ 3756660 h 4168140"/>
                    <a:gd name="connsiteX216" fmla="*/ 5448300 w 11737340"/>
                    <a:gd name="connsiteY216" fmla="*/ 3718560 h 4168140"/>
                    <a:gd name="connsiteX217" fmla="*/ 5349240 w 11737340"/>
                    <a:gd name="connsiteY217" fmla="*/ 3657600 h 4168140"/>
                    <a:gd name="connsiteX218" fmla="*/ 5295900 w 11737340"/>
                    <a:gd name="connsiteY218" fmla="*/ 3619500 h 4168140"/>
                    <a:gd name="connsiteX219" fmla="*/ 5234940 w 11737340"/>
                    <a:gd name="connsiteY219" fmla="*/ 3596640 h 4168140"/>
                    <a:gd name="connsiteX220" fmla="*/ 5135880 w 11737340"/>
                    <a:gd name="connsiteY220" fmla="*/ 3550920 h 4168140"/>
                    <a:gd name="connsiteX221" fmla="*/ 5059680 w 11737340"/>
                    <a:gd name="connsiteY221" fmla="*/ 3505200 h 4168140"/>
                    <a:gd name="connsiteX222" fmla="*/ 5029200 w 11737340"/>
                    <a:gd name="connsiteY222" fmla="*/ 3482340 h 4168140"/>
                    <a:gd name="connsiteX223" fmla="*/ 4960620 w 11737340"/>
                    <a:gd name="connsiteY223" fmla="*/ 3413760 h 4168140"/>
                    <a:gd name="connsiteX224" fmla="*/ 4876800 w 11737340"/>
                    <a:gd name="connsiteY224" fmla="*/ 3299460 h 4168140"/>
                    <a:gd name="connsiteX225" fmla="*/ 4808220 w 11737340"/>
                    <a:gd name="connsiteY225" fmla="*/ 3200400 h 4168140"/>
                    <a:gd name="connsiteX226" fmla="*/ 4777740 w 11737340"/>
                    <a:gd name="connsiteY226" fmla="*/ 3147060 h 4168140"/>
                    <a:gd name="connsiteX227" fmla="*/ 4724400 w 11737340"/>
                    <a:gd name="connsiteY227" fmla="*/ 3108960 h 4168140"/>
                    <a:gd name="connsiteX228" fmla="*/ 4648200 w 11737340"/>
                    <a:gd name="connsiteY228" fmla="*/ 3063240 h 4168140"/>
                    <a:gd name="connsiteX229" fmla="*/ 4533900 w 11737340"/>
                    <a:gd name="connsiteY229" fmla="*/ 2979420 h 4168140"/>
                    <a:gd name="connsiteX230" fmla="*/ 4427220 w 11737340"/>
                    <a:gd name="connsiteY230" fmla="*/ 2941320 h 4168140"/>
                    <a:gd name="connsiteX231" fmla="*/ 4366260 w 11737340"/>
                    <a:gd name="connsiteY231" fmla="*/ 2903220 h 4168140"/>
                    <a:gd name="connsiteX232" fmla="*/ 4244340 w 11737340"/>
                    <a:gd name="connsiteY232" fmla="*/ 2842260 h 4168140"/>
                    <a:gd name="connsiteX233" fmla="*/ 4145280 w 11737340"/>
                    <a:gd name="connsiteY233" fmla="*/ 2811780 h 4168140"/>
                    <a:gd name="connsiteX234" fmla="*/ 4038600 w 11737340"/>
                    <a:gd name="connsiteY234" fmla="*/ 2804160 h 4168140"/>
                    <a:gd name="connsiteX235" fmla="*/ 3954780 w 11737340"/>
                    <a:gd name="connsiteY235" fmla="*/ 2819400 h 4168140"/>
                    <a:gd name="connsiteX236" fmla="*/ 3863340 w 11737340"/>
                    <a:gd name="connsiteY236" fmla="*/ 2804160 h 4168140"/>
                    <a:gd name="connsiteX237" fmla="*/ 3741420 w 11737340"/>
                    <a:gd name="connsiteY237" fmla="*/ 2781300 h 4168140"/>
                    <a:gd name="connsiteX238" fmla="*/ 3649980 w 11737340"/>
                    <a:gd name="connsiteY238" fmla="*/ 2743200 h 4168140"/>
                    <a:gd name="connsiteX239" fmla="*/ 3573780 w 11737340"/>
                    <a:gd name="connsiteY239" fmla="*/ 2674620 h 4168140"/>
                    <a:gd name="connsiteX240" fmla="*/ 3482340 w 11737340"/>
                    <a:gd name="connsiteY240" fmla="*/ 2621280 h 4168140"/>
                    <a:gd name="connsiteX241" fmla="*/ 3436620 w 11737340"/>
                    <a:gd name="connsiteY241" fmla="*/ 2552700 h 4168140"/>
                    <a:gd name="connsiteX242" fmla="*/ 3329940 w 11737340"/>
                    <a:gd name="connsiteY242" fmla="*/ 2423160 h 4168140"/>
                    <a:gd name="connsiteX243" fmla="*/ 3261360 w 11737340"/>
                    <a:gd name="connsiteY243" fmla="*/ 2324100 h 4168140"/>
                    <a:gd name="connsiteX244" fmla="*/ 3131820 w 11737340"/>
                    <a:gd name="connsiteY244" fmla="*/ 2209800 h 4168140"/>
                    <a:gd name="connsiteX245" fmla="*/ 3040380 w 11737340"/>
                    <a:gd name="connsiteY245" fmla="*/ 2141220 h 4168140"/>
                    <a:gd name="connsiteX246" fmla="*/ 2910840 w 11737340"/>
                    <a:gd name="connsiteY246" fmla="*/ 2034540 h 4168140"/>
                    <a:gd name="connsiteX247" fmla="*/ 2849880 w 11737340"/>
                    <a:gd name="connsiteY247" fmla="*/ 1958340 h 4168140"/>
                    <a:gd name="connsiteX248" fmla="*/ 2743200 w 11737340"/>
                    <a:gd name="connsiteY248" fmla="*/ 1889760 h 4168140"/>
                    <a:gd name="connsiteX249" fmla="*/ 2659380 w 11737340"/>
                    <a:gd name="connsiteY249" fmla="*/ 1844040 h 4168140"/>
                    <a:gd name="connsiteX250" fmla="*/ 2575560 w 11737340"/>
                    <a:gd name="connsiteY250" fmla="*/ 1744980 h 4168140"/>
                    <a:gd name="connsiteX251" fmla="*/ 2468880 w 11737340"/>
                    <a:gd name="connsiteY251" fmla="*/ 1645920 h 4168140"/>
                    <a:gd name="connsiteX252" fmla="*/ 2400300 w 11737340"/>
                    <a:gd name="connsiteY252" fmla="*/ 1607820 h 4168140"/>
                    <a:gd name="connsiteX253" fmla="*/ 2263140 w 11737340"/>
                    <a:gd name="connsiteY253" fmla="*/ 1501140 h 4168140"/>
                    <a:gd name="connsiteX254" fmla="*/ 2171700 w 11737340"/>
                    <a:gd name="connsiteY254" fmla="*/ 1432560 h 4168140"/>
                    <a:gd name="connsiteX255" fmla="*/ 2087880 w 11737340"/>
                    <a:gd name="connsiteY255" fmla="*/ 1363980 h 4168140"/>
                    <a:gd name="connsiteX256" fmla="*/ 1950720 w 11737340"/>
                    <a:gd name="connsiteY256" fmla="*/ 1272540 h 4168140"/>
                    <a:gd name="connsiteX257" fmla="*/ 1805940 w 11737340"/>
                    <a:gd name="connsiteY257" fmla="*/ 1135380 h 4168140"/>
                    <a:gd name="connsiteX258" fmla="*/ 1729740 w 11737340"/>
                    <a:gd name="connsiteY258" fmla="*/ 1089660 h 4168140"/>
                    <a:gd name="connsiteX259" fmla="*/ 1668780 w 11737340"/>
                    <a:gd name="connsiteY259" fmla="*/ 1043940 h 4168140"/>
                    <a:gd name="connsiteX260" fmla="*/ 1592580 w 11737340"/>
                    <a:gd name="connsiteY260" fmla="*/ 990600 h 4168140"/>
                    <a:gd name="connsiteX261" fmla="*/ 1470660 w 11737340"/>
                    <a:gd name="connsiteY261" fmla="*/ 891540 h 4168140"/>
                    <a:gd name="connsiteX262" fmla="*/ 1386840 w 11737340"/>
                    <a:gd name="connsiteY262" fmla="*/ 845820 h 4168140"/>
                    <a:gd name="connsiteX263" fmla="*/ 1318260 w 11737340"/>
                    <a:gd name="connsiteY263" fmla="*/ 784860 h 4168140"/>
                    <a:gd name="connsiteX264" fmla="*/ 1264920 w 11737340"/>
                    <a:gd name="connsiteY264" fmla="*/ 723900 h 4168140"/>
                    <a:gd name="connsiteX265" fmla="*/ 1181100 w 11737340"/>
                    <a:gd name="connsiteY265" fmla="*/ 647700 h 4168140"/>
                    <a:gd name="connsiteX266" fmla="*/ 1089660 w 11737340"/>
                    <a:gd name="connsiteY266" fmla="*/ 624840 h 4168140"/>
                    <a:gd name="connsiteX267" fmla="*/ 1021080 w 11737340"/>
                    <a:gd name="connsiteY267" fmla="*/ 586740 h 4168140"/>
                    <a:gd name="connsiteX268" fmla="*/ 937260 w 11737340"/>
                    <a:gd name="connsiteY268" fmla="*/ 548640 h 4168140"/>
                    <a:gd name="connsiteX269" fmla="*/ 830580 w 11737340"/>
                    <a:gd name="connsiteY269" fmla="*/ 510540 h 4168140"/>
                    <a:gd name="connsiteX270" fmla="*/ 754380 w 11737340"/>
                    <a:gd name="connsiteY270" fmla="*/ 457200 h 4168140"/>
                    <a:gd name="connsiteX271" fmla="*/ 708660 w 11737340"/>
                    <a:gd name="connsiteY271" fmla="*/ 419100 h 4168140"/>
                    <a:gd name="connsiteX272" fmla="*/ 609600 w 11737340"/>
                    <a:gd name="connsiteY272" fmla="*/ 396240 h 4168140"/>
                    <a:gd name="connsiteX273" fmla="*/ 548640 w 11737340"/>
                    <a:gd name="connsiteY273" fmla="*/ 320040 h 4168140"/>
                    <a:gd name="connsiteX274" fmla="*/ 510540 w 11737340"/>
                    <a:gd name="connsiteY274" fmla="*/ 251460 h 4168140"/>
                    <a:gd name="connsiteX275" fmla="*/ 464820 w 11737340"/>
                    <a:gd name="connsiteY275" fmla="*/ 190500 h 4168140"/>
                    <a:gd name="connsiteX276" fmla="*/ 411480 w 11737340"/>
                    <a:gd name="connsiteY276" fmla="*/ 137160 h 4168140"/>
                    <a:gd name="connsiteX277" fmla="*/ 373380 w 11737340"/>
                    <a:gd name="connsiteY277" fmla="*/ 45720 h 4168140"/>
                    <a:gd name="connsiteX278" fmla="*/ 342900 w 11737340"/>
                    <a:gd name="connsiteY278" fmla="*/ 0 h 4168140"/>
                    <a:gd name="connsiteX279" fmla="*/ 327660 w 11737340"/>
                    <a:gd name="connsiteY279" fmla="*/ 60960 h 4168140"/>
                    <a:gd name="connsiteX280" fmla="*/ 289560 w 11737340"/>
                    <a:gd name="connsiteY280" fmla="*/ 91440 h 4168140"/>
                    <a:gd name="connsiteX281" fmla="*/ 236220 w 11737340"/>
                    <a:gd name="connsiteY281" fmla="*/ 114300 h 4168140"/>
                    <a:gd name="connsiteX282" fmla="*/ 198120 w 11737340"/>
                    <a:gd name="connsiteY282" fmla="*/ 175260 h 4168140"/>
                    <a:gd name="connsiteX283" fmla="*/ 175260 w 11737340"/>
                    <a:gd name="connsiteY283" fmla="*/ 228600 h 4168140"/>
                    <a:gd name="connsiteX284" fmla="*/ 114300 w 11737340"/>
                    <a:gd name="connsiteY284" fmla="*/ 236220 h 4168140"/>
                    <a:gd name="connsiteX285" fmla="*/ 45720 w 11737340"/>
                    <a:gd name="connsiteY285" fmla="*/ 251460 h 4168140"/>
                    <a:gd name="connsiteX286" fmla="*/ 0 w 11737340"/>
                    <a:gd name="connsiteY286" fmla="*/ 281940 h 4168140"/>
                    <a:gd name="connsiteX287" fmla="*/ 68580 w 11737340"/>
                    <a:gd name="connsiteY287" fmla="*/ 320040 h 4168140"/>
                    <a:gd name="connsiteX0" fmla="*/ 68580 w 11737340"/>
                    <a:gd name="connsiteY0" fmla="*/ 320040 h 4168140"/>
                    <a:gd name="connsiteX1" fmla="*/ 121920 w 11737340"/>
                    <a:gd name="connsiteY1" fmla="*/ 381000 h 4168140"/>
                    <a:gd name="connsiteX2" fmla="*/ 198120 w 11737340"/>
                    <a:gd name="connsiteY2" fmla="*/ 419100 h 4168140"/>
                    <a:gd name="connsiteX3" fmla="*/ 320040 w 11737340"/>
                    <a:gd name="connsiteY3" fmla="*/ 510540 h 4168140"/>
                    <a:gd name="connsiteX4" fmla="*/ 411480 w 11737340"/>
                    <a:gd name="connsiteY4" fmla="*/ 563880 h 4168140"/>
                    <a:gd name="connsiteX5" fmla="*/ 472440 w 11737340"/>
                    <a:gd name="connsiteY5" fmla="*/ 632460 h 4168140"/>
                    <a:gd name="connsiteX6" fmla="*/ 601980 w 11737340"/>
                    <a:gd name="connsiteY6" fmla="*/ 708660 h 4168140"/>
                    <a:gd name="connsiteX7" fmla="*/ 739140 w 11737340"/>
                    <a:gd name="connsiteY7" fmla="*/ 784860 h 4168140"/>
                    <a:gd name="connsiteX8" fmla="*/ 861060 w 11737340"/>
                    <a:gd name="connsiteY8" fmla="*/ 868680 h 4168140"/>
                    <a:gd name="connsiteX9" fmla="*/ 944880 w 11737340"/>
                    <a:gd name="connsiteY9" fmla="*/ 952500 h 4168140"/>
                    <a:gd name="connsiteX10" fmla="*/ 1021080 w 11737340"/>
                    <a:gd name="connsiteY10" fmla="*/ 1005840 h 4168140"/>
                    <a:gd name="connsiteX11" fmla="*/ 1097280 w 11737340"/>
                    <a:gd name="connsiteY11" fmla="*/ 1043940 h 4168140"/>
                    <a:gd name="connsiteX12" fmla="*/ 1181100 w 11737340"/>
                    <a:gd name="connsiteY12" fmla="*/ 1104900 h 4168140"/>
                    <a:gd name="connsiteX13" fmla="*/ 1249680 w 11737340"/>
                    <a:gd name="connsiteY13" fmla="*/ 1150620 h 4168140"/>
                    <a:gd name="connsiteX14" fmla="*/ 1341120 w 11737340"/>
                    <a:gd name="connsiteY14" fmla="*/ 1196340 h 4168140"/>
                    <a:gd name="connsiteX15" fmla="*/ 1417320 w 11737340"/>
                    <a:gd name="connsiteY15" fmla="*/ 1257300 h 4168140"/>
                    <a:gd name="connsiteX16" fmla="*/ 1493520 w 11737340"/>
                    <a:gd name="connsiteY16" fmla="*/ 1333500 h 4168140"/>
                    <a:gd name="connsiteX17" fmla="*/ 1569720 w 11737340"/>
                    <a:gd name="connsiteY17" fmla="*/ 1356360 h 4168140"/>
                    <a:gd name="connsiteX18" fmla="*/ 1684020 w 11737340"/>
                    <a:gd name="connsiteY18" fmla="*/ 1424940 h 4168140"/>
                    <a:gd name="connsiteX19" fmla="*/ 1729740 w 11737340"/>
                    <a:gd name="connsiteY19" fmla="*/ 1485900 h 4168140"/>
                    <a:gd name="connsiteX20" fmla="*/ 1844040 w 11737340"/>
                    <a:gd name="connsiteY20" fmla="*/ 1569720 h 4168140"/>
                    <a:gd name="connsiteX21" fmla="*/ 1935480 w 11737340"/>
                    <a:gd name="connsiteY21" fmla="*/ 1615440 h 4168140"/>
                    <a:gd name="connsiteX22" fmla="*/ 2049780 w 11737340"/>
                    <a:gd name="connsiteY22" fmla="*/ 1691640 h 4168140"/>
                    <a:gd name="connsiteX23" fmla="*/ 2133600 w 11737340"/>
                    <a:gd name="connsiteY23" fmla="*/ 1729740 h 4168140"/>
                    <a:gd name="connsiteX24" fmla="*/ 2202180 w 11737340"/>
                    <a:gd name="connsiteY24" fmla="*/ 1805940 h 4168140"/>
                    <a:gd name="connsiteX25" fmla="*/ 2255520 w 11737340"/>
                    <a:gd name="connsiteY25" fmla="*/ 1821180 h 4168140"/>
                    <a:gd name="connsiteX26" fmla="*/ 2316480 w 11737340"/>
                    <a:gd name="connsiteY26" fmla="*/ 1866900 h 4168140"/>
                    <a:gd name="connsiteX27" fmla="*/ 2423160 w 11737340"/>
                    <a:gd name="connsiteY27" fmla="*/ 2004060 h 4168140"/>
                    <a:gd name="connsiteX28" fmla="*/ 2476500 w 11737340"/>
                    <a:gd name="connsiteY28" fmla="*/ 2087880 h 4168140"/>
                    <a:gd name="connsiteX29" fmla="*/ 2567940 w 11737340"/>
                    <a:gd name="connsiteY29" fmla="*/ 2148840 h 4168140"/>
                    <a:gd name="connsiteX30" fmla="*/ 2682240 w 11737340"/>
                    <a:gd name="connsiteY30" fmla="*/ 2186940 h 4168140"/>
                    <a:gd name="connsiteX31" fmla="*/ 2743200 w 11737340"/>
                    <a:gd name="connsiteY31" fmla="*/ 2209800 h 4168140"/>
                    <a:gd name="connsiteX32" fmla="*/ 2811780 w 11737340"/>
                    <a:gd name="connsiteY32" fmla="*/ 2247900 h 4168140"/>
                    <a:gd name="connsiteX33" fmla="*/ 2887980 w 11737340"/>
                    <a:gd name="connsiteY33" fmla="*/ 2301240 h 4168140"/>
                    <a:gd name="connsiteX34" fmla="*/ 2979420 w 11737340"/>
                    <a:gd name="connsiteY34" fmla="*/ 2385060 h 4168140"/>
                    <a:gd name="connsiteX35" fmla="*/ 3055620 w 11737340"/>
                    <a:gd name="connsiteY35" fmla="*/ 2461260 h 4168140"/>
                    <a:gd name="connsiteX36" fmla="*/ 3139440 w 11737340"/>
                    <a:gd name="connsiteY36" fmla="*/ 2537460 h 4168140"/>
                    <a:gd name="connsiteX37" fmla="*/ 3261360 w 11737340"/>
                    <a:gd name="connsiteY37" fmla="*/ 2628900 h 4168140"/>
                    <a:gd name="connsiteX38" fmla="*/ 3345180 w 11737340"/>
                    <a:gd name="connsiteY38" fmla="*/ 2720340 h 4168140"/>
                    <a:gd name="connsiteX39" fmla="*/ 3444240 w 11737340"/>
                    <a:gd name="connsiteY39" fmla="*/ 2796540 h 4168140"/>
                    <a:gd name="connsiteX40" fmla="*/ 3558540 w 11737340"/>
                    <a:gd name="connsiteY40" fmla="*/ 2872740 h 4168140"/>
                    <a:gd name="connsiteX41" fmla="*/ 3619500 w 11737340"/>
                    <a:gd name="connsiteY41" fmla="*/ 2979420 h 4168140"/>
                    <a:gd name="connsiteX42" fmla="*/ 3619500 w 11737340"/>
                    <a:gd name="connsiteY42" fmla="*/ 2979420 h 4168140"/>
                    <a:gd name="connsiteX43" fmla="*/ 3649980 w 11737340"/>
                    <a:gd name="connsiteY43" fmla="*/ 3048000 h 4168140"/>
                    <a:gd name="connsiteX44" fmla="*/ 3703320 w 11737340"/>
                    <a:gd name="connsiteY44" fmla="*/ 3086100 h 4168140"/>
                    <a:gd name="connsiteX45" fmla="*/ 3764280 w 11737340"/>
                    <a:gd name="connsiteY45" fmla="*/ 3063240 h 4168140"/>
                    <a:gd name="connsiteX46" fmla="*/ 3848100 w 11737340"/>
                    <a:gd name="connsiteY46" fmla="*/ 3025140 h 4168140"/>
                    <a:gd name="connsiteX47" fmla="*/ 3916680 w 11737340"/>
                    <a:gd name="connsiteY47" fmla="*/ 3032760 h 4168140"/>
                    <a:gd name="connsiteX48" fmla="*/ 4030980 w 11737340"/>
                    <a:gd name="connsiteY48" fmla="*/ 3063240 h 4168140"/>
                    <a:gd name="connsiteX49" fmla="*/ 4137660 w 11737340"/>
                    <a:gd name="connsiteY49" fmla="*/ 3101340 h 4168140"/>
                    <a:gd name="connsiteX50" fmla="*/ 4259580 w 11737340"/>
                    <a:gd name="connsiteY50" fmla="*/ 3147060 h 4168140"/>
                    <a:gd name="connsiteX51" fmla="*/ 4381500 w 11737340"/>
                    <a:gd name="connsiteY51" fmla="*/ 3192780 h 4168140"/>
                    <a:gd name="connsiteX52" fmla="*/ 4526280 w 11737340"/>
                    <a:gd name="connsiteY52" fmla="*/ 3276600 h 4168140"/>
                    <a:gd name="connsiteX53" fmla="*/ 4587240 w 11737340"/>
                    <a:gd name="connsiteY53" fmla="*/ 3299460 h 4168140"/>
                    <a:gd name="connsiteX54" fmla="*/ 4610100 w 11737340"/>
                    <a:gd name="connsiteY54" fmla="*/ 3352800 h 4168140"/>
                    <a:gd name="connsiteX55" fmla="*/ 4648200 w 11737340"/>
                    <a:gd name="connsiteY55" fmla="*/ 3436620 h 4168140"/>
                    <a:gd name="connsiteX56" fmla="*/ 4671060 w 11737340"/>
                    <a:gd name="connsiteY56" fmla="*/ 3520440 h 4168140"/>
                    <a:gd name="connsiteX57" fmla="*/ 4678680 w 11737340"/>
                    <a:gd name="connsiteY57" fmla="*/ 3589020 h 4168140"/>
                    <a:gd name="connsiteX58" fmla="*/ 4686300 w 11737340"/>
                    <a:gd name="connsiteY58" fmla="*/ 3649980 h 4168140"/>
                    <a:gd name="connsiteX59" fmla="*/ 4724400 w 11737340"/>
                    <a:gd name="connsiteY59" fmla="*/ 3680460 h 4168140"/>
                    <a:gd name="connsiteX60" fmla="*/ 4785360 w 11737340"/>
                    <a:gd name="connsiteY60" fmla="*/ 3672840 h 4168140"/>
                    <a:gd name="connsiteX61" fmla="*/ 4869180 w 11737340"/>
                    <a:gd name="connsiteY61" fmla="*/ 3703320 h 4168140"/>
                    <a:gd name="connsiteX62" fmla="*/ 4914900 w 11737340"/>
                    <a:gd name="connsiteY62" fmla="*/ 3756660 h 4168140"/>
                    <a:gd name="connsiteX63" fmla="*/ 5105400 w 11737340"/>
                    <a:gd name="connsiteY63" fmla="*/ 3832860 h 4168140"/>
                    <a:gd name="connsiteX64" fmla="*/ 5173980 w 11737340"/>
                    <a:gd name="connsiteY64" fmla="*/ 3886200 h 4168140"/>
                    <a:gd name="connsiteX65" fmla="*/ 5242560 w 11737340"/>
                    <a:gd name="connsiteY65" fmla="*/ 3924300 h 4168140"/>
                    <a:gd name="connsiteX66" fmla="*/ 5364480 w 11737340"/>
                    <a:gd name="connsiteY66" fmla="*/ 3962400 h 4168140"/>
                    <a:gd name="connsiteX67" fmla="*/ 5516880 w 11737340"/>
                    <a:gd name="connsiteY67" fmla="*/ 4046220 h 4168140"/>
                    <a:gd name="connsiteX68" fmla="*/ 5585460 w 11737340"/>
                    <a:gd name="connsiteY68" fmla="*/ 4099560 h 4168140"/>
                    <a:gd name="connsiteX69" fmla="*/ 5661660 w 11737340"/>
                    <a:gd name="connsiteY69" fmla="*/ 4122420 h 4168140"/>
                    <a:gd name="connsiteX70" fmla="*/ 5745480 w 11737340"/>
                    <a:gd name="connsiteY70" fmla="*/ 4130040 h 4168140"/>
                    <a:gd name="connsiteX71" fmla="*/ 5836920 w 11737340"/>
                    <a:gd name="connsiteY71" fmla="*/ 4130040 h 4168140"/>
                    <a:gd name="connsiteX72" fmla="*/ 5951220 w 11737340"/>
                    <a:gd name="connsiteY72" fmla="*/ 4145280 h 4168140"/>
                    <a:gd name="connsiteX73" fmla="*/ 6035040 w 11737340"/>
                    <a:gd name="connsiteY73" fmla="*/ 4168140 h 4168140"/>
                    <a:gd name="connsiteX74" fmla="*/ 6149340 w 11737340"/>
                    <a:gd name="connsiteY74" fmla="*/ 4137660 h 4168140"/>
                    <a:gd name="connsiteX75" fmla="*/ 6286500 w 11737340"/>
                    <a:gd name="connsiteY75" fmla="*/ 4114800 h 4168140"/>
                    <a:gd name="connsiteX76" fmla="*/ 6393180 w 11737340"/>
                    <a:gd name="connsiteY76" fmla="*/ 4053840 h 4168140"/>
                    <a:gd name="connsiteX77" fmla="*/ 6484620 w 11737340"/>
                    <a:gd name="connsiteY77" fmla="*/ 4038600 h 4168140"/>
                    <a:gd name="connsiteX78" fmla="*/ 6583680 w 11737340"/>
                    <a:gd name="connsiteY78" fmla="*/ 3970020 h 4168140"/>
                    <a:gd name="connsiteX79" fmla="*/ 6697980 w 11737340"/>
                    <a:gd name="connsiteY79" fmla="*/ 3886200 h 4168140"/>
                    <a:gd name="connsiteX80" fmla="*/ 6728460 w 11737340"/>
                    <a:gd name="connsiteY80" fmla="*/ 3817620 h 4168140"/>
                    <a:gd name="connsiteX81" fmla="*/ 6842760 w 11737340"/>
                    <a:gd name="connsiteY81" fmla="*/ 3733800 h 4168140"/>
                    <a:gd name="connsiteX82" fmla="*/ 6972300 w 11737340"/>
                    <a:gd name="connsiteY82" fmla="*/ 3642360 h 4168140"/>
                    <a:gd name="connsiteX83" fmla="*/ 7078980 w 11737340"/>
                    <a:gd name="connsiteY83" fmla="*/ 3528060 h 4168140"/>
                    <a:gd name="connsiteX84" fmla="*/ 7139940 w 11737340"/>
                    <a:gd name="connsiteY84" fmla="*/ 3444240 h 4168140"/>
                    <a:gd name="connsiteX85" fmla="*/ 7269480 w 11737340"/>
                    <a:gd name="connsiteY85" fmla="*/ 3284220 h 4168140"/>
                    <a:gd name="connsiteX86" fmla="*/ 7330440 w 11737340"/>
                    <a:gd name="connsiteY86" fmla="*/ 3185160 h 4168140"/>
                    <a:gd name="connsiteX87" fmla="*/ 7376160 w 11737340"/>
                    <a:gd name="connsiteY87" fmla="*/ 3116580 h 4168140"/>
                    <a:gd name="connsiteX88" fmla="*/ 7444740 w 11737340"/>
                    <a:gd name="connsiteY88" fmla="*/ 3093720 h 4168140"/>
                    <a:gd name="connsiteX89" fmla="*/ 7513320 w 11737340"/>
                    <a:gd name="connsiteY89" fmla="*/ 3101340 h 4168140"/>
                    <a:gd name="connsiteX90" fmla="*/ 7574280 w 11737340"/>
                    <a:gd name="connsiteY90" fmla="*/ 3078480 h 4168140"/>
                    <a:gd name="connsiteX91" fmla="*/ 7726680 w 11737340"/>
                    <a:gd name="connsiteY91" fmla="*/ 3108960 h 4168140"/>
                    <a:gd name="connsiteX92" fmla="*/ 7833360 w 11737340"/>
                    <a:gd name="connsiteY92" fmla="*/ 3162300 h 4168140"/>
                    <a:gd name="connsiteX93" fmla="*/ 7962900 w 11737340"/>
                    <a:gd name="connsiteY93" fmla="*/ 3192780 h 4168140"/>
                    <a:gd name="connsiteX94" fmla="*/ 8161020 w 11737340"/>
                    <a:gd name="connsiteY94" fmla="*/ 3268980 h 4168140"/>
                    <a:gd name="connsiteX95" fmla="*/ 8290560 w 11737340"/>
                    <a:gd name="connsiteY95" fmla="*/ 3337560 h 4168140"/>
                    <a:gd name="connsiteX96" fmla="*/ 8382000 w 11737340"/>
                    <a:gd name="connsiteY96" fmla="*/ 3360420 h 4168140"/>
                    <a:gd name="connsiteX97" fmla="*/ 8458200 w 11737340"/>
                    <a:gd name="connsiteY97" fmla="*/ 3398520 h 4168140"/>
                    <a:gd name="connsiteX98" fmla="*/ 8595360 w 11737340"/>
                    <a:gd name="connsiteY98" fmla="*/ 3512820 h 4168140"/>
                    <a:gd name="connsiteX99" fmla="*/ 8641080 w 11737340"/>
                    <a:gd name="connsiteY99" fmla="*/ 3566160 h 4168140"/>
                    <a:gd name="connsiteX100" fmla="*/ 8702040 w 11737340"/>
                    <a:gd name="connsiteY100" fmla="*/ 3604260 h 4168140"/>
                    <a:gd name="connsiteX101" fmla="*/ 8763000 w 11737340"/>
                    <a:gd name="connsiteY101" fmla="*/ 3634740 h 4168140"/>
                    <a:gd name="connsiteX102" fmla="*/ 8854440 w 11737340"/>
                    <a:gd name="connsiteY102" fmla="*/ 3627120 h 4168140"/>
                    <a:gd name="connsiteX103" fmla="*/ 8968740 w 11737340"/>
                    <a:gd name="connsiteY103" fmla="*/ 3634740 h 4168140"/>
                    <a:gd name="connsiteX104" fmla="*/ 9060180 w 11737340"/>
                    <a:gd name="connsiteY104" fmla="*/ 3642360 h 4168140"/>
                    <a:gd name="connsiteX105" fmla="*/ 9151620 w 11737340"/>
                    <a:gd name="connsiteY105" fmla="*/ 3657600 h 4168140"/>
                    <a:gd name="connsiteX106" fmla="*/ 9227820 w 11737340"/>
                    <a:gd name="connsiteY106" fmla="*/ 3642360 h 4168140"/>
                    <a:gd name="connsiteX107" fmla="*/ 9311640 w 11737340"/>
                    <a:gd name="connsiteY107" fmla="*/ 3611880 h 4168140"/>
                    <a:gd name="connsiteX108" fmla="*/ 9433560 w 11737340"/>
                    <a:gd name="connsiteY108" fmla="*/ 3589020 h 4168140"/>
                    <a:gd name="connsiteX109" fmla="*/ 9509760 w 11737340"/>
                    <a:gd name="connsiteY109" fmla="*/ 3528060 h 4168140"/>
                    <a:gd name="connsiteX110" fmla="*/ 9646920 w 11737340"/>
                    <a:gd name="connsiteY110" fmla="*/ 3489960 h 4168140"/>
                    <a:gd name="connsiteX111" fmla="*/ 9784080 w 11737340"/>
                    <a:gd name="connsiteY111" fmla="*/ 3444240 h 4168140"/>
                    <a:gd name="connsiteX112" fmla="*/ 9860280 w 11737340"/>
                    <a:gd name="connsiteY112" fmla="*/ 3383280 h 4168140"/>
                    <a:gd name="connsiteX113" fmla="*/ 9921240 w 11737340"/>
                    <a:gd name="connsiteY113" fmla="*/ 3314700 h 4168140"/>
                    <a:gd name="connsiteX114" fmla="*/ 9997440 w 11737340"/>
                    <a:gd name="connsiteY114" fmla="*/ 3208020 h 4168140"/>
                    <a:gd name="connsiteX115" fmla="*/ 10043160 w 11737340"/>
                    <a:gd name="connsiteY115" fmla="*/ 3101340 h 4168140"/>
                    <a:gd name="connsiteX116" fmla="*/ 10104120 w 11737340"/>
                    <a:gd name="connsiteY116" fmla="*/ 3017520 h 4168140"/>
                    <a:gd name="connsiteX117" fmla="*/ 10157460 w 11737340"/>
                    <a:gd name="connsiteY117" fmla="*/ 2933700 h 4168140"/>
                    <a:gd name="connsiteX118" fmla="*/ 10218420 w 11737340"/>
                    <a:gd name="connsiteY118" fmla="*/ 2849880 h 4168140"/>
                    <a:gd name="connsiteX119" fmla="*/ 10294620 w 11737340"/>
                    <a:gd name="connsiteY119" fmla="*/ 2735580 h 4168140"/>
                    <a:gd name="connsiteX120" fmla="*/ 10347960 w 11737340"/>
                    <a:gd name="connsiteY120" fmla="*/ 2621280 h 4168140"/>
                    <a:gd name="connsiteX121" fmla="*/ 10431780 w 11737340"/>
                    <a:gd name="connsiteY121" fmla="*/ 2499360 h 4168140"/>
                    <a:gd name="connsiteX122" fmla="*/ 10500360 w 11737340"/>
                    <a:gd name="connsiteY122" fmla="*/ 2354580 h 4168140"/>
                    <a:gd name="connsiteX123" fmla="*/ 10553700 w 11737340"/>
                    <a:gd name="connsiteY123" fmla="*/ 2263140 h 4168140"/>
                    <a:gd name="connsiteX124" fmla="*/ 10584180 w 11737340"/>
                    <a:gd name="connsiteY124" fmla="*/ 2194560 h 4168140"/>
                    <a:gd name="connsiteX125" fmla="*/ 10624820 w 11737340"/>
                    <a:gd name="connsiteY125" fmla="*/ 2125980 h 4168140"/>
                    <a:gd name="connsiteX126" fmla="*/ 10675620 w 11737340"/>
                    <a:gd name="connsiteY126" fmla="*/ 2049780 h 4168140"/>
                    <a:gd name="connsiteX127" fmla="*/ 10690860 w 11737340"/>
                    <a:gd name="connsiteY127" fmla="*/ 1988820 h 4168140"/>
                    <a:gd name="connsiteX128" fmla="*/ 10713720 w 11737340"/>
                    <a:gd name="connsiteY128" fmla="*/ 1927860 h 4168140"/>
                    <a:gd name="connsiteX129" fmla="*/ 10767060 w 11737340"/>
                    <a:gd name="connsiteY129" fmla="*/ 1859280 h 4168140"/>
                    <a:gd name="connsiteX130" fmla="*/ 10873740 w 11737340"/>
                    <a:gd name="connsiteY130" fmla="*/ 1828800 h 4168140"/>
                    <a:gd name="connsiteX131" fmla="*/ 11079480 w 11737340"/>
                    <a:gd name="connsiteY131" fmla="*/ 1767840 h 4168140"/>
                    <a:gd name="connsiteX132" fmla="*/ 11247120 w 11737340"/>
                    <a:gd name="connsiteY132" fmla="*/ 1684020 h 4168140"/>
                    <a:gd name="connsiteX133" fmla="*/ 11407140 w 11737340"/>
                    <a:gd name="connsiteY133" fmla="*/ 1628140 h 4168140"/>
                    <a:gd name="connsiteX134" fmla="*/ 11490960 w 11737340"/>
                    <a:gd name="connsiteY134" fmla="*/ 1577340 h 4168140"/>
                    <a:gd name="connsiteX135" fmla="*/ 11635740 w 11737340"/>
                    <a:gd name="connsiteY135" fmla="*/ 1508760 h 4168140"/>
                    <a:gd name="connsiteX136" fmla="*/ 11737340 w 11737340"/>
                    <a:gd name="connsiteY136" fmla="*/ 1442720 h 4168140"/>
                    <a:gd name="connsiteX137" fmla="*/ 11620500 w 11737340"/>
                    <a:gd name="connsiteY137" fmla="*/ 1417320 h 4168140"/>
                    <a:gd name="connsiteX138" fmla="*/ 11567160 w 11737340"/>
                    <a:gd name="connsiteY138" fmla="*/ 1379220 h 4168140"/>
                    <a:gd name="connsiteX139" fmla="*/ 11498580 w 11737340"/>
                    <a:gd name="connsiteY139" fmla="*/ 1318260 h 4168140"/>
                    <a:gd name="connsiteX140" fmla="*/ 11468100 w 11737340"/>
                    <a:gd name="connsiteY140" fmla="*/ 1280160 h 4168140"/>
                    <a:gd name="connsiteX141" fmla="*/ 11442700 w 11737340"/>
                    <a:gd name="connsiteY141" fmla="*/ 1231900 h 4168140"/>
                    <a:gd name="connsiteX142" fmla="*/ 11384280 w 11737340"/>
                    <a:gd name="connsiteY142" fmla="*/ 1310640 h 4168140"/>
                    <a:gd name="connsiteX143" fmla="*/ 11353800 w 11737340"/>
                    <a:gd name="connsiteY143" fmla="*/ 1356360 h 4168140"/>
                    <a:gd name="connsiteX144" fmla="*/ 11224260 w 11737340"/>
                    <a:gd name="connsiteY144" fmla="*/ 1417320 h 4168140"/>
                    <a:gd name="connsiteX145" fmla="*/ 11109960 w 11737340"/>
                    <a:gd name="connsiteY145" fmla="*/ 1463040 h 4168140"/>
                    <a:gd name="connsiteX146" fmla="*/ 10911840 w 11737340"/>
                    <a:gd name="connsiteY146" fmla="*/ 1524000 h 4168140"/>
                    <a:gd name="connsiteX147" fmla="*/ 10774680 w 11737340"/>
                    <a:gd name="connsiteY147" fmla="*/ 1546860 h 4168140"/>
                    <a:gd name="connsiteX148" fmla="*/ 10675620 w 11737340"/>
                    <a:gd name="connsiteY148" fmla="*/ 1615440 h 4168140"/>
                    <a:gd name="connsiteX149" fmla="*/ 10568940 w 11737340"/>
                    <a:gd name="connsiteY149" fmla="*/ 1676400 h 4168140"/>
                    <a:gd name="connsiteX150" fmla="*/ 10485120 w 11737340"/>
                    <a:gd name="connsiteY150" fmla="*/ 1760220 h 4168140"/>
                    <a:gd name="connsiteX151" fmla="*/ 10454640 w 11737340"/>
                    <a:gd name="connsiteY151" fmla="*/ 1836420 h 4168140"/>
                    <a:gd name="connsiteX152" fmla="*/ 10416540 w 11737340"/>
                    <a:gd name="connsiteY152" fmla="*/ 1927860 h 4168140"/>
                    <a:gd name="connsiteX153" fmla="*/ 10401300 w 11737340"/>
                    <a:gd name="connsiteY153" fmla="*/ 2004060 h 4168140"/>
                    <a:gd name="connsiteX154" fmla="*/ 10363200 w 11737340"/>
                    <a:gd name="connsiteY154" fmla="*/ 2095500 h 4168140"/>
                    <a:gd name="connsiteX155" fmla="*/ 10317480 w 11737340"/>
                    <a:gd name="connsiteY155" fmla="*/ 2225040 h 4168140"/>
                    <a:gd name="connsiteX156" fmla="*/ 10287000 w 11737340"/>
                    <a:gd name="connsiteY156" fmla="*/ 2346960 h 4168140"/>
                    <a:gd name="connsiteX157" fmla="*/ 10218420 w 11737340"/>
                    <a:gd name="connsiteY157" fmla="*/ 2499360 h 4168140"/>
                    <a:gd name="connsiteX158" fmla="*/ 10134600 w 11737340"/>
                    <a:gd name="connsiteY158" fmla="*/ 2621280 h 4168140"/>
                    <a:gd name="connsiteX159" fmla="*/ 10043160 w 11737340"/>
                    <a:gd name="connsiteY159" fmla="*/ 2735580 h 4168140"/>
                    <a:gd name="connsiteX160" fmla="*/ 9974580 w 11737340"/>
                    <a:gd name="connsiteY160" fmla="*/ 2857500 h 4168140"/>
                    <a:gd name="connsiteX161" fmla="*/ 9906000 w 11737340"/>
                    <a:gd name="connsiteY161" fmla="*/ 2941320 h 4168140"/>
                    <a:gd name="connsiteX162" fmla="*/ 9860280 w 11737340"/>
                    <a:gd name="connsiteY162" fmla="*/ 3032760 h 4168140"/>
                    <a:gd name="connsiteX163" fmla="*/ 9806940 w 11737340"/>
                    <a:gd name="connsiteY163" fmla="*/ 3116580 h 4168140"/>
                    <a:gd name="connsiteX164" fmla="*/ 9715500 w 11737340"/>
                    <a:gd name="connsiteY164" fmla="*/ 3208020 h 4168140"/>
                    <a:gd name="connsiteX165" fmla="*/ 9616440 w 11737340"/>
                    <a:gd name="connsiteY165" fmla="*/ 3261360 h 4168140"/>
                    <a:gd name="connsiteX166" fmla="*/ 9532620 w 11737340"/>
                    <a:gd name="connsiteY166" fmla="*/ 3329940 h 4168140"/>
                    <a:gd name="connsiteX167" fmla="*/ 9471660 w 11737340"/>
                    <a:gd name="connsiteY167" fmla="*/ 3375660 h 4168140"/>
                    <a:gd name="connsiteX168" fmla="*/ 9410700 w 11737340"/>
                    <a:gd name="connsiteY168" fmla="*/ 3429000 h 4168140"/>
                    <a:gd name="connsiteX169" fmla="*/ 9288780 w 11737340"/>
                    <a:gd name="connsiteY169" fmla="*/ 3436620 h 4168140"/>
                    <a:gd name="connsiteX170" fmla="*/ 9166860 w 11737340"/>
                    <a:gd name="connsiteY170" fmla="*/ 3444240 h 4168140"/>
                    <a:gd name="connsiteX171" fmla="*/ 9029700 w 11737340"/>
                    <a:gd name="connsiteY171" fmla="*/ 3413760 h 4168140"/>
                    <a:gd name="connsiteX172" fmla="*/ 8823960 w 11737340"/>
                    <a:gd name="connsiteY172" fmla="*/ 3360420 h 4168140"/>
                    <a:gd name="connsiteX173" fmla="*/ 8679180 w 11737340"/>
                    <a:gd name="connsiteY173" fmla="*/ 3329940 h 4168140"/>
                    <a:gd name="connsiteX174" fmla="*/ 8572500 w 11737340"/>
                    <a:gd name="connsiteY174" fmla="*/ 3276600 h 4168140"/>
                    <a:gd name="connsiteX175" fmla="*/ 8465820 w 11737340"/>
                    <a:gd name="connsiteY175" fmla="*/ 3215640 h 4168140"/>
                    <a:gd name="connsiteX176" fmla="*/ 8321040 w 11737340"/>
                    <a:gd name="connsiteY176" fmla="*/ 3177540 h 4168140"/>
                    <a:gd name="connsiteX177" fmla="*/ 8199120 w 11737340"/>
                    <a:gd name="connsiteY177" fmla="*/ 3131820 h 4168140"/>
                    <a:gd name="connsiteX178" fmla="*/ 8069580 w 11737340"/>
                    <a:gd name="connsiteY178" fmla="*/ 3078480 h 4168140"/>
                    <a:gd name="connsiteX179" fmla="*/ 7917180 w 11737340"/>
                    <a:gd name="connsiteY179" fmla="*/ 2994660 h 4168140"/>
                    <a:gd name="connsiteX180" fmla="*/ 7787640 w 11737340"/>
                    <a:gd name="connsiteY180" fmla="*/ 2971800 h 4168140"/>
                    <a:gd name="connsiteX181" fmla="*/ 7719060 w 11737340"/>
                    <a:gd name="connsiteY181" fmla="*/ 2933700 h 4168140"/>
                    <a:gd name="connsiteX182" fmla="*/ 7612380 w 11737340"/>
                    <a:gd name="connsiteY182" fmla="*/ 2903220 h 4168140"/>
                    <a:gd name="connsiteX183" fmla="*/ 7566660 w 11737340"/>
                    <a:gd name="connsiteY183" fmla="*/ 2887980 h 4168140"/>
                    <a:gd name="connsiteX184" fmla="*/ 7551420 w 11737340"/>
                    <a:gd name="connsiteY184" fmla="*/ 2849880 h 4168140"/>
                    <a:gd name="connsiteX185" fmla="*/ 7533640 w 11737340"/>
                    <a:gd name="connsiteY185" fmla="*/ 2788920 h 4168140"/>
                    <a:gd name="connsiteX186" fmla="*/ 7475220 w 11737340"/>
                    <a:gd name="connsiteY186" fmla="*/ 2857500 h 4168140"/>
                    <a:gd name="connsiteX187" fmla="*/ 7414260 w 11737340"/>
                    <a:gd name="connsiteY187" fmla="*/ 2887980 h 4168140"/>
                    <a:gd name="connsiteX188" fmla="*/ 7345680 w 11737340"/>
                    <a:gd name="connsiteY188" fmla="*/ 2971800 h 4168140"/>
                    <a:gd name="connsiteX189" fmla="*/ 7315200 w 11737340"/>
                    <a:gd name="connsiteY189" fmla="*/ 2994660 h 4168140"/>
                    <a:gd name="connsiteX190" fmla="*/ 7261860 w 11737340"/>
                    <a:gd name="connsiteY190" fmla="*/ 3009900 h 4168140"/>
                    <a:gd name="connsiteX191" fmla="*/ 7193280 w 11737340"/>
                    <a:gd name="connsiteY191" fmla="*/ 3025140 h 4168140"/>
                    <a:gd name="connsiteX192" fmla="*/ 7155180 w 11737340"/>
                    <a:gd name="connsiteY192" fmla="*/ 3078480 h 4168140"/>
                    <a:gd name="connsiteX193" fmla="*/ 7109460 w 11737340"/>
                    <a:gd name="connsiteY193" fmla="*/ 3154680 h 4168140"/>
                    <a:gd name="connsiteX194" fmla="*/ 7048500 w 11737340"/>
                    <a:gd name="connsiteY194" fmla="*/ 3246120 h 4168140"/>
                    <a:gd name="connsiteX195" fmla="*/ 6995160 w 11737340"/>
                    <a:gd name="connsiteY195" fmla="*/ 3307080 h 4168140"/>
                    <a:gd name="connsiteX196" fmla="*/ 6972300 w 11737340"/>
                    <a:gd name="connsiteY196" fmla="*/ 3352800 h 4168140"/>
                    <a:gd name="connsiteX197" fmla="*/ 6949440 w 11737340"/>
                    <a:gd name="connsiteY197" fmla="*/ 3413760 h 4168140"/>
                    <a:gd name="connsiteX198" fmla="*/ 6949440 w 11737340"/>
                    <a:gd name="connsiteY198" fmla="*/ 3413760 h 4168140"/>
                    <a:gd name="connsiteX199" fmla="*/ 6911340 w 11737340"/>
                    <a:gd name="connsiteY199" fmla="*/ 3474720 h 4168140"/>
                    <a:gd name="connsiteX200" fmla="*/ 6888480 w 11737340"/>
                    <a:gd name="connsiteY200" fmla="*/ 3505200 h 4168140"/>
                    <a:gd name="connsiteX201" fmla="*/ 6819900 w 11737340"/>
                    <a:gd name="connsiteY201" fmla="*/ 3566160 h 4168140"/>
                    <a:gd name="connsiteX202" fmla="*/ 6743700 w 11737340"/>
                    <a:gd name="connsiteY202" fmla="*/ 3581400 h 4168140"/>
                    <a:gd name="connsiteX203" fmla="*/ 6675120 w 11737340"/>
                    <a:gd name="connsiteY203" fmla="*/ 3657600 h 4168140"/>
                    <a:gd name="connsiteX204" fmla="*/ 6629400 w 11737340"/>
                    <a:gd name="connsiteY204" fmla="*/ 3718560 h 4168140"/>
                    <a:gd name="connsiteX205" fmla="*/ 6576060 w 11737340"/>
                    <a:gd name="connsiteY205" fmla="*/ 3779520 h 4168140"/>
                    <a:gd name="connsiteX206" fmla="*/ 6484620 w 11737340"/>
                    <a:gd name="connsiteY206" fmla="*/ 3817620 h 4168140"/>
                    <a:gd name="connsiteX207" fmla="*/ 6400800 w 11737340"/>
                    <a:gd name="connsiteY207" fmla="*/ 3832860 h 4168140"/>
                    <a:gd name="connsiteX208" fmla="*/ 6263640 w 11737340"/>
                    <a:gd name="connsiteY208" fmla="*/ 3870960 h 4168140"/>
                    <a:gd name="connsiteX209" fmla="*/ 6126480 w 11737340"/>
                    <a:gd name="connsiteY209" fmla="*/ 3901440 h 4168140"/>
                    <a:gd name="connsiteX210" fmla="*/ 6027420 w 11737340"/>
                    <a:gd name="connsiteY210" fmla="*/ 3916680 h 4168140"/>
                    <a:gd name="connsiteX211" fmla="*/ 5890260 w 11737340"/>
                    <a:gd name="connsiteY211" fmla="*/ 3878580 h 4168140"/>
                    <a:gd name="connsiteX212" fmla="*/ 5821680 w 11737340"/>
                    <a:gd name="connsiteY212" fmla="*/ 3863340 h 4168140"/>
                    <a:gd name="connsiteX213" fmla="*/ 5737860 w 11737340"/>
                    <a:gd name="connsiteY213" fmla="*/ 3825240 h 4168140"/>
                    <a:gd name="connsiteX214" fmla="*/ 5638800 w 11737340"/>
                    <a:gd name="connsiteY214" fmla="*/ 3794760 h 4168140"/>
                    <a:gd name="connsiteX215" fmla="*/ 5524500 w 11737340"/>
                    <a:gd name="connsiteY215" fmla="*/ 3756660 h 4168140"/>
                    <a:gd name="connsiteX216" fmla="*/ 5448300 w 11737340"/>
                    <a:gd name="connsiteY216" fmla="*/ 3718560 h 4168140"/>
                    <a:gd name="connsiteX217" fmla="*/ 5349240 w 11737340"/>
                    <a:gd name="connsiteY217" fmla="*/ 3657600 h 4168140"/>
                    <a:gd name="connsiteX218" fmla="*/ 5295900 w 11737340"/>
                    <a:gd name="connsiteY218" fmla="*/ 3619500 h 4168140"/>
                    <a:gd name="connsiteX219" fmla="*/ 5234940 w 11737340"/>
                    <a:gd name="connsiteY219" fmla="*/ 3596640 h 4168140"/>
                    <a:gd name="connsiteX220" fmla="*/ 5135880 w 11737340"/>
                    <a:gd name="connsiteY220" fmla="*/ 3550920 h 4168140"/>
                    <a:gd name="connsiteX221" fmla="*/ 5059680 w 11737340"/>
                    <a:gd name="connsiteY221" fmla="*/ 3505200 h 4168140"/>
                    <a:gd name="connsiteX222" fmla="*/ 5029200 w 11737340"/>
                    <a:gd name="connsiteY222" fmla="*/ 3482340 h 4168140"/>
                    <a:gd name="connsiteX223" fmla="*/ 4960620 w 11737340"/>
                    <a:gd name="connsiteY223" fmla="*/ 3413760 h 4168140"/>
                    <a:gd name="connsiteX224" fmla="*/ 4876800 w 11737340"/>
                    <a:gd name="connsiteY224" fmla="*/ 3299460 h 4168140"/>
                    <a:gd name="connsiteX225" fmla="*/ 4808220 w 11737340"/>
                    <a:gd name="connsiteY225" fmla="*/ 3200400 h 4168140"/>
                    <a:gd name="connsiteX226" fmla="*/ 4777740 w 11737340"/>
                    <a:gd name="connsiteY226" fmla="*/ 3147060 h 4168140"/>
                    <a:gd name="connsiteX227" fmla="*/ 4724400 w 11737340"/>
                    <a:gd name="connsiteY227" fmla="*/ 3108960 h 4168140"/>
                    <a:gd name="connsiteX228" fmla="*/ 4648200 w 11737340"/>
                    <a:gd name="connsiteY228" fmla="*/ 3063240 h 4168140"/>
                    <a:gd name="connsiteX229" fmla="*/ 4533900 w 11737340"/>
                    <a:gd name="connsiteY229" fmla="*/ 2979420 h 4168140"/>
                    <a:gd name="connsiteX230" fmla="*/ 4427220 w 11737340"/>
                    <a:gd name="connsiteY230" fmla="*/ 2941320 h 4168140"/>
                    <a:gd name="connsiteX231" fmla="*/ 4366260 w 11737340"/>
                    <a:gd name="connsiteY231" fmla="*/ 2903220 h 4168140"/>
                    <a:gd name="connsiteX232" fmla="*/ 4244340 w 11737340"/>
                    <a:gd name="connsiteY232" fmla="*/ 2842260 h 4168140"/>
                    <a:gd name="connsiteX233" fmla="*/ 4145280 w 11737340"/>
                    <a:gd name="connsiteY233" fmla="*/ 2811780 h 4168140"/>
                    <a:gd name="connsiteX234" fmla="*/ 4038600 w 11737340"/>
                    <a:gd name="connsiteY234" fmla="*/ 2804160 h 4168140"/>
                    <a:gd name="connsiteX235" fmla="*/ 3954780 w 11737340"/>
                    <a:gd name="connsiteY235" fmla="*/ 2819400 h 4168140"/>
                    <a:gd name="connsiteX236" fmla="*/ 3863340 w 11737340"/>
                    <a:gd name="connsiteY236" fmla="*/ 2804160 h 4168140"/>
                    <a:gd name="connsiteX237" fmla="*/ 3741420 w 11737340"/>
                    <a:gd name="connsiteY237" fmla="*/ 2781300 h 4168140"/>
                    <a:gd name="connsiteX238" fmla="*/ 3649980 w 11737340"/>
                    <a:gd name="connsiteY238" fmla="*/ 2743200 h 4168140"/>
                    <a:gd name="connsiteX239" fmla="*/ 3573780 w 11737340"/>
                    <a:gd name="connsiteY239" fmla="*/ 2674620 h 4168140"/>
                    <a:gd name="connsiteX240" fmla="*/ 3482340 w 11737340"/>
                    <a:gd name="connsiteY240" fmla="*/ 2621280 h 4168140"/>
                    <a:gd name="connsiteX241" fmla="*/ 3436620 w 11737340"/>
                    <a:gd name="connsiteY241" fmla="*/ 2552700 h 4168140"/>
                    <a:gd name="connsiteX242" fmla="*/ 3329940 w 11737340"/>
                    <a:gd name="connsiteY242" fmla="*/ 2423160 h 4168140"/>
                    <a:gd name="connsiteX243" fmla="*/ 3261360 w 11737340"/>
                    <a:gd name="connsiteY243" fmla="*/ 2324100 h 4168140"/>
                    <a:gd name="connsiteX244" fmla="*/ 3131820 w 11737340"/>
                    <a:gd name="connsiteY244" fmla="*/ 2209800 h 4168140"/>
                    <a:gd name="connsiteX245" fmla="*/ 3040380 w 11737340"/>
                    <a:gd name="connsiteY245" fmla="*/ 2141220 h 4168140"/>
                    <a:gd name="connsiteX246" fmla="*/ 2910840 w 11737340"/>
                    <a:gd name="connsiteY246" fmla="*/ 2034540 h 4168140"/>
                    <a:gd name="connsiteX247" fmla="*/ 2849880 w 11737340"/>
                    <a:gd name="connsiteY247" fmla="*/ 1958340 h 4168140"/>
                    <a:gd name="connsiteX248" fmla="*/ 2743200 w 11737340"/>
                    <a:gd name="connsiteY248" fmla="*/ 1889760 h 4168140"/>
                    <a:gd name="connsiteX249" fmla="*/ 2659380 w 11737340"/>
                    <a:gd name="connsiteY249" fmla="*/ 1844040 h 4168140"/>
                    <a:gd name="connsiteX250" fmla="*/ 2575560 w 11737340"/>
                    <a:gd name="connsiteY250" fmla="*/ 1744980 h 4168140"/>
                    <a:gd name="connsiteX251" fmla="*/ 2468880 w 11737340"/>
                    <a:gd name="connsiteY251" fmla="*/ 1645920 h 4168140"/>
                    <a:gd name="connsiteX252" fmla="*/ 2400300 w 11737340"/>
                    <a:gd name="connsiteY252" fmla="*/ 1607820 h 4168140"/>
                    <a:gd name="connsiteX253" fmla="*/ 2263140 w 11737340"/>
                    <a:gd name="connsiteY253" fmla="*/ 1501140 h 4168140"/>
                    <a:gd name="connsiteX254" fmla="*/ 2171700 w 11737340"/>
                    <a:gd name="connsiteY254" fmla="*/ 1432560 h 4168140"/>
                    <a:gd name="connsiteX255" fmla="*/ 2087880 w 11737340"/>
                    <a:gd name="connsiteY255" fmla="*/ 1363980 h 4168140"/>
                    <a:gd name="connsiteX256" fmla="*/ 1950720 w 11737340"/>
                    <a:gd name="connsiteY256" fmla="*/ 1272540 h 4168140"/>
                    <a:gd name="connsiteX257" fmla="*/ 1805940 w 11737340"/>
                    <a:gd name="connsiteY257" fmla="*/ 1135380 h 4168140"/>
                    <a:gd name="connsiteX258" fmla="*/ 1729740 w 11737340"/>
                    <a:gd name="connsiteY258" fmla="*/ 1089660 h 4168140"/>
                    <a:gd name="connsiteX259" fmla="*/ 1668780 w 11737340"/>
                    <a:gd name="connsiteY259" fmla="*/ 1043940 h 4168140"/>
                    <a:gd name="connsiteX260" fmla="*/ 1592580 w 11737340"/>
                    <a:gd name="connsiteY260" fmla="*/ 990600 h 4168140"/>
                    <a:gd name="connsiteX261" fmla="*/ 1470660 w 11737340"/>
                    <a:gd name="connsiteY261" fmla="*/ 891540 h 4168140"/>
                    <a:gd name="connsiteX262" fmla="*/ 1386840 w 11737340"/>
                    <a:gd name="connsiteY262" fmla="*/ 845820 h 4168140"/>
                    <a:gd name="connsiteX263" fmla="*/ 1318260 w 11737340"/>
                    <a:gd name="connsiteY263" fmla="*/ 784860 h 4168140"/>
                    <a:gd name="connsiteX264" fmla="*/ 1264920 w 11737340"/>
                    <a:gd name="connsiteY264" fmla="*/ 723900 h 4168140"/>
                    <a:gd name="connsiteX265" fmla="*/ 1181100 w 11737340"/>
                    <a:gd name="connsiteY265" fmla="*/ 647700 h 4168140"/>
                    <a:gd name="connsiteX266" fmla="*/ 1089660 w 11737340"/>
                    <a:gd name="connsiteY266" fmla="*/ 624840 h 4168140"/>
                    <a:gd name="connsiteX267" fmla="*/ 1021080 w 11737340"/>
                    <a:gd name="connsiteY267" fmla="*/ 586740 h 4168140"/>
                    <a:gd name="connsiteX268" fmla="*/ 937260 w 11737340"/>
                    <a:gd name="connsiteY268" fmla="*/ 548640 h 4168140"/>
                    <a:gd name="connsiteX269" fmla="*/ 830580 w 11737340"/>
                    <a:gd name="connsiteY269" fmla="*/ 510540 h 4168140"/>
                    <a:gd name="connsiteX270" fmla="*/ 754380 w 11737340"/>
                    <a:gd name="connsiteY270" fmla="*/ 457200 h 4168140"/>
                    <a:gd name="connsiteX271" fmla="*/ 708660 w 11737340"/>
                    <a:gd name="connsiteY271" fmla="*/ 419100 h 4168140"/>
                    <a:gd name="connsiteX272" fmla="*/ 609600 w 11737340"/>
                    <a:gd name="connsiteY272" fmla="*/ 396240 h 4168140"/>
                    <a:gd name="connsiteX273" fmla="*/ 548640 w 11737340"/>
                    <a:gd name="connsiteY273" fmla="*/ 320040 h 4168140"/>
                    <a:gd name="connsiteX274" fmla="*/ 510540 w 11737340"/>
                    <a:gd name="connsiteY274" fmla="*/ 251460 h 4168140"/>
                    <a:gd name="connsiteX275" fmla="*/ 464820 w 11737340"/>
                    <a:gd name="connsiteY275" fmla="*/ 190500 h 4168140"/>
                    <a:gd name="connsiteX276" fmla="*/ 411480 w 11737340"/>
                    <a:gd name="connsiteY276" fmla="*/ 137160 h 4168140"/>
                    <a:gd name="connsiteX277" fmla="*/ 373380 w 11737340"/>
                    <a:gd name="connsiteY277" fmla="*/ 45720 h 4168140"/>
                    <a:gd name="connsiteX278" fmla="*/ 342900 w 11737340"/>
                    <a:gd name="connsiteY278" fmla="*/ 0 h 4168140"/>
                    <a:gd name="connsiteX279" fmla="*/ 327660 w 11737340"/>
                    <a:gd name="connsiteY279" fmla="*/ 60960 h 4168140"/>
                    <a:gd name="connsiteX280" fmla="*/ 289560 w 11737340"/>
                    <a:gd name="connsiteY280" fmla="*/ 91440 h 4168140"/>
                    <a:gd name="connsiteX281" fmla="*/ 236220 w 11737340"/>
                    <a:gd name="connsiteY281" fmla="*/ 114300 h 4168140"/>
                    <a:gd name="connsiteX282" fmla="*/ 198120 w 11737340"/>
                    <a:gd name="connsiteY282" fmla="*/ 175260 h 4168140"/>
                    <a:gd name="connsiteX283" fmla="*/ 175260 w 11737340"/>
                    <a:gd name="connsiteY283" fmla="*/ 228600 h 4168140"/>
                    <a:gd name="connsiteX284" fmla="*/ 114300 w 11737340"/>
                    <a:gd name="connsiteY284" fmla="*/ 236220 h 4168140"/>
                    <a:gd name="connsiteX285" fmla="*/ 45720 w 11737340"/>
                    <a:gd name="connsiteY285" fmla="*/ 251460 h 4168140"/>
                    <a:gd name="connsiteX286" fmla="*/ 0 w 11737340"/>
                    <a:gd name="connsiteY286" fmla="*/ 281940 h 4168140"/>
                    <a:gd name="connsiteX287" fmla="*/ 68580 w 11737340"/>
                    <a:gd name="connsiteY287" fmla="*/ 320040 h 4168140"/>
                    <a:gd name="connsiteX0" fmla="*/ 68580 w 11737340"/>
                    <a:gd name="connsiteY0" fmla="*/ 320040 h 4168140"/>
                    <a:gd name="connsiteX1" fmla="*/ 121920 w 11737340"/>
                    <a:gd name="connsiteY1" fmla="*/ 381000 h 4168140"/>
                    <a:gd name="connsiteX2" fmla="*/ 198120 w 11737340"/>
                    <a:gd name="connsiteY2" fmla="*/ 419100 h 4168140"/>
                    <a:gd name="connsiteX3" fmla="*/ 320040 w 11737340"/>
                    <a:gd name="connsiteY3" fmla="*/ 510540 h 4168140"/>
                    <a:gd name="connsiteX4" fmla="*/ 411480 w 11737340"/>
                    <a:gd name="connsiteY4" fmla="*/ 563880 h 4168140"/>
                    <a:gd name="connsiteX5" fmla="*/ 472440 w 11737340"/>
                    <a:gd name="connsiteY5" fmla="*/ 632460 h 4168140"/>
                    <a:gd name="connsiteX6" fmla="*/ 601980 w 11737340"/>
                    <a:gd name="connsiteY6" fmla="*/ 708660 h 4168140"/>
                    <a:gd name="connsiteX7" fmla="*/ 739140 w 11737340"/>
                    <a:gd name="connsiteY7" fmla="*/ 784860 h 4168140"/>
                    <a:gd name="connsiteX8" fmla="*/ 861060 w 11737340"/>
                    <a:gd name="connsiteY8" fmla="*/ 868680 h 4168140"/>
                    <a:gd name="connsiteX9" fmla="*/ 944880 w 11737340"/>
                    <a:gd name="connsiteY9" fmla="*/ 952500 h 4168140"/>
                    <a:gd name="connsiteX10" fmla="*/ 1021080 w 11737340"/>
                    <a:gd name="connsiteY10" fmla="*/ 1005840 h 4168140"/>
                    <a:gd name="connsiteX11" fmla="*/ 1097280 w 11737340"/>
                    <a:gd name="connsiteY11" fmla="*/ 1043940 h 4168140"/>
                    <a:gd name="connsiteX12" fmla="*/ 1181100 w 11737340"/>
                    <a:gd name="connsiteY12" fmla="*/ 1104900 h 4168140"/>
                    <a:gd name="connsiteX13" fmla="*/ 1249680 w 11737340"/>
                    <a:gd name="connsiteY13" fmla="*/ 1150620 h 4168140"/>
                    <a:gd name="connsiteX14" fmla="*/ 1341120 w 11737340"/>
                    <a:gd name="connsiteY14" fmla="*/ 1196340 h 4168140"/>
                    <a:gd name="connsiteX15" fmla="*/ 1417320 w 11737340"/>
                    <a:gd name="connsiteY15" fmla="*/ 1257300 h 4168140"/>
                    <a:gd name="connsiteX16" fmla="*/ 1493520 w 11737340"/>
                    <a:gd name="connsiteY16" fmla="*/ 1333500 h 4168140"/>
                    <a:gd name="connsiteX17" fmla="*/ 1569720 w 11737340"/>
                    <a:gd name="connsiteY17" fmla="*/ 1356360 h 4168140"/>
                    <a:gd name="connsiteX18" fmla="*/ 1684020 w 11737340"/>
                    <a:gd name="connsiteY18" fmla="*/ 1424940 h 4168140"/>
                    <a:gd name="connsiteX19" fmla="*/ 1729740 w 11737340"/>
                    <a:gd name="connsiteY19" fmla="*/ 1485900 h 4168140"/>
                    <a:gd name="connsiteX20" fmla="*/ 1844040 w 11737340"/>
                    <a:gd name="connsiteY20" fmla="*/ 1569720 h 4168140"/>
                    <a:gd name="connsiteX21" fmla="*/ 1935480 w 11737340"/>
                    <a:gd name="connsiteY21" fmla="*/ 1615440 h 4168140"/>
                    <a:gd name="connsiteX22" fmla="*/ 2049780 w 11737340"/>
                    <a:gd name="connsiteY22" fmla="*/ 1691640 h 4168140"/>
                    <a:gd name="connsiteX23" fmla="*/ 2133600 w 11737340"/>
                    <a:gd name="connsiteY23" fmla="*/ 1729740 h 4168140"/>
                    <a:gd name="connsiteX24" fmla="*/ 2202180 w 11737340"/>
                    <a:gd name="connsiteY24" fmla="*/ 1805940 h 4168140"/>
                    <a:gd name="connsiteX25" fmla="*/ 2255520 w 11737340"/>
                    <a:gd name="connsiteY25" fmla="*/ 1821180 h 4168140"/>
                    <a:gd name="connsiteX26" fmla="*/ 2316480 w 11737340"/>
                    <a:gd name="connsiteY26" fmla="*/ 1866900 h 4168140"/>
                    <a:gd name="connsiteX27" fmla="*/ 2423160 w 11737340"/>
                    <a:gd name="connsiteY27" fmla="*/ 2004060 h 4168140"/>
                    <a:gd name="connsiteX28" fmla="*/ 2476500 w 11737340"/>
                    <a:gd name="connsiteY28" fmla="*/ 2087880 h 4168140"/>
                    <a:gd name="connsiteX29" fmla="*/ 2567940 w 11737340"/>
                    <a:gd name="connsiteY29" fmla="*/ 2148840 h 4168140"/>
                    <a:gd name="connsiteX30" fmla="*/ 2682240 w 11737340"/>
                    <a:gd name="connsiteY30" fmla="*/ 2186940 h 4168140"/>
                    <a:gd name="connsiteX31" fmla="*/ 2743200 w 11737340"/>
                    <a:gd name="connsiteY31" fmla="*/ 2209800 h 4168140"/>
                    <a:gd name="connsiteX32" fmla="*/ 2811780 w 11737340"/>
                    <a:gd name="connsiteY32" fmla="*/ 2247900 h 4168140"/>
                    <a:gd name="connsiteX33" fmla="*/ 2887980 w 11737340"/>
                    <a:gd name="connsiteY33" fmla="*/ 2301240 h 4168140"/>
                    <a:gd name="connsiteX34" fmla="*/ 2979420 w 11737340"/>
                    <a:gd name="connsiteY34" fmla="*/ 2385060 h 4168140"/>
                    <a:gd name="connsiteX35" fmla="*/ 3055620 w 11737340"/>
                    <a:gd name="connsiteY35" fmla="*/ 2461260 h 4168140"/>
                    <a:gd name="connsiteX36" fmla="*/ 3139440 w 11737340"/>
                    <a:gd name="connsiteY36" fmla="*/ 2537460 h 4168140"/>
                    <a:gd name="connsiteX37" fmla="*/ 3261360 w 11737340"/>
                    <a:gd name="connsiteY37" fmla="*/ 2628900 h 4168140"/>
                    <a:gd name="connsiteX38" fmla="*/ 3345180 w 11737340"/>
                    <a:gd name="connsiteY38" fmla="*/ 2720340 h 4168140"/>
                    <a:gd name="connsiteX39" fmla="*/ 3444240 w 11737340"/>
                    <a:gd name="connsiteY39" fmla="*/ 2796540 h 4168140"/>
                    <a:gd name="connsiteX40" fmla="*/ 3558540 w 11737340"/>
                    <a:gd name="connsiteY40" fmla="*/ 2872740 h 4168140"/>
                    <a:gd name="connsiteX41" fmla="*/ 3619500 w 11737340"/>
                    <a:gd name="connsiteY41" fmla="*/ 2979420 h 4168140"/>
                    <a:gd name="connsiteX42" fmla="*/ 3619500 w 11737340"/>
                    <a:gd name="connsiteY42" fmla="*/ 2979420 h 4168140"/>
                    <a:gd name="connsiteX43" fmla="*/ 3649980 w 11737340"/>
                    <a:gd name="connsiteY43" fmla="*/ 3048000 h 4168140"/>
                    <a:gd name="connsiteX44" fmla="*/ 3703320 w 11737340"/>
                    <a:gd name="connsiteY44" fmla="*/ 3086100 h 4168140"/>
                    <a:gd name="connsiteX45" fmla="*/ 3764280 w 11737340"/>
                    <a:gd name="connsiteY45" fmla="*/ 3063240 h 4168140"/>
                    <a:gd name="connsiteX46" fmla="*/ 3848100 w 11737340"/>
                    <a:gd name="connsiteY46" fmla="*/ 3025140 h 4168140"/>
                    <a:gd name="connsiteX47" fmla="*/ 3916680 w 11737340"/>
                    <a:gd name="connsiteY47" fmla="*/ 3032760 h 4168140"/>
                    <a:gd name="connsiteX48" fmla="*/ 4030980 w 11737340"/>
                    <a:gd name="connsiteY48" fmla="*/ 3063240 h 4168140"/>
                    <a:gd name="connsiteX49" fmla="*/ 4137660 w 11737340"/>
                    <a:gd name="connsiteY49" fmla="*/ 3101340 h 4168140"/>
                    <a:gd name="connsiteX50" fmla="*/ 4259580 w 11737340"/>
                    <a:gd name="connsiteY50" fmla="*/ 3147060 h 4168140"/>
                    <a:gd name="connsiteX51" fmla="*/ 4381500 w 11737340"/>
                    <a:gd name="connsiteY51" fmla="*/ 3192780 h 4168140"/>
                    <a:gd name="connsiteX52" fmla="*/ 4526280 w 11737340"/>
                    <a:gd name="connsiteY52" fmla="*/ 3276600 h 4168140"/>
                    <a:gd name="connsiteX53" fmla="*/ 4587240 w 11737340"/>
                    <a:gd name="connsiteY53" fmla="*/ 3299460 h 4168140"/>
                    <a:gd name="connsiteX54" fmla="*/ 4610100 w 11737340"/>
                    <a:gd name="connsiteY54" fmla="*/ 3352800 h 4168140"/>
                    <a:gd name="connsiteX55" fmla="*/ 4648200 w 11737340"/>
                    <a:gd name="connsiteY55" fmla="*/ 3436620 h 4168140"/>
                    <a:gd name="connsiteX56" fmla="*/ 4671060 w 11737340"/>
                    <a:gd name="connsiteY56" fmla="*/ 3520440 h 4168140"/>
                    <a:gd name="connsiteX57" fmla="*/ 4678680 w 11737340"/>
                    <a:gd name="connsiteY57" fmla="*/ 3589020 h 4168140"/>
                    <a:gd name="connsiteX58" fmla="*/ 4686300 w 11737340"/>
                    <a:gd name="connsiteY58" fmla="*/ 3649980 h 4168140"/>
                    <a:gd name="connsiteX59" fmla="*/ 4724400 w 11737340"/>
                    <a:gd name="connsiteY59" fmla="*/ 3680460 h 4168140"/>
                    <a:gd name="connsiteX60" fmla="*/ 4785360 w 11737340"/>
                    <a:gd name="connsiteY60" fmla="*/ 3672840 h 4168140"/>
                    <a:gd name="connsiteX61" fmla="*/ 4869180 w 11737340"/>
                    <a:gd name="connsiteY61" fmla="*/ 3703320 h 4168140"/>
                    <a:gd name="connsiteX62" fmla="*/ 4914900 w 11737340"/>
                    <a:gd name="connsiteY62" fmla="*/ 3756660 h 4168140"/>
                    <a:gd name="connsiteX63" fmla="*/ 5105400 w 11737340"/>
                    <a:gd name="connsiteY63" fmla="*/ 3832860 h 4168140"/>
                    <a:gd name="connsiteX64" fmla="*/ 5173980 w 11737340"/>
                    <a:gd name="connsiteY64" fmla="*/ 3886200 h 4168140"/>
                    <a:gd name="connsiteX65" fmla="*/ 5242560 w 11737340"/>
                    <a:gd name="connsiteY65" fmla="*/ 3924300 h 4168140"/>
                    <a:gd name="connsiteX66" fmla="*/ 5364480 w 11737340"/>
                    <a:gd name="connsiteY66" fmla="*/ 3962400 h 4168140"/>
                    <a:gd name="connsiteX67" fmla="*/ 5516880 w 11737340"/>
                    <a:gd name="connsiteY67" fmla="*/ 4046220 h 4168140"/>
                    <a:gd name="connsiteX68" fmla="*/ 5585460 w 11737340"/>
                    <a:gd name="connsiteY68" fmla="*/ 4099560 h 4168140"/>
                    <a:gd name="connsiteX69" fmla="*/ 5661660 w 11737340"/>
                    <a:gd name="connsiteY69" fmla="*/ 4122420 h 4168140"/>
                    <a:gd name="connsiteX70" fmla="*/ 5745480 w 11737340"/>
                    <a:gd name="connsiteY70" fmla="*/ 4130040 h 4168140"/>
                    <a:gd name="connsiteX71" fmla="*/ 5836920 w 11737340"/>
                    <a:gd name="connsiteY71" fmla="*/ 4130040 h 4168140"/>
                    <a:gd name="connsiteX72" fmla="*/ 5951220 w 11737340"/>
                    <a:gd name="connsiteY72" fmla="*/ 4145280 h 4168140"/>
                    <a:gd name="connsiteX73" fmla="*/ 6035040 w 11737340"/>
                    <a:gd name="connsiteY73" fmla="*/ 4168140 h 4168140"/>
                    <a:gd name="connsiteX74" fmla="*/ 6149340 w 11737340"/>
                    <a:gd name="connsiteY74" fmla="*/ 4137660 h 4168140"/>
                    <a:gd name="connsiteX75" fmla="*/ 6286500 w 11737340"/>
                    <a:gd name="connsiteY75" fmla="*/ 4114800 h 4168140"/>
                    <a:gd name="connsiteX76" fmla="*/ 6393180 w 11737340"/>
                    <a:gd name="connsiteY76" fmla="*/ 4053840 h 4168140"/>
                    <a:gd name="connsiteX77" fmla="*/ 6484620 w 11737340"/>
                    <a:gd name="connsiteY77" fmla="*/ 4038600 h 4168140"/>
                    <a:gd name="connsiteX78" fmla="*/ 6583680 w 11737340"/>
                    <a:gd name="connsiteY78" fmla="*/ 3970020 h 4168140"/>
                    <a:gd name="connsiteX79" fmla="*/ 6697980 w 11737340"/>
                    <a:gd name="connsiteY79" fmla="*/ 3886200 h 4168140"/>
                    <a:gd name="connsiteX80" fmla="*/ 6728460 w 11737340"/>
                    <a:gd name="connsiteY80" fmla="*/ 3817620 h 4168140"/>
                    <a:gd name="connsiteX81" fmla="*/ 6842760 w 11737340"/>
                    <a:gd name="connsiteY81" fmla="*/ 3733800 h 4168140"/>
                    <a:gd name="connsiteX82" fmla="*/ 6972300 w 11737340"/>
                    <a:gd name="connsiteY82" fmla="*/ 3642360 h 4168140"/>
                    <a:gd name="connsiteX83" fmla="*/ 7078980 w 11737340"/>
                    <a:gd name="connsiteY83" fmla="*/ 3528060 h 4168140"/>
                    <a:gd name="connsiteX84" fmla="*/ 7139940 w 11737340"/>
                    <a:gd name="connsiteY84" fmla="*/ 3444240 h 4168140"/>
                    <a:gd name="connsiteX85" fmla="*/ 7269480 w 11737340"/>
                    <a:gd name="connsiteY85" fmla="*/ 3284220 h 4168140"/>
                    <a:gd name="connsiteX86" fmla="*/ 7330440 w 11737340"/>
                    <a:gd name="connsiteY86" fmla="*/ 3185160 h 4168140"/>
                    <a:gd name="connsiteX87" fmla="*/ 7376160 w 11737340"/>
                    <a:gd name="connsiteY87" fmla="*/ 3116580 h 4168140"/>
                    <a:gd name="connsiteX88" fmla="*/ 7444740 w 11737340"/>
                    <a:gd name="connsiteY88" fmla="*/ 3093720 h 4168140"/>
                    <a:gd name="connsiteX89" fmla="*/ 7513320 w 11737340"/>
                    <a:gd name="connsiteY89" fmla="*/ 3101340 h 4168140"/>
                    <a:gd name="connsiteX90" fmla="*/ 7574280 w 11737340"/>
                    <a:gd name="connsiteY90" fmla="*/ 3078480 h 4168140"/>
                    <a:gd name="connsiteX91" fmla="*/ 7726680 w 11737340"/>
                    <a:gd name="connsiteY91" fmla="*/ 3108960 h 4168140"/>
                    <a:gd name="connsiteX92" fmla="*/ 7833360 w 11737340"/>
                    <a:gd name="connsiteY92" fmla="*/ 3162300 h 4168140"/>
                    <a:gd name="connsiteX93" fmla="*/ 7962900 w 11737340"/>
                    <a:gd name="connsiteY93" fmla="*/ 3192780 h 4168140"/>
                    <a:gd name="connsiteX94" fmla="*/ 8161020 w 11737340"/>
                    <a:gd name="connsiteY94" fmla="*/ 3268980 h 4168140"/>
                    <a:gd name="connsiteX95" fmla="*/ 8290560 w 11737340"/>
                    <a:gd name="connsiteY95" fmla="*/ 3337560 h 4168140"/>
                    <a:gd name="connsiteX96" fmla="*/ 8382000 w 11737340"/>
                    <a:gd name="connsiteY96" fmla="*/ 3360420 h 4168140"/>
                    <a:gd name="connsiteX97" fmla="*/ 8458200 w 11737340"/>
                    <a:gd name="connsiteY97" fmla="*/ 3398520 h 4168140"/>
                    <a:gd name="connsiteX98" fmla="*/ 8595360 w 11737340"/>
                    <a:gd name="connsiteY98" fmla="*/ 3512820 h 4168140"/>
                    <a:gd name="connsiteX99" fmla="*/ 8641080 w 11737340"/>
                    <a:gd name="connsiteY99" fmla="*/ 3566160 h 4168140"/>
                    <a:gd name="connsiteX100" fmla="*/ 8702040 w 11737340"/>
                    <a:gd name="connsiteY100" fmla="*/ 3604260 h 4168140"/>
                    <a:gd name="connsiteX101" fmla="*/ 8763000 w 11737340"/>
                    <a:gd name="connsiteY101" fmla="*/ 3634740 h 4168140"/>
                    <a:gd name="connsiteX102" fmla="*/ 8846820 w 11737340"/>
                    <a:gd name="connsiteY102" fmla="*/ 3632200 h 4168140"/>
                    <a:gd name="connsiteX103" fmla="*/ 8968740 w 11737340"/>
                    <a:gd name="connsiteY103" fmla="*/ 3634740 h 4168140"/>
                    <a:gd name="connsiteX104" fmla="*/ 9060180 w 11737340"/>
                    <a:gd name="connsiteY104" fmla="*/ 3642360 h 4168140"/>
                    <a:gd name="connsiteX105" fmla="*/ 9151620 w 11737340"/>
                    <a:gd name="connsiteY105" fmla="*/ 3657600 h 4168140"/>
                    <a:gd name="connsiteX106" fmla="*/ 9227820 w 11737340"/>
                    <a:gd name="connsiteY106" fmla="*/ 3642360 h 4168140"/>
                    <a:gd name="connsiteX107" fmla="*/ 9311640 w 11737340"/>
                    <a:gd name="connsiteY107" fmla="*/ 3611880 h 4168140"/>
                    <a:gd name="connsiteX108" fmla="*/ 9433560 w 11737340"/>
                    <a:gd name="connsiteY108" fmla="*/ 3589020 h 4168140"/>
                    <a:gd name="connsiteX109" fmla="*/ 9509760 w 11737340"/>
                    <a:gd name="connsiteY109" fmla="*/ 3528060 h 4168140"/>
                    <a:gd name="connsiteX110" fmla="*/ 9646920 w 11737340"/>
                    <a:gd name="connsiteY110" fmla="*/ 3489960 h 4168140"/>
                    <a:gd name="connsiteX111" fmla="*/ 9784080 w 11737340"/>
                    <a:gd name="connsiteY111" fmla="*/ 3444240 h 4168140"/>
                    <a:gd name="connsiteX112" fmla="*/ 9860280 w 11737340"/>
                    <a:gd name="connsiteY112" fmla="*/ 3383280 h 4168140"/>
                    <a:gd name="connsiteX113" fmla="*/ 9921240 w 11737340"/>
                    <a:gd name="connsiteY113" fmla="*/ 3314700 h 4168140"/>
                    <a:gd name="connsiteX114" fmla="*/ 9997440 w 11737340"/>
                    <a:gd name="connsiteY114" fmla="*/ 3208020 h 4168140"/>
                    <a:gd name="connsiteX115" fmla="*/ 10043160 w 11737340"/>
                    <a:gd name="connsiteY115" fmla="*/ 3101340 h 4168140"/>
                    <a:gd name="connsiteX116" fmla="*/ 10104120 w 11737340"/>
                    <a:gd name="connsiteY116" fmla="*/ 3017520 h 4168140"/>
                    <a:gd name="connsiteX117" fmla="*/ 10157460 w 11737340"/>
                    <a:gd name="connsiteY117" fmla="*/ 2933700 h 4168140"/>
                    <a:gd name="connsiteX118" fmla="*/ 10218420 w 11737340"/>
                    <a:gd name="connsiteY118" fmla="*/ 2849880 h 4168140"/>
                    <a:gd name="connsiteX119" fmla="*/ 10294620 w 11737340"/>
                    <a:gd name="connsiteY119" fmla="*/ 2735580 h 4168140"/>
                    <a:gd name="connsiteX120" fmla="*/ 10347960 w 11737340"/>
                    <a:gd name="connsiteY120" fmla="*/ 2621280 h 4168140"/>
                    <a:gd name="connsiteX121" fmla="*/ 10431780 w 11737340"/>
                    <a:gd name="connsiteY121" fmla="*/ 2499360 h 4168140"/>
                    <a:gd name="connsiteX122" fmla="*/ 10500360 w 11737340"/>
                    <a:gd name="connsiteY122" fmla="*/ 2354580 h 4168140"/>
                    <a:gd name="connsiteX123" fmla="*/ 10553700 w 11737340"/>
                    <a:gd name="connsiteY123" fmla="*/ 2263140 h 4168140"/>
                    <a:gd name="connsiteX124" fmla="*/ 10584180 w 11737340"/>
                    <a:gd name="connsiteY124" fmla="*/ 2194560 h 4168140"/>
                    <a:gd name="connsiteX125" fmla="*/ 10624820 w 11737340"/>
                    <a:gd name="connsiteY125" fmla="*/ 2125980 h 4168140"/>
                    <a:gd name="connsiteX126" fmla="*/ 10675620 w 11737340"/>
                    <a:gd name="connsiteY126" fmla="*/ 2049780 h 4168140"/>
                    <a:gd name="connsiteX127" fmla="*/ 10690860 w 11737340"/>
                    <a:gd name="connsiteY127" fmla="*/ 1988820 h 4168140"/>
                    <a:gd name="connsiteX128" fmla="*/ 10713720 w 11737340"/>
                    <a:gd name="connsiteY128" fmla="*/ 1927860 h 4168140"/>
                    <a:gd name="connsiteX129" fmla="*/ 10767060 w 11737340"/>
                    <a:gd name="connsiteY129" fmla="*/ 1859280 h 4168140"/>
                    <a:gd name="connsiteX130" fmla="*/ 10873740 w 11737340"/>
                    <a:gd name="connsiteY130" fmla="*/ 1828800 h 4168140"/>
                    <a:gd name="connsiteX131" fmla="*/ 11079480 w 11737340"/>
                    <a:gd name="connsiteY131" fmla="*/ 1767840 h 4168140"/>
                    <a:gd name="connsiteX132" fmla="*/ 11247120 w 11737340"/>
                    <a:gd name="connsiteY132" fmla="*/ 1684020 h 4168140"/>
                    <a:gd name="connsiteX133" fmla="*/ 11407140 w 11737340"/>
                    <a:gd name="connsiteY133" fmla="*/ 1628140 h 4168140"/>
                    <a:gd name="connsiteX134" fmla="*/ 11490960 w 11737340"/>
                    <a:gd name="connsiteY134" fmla="*/ 1577340 h 4168140"/>
                    <a:gd name="connsiteX135" fmla="*/ 11635740 w 11737340"/>
                    <a:gd name="connsiteY135" fmla="*/ 1508760 h 4168140"/>
                    <a:gd name="connsiteX136" fmla="*/ 11737340 w 11737340"/>
                    <a:gd name="connsiteY136" fmla="*/ 1442720 h 4168140"/>
                    <a:gd name="connsiteX137" fmla="*/ 11620500 w 11737340"/>
                    <a:gd name="connsiteY137" fmla="*/ 1417320 h 4168140"/>
                    <a:gd name="connsiteX138" fmla="*/ 11567160 w 11737340"/>
                    <a:gd name="connsiteY138" fmla="*/ 1379220 h 4168140"/>
                    <a:gd name="connsiteX139" fmla="*/ 11498580 w 11737340"/>
                    <a:gd name="connsiteY139" fmla="*/ 1318260 h 4168140"/>
                    <a:gd name="connsiteX140" fmla="*/ 11468100 w 11737340"/>
                    <a:gd name="connsiteY140" fmla="*/ 1280160 h 4168140"/>
                    <a:gd name="connsiteX141" fmla="*/ 11442700 w 11737340"/>
                    <a:gd name="connsiteY141" fmla="*/ 1231900 h 4168140"/>
                    <a:gd name="connsiteX142" fmla="*/ 11384280 w 11737340"/>
                    <a:gd name="connsiteY142" fmla="*/ 1310640 h 4168140"/>
                    <a:gd name="connsiteX143" fmla="*/ 11353800 w 11737340"/>
                    <a:gd name="connsiteY143" fmla="*/ 1356360 h 4168140"/>
                    <a:gd name="connsiteX144" fmla="*/ 11224260 w 11737340"/>
                    <a:gd name="connsiteY144" fmla="*/ 1417320 h 4168140"/>
                    <a:gd name="connsiteX145" fmla="*/ 11109960 w 11737340"/>
                    <a:gd name="connsiteY145" fmla="*/ 1463040 h 4168140"/>
                    <a:gd name="connsiteX146" fmla="*/ 10911840 w 11737340"/>
                    <a:gd name="connsiteY146" fmla="*/ 1524000 h 4168140"/>
                    <a:gd name="connsiteX147" fmla="*/ 10774680 w 11737340"/>
                    <a:gd name="connsiteY147" fmla="*/ 1546860 h 4168140"/>
                    <a:gd name="connsiteX148" fmla="*/ 10675620 w 11737340"/>
                    <a:gd name="connsiteY148" fmla="*/ 1615440 h 4168140"/>
                    <a:gd name="connsiteX149" fmla="*/ 10568940 w 11737340"/>
                    <a:gd name="connsiteY149" fmla="*/ 1676400 h 4168140"/>
                    <a:gd name="connsiteX150" fmla="*/ 10485120 w 11737340"/>
                    <a:gd name="connsiteY150" fmla="*/ 1760220 h 4168140"/>
                    <a:gd name="connsiteX151" fmla="*/ 10454640 w 11737340"/>
                    <a:gd name="connsiteY151" fmla="*/ 1836420 h 4168140"/>
                    <a:gd name="connsiteX152" fmla="*/ 10416540 w 11737340"/>
                    <a:gd name="connsiteY152" fmla="*/ 1927860 h 4168140"/>
                    <a:gd name="connsiteX153" fmla="*/ 10401300 w 11737340"/>
                    <a:gd name="connsiteY153" fmla="*/ 2004060 h 4168140"/>
                    <a:gd name="connsiteX154" fmla="*/ 10363200 w 11737340"/>
                    <a:gd name="connsiteY154" fmla="*/ 2095500 h 4168140"/>
                    <a:gd name="connsiteX155" fmla="*/ 10317480 w 11737340"/>
                    <a:gd name="connsiteY155" fmla="*/ 2225040 h 4168140"/>
                    <a:gd name="connsiteX156" fmla="*/ 10287000 w 11737340"/>
                    <a:gd name="connsiteY156" fmla="*/ 2346960 h 4168140"/>
                    <a:gd name="connsiteX157" fmla="*/ 10218420 w 11737340"/>
                    <a:gd name="connsiteY157" fmla="*/ 2499360 h 4168140"/>
                    <a:gd name="connsiteX158" fmla="*/ 10134600 w 11737340"/>
                    <a:gd name="connsiteY158" fmla="*/ 2621280 h 4168140"/>
                    <a:gd name="connsiteX159" fmla="*/ 10043160 w 11737340"/>
                    <a:gd name="connsiteY159" fmla="*/ 2735580 h 4168140"/>
                    <a:gd name="connsiteX160" fmla="*/ 9974580 w 11737340"/>
                    <a:gd name="connsiteY160" fmla="*/ 2857500 h 4168140"/>
                    <a:gd name="connsiteX161" fmla="*/ 9906000 w 11737340"/>
                    <a:gd name="connsiteY161" fmla="*/ 2941320 h 4168140"/>
                    <a:gd name="connsiteX162" fmla="*/ 9860280 w 11737340"/>
                    <a:gd name="connsiteY162" fmla="*/ 3032760 h 4168140"/>
                    <a:gd name="connsiteX163" fmla="*/ 9806940 w 11737340"/>
                    <a:gd name="connsiteY163" fmla="*/ 3116580 h 4168140"/>
                    <a:gd name="connsiteX164" fmla="*/ 9715500 w 11737340"/>
                    <a:gd name="connsiteY164" fmla="*/ 3208020 h 4168140"/>
                    <a:gd name="connsiteX165" fmla="*/ 9616440 w 11737340"/>
                    <a:gd name="connsiteY165" fmla="*/ 3261360 h 4168140"/>
                    <a:gd name="connsiteX166" fmla="*/ 9532620 w 11737340"/>
                    <a:gd name="connsiteY166" fmla="*/ 3329940 h 4168140"/>
                    <a:gd name="connsiteX167" fmla="*/ 9471660 w 11737340"/>
                    <a:gd name="connsiteY167" fmla="*/ 3375660 h 4168140"/>
                    <a:gd name="connsiteX168" fmla="*/ 9410700 w 11737340"/>
                    <a:gd name="connsiteY168" fmla="*/ 3429000 h 4168140"/>
                    <a:gd name="connsiteX169" fmla="*/ 9288780 w 11737340"/>
                    <a:gd name="connsiteY169" fmla="*/ 3436620 h 4168140"/>
                    <a:gd name="connsiteX170" fmla="*/ 9166860 w 11737340"/>
                    <a:gd name="connsiteY170" fmla="*/ 3444240 h 4168140"/>
                    <a:gd name="connsiteX171" fmla="*/ 9029700 w 11737340"/>
                    <a:gd name="connsiteY171" fmla="*/ 3413760 h 4168140"/>
                    <a:gd name="connsiteX172" fmla="*/ 8823960 w 11737340"/>
                    <a:gd name="connsiteY172" fmla="*/ 3360420 h 4168140"/>
                    <a:gd name="connsiteX173" fmla="*/ 8679180 w 11737340"/>
                    <a:gd name="connsiteY173" fmla="*/ 3329940 h 4168140"/>
                    <a:gd name="connsiteX174" fmla="*/ 8572500 w 11737340"/>
                    <a:gd name="connsiteY174" fmla="*/ 3276600 h 4168140"/>
                    <a:gd name="connsiteX175" fmla="*/ 8465820 w 11737340"/>
                    <a:gd name="connsiteY175" fmla="*/ 3215640 h 4168140"/>
                    <a:gd name="connsiteX176" fmla="*/ 8321040 w 11737340"/>
                    <a:gd name="connsiteY176" fmla="*/ 3177540 h 4168140"/>
                    <a:gd name="connsiteX177" fmla="*/ 8199120 w 11737340"/>
                    <a:gd name="connsiteY177" fmla="*/ 3131820 h 4168140"/>
                    <a:gd name="connsiteX178" fmla="*/ 8069580 w 11737340"/>
                    <a:gd name="connsiteY178" fmla="*/ 3078480 h 4168140"/>
                    <a:gd name="connsiteX179" fmla="*/ 7917180 w 11737340"/>
                    <a:gd name="connsiteY179" fmla="*/ 2994660 h 4168140"/>
                    <a:gd name="connsiteX180" fmla="*/ 7787640 w 11737340"/>
                    <a:gd name="connsiteY180" fmla="*/ 2971800 h 4168140"/>
                    <a:gd name="connsiteX181" fmla="*/ 7719060 w 11737340"/>
                    <a:gd name="connsiteY181" fmla="*/ 2933700 h 4168140"/>
                    <a:gd name="connsiteX182" fmla="*/ 7612380 w 11737340"/>
                    <a:gd name="connsiteY182" fmla="*/ 2903220 h 4168140"/>
                    <a:gd name="connsiteX183" fmla="*/ 7566660 w 11737340"/>
                    <a:gd name="connsiteY183" fmla="*/ 2887980 h 4168140"/>
                    <a:gd name="connsiteX184" fmla="*/ 7551420 w 11737340"/>
                    <a:gd name="connsiteY184" fmla="*/ 2849880 h 4168140"/>
                    <a:gd name="connsiteX185" fmla="*/ 7533640 w 11737340"/>
                    <a:gd name="connsiteY185" fmla="*/ 2788920 h 4168140"/>
                    <a:gd name="connsiteX186" fmla="*/ 7475220 w 11737340"/>
                    <a:gd name="connsiteY186" fmla="*/ 2857500 h 4168140"/>
                    <a:gd name="connsiteX187" fmla="*/ 7414260 w 11737340"/>
                    <a:gd name="connsiteY187" fmla="*/ 2887980 h 4168140"/>
                    <a:gd name="connsiteX188" fmla="*/ 7345680 w 11737340"/>
                    <a:gd name="connsiteY188" fmla="*/ 2971800 h 4168140"/>
                    <a:gd name="connsiteX189" fmla="*/ 7315200 w 11737340"/>
                    <a:gd name="connsiteY189" fmla="*/ 2994660 h 4168140"/>
                    <a:gd name="connsiteX190" fmla="*/ 7261860 w 11737340"/>
                    <a:gd name="connsiteY190" fmla="*/ 3009900 h 4168140"/>
                    <a:gd name="connsiteX191" fmla="*/ 7193280 w 11737340"/>
                    <a:gd name="connsiteY191" fmla="*/ 3025140 h 4168140"/>
                    <a:gd name="connsiteX192" fmla="*/ 7155180 w 11737340"/>
                    <a:gd name="connsiteY192" fmla="*/ 3078480 h 4168140"/>
                    <a:gd name="connsiteX193" fmla="*/ 7109460 w 11737340"/>
                    <a:gd name="connsiteY193" fmla="*/ 3154680 h 4168140"/>
                    <a:gd name="connsiteX194" fmla="*/ 7048500 w 11737340"/>
                    <a:gd name="connsiteY194" fmla="*/ 3246120 h 4168140"/>
                    <a:gd name="connsiteX195" fmla="*/ 6995160 w 11737340"/>
                    <a:gd name="connsiteY195" fmla="*/ 3307080 h 4168140"/>
                    <a:gd name="connsiteX196" fmla="*/ 6972300 w 11737340"/>
                    <a:gd name="connsiteY196" fmla="*/ 3352800 h 4168140"/>
                    <a:gd name="connsiteX197" fmla="*/ 6949440 w 11737340"/>
                    <a:gd name="connsiteY197" fmla="*/ 3413760 h 4168140"/>
                    <a:gd name="connsiteX198" fmla="*/ 6949440 w 11737340"/>
                    <a:gd name="connsiteY198" fmla="*/ 3413760 h 4168140"/>
                    <a:gd name="connsiteX199" fmla="*/ 6911340 w 11737340"/>
                    <a:gd name="connsiteY199" fmla="*/ 3474720 h 4168140"/>
                    <a:gd name="connsiteX200" fmla="*/ 6888480 w 11737340"/>
                    <a:gd name="connsiteY200" fmla="*/ 3505200 h 4168140"/>
                    <a:gd name="connsiteX201" fmla="*/ 6819900 w 11737340"/>
                    <a:gd name="connsiteY201" fmla="*/ 3566160 h 4168140"/>
                    <a:gd name="connsiteX202" fmla="*/ 6743700 w 11737340"/>
                    <a:gd name="connsiteY202" fmla="*/ 3581400 h 4168140"/>
                    <a:gd name="connsiteX203" fmla="*/ 6675120 w 11737340"/>
                    <a:gd name="connsiteY203" fmla="*/ 3657600 h 4168140"/>
                    <a:gd name="connsiteX204" fmla="*/ 6629400 w 11737340"/>
                    <a:gd name="connsiteY204" fmla="*/ 3718560 h 4168140"/>
                    <a:gd name="connsiteX205" fmla="*/ 6576060 w 11737340"/>
                    <a:gd name="connsiteY205" fmla="*/ 3779520 h 4168140"/>
                    <a:gd name="connsiteX206" fmla="*/ 6484620 w 11737340"/>
                    <a:gd name="connsiteY206" fmla="*/ 3817620 h 4168140"/>
                    <a:gd name="connsiteX207" fmla="*/ 6400800 w 11737340"/>
                    <a:gd name="connsiteY207" fmla="*/ 3832860 h 4168140"/>
                    <a:gd name="connsiteX208" fmla="*/ 6263640 w 11737340"/>
                    <a:gd name="connsiteY208" fmla="*/ 3870960 h 4168140"/>
                    <a:gd name="connsiteX209" fmla="*/ 6126480 w 11737340"/>
                    <a:gd name="connsiteY209" fmla="*/ 3901440 h 4168140"/>
                    <a:gd name="connsiteX210" fmla="*/ 6027420 w 11737340"/>
                    <a:gd name="connsiteY210" fmla="*/ 3916680 h 4168140"/>
                    <a:gd name="connsiteX211" fmla="*/ 5890260 w 11737340"/>
                    <a:gd name="connsiteY211" fmla="*/ 3878580 h 4168140"/>
                    <a:gd name="connsiteX212" fmla="*/ 5821680 w 11737340"/>
                    <a:gd name="connsiteY212" fmla="*/ 3863340 h 4168140"/>
                    <a:gd name="connsiteX213" fmla="*/ 5737860 w 11737340"/>
                    <a:gd name="connsiteY213" fmla="*/ 3825240 h 4168140"/>
                    <a:gd name="connsiteX214" fmla="*/ 5638800 w 11737340"/>
                    <a:gd name="connsiteY214" fmla="*/ 3794760 h 4168140"/>
                    <a:gd name="connsiteX215" fmla="*/ 5524500 w 11737340"/>
                    <a:gd name="connsiteY215" fmla="*/ 3756660 h 4168140"/>
                    <a:gd name="connsiteX216" fmla="*/ 5448300 w 11737340"/>
                    <a:gd name="connsiteY216" fmla="*/ 3718560 h 4168140"/>
                    <a:gd name="connsiteX217" fmla="*/ 5349240 w 11737340"/>
                    <a:gd name="connsiteY217" fmla="*/ 3657600 h 4168140"/>
                    <a:gd name="connsiteX218" fmla="*/ 5295900 w 11737340"/>
                    <a:gd name="connsiteY218" fmla="*/ 3619500 h 4168140"/>
                    <a:gd name="connsiteX219" fmla="*/ 5234940 w 11737340"/>
                    <a:gd name="connsiteY219" fmla="*/ 3596640 h 4168140"/>
                    <a:gd name="connsiteX220" fmla="*/ 5135880 w 11737340"/>
                    <a:gd name="connsiteY220" fmla="*/ 3550920 h 4168140"/>
                    <a:gd name="connsiteX221" fmla="*/ 5059680 w 11737340"/>
                    <a:gd name="connsiteY221" fmla="*/ 3505200 h 4168140"/>
                    <a:gd name="connsiteX222" fmla="*/ 5029200 w 11737340"/>
                    <a:gd name="connsiteY222" fmla="*/ 3482340 h 4168140"/>
                    <a:gd name="connsiteX223" fmla="*/ 4960620 w 11737340"/>
                    <a:gd name="connsiteY223" fmla="*/ 3413760 h 4168140"/>
                    <a:gd name="connsiteX224" fmla="*/ 4876800 w 11737340"/>
                    <a:gd name="connsiteY224" fmla="*/ 3299460 h 4168140"/>
                    <a:gd name="connsiteX225" fmla="*/ 4808220 w 11737340"/>
                    <a:gd name="connsiteY225" fmla="*/ 3200400 h 4168140"/>
                    <a:gd name="connsiteX226" fmla="*/ 4777740 w 11737340"/>
                    <a:gd name="connsiteY226" fmla="*/ 3147060 h 4168140"/>
                    <a:gd name="connsiteX227" fmla="*/ 4724400 w 11737340"/>
                    <a:gd name="connsiteY227" fmla="*/ 3108960 h 4168140"/>
                    <a:gd name="connsiteX228" fmla="*/ 4648200 w 11737340"/>
                    <a:gd name="connsiteY228" fmla="*/ 3063240 h 4168140"/>
                    <a:gd name="connsiteX229" fmla="*/ 4533900 w 11737340"/>
                    <a:gd name="connsiteY229" fmla="*/ 2979420 h 4168140"/>
                    <a:gd name="connsiteX230" fmla="*/ 4427220 w 11737340"/>
                    <a:gd name="connsiteY230" fmla="*/ 2941320 h 4168140"/>
                    <a:gd name="connsiteX231" fmla="*/ 4366260 w 11737340"/>
                    <a:gd name="connsiteY231" fmla="*/ 2903220 h 4168140"/>
                    <a:gd name="connsiteX232" fmla="*/ 4244340 w 11737340"/>
                    <a:gd name="connsiteY232" fmla="*/ 2842260 h 4168140"/>
                    <a:gd name="connsiteX233" fmla="*/ 4145280 w 11737340"/>
                    <a:gd name="connsiteY233" fmla="*/ 2811780 h 4168140"/>
                    <a:gd name="connsiteX234" fmla="*/ 4038600 w 11737340"/>
                    <a:gd name="connsiteY234" fmla="*/ 2804160 h 4168140"/>
                    <a:gd name="connsiteX235" fmla="*/ 3954780 w 11737340"/>
                    <a:gd name="connsiteY235" fmla="*/ 2819400 h 4168140"/>
                    <a:gd name="connsiteX236" fmla="*/ 3863340 w 11737340"/>
                    <a:gd name="connsiteY236" fmla="*/ 2804160 h 4168140"/>
                    <a:gd name="connsiteX237" fmla="*/ 3741420 w 11737340"/>
                    <a:gd name="connsiteY237" fmla="*/ 2781300 h 4168140"/>
                    <a:gd name="connsiteX238" fmla="*/ 3649980 w 11737340"/>
                    <a:gd name="connsiteY238" fmla="*/ 2743200 h 4168140"/>
                    <a:gd name="connsiteX239" fmla="*/ 3573780 w 11737340"/>
                    <a:gd name="connsiteY239" fmla="*/ 2674620 h 4168140"/>
                    <a:gd name="connsiteX240" fmla="*/ 3482340 w 11737340"/>
                    <a:gd name="connsiteY240" fmla="*/ 2621280 h 4168140"/>
                    <a:gd name="connsiteX241" fmla="*/ 3436620 w 11737340"/>
                    <a:gd name="connsiteY241" fmla="*/ 2552700 h 4168140"/>
                    <a:gd name="connsiteX242" fmla="*/ 3329940 w 11737340"/>
                    <a:gd name="connsiteY242" fmla="*/ 2423160 h 4168140"/>
                    <a:gd name="connsiteX243" fmla="*/ 3261360 w 11737340"/>
                    <a:gd name="connsiteY243" fmla="*/ 2324100 h 4168140"/>
                    <a:gd name="connsiteX244" fmla="*/ 3131820 w 11737340"/>
                    <a:gd name="connsiteY244" fmla="*/ 2209800 h 4168140"/>
                    <a:gd name="connsiteX245" fmla="*/ 3040380 w 11737340"/>
                    <a:gd name="connsiteY245" fmla="*/ 2141220 h 4168140"/>
                    <a:gd name="connsiteX246" fmla="*/ 2910840 w 11737340"/>
                    <a:gd name="connsiteY246" fmla="*/ 2034540 h 4168140"/>
                    <a:gd name="connsiteX247" fmla="*/ 2849880 w 11737340"/>
                    <a:gd name="connsiteY247" fmla="*/ 1958340 h 4168140"/>
                    <a:gd name="connsiteX248" fmla="*/ 2743200 w 11737340"/>
                    <a:gd name="connsiteY248" fmla="*/ 1889760 h 4168140"/>
                    <a:gd name="connsiteX249" fmla="*/ 2659380 w 11737340"/>
                    <a:gd name="connsiteY249" fmla="*/ 1844040 h 4168140"/>
                    <a:gd name="connsiteX250" fmla="*/ 2575560 w 11737340"/>
                    <a:gd name="connsiteY250" fmla="*/ 1744980 h 4168140"/>
                    <a:gd name="connsiteX251" fmla="*/ 2468880 w 11737340"/>
                    <a:gd name="connsiteY251" fmla="*/ 1645920 h 4168140"/>
                    <a:gd name="connsiteX252" fmla="*/ 2400300 w 11737340"/>
                    <a:gd name="connsiteY252" fmla="*/ 1607820 h 4168140"/>
                    <a:gd name="connsiteX253" fmla="*/ 2263140 w 11737340"/>
                    <a:gd name="connsiteY253" fmla="*/ 1501140 h 4168140"/>
                    <a:gd name="connsiteX254" fmla="*/ 2171700 w 11737340"/>
                    <a:gd name="connsiteY254" fmla="*/ 1432560 h 4168140"/>
                    <a:gd name="connsiteX255" fmla="*/ 2087880 w 11737340"/>
                    <a:gd name="connsiteY255" fmla="*/ 1363980 h 4168140"/>
                    <a:gd name="connsiteX256" fmla="*/ 1950720 w 11737340"/>
                    <a:gd name="connsiteY256" fmla="*/ 1272540 h 4168140"/>
                    <a:gd name="connsiteX257" fmla="*/ 1805940 w 11737340"/>
                    <a:gd name="connsiteY257" fmla="*/ 1135380 h 4168140"/>
                    <a:gd name="connsiteX258" fmla="*/ 1729740 w 11737340"/>
                    <a:gd name="connsiteY258" fmla="*/ 1089660 h 4168140"/>
                    <a:gd name="connsiteX259" fmla="*/ 1668780 w 11737340"/>
                    <a:gd name="connsiteY259" fmla="*/ 1043940 h 4168140"/>
                    <a:gd name="connsiteX260" fmla="*/ 1592580 w 11737340"/>
                    <a:gd name="connsiteY260" fmla="*/ 990600 h 4168140"/>
                    <a:gd name="connsiteX261" fmla="*/ 1470660 w 11737340"/>
                    <a:gd name="connsiteY261" fmla="*/ 891540 h 4168140"/>
                    <a:gd name="connsiteX262" fmla="*/ 1386840 w 11737340"/>
                    <a:gd name="connsiteY262" fmla="*/ 845820 h 4168140"/>
                    <a:gd name="connsiteX263" fmla="*/ 1318260 w 11737340"/>
                    <a:gd name="connsiteY263" fmla="*/ 784860 h 4168140"/>
                    <a:gd name="connsiteX264" fmla="*/ 1264920 w 11737340"/>
                    <a:gd name="connsiteY264" fmla="*/ 723900 h 4168140"/>
                    <a:gd name="connsiteX265" fmla="*/ 1181100 w 11737340"/>
                    <a:gd name="connsiteY265" fmla="*/ 647700 h 4168140"/>
                    <a:gd name="connsiteX266" fmla="*/ 1089660 w 11737340"/>
                    <a:gd name="connsiteY266" fmla="*/ 624840 h 4168140"/>
                    <a:gd name="connsiteX267" fmla="*/ 1021080 w 11737340"/>
                    <a:gd name="connsiteY267" fmla="*/ 586740 h 4168140"/>
                    <a:gd name="connsiteX268" fmla="*/ 937260 w 11737340"/>
                    <a:gd name="connsiteY268" fmla="*/ 548640 h 4168140"/>
                    <a:gd name="connsiteX269" fmla="*/ 830580 w 11737340"/>
                    <a:gd name="connsiteY269" fmla="*/ 510540 h 4168140"/>
                    <a:gd name="connsiteX270" fmla="*/ 754380 w 11737340"/>
                    <a:gd name="connsiteY270" fmla="*/ 457200 h 4168140"/>
                    <a:gd name="connsiteX271" fmla="*/ 708660 w 11737340"/>
                    <a:gd name="connsiteY271" fmla="*/ 419100 h 4168140"/>
                    <a:gd name="connsiteX272" fmla="*/ 609600 w 11737340"/>
                    <a:gd name="connsiteY272" fmla="*/ 396240 h 4168140"/>
                    <a:gd name="connsiteX273" fmla="*/ 548640 w 11737340"/>
                    <a:gd name="connsiteY273" fmla="*/ 320040 h 4168140"/>
                    <a:gd name="connsiteX274" fmla="*/ 510540 w 11737340"/>
                    <a:gd name="connsiteY274" fmla="*/ 251460 h 4168140"/>
                    <a:gd name="connsiteX275" fmla="*/ 464820 w 11737340"/>
                    <a:gd name="connsiteY275" fmla="*/ 190500 h 4168140"/>
                    <a:gd name="connsiteX276" fmla="*/ 411480 w 11737340"/>
                    <a:gd name="connsiteY276" fmla="*/ 137160 h 4168140"/>
                    <a:gd name="connsiteX277" fmla="*/ 373380 w 11737340"/>
                    <a:gd name="connsiteY277" fmla="*/ 45720 h 4168140"/>
                    <a:gd name="connsiteX278" fmla="*/ 342900 w 11737340"/>
                    <a:gd name="connsiteY278" fmla="*/ 0 h 4168140"/>
                    <a:gd name="connsiteX279" fmla="*/ 327660 w 11737340"/>
                    <a:gd name="connsiteY279" fmla="*/ 60960 h 4168140"/>
                    <a:gd name="connsiteX280" fmla="*/ 289560 w 11737340"/>
                    <a:gd name="connsiteY280" fmla="*/ 91440 h 4168140"/>
                    <a:gd name="connsiteX281" fmla="*/ 236220 w 11737340"/>
                    <a:gd name="connsiteY281" fmla="*/ 114300 h 4168140"/>
                    <a:gd name="connsiteX282" fmla="*/ 198120 w 11737340"/>
                    <a:gd name="connsiteY282" fmla="*/ 175260 h 4168140"/>
                    <a:gd name="connsiteX283" fmla="*/ 175260 w 11737340"/>
                    <a:gd name="connsiteY283" fmla="*/ 228600 h 4168140"/>
                    <a:gd name="connsiteX284" fmla="*/ 114300 w 11737340"/>
                    <a:gd name="connsiteY284" fmla="*/ 236220 h 4168140"/>
                    <a:gd name="connsiteX285" fmla="*/ 45720 w 11737340"/>
                    <a:gd name="connsiteY285" fmla="*/ 251460 h 4168140"/>
                    <a:gd name="connsiteX286" fmla="*/ 0 w 11737340"/>
                    <a:gd name="connsiteY286" fmla="*/ 281940 h 4168140"/>
                    <a:gd name="connsiteX287" fmla="*/ 68580 w 11737340"/>
                    <a:gd name="connsiteY287" fmla="*/ 320040 h 4168140"/>
                    <a:gd name="connsiteX0" fmla="*/ 68580 w 11737340"/>
                    <a:gd name="connsiteY0" fmla="*/ 320040 h 4168140"/>
                    <a:gd name="connsiteX1" fmla="*/ 121920 w 11737340"/>
                    <a:gd name="connsiteY1" fmla="*/ 381000 h 4168140"/>
                    <a:gd name="connsiteX2" fmla="*/ 198120 w 11737340"/>
                    <a:gd name="connsiteY2" fmla="*/ 419100 h 4168140"/>
                    <a:gd name="connsiteX3" fmla="*/ 320040 w 11737340"/>
                    <a:gd name="connsiteY3" fmla="*/ 510540 h 4168140"/>
                    <a:gd name="connsiteX4" fmla="*/ 411480 w 11737340"/>
                    <a:gd name="connsiteY4" fmla="*/ 563880 h 4168140"/>
                    <a:gd name="connsiteX5" fmla="*/ 472440 w 11737340"/>
                    <a:gd name="connsiteY5" fmla="*/ 632460 h 4168140"/>
                    <a:gd name="connsiteX6" fmla="*/ 601980 w 11737340"/>
                    <a:gd name="connsiteY6" fmla="*/ 708660 h 4168140"/>
                    <a:gd name="connsiteX7" fmla="*/ 739140 w 11737340"/>
                    <a:gd name="connsiteY7" fmla="*/ 784860 h 4168140"/>
                    <a:gd name="connsiteX8" fmla="*/ 861060 w 11737340"/>
                    <a:gd name="connsiteY8" fmla="*/ 868680 h 4168140"/>
                    <a:gd name="connsiteX9" fmla="*/ 944880 w 11737340"/>
                    <a:gd name="connsiteY9" fmla="*/ 952500 h 4168140"/>
                    <a:gd name="connsiteX10" fmla="*/ 1021080 w 11737340"/>
                    <a:gd name="connsiteY10" fmla="*/ 1005840 h 4168140"/>
                    <a:gd name="connsiteX11" fmla="*/ 1097280 w 11737340"/>
                    <a:gd name="connsiteY11" fmla="*/ 1043940 h 4168140"/>
                    <a:gd name="connsiteX12" fmla="*/ 1181100 w 11737340"/>
                    <a:gd name="connsiteY12" fmla="*/ 1104900 h 4168140"/>
                    <a:gd name="connsiteX13" fmla="*/ 1249680 w 11737340"/>
                    <a:gd name="connsiteY13" fmla="*/ 1150620 h 4168140"/>
                    <a:gd name="connsiteX14" fmla="*/ 1341120 w 11737340"/>
                    <a:gd name="connsiteY14" fmla="*/ 1196340 h 4168140"/>
                    <a:gd name="connsiteX15" fmla="*/ 1417320 w 11737340"/>
                    <a:gd name="connsiteY15" fmla="*/ 1257300 h 4168140"/>
                    <a:gd name="connsiteX16" fmla="*/ 1493520 w 11737340"/>
                    <a:gd name="connsiteY16" fmla="*/ 1333500 h 4168140"/>
                    <a:gd name="connsiteX17" fmla="*/ 1569720 w 11737340"/>
                    <a:gd name="connsiteY17" fmla="*/ 1356360 h 4168140"/>
                    <a:gd name="connsiteX18" fmla="*/ 1684020 w 11737340"/>
                    <a:gd name="connsiteY18" fmla="*/ 1424940 h 4168140"/>
                    <a:gd name="connsiteX19" fmla="*/ 1729740 w 11737340"/>
                    <a:gd name="connsiteY19" fmla="*/ 1485900 h 4168140"/>
                    <a:gd name="connsiteX20" fmla="*/ 1844040 w 11737340"/>
                    <a:gd name="connsiteY20" fmla="*/ 1569720 h 4168140"/>
                    <a:gd name="connsiteX21" fmla="*/ 1935480 w 11737340"/>
                    <a:gd name="connsiteY21" fmla="*/ 1615440 h 4168140"/>
                    <a:gd name="connsiteX22" fmla="*/ 2049780 w 11737340"/>
                    <a:gd name="connsiteY22" fmla="*/ 1691640 h 4168140"/>
                    <a:gd name="connsiteX23" fmla="*/ 2133600 w 11737340"/>
                    <a:gd name="connsiteY23" fmla="*/ 1729740 h 4168140"/>
                    <a:gd name="connsiteX24" fmla="*/ 2202180 w 11737340"/>
                    <a:gd name="connsiteY24" fmla="*/ 1805940 h 4168140"/>
                    <a:gd name="connsiteX25" fmla="*/ 2255520 w 11737340"/>
                    <a:gd name="connsiteY25" fmla="*/ 1821180 h 4168140"/>
                    <a:gd name="connsiteX26" fmla="*/ 2316480 w 11737340"/>
                    <a:gd name="connsiteY26" fmla="*/ 1866900 h 4168140"/>
                    <a:gd name="connsiteX27" fmla="*/ 2423160 w 11737340"/>
                    <a:gd name="connsiteY27" fmla="*/ 2004060 h 4168140"/>
                    <a:gd name="connsiteX28" fmla="*/ 2476500 w 11737340"/>
                    <a:gd name="connsiteY28" fmla="*/ 2087880 h 4168140"/>
                    <a:gd name="connsiteX29" fmla="*/ 2567940 w 11737340"/>
                    <a:gd name="connsiteY29" fmla="*/ 2148840 h 4168140"/>
                    <a:gd name="connsiteX30" fmla="*/ 2682240 w 11737340"/>
                    <a:gd name="connsiteY30" fmla="*/ 2186940 h 4168140"/>
                    <a:gd name="connsiteX31" fmla="*/ 2743200 w 11737340"/>
                    <a:gd name="connsiteY31" fmla="*/ 2209800 h 4168140"/>
                    <a:gd name="connsiteX32" fmla="*/ 2811780 w 11737340"/>
                    <a:gd name="connsiteY32" fmla="*/ 2247900 h 4168140"/>
                    <a:gd name="connsiteX33" fmla="*/ 2887980 w 11737340"/>
                    <a:gd name="connsiteY33" fmla="*/ 2301240 h 4168140"/>
                    <a:gd name="connsiteX34" fmla="*/ 2979420 w 11737340"/>
                    <a:gd name="connsiteY34" fmla="*/ 2385060 h 4168140"/>
                    <a:gd name="connsiteX35" fmla="*/ 3055620 w 11737340"/>
                    <a:gd name="connsiteY35" fmla="*/ 2461260 h 4168140"/>
                    <a:gd name="connsiteX36" fmla="*/ 3139440 w 11737340"/>
                    <a:gd name="connsiteY36" fmla="*/ 2537460 h 4168140"/>
                    <a:gd name="connsiteX37" fmla="*/ 3261360 w 11737340"/>
                    <a:gd name="connsiteY37" fmla="*/ 2628900 h 4168140"/>
                    <a:gd name="connsiteX38" fmla="*/ 3345180 w 11737340"/>
                    <a:gd name="connsiteY38" fmla="*/ 2720340 h 4168140"/>
                    <a:gd name="connsiteX39" fmla="*/ 3444240 w 11737340"/>
                    <a:gd name="connsiteY39" fmla="*/ 2796540 h 4168140"/>
                    <a:gd name="connsiteX40" fmla="*/ 3558540 w 11737340"/>
                    <a:gd name="connsiteY40" fmla="*/ 2872740 h 4168140"/>
                    <a:gd name="connsiteX41" fmla="*/ 3619500 w 11737340"/>
                    <a:gd name="connsiteY41" fmla="*/ 2979420 h 4168140"/>
                    <a:gd name="connsiteX42" fmla="*/ 3619500 w 11737340"/>
                    <a:gd name="connsiteY42" fmla="*/ 2979420 h 4168140"/>
                    <a:gd name="connsiteX43" fmla="*/ 3649980 w 11737340"/>
                    <a:gd name="connsiteY43" fmla="*/ 3048000 h 4168140"/>
                    <a:gd name="connsiteX44" fmla="*/ 3703320 w 11737340"/>
                    <a:gd name="connsiteY44" fmla="*/ 3086100 h 4168140"/>
                    <a:gd name="connsiteX45" fmla="*/ 3764280 w 11737340"/>
                    <a:gd name="connsiteY45" fmla="*/ 3063240 h 4168140"/>
                    <a:gd name="connsiteX46" fmla="*/ 3848100 w 11737340"/>
                    <a:gd name="connsiteY46" fmla="*/ 3025140 h 4168140"/>
                    <a:gd name="connsiteX47" fmla="*/ 3916680 w 11737340"/>
                    <a:gd name="connsiteY47" fmla="*/ 3032760 h 4168140"/>
                    <a:gd name="connsiteX48" fmla="*/ 4030980 w 11737340"/>
                    <a:gd name="connsiteY48" fmla="*/ 3063240 h 4168140"/>
                    <a:gd name="connsiteX49" fmla="*/ 4137660 w 11737340"/>
                    <a:gd name="connsiteY49" fmla="*/ 3101340 h 4168140"/>
                    <a:gd name="connsiteX50" fmla="*/ 4259580 w 11737340"/>
                    <a:gd name="connsiteY50" fmla="*/ 3147060 h 4168140"/>
                    <a:gd name="connsiteX51" fmla="*/ 4381500 w 11737340"/>
                    <a:gd name="connsiteY51" fmla="*/ 3192780 h 4168140"/>
                    <a:gd name="connsiteX52" fmla="*/ 4526280 w 11737340"/>
                    <a:gd name="connsiteY52" fmla="*/ 3276600 h 4168140"/>
                    <a:gd name="connsiteX53" fmla="*/ 4587240 w 11737340"/>
                    <a:gd name="connsiteY53" fmla="*/ 3299460 h 4168140"/>
                    <a:gd name="connsiteX54" fmla="*/ 4610100 w 11737340"/>
                    <a:gd name="connsiteY54" fmla="*/ 3352800 h 4168140"/>
                    <a:gd name="connsiteX55" fmla="*/ 4648200 w 11737340"/>
                    <a:gd name="connsiteY55" fmla="*/ 3436620 h 4168140"/>
                    <a:gd name="connsiteX56" fmla="*/ 4671060 w 11737340"/>
                    <a:gd name="connsiteY56" fmla="*/ 3520440 h 4168140"/>
                    <a:gd name="connsiteX57" fmla="*/ 4678680 w 11737340"/>
                    <a:gd name="connsiteY57" fmla="*/ 3589020 h 4168140"/>
                    <a:gd name="connsiteX58" fmla="*/ 4686300 w 11737340"/>
                    <a:gd name="connsiteY58" fmla="*/ 3649980 h 4168140"/>
                    <a:gd name="connsiteX59" fmla="*/ 4724400 w 11737340"/>
                    <a:gd name="connsiteY59" fmla="*/ 3680460 h 4168140"/>
                    <a:gd name="connsiteX60" fmla="*/ 4785360 w 11737340"/>
                    <a:gd name="connsiteY60" fmla="*/ 3672840 h 4168140"/>
                    <a:gd name="connsiteX61" fmla="*/ 4869180 w 11737340"/>
                    <a:gd name="connsiteY61" fmla="*/ 3703320 h 4168140"/>
                    <a:gd name="connsiteX62" fmla="*/ 4914900 w 11737340"/>
                    <a:gd name="connsiteY62" fmla="*/ 3756660 h 4168140"/>
                    <a:gd name="connsiteX63" fmla="*/ 5105400 w 11737340"/>
                    <a:gd name="connsiteY63" fmla="*/ 3832860 h 4168140"/>
                    <a:gd name="connsiteX64" fmla="*/ 5173980 w 11737340"/>
                    <a:gd name="connsiteY64" fmla="*/ 3886200 h 4168140"/>
                    <a:gd name="connsiteX65" fmla="*/ 5242560 w 11737340"/>
                    <a:gd name="connsiteY65" fmla="*/ 3924300 h 4168140"/>
                    <a:gd name="connsiteX66" fmla="*/ 5364480 w 11737340"/>
                    <a:gd name="connsiteY66" fmla="*/ 3962400 h 4168140"/>
                    <a:gd name="connsiteX67" fmla="*/ 5516880 w 11737340"/>
                    <a:gd name="connsiteY67" fmla="*/ 4046220 h 4168140"/>
                    <a:gd name="connsiteX68" fmla="*/ 5585460 w 11737340"/>
                    <a:gd name="connsiteY68" fmla="*/ 4099560 h 4168140"/>
                    <a:gd name="connsiteX69" fmla="*/ 5661660 w 11737340"/>
                    <a:gd name="connsiteY69" fmla="*/ 4122420 h 4168140"/>
                    <a:gd name="connsiteX70" fmla="*/ 5745480 w 11737340"/>
                    <a:gd name="connsiteY70" fmla="*/ 4130040 h 4168140"/>
                    <a:gd name="connsiteX71" fmla="*/ 5836920 w 11737340"/>
                    <a:gd name="connsiteY71" fmla="*/ 4130040 h 4168140"/>
                    <a:gd name="connsiteX72" fmla="*/ 5951220 w 11737340"/>
                    <a:gd name="connsiteY72" fmla="*/ 4145280 h 4168140"/>
                    <a:gd name="connsiteX73" fmla="*/ 6035040 w 11737340"/>
                    <a:gd name="connsiteY73" fmla="*/ 4168140 h 4168140"/>
                    <a:gd name="connsiteX74" fmla="*/ 6149340 w 11737340"/>
                    <a:gd name="connsiteY74" fmla="*/ 4137660 h 4168140"/>
                    <a:gd name="connsiteX75" fmla="*/ 6286500 w 11737340"/>
                    <a:gd name="connsiteY75" fmla="*/ 4114800 h 4168140"/>
                    <a:gd name="connsiteX76" fmla="*/ 6393180 w 11737340"/>
                    <a:gd name="connsiteY76" fmla="*/ 4053840 h 4168140"/>
                    <a:gd name="connsiteX77" fmla="*/ 6484620 w 11737340"/>
                    <a:gd name="connsiteY77" fmla="*/ 4038600 h 4168140"/>
                    <a:gd name="connsiteX78" fmla="*/ 6583680 w 11737340"/>
                    <a:gd name="connsiteY78" fmla="*/ 3970020 h 4168140"/>
                    <a:gd name="connsiteX79" fmla="*/ 6697980 w 11737340"/>
                    <a:gd name="connsiteY79" fmla="*/ 3886200 h 4168140"/>
                    <a:gd name="connsiteX80" fmla="*/ 6728460 w 11737340"/>
                    <a:gd name="connsiteY80" fmla="*/ 3817620 h 4168140"/>
                    <a:gd name="connsiteX81" fmla="*/ 6842760 w 11737340"/>
                    <a:gd name="connsiteY81" fmla="*/ 3733800 h 4168140"/>
                    <a:gd name="connsiteX82" fmla="*/ 6972300 w 11737340"/>
                    <a:gd name="connsiteY82" fmla="*/ 3642360 h 4168140"/>
                    <a:gd name="connsiteX83" fmla="*/ 7078980 w 11737340"/>
                    <a:gd name="connsiteY83" fmla="*/ 3528060 h 4168140"/>
                    <a:gd name="connsiteX84" fmla="*/ 7139940 w 11737340"/>
                    <a:gd name="connsiteY84" fmla="*/ 3444240 h 4168140"/>
                    <a:gd name="connsiteX85" fmla="*/ 7269480 w 11737340"/>
                    <a:gd name="connsiteY85" fmla="*/ 3284220 h 4168140"/>
                    <a:gd name="connsiteX86" fmla="*/ 7330440 w 11737340"/>
                    <a:gd name="connsiteY86" fmla="*/ 3185160 h 4168140"/>
                    <a:gd name="connsiteX87" fmla="*/ 7376160 w 11737340"/>
                    <a:gd name="connsiteY87" fmla="*/ 3116580 h 4168140"/>
                    <a:gd name="connsiteX88" fmla="*/ 7444740 w 11737340"/>
                    <a:gd name="connsiteY88" fmla="*/ 3093720 h 4168140"/>
                    <a:gd name="connsiteX89" fmla="*/ 7513320 w 11737340"/>
                    <a:gd name="connsiteY89" fmla="*/ 3101340 h 4168140"/>
                    <a:gd name="connsiteX90" fmla="*/ 7574280 w 11737340"/>
                    <a:gd name="connsiteY90" fmla="*/ 3078480 h 4168140"/>
                    <a:gd name="connsiteX91" fmla="*/ 7726680 w 11737340"/>
                    <a:gd name="connsiteY91" fmla="*/ 3108960 h 4168140"/>
                    <a:gd name="connsiteX92" fmla="*/ 7833360 w 11737340"/>
                    <a:gd name="connsiteY92" fmla="*/ 3162300 h 4168140"/>
                    <a:gd name="connsiteX93" fmla="*/ 7962900 w 11737340"/>
                    <a:gd name="connsiteY93" fmla="*/ 3192780 h 4168140"/>
                    <a:gd name="connsiteX94" fmla="*/ 8161020 w 11737340"/>
                    <a:gd name="connsiteY94" fmla="*/ 3268980 h 4168140"/>
                    <a:gd name="connsiteX95" fmla="*/ 8290560 w 11737340"/>
                    <a:gd name="connsiteY95" fmla="*/ 3337560 h 4168140"/>
                    <a:gd name="connsiteX96" fmla="*/ 8382000 w 11737340"/>
                    <a:gd name="connsiteY96" fmla="*/ 3360420 h 4168140"/>
                    <a:gd name="connsiteX97" fmla="*/ 8458200 w 11737340"/>
                    <a:gd name="connsiteY97" fmla="*/ 3398520 h 4168140"/>
                    <a:gd name="connsiteX98" fmla="*/ 8595360 w 11737340"/>
                    <a:gd name="connsiteY98" fmla="*/ 3512820 h 4168140"/>
                    <a:gd name="connsiteX99" fmla="*/ 8641080 w 11737340"/>
                    <a:gd name="connsiteY99" fmla="*/ 3566160 h 4168140"/>
                    <a:gd name="connsiteX100" fmla="*/ 8702040 w 11737340"/>
                    <a:gd name="connsiteY100" fmla="*/ 3604260 h 4168140"/>
                    <a:gd name="connsiteX101" fmla="*/ 8763000 w 11737340"/>
                    <a:gd name="connsiteY101" fmla="*/ 3634740 h 4168140"/>
                    <a:gd name="connsiteX102" fmla="*/ 8846820 w 11737340"/>
                    <a:gd name="connsiteY102" fmla="*/ 3632200 h 4168140"/>
                    <a:gd name="connsiteX103" fmla="*/ 8968740 w 11737340"/>
                    <a:gd name="connsiteY103" fmla="*/ 3634740 h 4168140"/>
                    <a:gd name="connsiteX104" fmla="*/ 9060180 w 11737340"/>
                    <a:gd name="connsiteY104" fmla="*/ 3642360 h 4168140"/>
                    <a:gd name="connsiteX105" fmla="*/ 9151620 w 11737340"/>
                    <a:gd name="connsiteY105" fmla="*/ 3657600 h 4168140"/>
                    <a:gd name="connsiteX106" fmla="*/ 9230360 w 11737340"/>
                    <a:gd name="connsiteY106" fmla="*/ 3657600 h 4168140"/>
                    <a:gd name="connsiteX107" fmla="*/ 9311640 w 11737340"/>
                    <a:gd name="connsiteY107" fmla="*/ 3611880 h 4168140"/>
                    <a:gd name="connsiteX108" fmla="*/ 9433560 w 11737340"/>
                    <a:gd name="connsiteY108" fmla="*/ 3589020 h 4168140"/>
                    <a:gd name="connsiteX109" fmla="*/ 9509760 w 11737340"/>
                    <a:gd name="connsiteY109" fmla="*/ 3528060 h 4168140"/>
                    <a:gd name="connsiteX110" fmla="*/ 9646920 w 11737340"/>
                    <a:gd name="connsiteY110" fmla="*/ 3489960 h 4168140"/>
                    <a:gd name="connsiteX111" fmla="*/ 9784080 w 11737340"/>
                    <a:gd name="connsiteY111" fmla="*/ 3444240 h 4168140"/>
                    <a:gd name="connsiteX112" fmla="*/ 9860280 w 11737340"/>
                    <a:gd name="connsiteY112" fmla="*/ 3383280 h 4168140"/>
                    <a:gd name="connsiteX113" fmla="*/ 9921240 w 11737340"/>
                    <a:gd name="connsiteY113" fmla="*/ 3314700 h 4168140"/>
                    <a:gd name="connsiteX114" fmla="*/ 9997440 w 11737340"/>
                    <a:gd name="connsiteY114" fmla="*/ 3208020 h 4168140"/>
                    <a:gd name="connsiteX115" fmla="*/ 10043160 w 11737340"/>
                    <a:gd name="connsiteY115" fmla="*/ 3101340 h 4168140"/>
                    <a:gd name="connsiteX116" fmla="*/ 10104120 w 11737340"/>
                    <a:gd name="connsiteY116" fmla="*/ 3017520 h 4168140"/>
                    <a:gd name="connsiteX117" fmla="*/ 10157460 w 11737340"/>
                    <a:gd name="connsiteY117" fmla="*/ 2933700 h 4168140"/>
                    <a:gd name="connsiteX118" fmla="*/ 10218420 w 11737340"/>
                    <a:gd name="connsiteY118" fmla="*/ 2849880 h 4168140"/>
                    <a:gd name="connsiteX119" fmla="*/ 10294620 w 11737340"/>
                    <a:gd name="connsiteY119" fmla="*/ 2735580 h 4168140"/>
                    <a:gd name="connsiteX120" fmla="*/ 10347960 w 11737340"/>
                    <a:gd name="connsiteY120" fmla="*/ 2621280 h 4168140"/>
                    <a:gd name="connsiteX121" fmla="*/ 10431780 w 11737340"/>
                    <a:gd name="connsiteY121" fmla="*/ 2499360 h 4168140"/>
                    <a:gd name="connsiteX122" fmla="*/ 10500360 w 11737340"/>
                    <a:gd name="connsiteY122" fmla="*/ 2354580 h 4168140"/>
                    <a:gd name="connsiteX123" fmla="*/ 10553700 w 11737340"/>
                    <a:gd name="connsiteY123" fmla="*/ 2263140 h 4168140"/>
                    <a:gd name="connsiteX124" fmla="*/ 10584180 w 11737340"/>
                    <a:gd name="connsiteY124" fmla="*/ 2194560 h 4168140"/>
                    <a:gd name="connsiteX125" fmla="*/ 10624820 w 11737340"/>
                    <a:gd name="connsiteY125" fmla="*/ 2125980 h 4168140"/>
                    <a:gd name="connsiteX126" fmla="*/ 10675620 w 11737340"/>
                    <a:gd name="connsiteY126" fmla="*/ 2049780 h 4168140"/>
                    <a:gd name="connsiteX127" fmla="*/ 10690860 w 11737340"/>
                    <a:gd name="connsiteY127" fmla="*/ 1988820 h 4168140"/>
                    <a:gd name="connsiteX128" fmla="*/ 10713720 w 11737340"/>
                    <a:gd name="connsiteY128" fmla="*/ 1927860 h 4168140"/>
                    <a:gd name="connsiteX129" fmla="*/ 10767060 w 11737340"/>
                    <a:gd name="connsiteY129" fmla="*/ 1859280 h 4168140"/>
                    <a:gd name="connsiteX130" fmla="*/ 10873740 w 11737340"/>
                    <a:gd name="connsiteY130" fmla="*/ 1828800 h 4168140"/>
                    <a:gd name="connsiteX131" fmla="*/ 11079480 w 11737340"/>
                    <a:gd name="connsiteY131" fmla="*/ 1767840 h 4168140"/>
                    <a:gd name="connsiteX132" fmla="*/ 11247120 w 11737340"/>
                    <a:gd name="connsiteY132" fmla="*/ 1684020 h 4168140"/>
                    <a:gd name="connsiteX133" fmla="*/ 11407140 w 11737340"/>
                    <a:gd name="connsiteY133" fmla="*/ 1628140 h 4168140"/>
                    <a:gd name="connsiteX134" fmla="*/ 11490960 w 11737340"/>
                    <a:gd name="connsiteY134" fmla="*/ 1577340 h 4168140"/>
                    <a:gd name="connsiteX135" fmla="*/ 11635740 w 11737340"/>
                    <a:gd name="connsiteY135" fmla="*/ 1508760 h 4168140"/>
                    <a:gd name="connsiteX136" fmla="*/ 11737340 w 11737340"/>
                    <a:gd name="connsiteY136" fmla="*/ 1442720 h 4168140"/>
                    <a:gd name="connsiteX137" fmla="*/ 11620500 w 11737340"/>
                    <a:gd name="connsiteY137" fmla="*/ 1417320 h 4168140"/>
                    <a:gd name="connsiteX138" fmla="*/ 11567160 w 11737340"/>
                    <a:gd name="connsiteY138" fmla="*/ 1379220 h 4168140"/>
                    <a:gd name="connsiteX139" fmla="*/ 11498580 w 11737340"/>
                    <a:gd name="connsiteY139" fmla="*/ 1318260 h 4168140"/>
                    <a:gd name="connsiteX140" fmla="*/ 11468100 w 11737340"/>
                    <a:gd name="connsiteY140" fmla="*/ 1280160 h 4168140"/>
                    <a:gd name="connsiteX141" fmla="*/ 11442700 w 11737340"/>
                    <a:gd name="connsiteY141" fmla="*/ 1231900 h 4168140"/>
                    <a:gd name="connsiteX142" fmla="*/ 11384280 w 11737340"/>
                    <a:gd name="connsiteY142" fmla="*/ 1310640 h 4168140"/>
                    <a:gd name="connsiteX143" fmla="*/ 11353800 w 11737340"/>
                    <a:gd name="connsiteY143" fmla="*/ 1356360 h 4168140"/>
                    <a:gd name="connsiteX144" fmla="*/ 11224260 w 11737340"/>
                    <a:gd name="connsiteY144" fmla="*/ 1417320 h 4168140"/>
                    <a:gd name="connsiteX145" fmla="*/ 11109960 w 11737340"/>
                    <a:gd name="connsiteY145" fmla="*/ 1463040 h 4168140"/>
                    <a:gd name="connsiteX146" fmla="*/ 10911840 w 11737340"/>
                    <a:gd name="connsiteY146" fmla="*/ 1524000 h 4168140"/>
                    <a:gd name="connsiteX147" fmla="*/ 10774680 w 11737340"/>
                    <a:gd name="connsiteY147" fmla="*/ 1546860 h 4168140"/>
                    <a:gd name="connsiteX148" fmla="*/ 10675620 w 11737340"/>
                    <a:gd name="connsiteY148" fmla="*/ 1615440 h 4168140"/>
                    <a:gd name="connsiteX149" fmla="*/ 10568940 w 11737340"/>
                    <a:gd name="connsiteY149" fmla="*/ 1676400 h 4168140"/>
                    <a:gd name="connsiteX150" fmla="*/ 10485120 w 11737340"/>
                    <a:gd name="connsiteY150" fmla="*/ 1760220 h 4168140"/>
                    <a:gd name="connsiteX151" fmla="*/ 10454640 w 11737340"/>
                    <a:gd name="connsiteY151" fmla="*/ 1836420 h 4168140"/>
                    <a:gd name="connsiteX152" fmla="*/ 10416540 w 11737340"/>
                    <a:gd name="connsiteY152" fmla="*/ 1927860 h 4168140"/>
                    <a:gd name="connsiteX153" fmla="*/ 10401300 w 11737340"/>
                    <a:gd name="connsiteY153" fmla="*/ 2004060 h 4168140"/>
                    <a:gd name="connsiteX154" fmla="*/ 10363200 w 11737340"/>
                    <a:gd name="connsiteY154" fmla="*/ 2095500 h 4168140"/>
                    <a:gd name="connsiteX155" fmla="*/ 10317480 w 11737340"/>
                    <a:gd name="connsiteY155" fmla="*/ 2225040 h 4168140"/>
                    <a:gd name="connsiteX156" fmla="*/ 10287000 w 11737340"/>
                    <a:gd name="connsiteY156" fmla="*/ 2346960 h 4168140"/>
                    <a:gd name="connsiteX157" fmla="*/ 10218420 w 11737340"/>
                    <a:gd name="connsiteY157" fmla="*/ 2499360 h 4168140"/>
                    <a:gd name="connsiteX158" fmla="*/ 10134600 w 11737340"/>
                    <a:gd name="connsiteY158" fmla="*/ 2621280 h 4168140"/>
                    <a:gd name="connsiteX159" fmla="*/ 10043160 w 11737340"/>
                    <a:gd name="connsiteY159" fmla="*/ 2735580 h 4168140"/>
                    <a:gd name="connsiteX160" fmla="*/ 9974580 w 11737340"/>
                    <a:gd name="connsiteY160" fmla="*/ 2857500 h 4168140"/>
                    <a:gd name="connsiteX161" fmla="*/ 9906000 w 11737340"/>
                    <a:gd name="connsiteY161" fmla="*/ 2941320 h 4168140"/>
                    <a:gd name="connsiteX162" fmla="*/ 9860280 w 11737340"/>
                    <a:gd name="connsiteY162" fmla="*/ 3032760 h 4168140"/>
                    <a:gd name="connsiteX163" fmla="*/ 9806940 w 11737340"/>
                    <a:gd name="connsiteY163" fmla="*/ 3116580 h 4168140"/>
                    <a:gd name="connsiteX164" fmla="*/ 9715500 w 11737340"/>
                    <a:gd name="connsiteY164" fmla="*/ 3208020 h 4168140"/>
                    <a:gd name="connsiteX165" fmla="*/ 9616440 w 11737340"/>
                    <a:gd name="connsiteY165" fmla="*/ 3261360 h 4168140"/>
                    <a:gd name="connsiteX166" fmla="*/ 9532620 w 11737340"/>
                    <a:gd name="connsiteY166" fmla="*/ 3329940 h 4168140"/>
                    <a:gd name="connsiteX167" fmla="*/ 9471660 w 11737340"/>
                    <a:gd name="connsiteY167" fmla="*/ 3375660 h 4168140"/>
                    <a:gd name="connsiteX168" fmla="*/ 9410700 w 11737340"/>
                    <a:gd name="connsiteY168" fmla="*/ 3429000 h 4168140"/>
                    <a:gd name="connsiteX169" fmla="*/ 9288780 w 11737340"/>
                    <a:gd name="connsiteY169" fmla="*/ 3436620 h 4168140"/>
                    <a:gd name="connsiteX170" fmla="*/ 9166860 w 11737340"/>
                    <a:gd name="connsiteY170" fmla="*/ 3444240 h 4168140"/>
                    <a:gd name="connsiteX171" fmla="*/ 9029700 w 11737340"/>
                    <a:gd name="connsiteY171" fmla="*/ 3413760 h 4168140"/>
                    <a:gd name="connsiteX172" fmla="*/ 8823960 w 11737340"/>
                    <a:gd name="connsiteY172" fmla="*/ 3360420 h 4168140"/>
                    <a:gd name="connsiteX173" fmla="*/ 8679180 w 11737340"/>
                    <a:gd name="connsiteY173" fmla="*/ 3329940 h 4168140"/>
                    <a:gd name="connsiteX174" fmla="*/ 8572500 w 11737340"/>
                    <a:gd name="connsiteY174" fmla="*/ 3276600 h 4168140"/>
                    <a:gd name="connsiteX175" fmla="*/ 8465820 w 11737340"/>
                    <a:gd name="connsiteY175" fmla="*/ 3215640 h 4168140"/>
                    <a:gd name="connsiteX176" fmla="*/ 8321040 w 11737340"/>
                    <a:gd name="connsiteY176" fmla="*/ 3177540 h 4168140"/>
                    <a:gd name="connsiteX177" fmla="*/ 8199120 w 11737340"/>
                    <a:gd name="connsiteY177" fmla="*/ 3131820 h 4168140"/>
                    <a:gd name="connsiteX178" fmla="*/ 8069580 w 11737340"/>
                    <a:gd name="connsiteY178" fmla="*/ 3078480 h 4168140"/>
                    <a:gd name="connsiteX179" fmla="*/ 7917180 w 11737340"/>
                    <a:gd name="connsiteY179" fmla="*/ 2994660 h 4168140"/>
                    <a:gd name="connsiteX180" fmla="*/ 7787640 w 11737340"/>
                    <a:gd name="connsiteY180" fmla="*/ 2971800 h 4168140"/>
                    <a:gd name="connsiteX181" fmla="*/ 7719060 w 11737340"/>
                    <a:gd name="connsiteY181" fmla="*/ 2933700 h 4168140"/>
                    <a:gd name="connsiteX182" fmla="*/ 7612380 w 11737340"/>
                    <a:gd name="connsiteY182" fmla="*/ 2903220 h 4168140"/>
                    <a:gd name="connsiteX183" fmla="*/ 7566660 w 11737340"/>
                    <a:gd name="connsiteY183" fmla="*/ 2887980 h 4168140"/>
                    <a:gd name="connsiteX184" fmla="*/ 7551420 w 11737340"/>
                    <a:gd name="connsiteY184" fmla="*/ 2849880 h 4168140"/>
                    <a:gd name="connsiteX185" fmla="*/ 7533640 w 11737340"/>
                    <a:gd name="connsiteY185" fmla="*/ 2788920 h 4168140"/>
                    <a:gd name="connsiteX186" fmla="*/ 7475220 w 11737340"/>
                    <a:gd name="connsiteY186" fmla="*/ 2857500 h 4168140"/>
                    <a:gd name="connsiteX187" fmla="*/ 7414260 w 11737340"/>
                    <a:gd name="connsiteY187" fmla="*/ 2887980 h 4168140"/>
                    <a:gd name="connsiteX188" fmla="*/ 7345680 w 11737340"/>
                    <a:gd name="connsiteY188" fmla="*/ 2971800 h 4168140"/>
                    <a:gd name="connsiteX189" fmla="*/ 7315200 w 11737340"/>
                    <a:gd name="connsiteY189" fmla="*/ 2994660 h 4168140"/>
                    <a:gd name="connsiteX190" fmla="*/ 7261860 w 11737340"/>
                    <a:gd name="connsiteY190" fmla="*/ 3009900 h 4168140"/>
                    <a:gd name="connsiteX191" fmla="*/ 7193280 w 11737340"/>
                    <a:gd name="connsiteY191" fmla="*/ 3025140 h 4168140"/>
                    <a:gd name="connsiteX192" fmla="*/ 7155180 w 11737340"/>
                    <a:gd name="connsiteY192" fmla="*/ 3078480 h 4168140"/>
                    <a:gd name="connsiteX193" fmla="*/ 7109460 w 11737340"/>
                    <a:gd name="connsiteY193" fmla="*/ 3154680 h 4168140"/>
                    <a:gd name="connsiteX194" fmla="*/ 7048500 w 11737340"/>
                    <a:gd name="connsiteY194" fmla="*/ 3246120 h 4168140"/>
                    <a:gd name="connsiteX195" fmla="*/ 6995160 w 11737340"/>
                    <a:gd name="connsiteY195" fmla="*/ 3307080 h 4168140"/>
                    <a:gd name="connsiteX196" fmla="*/ 6972300 w 11737340"/>
                    <a:gd name="connsiteY196" fmla="*/ 3352800 h 4168140"/>
                    <a:gd name="connsiteX197" fmla="*/ 6949440 w 11737340"/>
                    <a:gd name="connsiteY197" fmla="*/ 3413760 h 4168140"/>
                    <a:gd name="connsiteX198" fmla="*/ 6949440 w 11737340"/>
                    <a:gd name="connsiteY198" fmla="*/ 3413760 h 4168140"/>
                    <a:gd name="connsiteX199" fmla="*/ 6911340 w 11737340"/>
                    <a:gd name="connsiteY199" fmla="*/ 3474720 h 4168140"/>
                    <a:gd name="connsiteX200" fmla="*/ 6888480 w 11737340"/>
                    <a:gd name="connsiteY200" fmla="*/ 3505200 h 4168140"/>
                    <a:gd name="connsiteX201" fmla="*/ 6819900 w 11737340"/>
                    <a:gd name="connsiteY201" fmla="*/ 3566160 h 4168140"/>
                    <a:gd name="connsiteX202" fmla="*/ 6743700 w 11737340"/>
                    <a:gd name="connsiteY202" fmla="*/ 3581400 h 4168140"/>
                    <a:gd name="connsiteX203" fmla="*/ 6675120 w 11737340"/>
                    <a:gd name="connsiteY203" fmla="*/ 3657600 h 4168140"/>
                    <a:gd name="connsiteX204" fmla="*/ 6629400 w 11737340"/>
                    <a:gd name="connsiteY204" fmla="*/ 3718560 h 4168140"/>
                    <a:gd name="connsiteX205" fmla="*/ 6576060 w 11737340"/>
                    <a:gd name="connsiteY205" fmla="*/ 3779520 h 4168140"/>
                    <a:gd name="connsiteX206" fmla="*/ 6484620 w 11737340"/>
                    <a:gd name="connsiteY206" fmla="*/ 3817620 h 4168140"/>
                    <a:gd name="connsiteX207" fmla="*/ 6400800 w 11737340"/>
                    <a:gd name="connsiteY207" fmla="*/ 3832860 h 4168140"/>
                    <a:gd name="connsiteX208" fmla="*/ 6263640 w 11737340"/>
                    <a:gd name="connsiteY208" fmla="*/ 3870960 h 4168140"/>
                    <a:gd name="connsiteX209" fmla="*/ 6126480 w 11737340"/>
                    <a:gd name="connsiteY209" fmla="*/ 3901440 h 4168140"/>
                    <a:gd name="connsiteX210" fmla="*/ 6027420 w 11737340"/>
                    <a:gd name="connsiteY210" fmla="*/ 3916680 h 4168140"/>
                    <a:gd name="connsiteX211" fmla="*/ 5890260 w 11737340"/>
                    <a:gd name="connsiteY211" fmla="*/ 3878580 h 4168140"/>
                    <a:gd name="connsiteX212" fmla="*/ 5821680 w 11737340"/>
                    <a:gd name="connsiteY212" fmla="*/ 3863340 h 4168140"/>
                    <a:gd name="connsiteX213" fmla="*/ 5737860 w 11737340"/>
                    <a:gd name="connsiteY213" fmla="*/ 3825240 h 4168140"/>
                    <a:gd name="connsiteX214" fmla="*/ 5638800 w 11737340"/>
                    <a:gd name="connsiteY214" fmla="*/ 3794760 h 4168140"/>
                    <a:gd name="connsiteX215" fmla="*/ 5524500 w 11737340"/>
                    <a:gd name="connsiteY215" fmla="*/ 3756660 h 4168140"/>
                    <a:gd name="connsiteX216" fmla="*/ 5448300 w 11737340"/>
                    <a:gd name="connsiteY216" fmla="*/ 3718560 h 4168140"/>
                    <a:gd name="connsiteX217" fmla="*/ 5349240 w 11737340"/>
                    <a:gd name="connsiteY217" fmla="*/ 3657600 h 4168140"/>
                    <a:gd name="connsiteX218" fmla="*/ 5295900 w 11737340"/>
                    <a:gd name="connsiteY218" fmla="*/ 3619500 h 4168140"/>
                    <a:gd name="connsiteX219" fmla="*/ 5234940 w 11737340"/>
                    <a:gd name="connsiteY219" fmla="*/ 3596640 h 4168140"/>
                    <a:gd name="connsiteX220" fmla="*/ 5135880 w 11737340"/>
                    <a:gd name="connsiteY220" fmla="*/ 3550920 h 4168140"/>
                    <a:gd name="connsiteX221" fmla="*/ 5059680 w 11737340"/>
                    <a:gd name="connsiteY221" fmla="*/ 3505200 h 4168140"/>
                    <a:gd name="connsiteX222" fmla="*/ 5029200 w 11737340"/>
                    <a:gd name="connsiteY222" fmla="*/ 3482340 h 4168140"/>
                    <a:gd name="connsiteX223" fmla="*/ 4960620 w 11737340"/>
                    <a:gd name="connsiteY223" fmla="*/ 3413760 h 4168140"/>
                    <a:gd name="connsiteX224" fmla="*/ 4876800 w 11737340"/>
                    <a:gd name="connsiteY224" fmla="*/ 3299460 h 4168140"/>
                    <a:gd name="connsiteX225" fmla="*/ 4808220 w 11737340"/>
                    <a:gd name="connsiteY225" fmla="*/ 3200400 h 4168140"/>
                    <a:gd name="connsiteX226" fmla="*/ 4777740 w 11737340"/>
                    <a:gd name="connsiteY226" fmla="*/ 3147060 h 4168140"/>
                    <a:gd name="connsiteX227" fmla="*/ 4724400 w 11737340"/>
                    <a:gd name="connsiteY227" fmla="*/ 3108960 h 4168140"/>
                    <a:gd name="connsiteX228" fmla="*/ 4648200 w 11737340"/>
                    <a:gd name="connsiteY228" fmla="*/ 3063240 h 4168140"/>
                    <a:gd name="connsiteX229" fmla="*/ 4533900 w 11737340"/>
                    <a:gd name="connsiteY229" fmla="*/ 2979420 h 4168140"/>
                    <a:gd name="connsiteX230" fmla="*/ 4427220 w 11737340"/>
                    <a:gd name="connsiteY230" fmla="*/ 2941320 h 4168140"/>
                    <a:gd name="connsiteX231" fmla="*/ 4366260 w 11737340"/>
                    <a:gd name="connsiteY231" fmla="*/ 2903220 h 4168140"/>
                    <a:gd name="connsiteX232" fmla="*/ 4244340 w 11737340"/>
                    <a:gd name="connsiteY232" fmla="*/ 2842260 h 4168140"/>
                    <a:gd name="connsiteX233" fmla="*/ 4145280 w 11737340"/>
                    <a:gd name="connsiteY233" fmla="*/ 2811780 h 4168140"/>
                    <a:gd name="connsiteX234" fmla="*/ 4038600 w 11737340"/>
                    <a:gd name="connsiteY234" fmla="*/ 2804160 h 4168140"/>
                    <a:gd name="connsiteX235" fmla="*/ 3954780 w 11737340"/>
                    <a:gd name="connsiteY235" fmla="*/ 2819400 h 4168140"/>
                    <a:gd name="connsiteX236" fmla="*/ 3863340 w 11737340"/>
                    <a:gd name="connsiteY236" fmla="*/ 2804160 h 4168140"/>
                    <a:gd name="connsiteX237" fmla="*/ 3741420 w 11737340"/>
                    <a:gd name="connsiteY237" fmla="*/ 2781300 h 4168140"/>
                    <a:gd name="connsiteX238" fmla="*/ 3649980 w 11737340"/>
                    <a:gd name="connsiteY238" fmla="*/ 2743200 h 4168140"/>
                    <a:gd name="connsiteX239" fmla="*/ 3573780 w 11737340"/>
                    <a:gd name="connsiteY239" fmla="*/ 2674620 h 4168140"/>
                    <a:gd name="connsiteX240" fmla="*/ 3482340 w 11737340"/>
                    <a:gd name="connsiteY240" fmla="*/ 2621280 h 4168140"/>
                    <a:gd name="connsiteX241" fmla="*/ 3436620 w 11737340"/>
                    <a:gd name="connsiteY241" fmla="*/ 2552700 h 4168140"/>
                    <a:gd name="connsiteX242" fmla="*/ 3329940 w 11737340"/>
                    <a:gd name="connsiteY242" fmla="*/ 2423160 h 4168140"/>
                    <a:gd name="connsiteX243" fmla="*/ 3261360 w 11737340"/>
                    <a:gd name="connsiteY243" fmla="*/ 2324100 h 4168140"/>
                    <a:gd name="connsiteX244" fmla="*/ 3131820 w 11737340"/>
                    <a:gd name="connsiteY244" fmla="*/ 2209800 h 4168140"/>
                    <a:gd name="connsiteX245" fmla="*/ 3040380 w 11737340"/>
                    <a:gd name="connsiteY245" fmla="*/ 2141220 h 4168140"/>
                    <a:gd name="connsiteX246" fmla="*/ 2910840 w 11737340"/>
                    <a:gd name="connsiteY246" fmla="*/ 2034540 h 4168140"/>
                    <a:gd name="connsiteX247" fmla="*/ 2849880 w 11737340"/>
                    <a:gd name="connsiteY247" fmla="*/ 1958340 h 4168140"/>
                    <a:gd name="connsiteX248" fmla="*/ 2743200 w 11737340"/>
                    <a:gd name="connsiteY248" fmla="*/ 1889760 h 4168140"/>
                    <a:gd name="connsiteX249" fmla="*/ 2659380 w 11737340"/>
                    <a:gd name="connsiteY249" fmla="*/ 1844040 h 4168140"/>
                    <a:gd name="connsiteX250" fmla="*/ 2575560 w 11737340"/>
                    <a:gd name="connsiteY250" fmla="*/ 1744980 h 4168140"/>
                    <a:gd name="connsiteX251" fmla="*/ 2468880 w 11737340"/>
                    <a:gd name="connsiteY251" fmla="*/ 1645920 h 4168140"/>
                    <a:gd name="connsiteX252" fmla="*/ 2400300 w 11737340"/>
                    <a:gd name="connsiteY252" fmla="*/ 1607820 h 4168140"/>
                    <a:gd name="connsiteX253" fmla="*/ 2263140 w 11737340"/>
                    <a:gd name="connsiteY253" fmla="*/ 1501140 h 4168140"/>
                    <a:gd name="connsiteX254" fmla="*/ 2171700 w 11737340"/>
                    <a:gd name="connsiteY254" fmla="*/ 1432560 h 4168140"/>
                    <a:gd name="connsiteX255" fmla="*/ 2087880 w 11737340"/>
                    <a:gd name="connsiteY255" fmla="*/ 1363980 h 4168140"/>
                    <a:gd name="connsiteX256" fmla="*/ 1950720 w 11737340"/>
                    <a:gd name="connsiteY256" fmla="*/ 1272540 h 4168140"/>
                    <a:gd name="connsiteX257" fmla="*/ 1805940 w 11737340"/>
                    <a:gd name="connsiteY257" fmla="*/ 1135380 h 4168140"/>
                    <a:gd name="connsiteX258" fmla="*/ 1729740 w 11737340"/>
                    <a:gd name="connsiteY258" fmla="*/ 1089660 h 4168140"/>
                    <a:gd name="connsiteX259" fmla="*/ 1668780 w 11737340"/>
                    <a:gd name="connsiteY259" fmla="*/ 1043940 h 4168140"/>
                    <a:gd name="connsiteX260" fmla="*/ 1592580 w 11737340"/>
                    <a:gd name="connsiteY260" fmla="*/ 990600 h 4168140"/>
                    <a:gd name="connsiteX261" fmla="*/ 1470660 w 11737340"/>
                    <a:gd name="connsiteY261" fmla="*/ 891540 h 4168140"/>
                    <a:gd name="connsiteX262" fmla="*/ 1386840 w 11737340"/>
                    <a:gd name="connsiteY262" fmla="*/ 845820 h 4168140"/>
                    <a:gd name="connsiteX263" fmla="*/ 1318260 w 11737340"/>
                    <a:gd name="connsiteY263" fmla="*/ 784860 h 4168140"/>
                    <a:gd name="connsiteX264" fmla="*/ 1264920 w 11737340"/>
                    <a:gd name="connsiteY264" fmla="*/ 723900 h 4168140"/>
                    <a:gd name="connsiteX265" fmla="*/ 1181100 w 11737340"/>
                    <a:gd name="connsiteY265" fmla="*/ 647700 h 4168140"/>
                    <a:gd name="connsiteX266" fmla="*/ 1089660 w 11737340"/>
                    <a:gd name="connsiteY266" fmla="*/ 624840 h 4168140"/>
                    <a:gd name="connsiteX267" fmla="*/ 1021080 w 11737340"/>
                    <a:gd name="connsiteY267" fmla="*/ 586740 h 4168140"/>
                    <a:gd name="connsiteX268" fmla="*/ 937260 w 11737340"/>
                    <a:gd name="connsiteY268" fmla="*/ 548640 h 4168140"/>
                    <a:gd name="connsiteX269" fmla="*/ 830580 w 11737340"/>
                    <a:gd name="connsiteY269" fmla="*/ 510540 h 4168140"/>
                    <a:gd name="connsiteX270" fmla="*/ 754380 w 11737340"/>
                    <a:gd name="connsiteY270" fmla="*/ 457200 h 4168140"/>
                    <a:gd name="connsiteX271" fmla="*/ 708660 w 11737340"/>
                    <a:gd name="connsiteY271" fmla="*/ 419100 h 4168140"/>
                    <a:gd name="connsiteX272" fmla="*/ 609600 w 11737340"/>
                    <a:gd name="connsiteY272" fmla="*/ 396240 h 4168140"/>
                    <a:gd name="connsiteX273" fmla="*/ 548640 w 11737340"/>
                    <a:gd name="connsiteY273" fmla="*/ 320040 h 4168140"/>
                    <a:gd name="connsiteX274" fmla="*/ 510540 w 11737340"/>
                    <a:gd name="connsiteY274" fmla="*/ 251460 h 4168140"/>
                    <a:gd name="connsiteX275" fmla="*/ 464820 w 11737340"/>
                    <a:gd name="connsiteY275" fmla="*/ 190500 h 4168140"/>
                    <a:gd name="connsiteX276" fmla="*/ 411480 w 11737340"/>
                    <a:gd name="connsiteY276" fmla="*/ 137160 h 4168140"/>
                    <a:gd name="connsiteX277" fmla="*/ 373380 w 11737340"/>
                    <a:gd name="connsiteY277" fmla="*/ 45720 h 4168140"/>
                    <a:gd name="connsiteX278" fmla="*/ 342900 w 11737340"/>
                    <a:gd name="connsiteY278" fmla="*/ 0 h 4168140"/>
                    <a:gd name="connsiteX279" fmla="*/ 327660 w 11737340"/>
                    <a:gd name="connsiteY279" fmla="*/ 60960 h 4168140"/>
                    <a:gd name="connsiteX280" fmla="*/ 289560 w 11737340"/>
                    <a:gd name="connsiteY280" fmla="*/ 91440 h 4168140"/>
                    <a:gd name="connsiteX281" fmla="*/ 236220 w 11737340"/>
                    <a:gd name="connsiteY281" fmla="*/ 114300 h 4168140"/>
                    <a:gd name="connsiteX282" fmla="*/ 198120 w 11737340"/>
                    <a:gd name="connsiteY282" fmla="*/ 175260 h 4168140"/>
                    <a:gd name="connsiteX283" fmla="*/ 175260 w 11737340"/>
                    <a:gd name="connsiteY283" fmla="*/ 228600 h 4168140"/>
                    <a:gd name="connsiteX284" fmla="*/ 114300 w 11737340"/>
                    <a:gd name="connsiteY284" fmla="*/ 236220 h 4168140"/>
                    <a:gd name="connsiteX285" fmla="*/ 45720 w 11737340"/>
                    <a:gd name="connsiteY285" fmla="*/ 251460 h 4168140"/>
                    <a:gd name="connsiteX286" fmla="*/ 0 w 11737340"/>
                    <a:gd name="connsiteY286" fmla="*/ 281940 h 4168140"/>
                    <a:gd name="connsiteX287" fmla="*/ 68580 w 11737340"/>
                    <a:gd name="connsiteY287" fmla="*/ 320040 h 4168140"/>
                    <a:gd name="connsiteX0" fmla="*/ 68580 w 11737340"/>
                    <a:gd name="connsiteY0" fmla="*/ 320040 h 4168140"/>
                    <a:gd name="connsiteX1" fmla="*/ 121920 w 11737340"/>
                    <a:gd name="connsiteY1" fmla="*/ 381000 h 4168140"/>
                    <a:gd name="connsiteX2" fmla="*/ 198120 w 11737340"/>
                    <a:gd name="connsiteY2" fmla="*/ 419100 h 4168140"/>
                    <a:gd name="connsiteX3" fmla="*/ 320040 w 11737340"/>
                    <a:gd name="connsiteY3" fmla="*/ 510540 h 4168140"/>
                    <a:gd name="connsiteX4" fmla="*/ 411480 w 11737340"/>
                    <a:gd name="connsiteY4" fmla="*/ 563880 h 4168140"/>
                    <a:gd name="connsiteX5" fmla="*/ 472440 w 11737340"/>
                    <a:gd name="connsiteY5" fmla="*/ 632460 h 4168140"/>
                    <a:gd name="connsiteX6" fmla="*/ 601980 w 11737340"/>
                    <a:gd name="connsiteY6" fmla="*/ 708660 h 4168140"/>
                    <a:gd name="connsiteX7" fmla="*/ 739140 w 11737340"/>
                    <a:gd name="connsiteY7" fmla="*/ 784860 h 4168140"/>
                    <a:gd name="connsiteX8" fmla="*/ 861060 w 11737340"/>
                    <a:gd name="connsiteY8" fmla="*/ 868680 h 4168140"/>
                    <a:gd name="connsiteX9" fmla="*/ 944880 w 11737340"/>
                    <a:gd name="connsiteY9" fmla="*/ 952500 h 4168140"/>
                    <a:gd name="connsiteX10" fmla="*/ 1021080 w 11737340"/>
                    <a:gd name="connsiteY10" fmla="*/ 1005840 h 4168140"/>
                    <a:gd name="connsiteX11" fmla="*/ 1097280 w 11737340"/>
                    <a:gd name="connsiteY11" fmla="*/ 1043940 h 4168140"/>
                    <a:gd name="connsiteX12" fmla="*/ 1181100 w 11737340"/>
                    <a:gd name="connsiteY12" fmla="*/ 1104900 h 4168140"/>
                    <a:gd name="connsiteX13" fmla="*/ 1249680 w 11737340"/>
                    <a:gd name="connsiteY13" fmla="*/ 1150620 h 4168140"/>
                    <a:gd name="connsiteX14" fmla="*/ 1341120 w 11737340"/>
                    <a:gd name="connsiteY14" fmla="*/ 1196340 h 4168140"/>
                    <a:gd name="connsiteX15" fmla="*/ 1417320 w 11737340"/>
                    <a:gd name="connsiteY15" fmla="*/ 1257300 h 4168140"/>
                    <a:gd name="connsiteX16" fmla="*/ 1493520 w 11737340"/>
                    <a:gd name="connsiteY16" fmla="*/ 1333500 h 4168140"/>
                    <a:gd name="connsiteX17" fmla="*/ 1569720 w 11737340"/>
                    <a:gd name="connsiteY17" fmla="*/ 1356360 h 4168140"/>
                    <a:gd name="connsiteX18" fmla="*/ 1684020 w 11737340"/>
                    <a:gd name="connsiteY18" fmla="*/ 1424940 h 4168140"/>
                    <a:gd name="connsiteX19" fmla="*/ 1729740 w 11737340"/>
                    <a:gd name="connsiteY19" fmla="*/ 1485900 h 4168140"/>
                    <a:gd name="connsiteX20" fmla="*/ 1844040 w 11737340"/>
                    <a:gd name="connsiteY20" fmla="*/ 1569720 h 4168140"/>
                    <a:gd name="connsiteX21" fmla="*/ 1935480 w 11737340"/>
                    <a:gd name="connsiteY21" fmla="*/ 1615440 h 4168140"/>
                    <a:gd name="connsiteX22" fmla="*/ 2049780 w 11737340"/>
                    <a:gd name="connsiteY22" fmla="*/ 1691640 h 4168140"/>
                    <a:gd name="connsiteX23" fmla="*/ 2133600 w 11737340"/>
                    <a:gd name="connsiteY23" fmla="*/ 1729740 h 4168140"/>
                    <a:gd name="connsiteX24" fmla="*/ 2202180 w 11737340"/>
                    <a:gd name="connsiteY24" fmla="*/ 1805940 h 4168140"/>
                    <a:gd name="connsiteX25" fmla="*/ 2255520 w 11737340"/>
                    <a:gd name="connsiteY25" fmla="*/ 1821180 h 4168140"/>
                    <a:gd name="connsiteX26" fmla="*/ 2316480 w 11737340"/>
                    <a:gd name="connsiteY26" fmla="*/ 1866900 h 4168140"/>
                    <a:gd name="connsiteX27" fmla="*/ 2423160 w 11737340"/>
                    <a:gd name="connsiteY27" fmla="*/ 2004060 h 4168140"/>
                    <a:gd name="connsiteX28" fmla="*/ 2476500 w 11737340"/>
                    <a:gd name="connsiteY28" fmla="*/ 2087880 h 4168140"/>
                    <a:gd name="connsiteX29" fmla="*/ 2567940 w 11737340"/>
                    <a:gd name="connsiteY29" fmla="*/ 2148840 h 4168140"/>
                    <a:gd name="connsiteX30" fmla="*/ 2682240 w 11737340"/>
                    <a:gd name="connsiteY30" fmla="*/ 2186940 h 4168140"/>
                    <a:gd name="connsiteX31" fmla="*/ 2743200 w 11737340"/>
                    <a:gd name="connsiteY31" fmla="*/ 2209800 h 4168140"/>
                    <a:gd name="connsiteX32" fmla="*/ 2811780 w 11737340"/>
                    <a:gd name="connsiteY32" fmla="*/ 2247900 h 4168140"/>
                    <a:gd name="connsiteX33" fmla="*/ 2887980 w 11737340"/>
                    <a:gd name="connsiteY33" fmla="*/ 2301240 h 4168140"/>
                    <a:gd name="connsiteX34" fmla="*/ 2979420 w 11737340"/>
                    <a:gd name="connsiteY34" fmla="*/ 2385060 h 4168140"/>
                    <a:gd name="connsiteX35" fmla="*/ 3055620 w 11737340"/>
                    <a:gd name="connsiteY35" fmla="*/ 2461260 h 4168140"/>
                    <a:gd name="connsiteX36" fmla="*/ 3139440 w 11737340"/>
                    <a:gd name="connsiteY36" fmla="*/ 2537460 h 4168140"/>
                    <a:gd name="connsiteX37" fmla="*/ 3261360 w 11737340"/>
                    <a:gd name="connsiteY37" fmla="*/ 2628900 h 4168140"/>
                    <a:gd name="connsiteX38" fmla="*/ 3345180 w 11737340"/>
                    <a:gd name="connsiteY38" fmla="*/ 2720340 h 4168140"/>
                    <a:gd name="connsiteX39" fmla="*/ 3444240 w 11737340"/>
                    <a:gd name="connsiteY39" fmla="*/ 2796540 h 4168140"/>
                    <a:gd name="connsiteX40" fmla="*/ 3558540 w 11737340"/>
                    <a:gd name="connsiteY40" fmla="*/ 2872740 h 4168140"/>
                    <a:gd name="connsiteX41" fmla="*/ 3619500 w 11737340"/>
                    <a:gd name="connsiteY41" fmla="*/ 2979420 h 4168140"/>
                    <a:gd name="connsiteX42" fmla="*/ 3619500 w 11737340"/>
                    <a:gd name="connsiteY42" fmla="*/ 2979420 h 4168140"/>
                    <a:gd name="connsiteX43" fmla="*/ 3649980 w 11737340"/>
                    <a:gd name="connsiteY43" fmla="*/ 3048000 h 4168140"/>
                    <a:gd name="connsiteX44" fmla="*/ 3703320 w 11737340"/>
                    <a:gd name="connsiteY44" fmla="*/ 3086100 h 4168140"/>
                    <a:gd name="connsiteX45" fmla="*/ 3764280 w 11737340"/>
                    <a:gd name="connsiteY45" fmla="*/ 3063240 h 4168140"/>
                    <a:gd name="connsiteX46" fmla="*/ 3848100 w 11737340"/>
                    <a:gd name="connsiteY46" fmla="*/ 3025140 h 4168140"/>
                    <a:gd name="connsiteX47" fmla="*/ 3916680 w 11737340"/>
                    <a:gd name="connsiteY47" fmla="*/ 3032760 h 4168140"/>
                    <a:gd name="connsiteX48" fmla="*/ 4030980 w 11737340"/>
                    <a:gd name="connsiteY48" fmla="*/ 3063240 h 4168140"/>
                    <a:gd name="connsiteX49" fmla="*/ 4137660 w 11737340"/>
                    <a:gd name="connsiteY49" fmla="*/ 3101340 h 4168140"/>
                    <a:gd name="connsiteX50" fmla="*/ 4259580 w 11737340"/>
                    <a:gd name="connsiteY50" fmla="*/ 3147060 h 4168140"/>
                    <a:gd name="connsiteX51" fmla="*/ 4381500 w 11737340"/>
                    <a:gd name="connsiteY51" fmla="*/ 3192780 h 4168140"/>
                    <a:gd name="connsiteX52" fmla="*/ 4526280 w 11737340"/>
                    <a:gd name="connsiteY52" fmla="*/ 3276600 h 4168140"/>
                    <a:gd name="connsiteX53" fmla="*/ 4587240 w 11737340"/>
                    <a:gd name="connsiteY53" fmla="*/ 3299460 h 4168140"/>
                    <a:gd name="connsiteX54" fmla="*/ 4610100 w 11737340"/>
                    <a:gd name="connsiteY54" fmla="*/ 3352800 h 4168140"/>
                    <a:gd name="connsiteX55" fmla="*/ 4648200 w 11737340"/>
                    <a:gd name="connsiteY55" fmla="*/ 3436620 h 4168140"/>
                    <a:gd name="connsiteX56" fmla="*/ 4671060 w 11737340"/>
                    <a:gd name="connsiteY56" fmla="*/ 3520440 h 4168140"/>
                    <a:gd name="connsiteX57" fmla="*/ 4678680 w 11737340"/>
                    <a:gd name="connsiteY57" fmla="*/ 3589020 h 4168140"/>
                    <a:gd name="connsiteX58" fmla="*/ 4686300 w 11737340"/>
                    <a:gd name="connsiteY58" fmla="*/ 3649980 h 4168140"/>
                    <a:gd name="connsiteX59" fmla="*/ 4724400 w 11737340"/>
                    <a:gd name="connsiteY59" fmla="*/ 3680460 h 4168140"/>
                    <a:gd name="connsiteX60" fmla="*/ 4785360 w 11737340"/>
                    <a:gd name="connsiteY60" fmla="*/ 3672840 h 4168140"/>
                    <a:gd name="connsiteX61" fmla="*/ 4869180 w 11737340"/>
                    <a:gd name="connsiteY61" fmla="*/ 3703320 h 4168140"/>
                    <a:gd name="connsiteX62" fmla="*/ 4914900 w 11737340"/>
                    <a:gd name="connsiteY62" fmla="*/ 3756660 h 4168140"/>
                    <a:gd name="connsiteX63" fmla="*/ 5105400 w 11737340"/>
                    <a:gd name="connsiteY63" fmla="*/ 3832860 h 4168140"/>
                    <a:gd name="connsiteX64" fmla="*/ 5173980 w 11737340"/>
                    <a:gd name="connsiteY64" fmla="*/ 3886200 h 4168140"/>
                    <a:gd name="connsiteX65" fmla="*/ 5242560 w 11737340"/>
                    <a:gd name="connsiteY65" fmla="*/ 3924300 h 4168140"/>
                    <a:gd name="connsiteX66" fmla="*/ 5364480 w 11737340"/>
                    <a:gd name="connsiteY66" fmla="*/ 3962400 h 4168140"/>
                    <a:gd name="connsiteX67" fmla="*/ 5516880 w 11737340"/>
                    <a:gd name="connsiteY67" fmla="*/ 4046220 h 4168140"/>
                    <a:gd name="connsiteX68" fmla="*/ 5585460 w 11737340"/>
                    <a:gd name="connsiteY68" fmla="*/ 4099560 h 4168140"/>
                    <a:gd name="connsiteX69" fmla="*/ 5661660 w 11737340"/>
                    <a:gd name="connsiteY69" fmla="*/ 4122420 h 4168140"/>
                    <a:gd name="connsiteX70" fmla="*/ 5745480 w 11737340"/>
                    <a:gd name="connsiteY70" fmla="*/ 4130040 h 4168140"/>
                    <a:gd name="connsiteX71" fmla="*/ 5836920 w 11737340"/>
                    <a:gd name="connsiteY71" fmla="*/ 4130040 h 4168140"/>
                    <a:gd name="connsiteX72" fmla="*/ 5951220 w 11737340"/>
                    <a:gd name="connsiteY72" fmla="*/ 4145280 h 4168140"/>
                    <a:gd name="connsiteX73" fmla="*/ 6035040 w 11737340"/>
                    <a:gd name="connsiteY73" fmla="*/ 4168140 h 4168140"/>
                    <a:gd name="connsiteX74" fmla="*/ 6149340 w 11737340"/>
                    <a:gd name="connsiteY74" fmla="*/ 4137660 h 4168140"/>
                    <a:gd name="connsiteX75" fmla="*/ 6286500 w 11737340"/>
                    <a:gd name="connsiteY75" fmla="*/ 4114800 h 4168140"/>
                    <a:gd name="connsiteX76" fmla="*/ 6393180 w 11737340"/>
                    <a:gd name="connsiteY76" fmla="*/ 4053840 h 4168140"/>
                    <a:gd name="connsiteX77" fmla="*/ 6484620 w 11737340"/>
                    <a:gd name="connsiteY77" fmla="*/ 4038600 h 4168140"/>
                    <a:gd name="connsiteX78" fmla="*/ 6583680 w 11737340"/>
                    <a:gd name="connsiteY78" fmla="*/ 3970020 h 4168140"/>
                    <a:gd name="connsiteX79" fmla="*/ 6697980 w 11737340"/>
                    <a:gd name="connsiteY79" fmla="*/ 3886200 h 4168140"/>
                    <a:gd name="connsiteX80" fmla="*/ 6728460 w 11737340"/>
                    <a:gd name="connsiteY80" fmla="*/ 3817620 h 4168140"/>
                    <a:gd name="connsiteX81" fmla="*/ 6842760 w 11737340"/>
                    <a:gd name="connsiteY81" fmla="*/ 3733800 h 4168140"/>
                    <a:gd name="connsiteX82" fmla="*/ 6972300 w 11737340"/>
                    <a:gd name="connsiteY82" fmla="*/ 3642360 h 4168140"/>
                    <a:gd name="connsiteX83" fmla="*/ 7078980 w 11737340"/>
                    <a:gd name="connsiteY83" fmla="*/ 3528060 h 4168140"/>
                    <a:gd name="connsiteX84" fmla="*/ 7139940 w 11737340"/>
                    <a:gd name="connsiteY84" fmla="*/ 3444240 h 4168140"/>
                    <a:gd name="connsiteX85" fmla="*/ 7269480 w 11737340"/>
                    <a:gd name="connsiteY85" fmla="*/ 3284220 h 4168140"/>
                    <a:gd name="connsiteX86" fmla="*/ 7330440 w 11737340"/>
                    <a:gd name="connsiteY86" fmla="*/ 3185160 h 4168140"/>
                    <a:gd name="connsiteX87" fmla="*/ 7376160 w 11737340"/>
                    <a:gd name="connsiteY87" fmla="*/ 3116580 h 4168140"/>
                    <a:gd name="connsiteX88" fmla="*/ 7444740 w 11737340"/>
                    <a:gd name="connsiteY88" fmla="*/ 3093720 h 4168140"/>
                    <a:gd name="connsiteX89" fmla="*/ 7513320 w 11737340"/>
                    <a:gd name="connsiteY89" fmla="*/ 3101340 h 4168140"/>
                    <a:gd name="connsiteX90" fmla="*/ 7574280 w 11737340"/>
                    <a:gd name="connsiteY90" fmla="*/ 3078480 h 4168140"/>
                    <a:gd name="connsiteX91" fmla="*/ 7726680 w 11737340"/>
                    <a:gd name="connsiteY91" fmla="*/ 3108960 h 4168140"/>
                    <a:gd name="connsiteX92" fmla="*/ 7833360 w 11737340"/>
                    <a:gd name="connsiteY92" fmla="*/ 3162300 h 4168140"/>
                    <a:gd name="connsiteX93" fmla="*/ 7962900 w 11737340"/>
                    <a:gd name="connsiteY93" fmla="*/ 3192780 h 4168140"/>
                    <a:gd name="connsiteX94" fmla="*/ 8161020 w 11737340"/>
                    <a:gd name="connsiteY94" fmla="*/ 3268980 h 4168140"/>
                    <a:gd name="connsiteX95" fmla="*/ 8290560 w 11737340"/>
                    <a:gd name="connsiteY95" fmla="*/ 3337560 h 4168140"/>
                    <a:gd name="connsiteX96" fmla="*/ 8382000 w 11737340"/>
                    <a:gd name="connsiteY96" fmla="*/ 3360420 h 4168140"/>
                    <a:gd name="connsiteX97" fmla="*/ 8458200 w 11737340"/>
                    <a:gd name="connsiteY97" fmla="*/ 3398520 h 4168140"/>
                    <a:gd name="connsiteX98" fmla="*/ 8595360 w 11737340"/>
                    <a:gd name="connsiteY98" fmla="*/ 3512820 h 4168140"/>
                    <a:gd name="connsiteX99" fmla="*/ 8641080 w 11737340"/>
                    <a:gd name="connsiteY99" fmla="*/ 3566160 h 4168140"/>
                    <a:gd name="connsiteX100" fmla="*/ 8702040 w 11737340"/>
                    <a:gd name="connsiteY100" fmla="*/ 3604260 h 4168140"/>
                    <a:gd name="connsiteX101" fmla="*/ 8763000 w 11737340"/>
                    <a:gd name="connsiteY101" fmla="*/ 3634740 h 4168140"/>
                    <a:gd name="connsiteX102" fmla="*/ 8846820 w 11737340"/>
                    <a:gd name="connsiteY102" fmla="*/ 3632200 h 4168140"/>
                    <a:gd name="connsiteX103" fmla="*/ 8968740 w 11737340"/>
                    <a:gd name="connsiteY103" fmla="*/ 3634740 h 4168140"/>
                    <a:gd name="connsiteX104" fmla="*/ 9060180 w 11737340"/>
                    <a:gd name="connsiteY104" fmla="*/ 3642360 h 4168140"/>
                    <a:gd name="connsiteX105" fmla="*/ 9151620 w 11737340"/>
                    <a:gd name="connsiteY105" fmla="*/ 3657600 h 4168140"/>
                    <a:gd name="connsiteX106" fmla="*/ 9230360 w 11737340"/>
                    <a:gd name="connsiteY106" fmla="*/ 3657600 h 4168140"/>
                    <a:gd name="connsiteX107" fmla="*/ 9331960 w 11737340"/>
                    <a:gd name="connsiteY107" fmla="*/ 3629660 h 4168140"/>
                    <a:gd name="connsiteX108" fmla="*/ 9433560 w 11737340"/>
                    <a:gd name="connsiteY108" fmla="*/ 3589020 h 4168140"/>
                    <a:gd name="connsiteX109" fmla="*/ 9509760 w 11737340"/>
                    <a:gd name="connsiteY109" fmla="*/ 3528060 h 4168140"/>
                    <a:gd name="connsiteX110" fmla="*/ 9646920 w 11737340"/>
                    <a:gd name="connsiteY110" fmla="*/ 3489960 h 4168140"/>
                    <a:gd name="connsiteX111" fmla="*/ 9784080 w 11737340"/>
                    <a:gd name="connsiteY111" fmla="*/ 3444240 h 4168140"/>
                    <a:gd name="connsiteX112" fmla="*/ 9860280 w 11737340"/>
                    <a:gd name="connsiteY112" fmla="*/ 3383280 h 4168140"/>
                    <a:gd name="connsiteX113" fmla="*/ 9921240 w 11737340"/>
                    <a:gd name="connsiteY113" fmla="*/ 3314700 h 4168140"/>
                    <a:gd name="connsiteX114" fmla="*/ 9997440 w 11737340"/>
                    <a:gd name="connsiteY114" fmla="*/ 3208020 h 4168140"/>
                    <a:gd name="connsiteX115" fmla="*/ 10043160 w 11737340"/>
                    <a:gd name="connsiteY115" fmla="*/ 3101340 h 4168140"/>
                    <a:gd name="connsiteX116" fmla="*/ 10104120 w 11737340"/>
                    <a:gd name="connsiteY116" fmla="*/ 3017520 h 4168140"/>
                    <a:gd name="connsiteX117" fmla="*/ 10157460 w 11737340"/>
                    <a:gd name="connsiteY117" fmla="*/ 2933700 h 4168140"/>
                    <a:gd name="connsiteX118" fmla="*/ 10218420 w 11737340"/>
                    <a:gd name="connsiteY118" fmla="*/ 2849880 h 4168140"/>
                    <a:gd name="connsiteX119" fmla="*/ 10294620 w 11737340"/>
                    <a:gd name="connsiteY119" fmla="*/ 2735580 h 4168140"/>
                    <a:gd name="connsiteX120" fmla="*/ 10347960 w 11737340"/>
                    <a:gd name="connsiteY120" fmla="*/ 2621280 h 4168140"/>
                    <a:gd name="connsiteX121" fmla="*/ 10431780 w 11737340"/>
                    <a:gd name="connsiteY121" fmla="*/ 2499360 h 4168140"/>
                    <a:gd name="connsiteX122" fmla="*/ 10500360 w 11737340"/>
                    <a:gd name="connsiteY122" fmla="*/ 2354580 h 4168140"/>
                    <a:gd name="connsiteX123" fmla="*/ 10553700 w 11737340"/>
                    <a:gd name="connsiteY123" fmla="*/ 2263140 h 4168140"/>
                    <a:gd name="connsiteX124" fmla="*/ 10584180 w 11737340"/>
                    <a:gd name="connsiteY124" fmla="*/ 2194560 h 4168140"/>
                    <a:gd name="connsiteX125" fmla="*/ 10624820 w 11737340"/>
                    <a:gd name="connsiteY125" fmla="*/ 2125980 h 4168140"/>
                    <a:gd name="connsiteX126" fmla="*/ 10675620 w 11737340"/>
                    <a:gd name="connsiteY126" fmla="*/ 2049780 h 4168140"/>
                    <a:gd name="connsiteX127" fmla="*/ 10690860 w 11737340"/>
                    <a:gd name="connsiteY127" fmla="*/ 1988820 h 4168140"/>
                    <a:gd name="connsiteX128" fmla="*/ 10713720 w 11737340"/>
                    <a:gd name="connsiteY128" fmla="*/ 1927860 h 4168140"/>
                    <a:gd name="connsiteX129" fmla="*/ 10767060 w 11737340"/>
                    <a:gd name="connsiteY129" fmla="*/ 1859280 h 4168140"/>
                    <a:gd name="connsiteX130" fmla="*/ 10873740 w 11737340"/>
                    <a:gd name="connsiteY130" fmla="*/ 1828800 h 4168140"/>
                    <a:gd name="connsiteX131" fmla="*/ 11079480 w 11737340"/>
                    <a:gd name="connsiteY131" fmla="*/ 1767840 h 4168140"/>
                    <a:gd name="connsiteX132" fmla="*/ 11247120 w 11737340"/>
                    <a:gd name="connsiteY132" fmla="*/ 1684020 h 4168140"/>
                    <a:gd name="connsiteX133" fmla="*/ 11407140 w 11737340"/>
                    <a:gd name="connsiteY133" fmla="*/ 1628140 h 4168140"/>
                    <a:gd name="connsiteX134" fmla="*/ 11490960 w 11737340"/>
                    <a:gd name="connsiteY134" fmla="*/ 1577340 h 4168140"/>
                    <a:gd name="connsiteX135" fmla="*/ 11635740 w 11737340"/>
                    <a:gd name="connsiteY135" fmla="*/ 1508760 h 4168140"/>
                    <a:gd name="connsiteX136" fmla="*/ 11737340 w 11737340"/>
                    <a:gd name="connsiteY136" fmla="*/ 1442720 h 4168140"/>
                    <a:gd name="connsiteX137" fmla="*/ 11620500 w 11737340"/>
                    <a:gd name="connsiteY137" fmla="*/ 1417320 h 4168140"/>
                    <a:gd name="connsiteX138" fmla="*/ 11567160 w 11737340"/>
                    <a:gd name="connsiteY138" fmla="*/ 1379220 h 4168140"/>
                    <a:gd name="connsiteX139" fmla="*/ 11498580 w 11737340"/>
                    <a:gd name="connsiteY139" fmla="*/ 1318260 h 4168140"/>
                    <a:gd name="connsiteX140" fmla="*/ 11468100 w 11737340"/>
                    <a:gd name="connsiteY140" fmla="*/ 1280160 h 4168140"/>
                    <a:gd name="connsiteX141" fmla="*/ 11442700 w 11737340"/>
                    <a:gd name="connsiteY141" fmla="*/ 1231900 h 4168140"/>
                    <a:gd name="connsiteX142" fmla="*/ 11384280 w 11737340"/>
                    <a:gd name="connsiteY142" fmla="*/ 1310640 h 4168140"/>
                    <a:gd name="connsiteX143" fmla="*/ 11353800 w 11737340"/>
                    <a:gd name="connsiteY143" fmla="*/ 1356360 h 4168140"/>
                    <a:gd name="connsiteX144" fmla="*/ 11224260 w 11737340"/>
                    <a:gd name="connsiteY144" fmla="*/ 1417320 h 4168140"/>
                    <a:gd name="connsiteX145" fmla="*/ 11109960 w 11737340"/>
                    <a:gd name="connsiteY145" fmla="*/ 1463040 h 4168140"/>
                    <a:gd name="connsiteX146" fmla="*/ 10911840 w 11737340"/>
                    <a:gd name="connsiteY146" fmla="*/ 1524000 h 4168140"/>
                    <a:gd name="connsiteX147" fmla="*/ 10774680 w 11737340"/>
                    <a:gd name="connsiteY147" fmla="*/ 1546860 h 4168140"/>
                    <a:gd name="connsiteX148" fmla="*/ 10675620 w 11737340"/>
                    <a:gd name="connsiteY148" fmla="*/ 1615440 h 4168140"/>
                    <a:gd name="connsiteX149" fmla="*/ 10568940 w 11737340"/>
                    <a:gd name="connsiteY149" fmla="*/ 1676400 h 4168140"/>
                    <a:gd name="connsiteX150" fmla="*/ 10485120 w 11737340"/>
                    <a:gd name="connsiteY150" fmla="*/ 1760220 h 4168140"/>
                    <a:gd name="connsiteX151" fmla="*/ 10454640 w 11737340"/>
                    <a:gd name="connsiteY151" fmla="*/ 1836420 h 4168140"/>
                    <a:gd name="connsiteX152" fmla="*/ 10416540 w 11737340"/>
                    <a:gd name="connsiteY152" fmla="*/ 1927860 h 4168140"/>
                    <a:gd name="connsiteX153" fmla="*/ 10401300 w 11737340"/>
                    <a:gd name="connsiteY153" fmla="*/ 2004060 h 4168140"/>
                    <a:gd name="connsiteX154" fmla="*/ 10363200 w 11737340"/>
                    <a:gd name="connsiteY154" fmla="*/ 2095500 h 4168140"/>
                    <a:gd name="connsiteX155" fmla="*/ 10317480 w 11737340"/>
                    <a:gd name="connsiteY155" fmla="*/ 2225040 h 4168140"/>
                    <a:gd name="connsiteX156" fmla="*/ 10287000 w 11737340"/>
                    <a:gd name="connsiteY156" fmla="*/ 2346960 h 4168140"/>
                    <a:gd name="connsiteX157" fmla="*/ 10218420 w 11737340"/>
                    <a:gd name="connsiteY157" fmla="*/ 2499360 h 4168140"/>
                    <a:gd name="connsiteX158" fmla="*/ 10134600 w 11737340"/>
                    <a:gd name="connsiteY158" fmla="*/ 2621280 h 4168140"/>
                    <a:gd name="connsiteX159" fmla="*/ 10043160 w 11737340"/>
                    <a:gd name="connsiteY159" fmla="*/ 2735580 h 4168140"/>
                    <a:gd name="connsiteX160" fmla="*/ 9974580 w 11737340"/>
                    <a:gd name="connsiteY160" fmla="*/ 2857500 h 4168140"/>
                    <a:gd name="connsiteX161" fmla="*/ 9906000 w 11737340"/>
                    <a:gd name="connsiteY161" fmla="*/ 2941320 h 4168140"/>
                    <a:gd name="connsiteX162" fmla="*/ 9860280 w 11737340"/>
                    <a:gd name="connsiteY162" fmla="*/ 3032760 h 4168140"/>
                    <a:gd name="connsiteX163" fmla="*/ 9806940 w 11737340"/>
                    <a:gd name="connsiteY163" fmla="*/ 3116580 h 4168140"/>
                    <a:gd name="connsiteX164" fmla="*/ 9715500 w 11737340"/>
                    <a:gd name="connsiteY164" fmla="*/ 3208020 h 4168140"/>
                    <a:gd name="connsiteX165" fmla="*/ 9616440 w 11737340"/>
                    <a:gd name="connsiteY165" fmla="*/ 3261360 h 4168140"/>
                    <a:gd name="connsiteX166" fmla="*/ 9532620 w 11737340"/>
                    <a:gd name="connsiteY166" fmla="*/ 3329940 h 4168140"/>
                    <a:gd name="connsiteX167" fmla="*/ 9471660 w 11737340"/>
                    <a:gd name="connsiteY167" fmla="*/ 3375660 h 4168140"/>
                    <a:gd name="connsiteX168" fmla="*/ 9410700 w 11737340"/>
                    <a:gd name="connsiteY168" fmla="*/ 3429000 h 4168140"/>
                    <a:gd name="connsiteX169" fmla="*/ 9288780 w 11737340"/>
                    <a:gd name="connsiteY169" fmla="*/ 3436620 h 4168140"/>
                    <a:gd name="connsiteX170" fmla="*/ 9166860 w 11737340"/>
                    <a:gd name="connsiteY170" fmla="*/ 3444240 h 4168140"/>
                    <a:gd name="connsiteX171" fmla="*/ 9029700 w 11737340"/>
                    <a:gd name="connsiteY171" fmla="*/ 3413760 h 4168140"/>
                    <a:gd name="connsiteX172" fmla="*/ 8823960 w 11737340"/>
                    <a:gd name="connsiteY172" fmla="*/ 3360420 h 4168140"/>
                    <a:gd name="connsiteX173" fmla="*/ 8679180 w 11737340"/>
                    <a:gd name="connsiteY173" fmla="*/ 3329940 h 4168140"/>
                    <a:gd name="connsiteX174" fmla="*/ 8572500 w 11737340"/>
                    <a:gd name="connsiteY174" fmla="*/ 3276600 h 4168140"/>
                    <a:gd name="connsiteX175" fmla="*/ 8465820 w 11737340"/>
                    <a:gd name="connsiteY175" fmla="*/ 3215640 h 4168140"/>
                    <a:gd name="connsiteX176" fmla="*/ 8321040 w 11737340"/>
                    <a:gd name="connsiteY176" fmla="*/ 3177540 h 4168140"/>
                    <a:gd name="connsiteX177" fmla="*/ 8199120 w 11737340"/>
                    <a:gd name="connsiteY177" fmla="*/ 3131820 h 4168140"/>
                    <a:gd name="connsiteX178" fmla="*/ 8069580 w 11737340"/>
                    <a:gd name="connsiteY178" fmla="*/ 3078480 h 4168140"/>
                    <a:gd name="connsiteX179" fmla="*/ 7917180 w 11737340"/>
                    <a:gd name="connsiteY179" fmla="*/ 2994660 h 4168140"/>
                    <a:gd name="connsiteX180" fmla="*/ 7787640 w 11737340"/>
                    <a:gd name="connsiteY180" fmla="*/ 2971800 h 4168140"/>
                    <a:gd name="connsiteX181" fmla="*/ 7719060 w 11737340"/>
                    <a:gd name="connsiteY181" fmla="*/ 2933700 h 4168140"/>
                    <a:gd name="connsiteX182" fmla="*/ 7612380 w 11737340"/>
                    <a:gd name="connsiteY182" fmla="*/ 2903220 h 4168140"/>
                    <a:gd name="connsiteX183" fmla="*/ 7566660 w 11737340"/>
                    <a:gd name="connsiteY183" fmla="*/ 2887980 h 4168140"/>
                    <a:gd name="connsiteX184" fmla="*/ 7551420 w 11737340"/>
                    <a:gd name="connsiteY184" fmla="*/ 2849880 h 4168140"/>
                    <a:gd name="connsiteX185" fmla="*/ 7533640 w 11737340"/>
                    <a:gd name="connsiteY185" fmla="*/ 2788920 h 4168140"/>
                    <a:gd name="connsiteX186" fmla="*/ 7475220 w 11737340"/>
                    <a:gd name="connsiteY186" fmla="*/ 2857500 h 4168140"/>
                    <a:gd name="connsiteX187" fmla="*/ 7414260 w 11737340"/>
                    <a:gd name="connsiteY187" fmla="*/ 2887980 h 4168140"/>
                    <a:gd name="connsiteX188" fmla="*/ 7345680 w 11737340"/>
                    <a:gd name="connsiteY188" fmla="*/ 2971800 h 4168140"/>
                    <a:gd name="connsiteX189" fmla="*/ 7315200 w 11737340"/>
                    <a:gd name="connsiteY189" fmla="*/ 2994660 h 4168140"/>
                    <a:gd name="connsiteX190" fmla="*/ 7261860 w 11737340"/>
                    <a:gd name="connsiteY190" fmla="*/ 3009900 h 4168140"/>
                    <a:gd name="connsiteX191" fmla="*/ 7193280 w 11737340"/>
                    <a:gd name="connsiteY191" fmla="*/ 3025140 h 4168140"/>
                    <a:gd name="connsiteX192" fmla="*/ 7155180 w 11737340"/>
                    <a:gd name="connsiteY192" fmla="*/ 3078480 h 4168140"/>
                    <a:gd name="connsiteX193" fmla="*/ 7109460 w 11737340"/>
                    <a:gd name="connsiteY193" fmla="*/ 3154680 h 4168140"/>
                    <a:gd name="connsiteX194" fmla="*/ 7048500 w 11737340"/>
                    <a:gd name="connsiteY194" fmla="*/ 3246120 h 4168140"/>
                    <a:gd name="connsiteX195" fmla="*/ 6995160 w 11737340"/>
                    <a:gd name="connsiteY195" fmla="*/ 3307080 h 4168140"/>
                    <a:gd name="connsiteX196" fmla="*/ 6972300 w 11737340"/>
                    <a:gd name="connsiteY196" fmla="*/ 3352800 h 4168140"/>
                    <a:gd name="connsiteX197" fmla="*/ 6949440 w 11737340"/>
                    <a:gd name="connsiteY197" fmla="*/ 3413760 h 4168140"/>
                    <a:gd name="connsiteX198" fmla="*/ 6949440 w 11737340"/>
                    <a:gd name="connsiteY198" fmla="*/ 3413760 h 4168140"/>
                    <a:gd name="connsiteX199" fmla="*/ 6911340 w 11737340"/>
                    <a:gd name="connsiteY199" fmla="*/ 3474720 h 4168140"/>
                    <a:gd name="connsiteX200" fmla="*/ 6888480 w 11737340"/>
                    <a:gd name="connsiteY200" fmla="*/ 3505200 h 4168140"/>
                    <a:gd name="connsiteX201" fmla="*/ 6819900 w 11737340"/>
                    <a:gd name="connsiteY201" fmla="*/ 3566160 h 4168140"/>
                    <a:gd name="connsiteX202" fmla="*/ 6743700 w 11737340"/>
                    <a:gd name="connsiteY202" fmla="*/ 3581400 h 4168140"/>
                    <a:gd name="connsiteX203" fmla="*/ 6675120 w 11737340"/>
                    <a:gd name="connsiteY203" fmla="*/ 3657600 h 4168140"/>
                    <a:gd name="connsiteX204" fmla="*/ 6629400 w 11737340"/>
                    <a:gd name="connsiteY204" fmla="*/ 3718560 h 4168140"/>
                    <a:gd name="connsiteX205" fmla="*/ 6576060 w 11737340"/>
                    <a:gd name="connsiteY205" fmla="*/ 3779520 h 4168140"/>
                    <a:gd name="connsiteX206" fmla="*/ 6484620 w 11737340"/>
                    <a:gd name="connsiteY206" fmla="*/ 3817620 h 4168140"/>
                    <a:gd name="connsiteX207" fmla="*/ 6400800 w 11737340"/>
                    <a:gd name="connsiteY207" fmla="*/ 3832860 h 4168140"/>
                    <a:gd name="connsiteX208" fmla="*/ 6263640 w 11737340"/>
                    <a:gd name="connsiteY208" fmla="*/ 3870960 h 4168140"/>
                    <a:gd name="connsiteX209" fmla="*/ 6126480 w 11737340"/>
                    <a:gd name="connsiteY209" fmla="*/ 3901440 h 4168140"/>
                    <a:gd name="connsiteX210" fmla="*/ 6027420 w 11737340"/>
                    <a:gd name="connsiteY210" fmla="*/ 3916680 h 4168140"/>
                    <a:gd name="connsiteX211" fmla="*/ 5890260 w 11737340"/>
                    <a:gd name="connsiteY211" fmla="*/ 3878580 h 4168140"/>
                    <a:gd name="connsiteX212" fmla="*/ 5821680 w 11737340"/>
                    <a:gd name="connsiteY212" fmla="*/ 3863340 h 4168140"/>
                    <a:gd name="connsiteX213" fmla="*/ 5737860 w 11737340"/>
                    <a:gd name="connsiteY213" fmla="*/ 3825240 h 4168140"/>
                    <a:gd name="connsiteX214" fmla="*/ 5638800 w 11737340"/>
                    <a:gd name="connsiteY214" fmla="*/ 3794760 h 4168140"/>
                    <a:gd name="connsiteX215" fmla="*/ 5524500 w 11737340"/>
                    <a:gd name="connsiteY215" fmla="*/ 3756660 h 4168140"/>
                    <a:gd name="connsiteX216" fmla="*/ 5448300 w 11737340"/>
                    <a:gd name="connsiteY216" fmla="*/ 3718560 h 4168140"/>
                    <a:gd name="connsiteX217" fmla="*/ 5349240 w 11737340"/>
                    <a:gd name="connsiteY217" fmla="*/ 3657600 h 4168140"/>
                    <a:gd name="connsiteX218" fmla="*/ 5295900 w 11737340"/>
                    <a:gd name="connsiteY218" fmla="*/ 3619500 h 4168140"/>
                    <a:gd name="connsiteX219" fmla="*/ 5234940 w 11737340"/>
                    <a:gd name="connsiteY219" fmla="*/ 3596640 h 4168140"/>
                    <a:gd name="connsiteX220" fmla="*/ 5135880 w 11737340"/>
                    <a:gd name="connsiteY220" fmla="*/ 3550920 h 4168140"/>
                    <a:gd name="connsiteX221" fmla="*/ 5059680 w 11737340"/>
                    <a:gd name="connsiteY221" fmla="*/ 3505200 h 4168140"/>
                    <a:gd name="connsiteX222" fmla="*/ 5029200 w 11737340"/>
                    <a:gd name="connsiteY222" fmla="*/ 3482340 h 4168140"/>
                    <a:gd name="connsiteX223" fmla="*/ 4960620 w 11737340"/>
                    <a:gd name="connsiteY223" fmla="*/ 3413760 h 4168140"/>
                    <a:gd name="connsiteX224" fmla="*/ 4876800 w 11737340"/>
                    <a:gd name="connsiteY224" fmla="*/ 3299460 h 4168140"/>
                    <a:gd name="connsiteX225" fmla="*/ 4808220 w 11737340"/>
                    <a:gd name="connsiteY225" fmla="*/ 3200400 h 4168140"/>
                    <a:gd name="connsiteX226" fmla="*/ 4777740 w 11737340"/>
                    <a:gd name="connsiteY226" fmla="*/ 3147060 h 4168140"/>
                    <a:gd name="connsiteX227" fmla="*/ 4724400 w 11737340"/>
                    <a:gd name="connsiteY227" fmla="*/ 3108960 h 4168140"/>
                    <a:gd name="connsiteX228" fmla="*/ 4648200 w 11737340"/>
                    <a:gd name="connsiteY228" fmla="*/ 3063240 h 4168140"/>
                    <a:gd name="connsiteX229" fmla="*/ 4533900 w 11737340"/>
                    <a:gd name="connsiteY229" fmla="*/ 2979420 h 4168140"/>
                    <a:gd name="connsiteX230" fmla="*/ 4427220 w 11737340"/>
                    <a:gd name="connsiteY230" fmla="*/ 2941320 h 4168140"/>
                    <a:gd name="connsiteX231" fmla="*/ 4366260 w 11737340"/>
                    <a:gd name="connsiteY231" fmla="*/ 2903220 h 4168140"/>
                    <a:gd name="connsiteX232" fmla="*/ 4244340 w 11737340"/>
                    <a:gd name="connsiteY232" fmla="*/ 2842260 h 4168140"/>
                    <a:gd name="connsiteX233" fmla="*/ 4145280 w 11737340"/>
                    <a:gd name="connsiteY233" fmla="*/ 2811780 h 4168140"/>
                    <a:gd name="connsiteX234" fmla="*/ 4038600 w 11737340"/>
                    <a:gd name="connsiteY234" fmla="*/ 2804160 h 4168140"/>
                    <a:gd name="connsiteX235" fmla="*/ 3954780 w 11737340"/>
                    <a:gd name="connsiteY235" fmla="*/ 2819400 h 4168140"/>
                    <a:gd name="connsiteX236" fmla="*/ 3863340 w 11737340"/>
                    <a:gd name="connsiteY236" fmla="*/ 2804160 h 4168140"/>
                    <a:gd name="connsiteX237" fmla="*/ 3741420 w 11737340"/>
                    <a:gd name="connsiteY237" fmla="*/ 2781300 h 4168140"/>
                    <a:gd name="connsiteX238" fmla="*/ 3649980 w 11737340"/>
                    <a:gd name="connsiteY238" fmla="*/ 2743200 h 4168140"/>
                    <a:gd name="connsiteX239" fmla="*/ 3573780 w 11737340"/>
                    <a:gd name="connsiteY239" fmla="*/ 2674620 h 4168140"/>
                    <a:gd name="connsiteX240" fmla="*/ 3482340 w 11737340"/>
                    <a:gd name="connsiteY240" fmla="*/ 2621280 h 4168140"/>
                    <a:gd name="connsiteX241" fmla="*/ 3436620 w 11737340"/>
                    <a:gd name="connsiteY241" fmla="*/ 2552700 h 4168140"/>
                    <a:gd name="connsiteX242" fmla="*/ 3329940 w 11737340"/>
                    <a:gd name="connsiteY242" fmla="*/ 2423160 h 4168140"/>
                    <a:gd name="connsiteX243" fmla="*/ 3261360 w 11737340"/>
                    <a:gd name="connsiteY243" fmla="*/ 2324100 h 4168140"/>
                    <a:gd name="connsiteX244" fmla="*/ 3131820 w 11737340"/>
                    <a:gd name="connsiteY244" fmla="*/ 2209800 h 4168140"/>
                    <a:gd name="connsiteX245" fmla="*/ 3040380 w 11737340"/>
                    <a:gd name="connsiteY245" fmla="*/ 2141220 h 4168140"/>
                    <a:gd name="connsiteX246" fmla="*/ 2910840 w 11737340"/>
                    <a:gd name="connsiteY246" fmla="*/ 2034540 h 4168140"/>
                    <a:gd name="connsiteX247" fmla="*/ 2849880 w 11737340"/>
                    <a:gd name="connsiteY247" fmla="*/ 1958340 h 4168140"/>
                    <a:gd name="connsiteX248" fmla="*/ 2743200 w 11737340"/>
                    <a:gd name="connsiteY248" fmla="*/ 1889760 h 4168140"/>
                    <a:gd name="connsiteX249" fmla="*/ 2659380 w 11737340"/>
                    <a:gd name="connsiteY249" fmla="*/ 1844040 h 4168140"/>
                    <a:gd name="connsiteX250" fmla="*/ 2575560 w 11737340"/>
                    <a:gd name="connsiteY250" fmla="*/ 1744980 h 4168140"/>
                    <a:gd name="connsiteX251" fmla="*/ 2468880 w 11737340"/>
                    <a:gd name="connsiteY251" fmla="*/ 1645920 h 4168140"/>
                    <a:gd name="connsiteX252" fmla="*/ 2400300 w 11737340"/>
                    <a:gd name="connsiteY252" fmla="*/ 1607820 h 4168140"/>
                    <a:gd name="connsiteX253" fmla="*/ 2263140 w 11737340"/>
                    <a:gd name="connsiteY253" fmla="*/ 1501140 h 4168140"/>
                    <a:gd name="connsiteX254" fmla="*/ 2171700 w 11737340"/>
                    <a:gd name="connsiteY254" fmla="*/ 1432560 h 4168140"/>
                    <a:gd name="connsiteX255" fmla="*/ 2087880 w 11737340"/>
                    <a:gd name="connsiteY255" fmla="*/ 1363980 h 4168140"/>
                    <a:gd name="connsiteX256" fmla="*/ 1950720 w 11737340"/>
                    <a:gd name="connsiteY256" fmla="*/ 1272540 h 4168140"/>
                    <a:gd name="connsiteX257" fmla="*/ 1805940 w 11737340"/>
                    <a:gd name="connsiteY257" fmla="*/ 1135380 h 4168140"/>
                    <a:gd name="connsiteX258" fmla="*/ 1729740 w 11737340"/>
                    <a:gd name="connsiteY258" fmla="*/ 1089660 h 4168140"/>
                    <a:gd name="connsiteX259" fmla="*/ 1668780 w 11737340"/>
                    <a:gd name="connsiteY259" fmla="*/ 1043940 h 4168140"/>
                    <a:gd name="connsiteX260" fmla="*/ 1592580 w 11737340"/>
                    <a:gd name="connsiteY260" fmla="*/ 990600 h 4168140"/>
                    <a:gd name="connsiteX261" fmla="*/ 1470660 w 11737340"/>
                    <a:gd name="connsiteY261" fmla="*/ 891540 h 4168140"/>
                    <a:gd name="connsiteX262" fmla="*/ 1386840 w 11737340"/>
                    <a:gd name="connsiteY262" fmla="*/ 845820 h 4168140"/>
                    <a:gd name="connsiteX263" fmla="*/ 1318260 w 11737340"/>
                    <a:gd name="connsiteY263" fmla="*/ 784860 h 4168140"/>
                    <a:gd name="connsiteX264" fmla="*/ 1264920 w 11737340"/>
                    <a:gd name="connsiteY264" fmla="*/ 723900 h 4168140"/>
                    <a:gd name="connsiteX265" fmla="*/ 1181100 w 11737340"/>
                    <a:gd name="connsiteY265" fmla="*/ 647700 h 4168140"/>
                    <a:gd name="connsiteX266" fmla="*/ 1089660 w 11737340"/>
                    <a:gd name="connsiteY266" fmla="*/ 624840 h 4168140"/>
                    <a:gd name="connsiteX267" fmla="*/ 1021080 w 11737340"/>
                    <a:gd name="connsiteY267" fmla="*/ 586740 h 4168140"/>
                    <a:gd name="connsiteX268" fmla="*/ 937260 w 11737340"/>
                    <a:gd name="connsiteY268" fmla="*/ 548640 h 4168140"/>
                    <a:gd name="connsiteX269" fmla="*/ 830580 w 11737340"/>
                    <a:gd name="connsiteY269" fmla="*/ 510540 h 4168140"/>
                    <a:gd name="connsiteX270" fmla="*/ 754380 w 11737340"/>
                    <a:gd name="connsiteY270" fmla="*/ 457200 h 4168140"/>
                    <a:gd name="connsiteX271" fmla="*/ 708660 w 11737340"/>
                    <a:gd name="connsiteY271" fmla="*/ 419100 h 4168140"/>
                    <a:gd name="connsiteX272" fmla="*/ 609600 w 11737340"/>
                    <a:gd name="connsiteY272" fmla="*/ 396240 h 4168140"/>
                    <a:gd name="connsiteX273" fmla="*/ 548640 w 11737340"/>
                    <a:gd name="connsiteY273" fmla="*/ 320040 h 4168140"/>
                    <a:gd name="connsiteX274" fmla="*/ 510540 w 11737340"/>
                    <a:gd name="connsiteY274" fmla="*/ 251460 h 4168140"/>
                    <a:gd name="connsiteX275" fmla="*/ 464820 w 11737340"/>
                    <a:gd name="connsiteY275" fmla="*/ 190500 h 4168140"/>
                    <a:gd name="connsiteX276" fmla="*/ 411480 w 11737340"/>
                    <a:gd name="connsiteY276" fmla="*/ 137160 h 4168140"/>
                    <a:gd name="connsiteX277" fmla="*/ 373380 w 11737340"/>
                    <a:gd name="connsiteY277" fmla="*/ 45720 h 4168140"/>
                    <a:gd name="connsiteX278" fmla="*/ 342900 w 11737340"/>
                    <a:gd name="connsiteY278" fmla="*/ 0 h 4168140"/>
                    <a:gd name="connsiteX279" fmla="*/ 327660 w 11737340"/>
                    <a:gd name="connsiteY279" fmla="*/ 60960 h 4168140"/>
                    <a:gd name="connsiteX280" fmla="*/ 289560 w 11737340"/>
                    <a:gd name="connsiteY280" fmla="*/ 91440 h 4168140"/>
                    <a:gd name="connsiteX281" fmla="*/ 236220 w 11737340"/>
                    <a:gd name="connsiteY281" fmla="*/ 114300 h 4168140"/>
                    <a:gd name="connsiteX282" fmla="*/ 198120 w 11737340"/>
                    <a:gd name="connsiteY282" fmla="*/ 175260 h 4168140"/>
                    <a:gd name="connsiteX283" fmla="*/ 175260 w 11737340"/>
                    <a:gd name="connsiteY283" fmla="*/ 228600 h 4168140"/>
                    <a:gd name="connsiteX284" fmla="*/ 114300 w 11737340"/>
                    <a:gd name="connsiteY284" fmla="*/ 236220 h 4168140"/>
                    <a:gd name="connsiteX285" fmla="*/ 45720 w 11737340"/>
                    <a:gd name="connsiteY285" fmla="*/ 251460 h 4168140"/>
                    <a:gd name="connsiteX286" fmla="*/ 0 w 11737340"/>
                    <a:gd name="connsiteY286" fmla="*/ 281940 h 4168140"/>
                    <a:gd name="connsiteX287" fmla="*/ 68580 w 11737340"/>
                    <a:gd name="connsiteY287" fmla="*/ 320040 h 4168140"/>
                    <a:gd name="connsiteX0" fmla="*/ 68580 w 11737340"/>
                    <a:gd name="connsiteY0" fmla="*/ 320040 h 4168140"/>
                    <a:gd name="connsiteX1" fmla="*/ 121920 w 11737340"/>
                    <a:gd name="connsiteY1" fmla="*/ 381000 h 4168140"/>
                    <a:gd name="connsiteX2" fmla="*/ 198120 w 11737340"/>
                    <a:gd name="connsiteY2" fmla="*/ 419100 h 4168140"/>
                    <a:gd name="connsiteX3" fmla="*/ 320040 w 11737340"/>
                    <a:gd name="connsiteY3" fmla="*/ 510540 h 4168140"/>
                    <a:gd name="connsiteX4" fmla="*/ 411480 w 11737340"/>
                    <a:gd name="connsiteY4" fmla="*/ 563880 h 4168140"/>
                    <a:gd name="connsiteX5" fmla="*/ 472440 w 11737340"/>
                    <a:gd name="connsiteY5" fmla="*/ 632460 h 4168140"/>
                    <a:gd name="connsiteX6" fmla="*/ 601980 w 11737340"/>
                    <a:gd name="connsiteY6" fmla="*/ 708660 h 4168140"/>
                    <a:gd name="connsiteX7" fmla="*/ 739140 w 11737340"/>
                    <a:gd name="connsiteY7" fmla="*/ 784860 h 4168140"/>
                    <a:gd name="connsiteX8" fmla="*/ 861060 w 11737340"/>
                    <a:gd name="connsiteY8" fmla="*/ 868680 h 4168140"/>
                    <a:gd name="connsiteX9" fmla="*/ 944880 w 11737340"/>
                    <a:gd name="connsiteY9" fmla="*/ 952500 h 4168140"/>
                    <a:gd name="connsiteX10" fmla="*/ 1021080 w 11737340"/>
                    <a:gd name="connsiteY10" fmla="*/ 1005840 h 4168140"/>
                    <a:gd name="connsiteX11" fmla="*/ 1097280 w 11737340"/>
                    <a:gd name="connsiteY11" fmla="*/ 1043940 h 4168140"/>
                    <a:gd name="connsiteX12" fmla="*/ 1181100 w 11737340"/>
                    <a:gd name="connsiteY12" fmla="*/ 1104900 h 4168140"/>
                    <a:gd name="connsiteX13" fmla="*/ 1249680 w 11737340"/>
                    <a:gd name="connsiteY13" fmla="*/ 1150620 h 4168140"/>
                    <a:gd name="connsiteX14" fmla="*/ 1341120 w 11737340"/>
                    <a:gd name="connsiteY14" fmla="*/ 1196340 h 4168140"/>
                    <a:gd name="connsiteX15" fmla="*/ 1417320 w 11737340"/>
                    <a:gd name="connsiteY15" fmla="*/ 1257300 h 4168140"/>
                    <a:gd name="connsiteX16" fmla="*/ 1493520 w 11737340"/>
                    <a:gd name="connsiteY16" fmla="*/ 1333500 h 4168140"/>
                    <a:gd name="connsiteX17" fmla="*/ 1569720 w 11737340"/>
                    <a:gd name="connsiteY17" fmla="*/ 1356360 h 4168140"/>
                    <a:gd name="connsiteX18" fmla="*/ 1684020 w 11737340"/>
                    <a:gd name="connsiteY18" fmla="*/ 1424940 h 4168140"/>
                    <a:gd name="connsiteX19" fmla="*/ 1729740 w 11737340"/>
                    <a:gd name="connsiteY19" fmla="*/ 1485900 h 4168140"/>
                    <a:gd name="connsiteX20" fmla="*/ 1844040 w 11737340"/>
                    <a:gd name="connsiteY20" fmla="*/ 1569720 h 4168140"/>
                    <a:gd name="connsiteX21" fmla="*/ 1935480 w 11737340"/>
                    <a:gd name="connsiteY21" fmla="*/ 1615440 h 4168140"/>
                    <a:gd name="connsiteX22" fmla="*/ 2049780 w 11737340"/>
                    <a:gd name="connsiteY22" fmla="*/ 1691640 h 4168140"/>
                    <a:gd name="connsiteX23" fmla="*/ 2133600 w 11737340"/>
                    <a:gd name="connsiteY23" fmla="*/ 1729740 h 4168140"/>
                    <a:gd name="connsiteX24" fmla="*/ 2202180 w 11737340"/>
                    <a:gd name="connsiteY24" fmla="*/ 1805940 h 4168140"/>
                    <a:gd name="connsiteX25" fmla="*/ 2255520 w 11737340"/>
                    <a:gd name="connsiteY25" fmla="*/ 1821180 h 4168140"/>
                    <a:gd name="connsiteX26" fmla="*/ 2316480 w 11737340"/>
                    <a:gd name="connsiteY26" fmla="*/ 1866900 h 4168140"/>
                    <a:gd name="connsiteX27" fmla="*/ 2423160 w 11737340"/>
                    <a:gd name="connsiteY27" fmla="*/ 2004060 h 4168140"/>
                    <a:gd name="connsiteX28" fmla="*/ 2476500 w 11737340"/>
                    <a:gd name="connsiteY28" fmla="*/ 2087880 h 4168140"/>
                    <a:gd name="connsiteX29" fmla="*/ 2567940 w 11737340"/>
                    <a:gd name="connsiteY29" fmla="*/ 2148840 h 4168140"/>
                    <a:gd name="connsiteX30" fmla="*/ 2682240 w 11737340"/>
                    <a:gd name="connsiteY30" fmla="*/ 2186940 h 4168140"/>
                    <a:gd name="connsiteX31" fmla="*/ 2743200 w 11737340"/>
                    <a:gd name="connsiteY31" fmla="*/ 2209800 h 4168140"/>
                    <a:gd name="connsiteX32" fmla="*/ 2811780 w 11737340"/>
                    <a:gd name="connsiteY32" fmla="*/ 2247900 h 4168140"/>
                    <a:gd name="connsiteX33" fmla="*/ 2887980 w 11737340"/>
                    <a:gd name="connsiteY33" fmla="*/ 2301240 h 4168140"/>
                    <a:gd name="connsiteX34" fmla="*/ 2979420 w 11737340"/>
                    <a:gd name="connsiteY34" fmla="*/ 2385060 h 4168140"/>
                    <a:gd name="connsiteX35" fmla="*/ 3055620 w 11737340"/>
                    <a:gd name="connsiteY35" fmla="*/ 2461260 h 4168140"/>
                    <a:gd name="connsiteX36" fmla="*/ 3139440 w 11737340"/>
                    <a:gd name="connsiteY36" fmla="*/ 2537460 h 4168140"/>
                    <a:gd name="connsiteX37" fmla="*/ 3261360 w 11737340"/>
                    <a:gd name="connsiteY37" fmla="*/ 2628900 h 4168140"/>
                    <a:gd name="connsiteX38" fmla="*/ 3345180 w 11737340"/>
                    <a:gd name="connsiteY38" fmla="*/ 2720340 h 4168140"/>
                    <a:gd name="connsiteX39" fmla="*/ 3444240 w 11737340"/>
                    <a:gd name="connsiteY39" fmla="*/ 2796540 h 4168140"/>
                    <a:gd name="connsiteX40" fmla="*/ 3558540 w 11737340"/>
                    <a:gd name="connsiteY40" fmla="*/ 2872740 h 4168140"/>
                    <a:gd name="connsiteX41" fmla="*/ 3619500 w 11737340"/>
                    <a:gd name="connsiteY41" fmla="*/ 2979420 h 4168140"/>
                    <a:gd name="connsiteX42" fmla="*/ 3619500 w 11737340"/>
                    <a:gd name="connsiteY42" fmla="*/ 2979420 h 4168140"/>
                    <a:gd name="connsiteX43" fmla="*/ 3649980 w 11737340"/>
                    <a:gd name="connsiteY43" fmla="*/ 3048000 h 4168140"/>
                    <a:gd name="connsiteX44" fmla="*/ 3703320 w 11737340"/>
                    <a:gd name="connsiteY44" fmla="*/ 3086100 h 4168140"/>
                    <a:gd name="connsiteX45" fmla="*/ 3764280 w 11737340"/>
                    <a:gd name="connsiteY45" fmla="*/ 3063240 h 4168140"/>
                    <a:gd name="connsiteX46" fmla="*/ 3848100 w 11737340"/>
                    <a:gd name="connsiteY46" fmla="*/ 3025140 h 4168140"/>
                    <a:gd name="connsiteX47" fmla="*/ 3916680 w 11737340"/>
                    <a:gd name="connsiteY47" fmla="*/ 3032760 h 4168140"/>
                    <a:gd name="connsiteX48" fmla="*/ 4030980 w 11737340"/>
                    <a:gd name="connsiteY48" fmla="*/ 3063240 h 4168140"/>
                    <a:gd name="connsiteX49" fmla="*/ 4137660 w 11737340"/>
                    <a:gd name="connsiteY49" fmla="*/ 3101340 h 4168140"/>
                    <a:gd name="connsiteX50" fmla="*/ 4259580 w 11737340"/>
                    <a:gd name="connsiteY50" fmla="*/ 3147060 h 4168140"/>
                    <a:gd name="connsiteX51" fmla="*/ 4381500 w 11737340"/>
                    <a:gd name="connsiteY51" fmla="*/ 3192780 h 4168140"/>
                    <a:gd name="connsiteX52" fmla="*/ 4526280 w 11737340"/>
                    <a:gd name="connsiteY52" fmla="*/ 3276600 h 4168140"/>
                    <a:gd name="connsiteX53" fmla="*/ 4587240 w 11737340"/>
                    <a:gd name="connsiteY53" fmla="*/ 3299460 h 4168140"/>
                    <a:gd name="connsiteX54" fmla="*/ 4610100 w 11737340"/>
                    <a:gd name="connsiteY54" fmla="*/ 3352800 h 4168140"/>
                    <a:gd name="connsiteX55" fmla="*/ 4648200 w 11737340"/>
                    <a:gd name="connsiteY55" fmla="*/ 3436620 h 4168140"/>
                    <a:gd name="connsiteX56" fmla="*/ 4671060 w 11737340"/>
                    <a:gd name="connsiteY56" fmla="*/ 3520440 h 4168140"/>
                    <a:gd name="connsiteX57" fmla="*/ 4678680 w 11737340"/>
                    <a:gd name="connsiteY57" fmla="*/ 3589020 h 4168140"/>
                    <a:gd name="connsiteX58" fmla="*/ 4686300 w 11737340"/>
                    <a:gd name="connsiteY58" fmla="*/ 3649980 h 4168140"/>
                    <a:gd name="connsiteX59" fmla="*/ 4724400 w 11737340"/>
                    <a:gd name="connsiteY59" fmla="*/ 3680460 h 4168140"/>
                    <a:gd name="connsiteX60" fmla="*/ 4785360 w 11737340"/>
                    <a:gd name="connsiteY60" fmla="*/ 3672840 h 4168140"/>
                    <a:gd name="connsiteX61" fmla="*/ 4869180 w 11737340"/>
                    <a:gd name="connsiteY61" fmla="*/ 3703320 h 4168140"/>
                    <a:gd name="connsiteX62" fmla="*/ 4914900 w 11737340"/>
                    <a:gd name="connsiteY62" fmla="*/ 3756660 h 4168140"/>
                    <a:gd name="connsiteX63" fmla="*/ 5105400 w 11737340"/>
                    <a:gd name="connsiteY63" fmla="*/ 3832860 h 4168140"/>
                    <a:gd name="connsiteX64" fmla="*/ 5173980 w 11737340"/>
                    <a:gd name="connsiteY64" fmla="*/ 3886200 h 4168140"/>
                    <a:gd name="connsiteX65" fmla="*/ 5242560 w 11737340"/>
                    <a:gd name="connsiteY65" fmla="*/ 3924300 h 4168140"/>
                    <a:gd name="connsiteX66" fmla="*/ 5364480 w 11737340"/>
                    <a:gd name="connsiteY66" fmla="*/ 3962400 h 4168140"/>
                    <a:gd name="connsiteX67" fmla="*/ 5516880 w 11737340"/>
                    <a:gd name="connsiteY67" fmla="*/ 4046220 h 4168140"/>
                    <a:gd name="connsiteX68" fmla="*/ 5585460 w 11737340"/>
                    <a:gd name="connsiteY68" fmla="*/ 4099560 h 4168140"/>
                    <a:gd name="connsiteX69" fmla="*/ 5661660 w 11737340"/>
                    <a:gd name="connsiteY69" fmla="*/ 4122420 h 4168140"/>
                    <a:gd name="connsiteX70" fmla="*/ 5745480 w 11737340"/>
                    <a:gd name="connsiteY70" fmla="*/ 4130040 h 4168140"/>
                    <a:gd name="connsiteX71" fmla="*/ 5836920 w 11737340"/>
                    <a:gd name="connsiteY71" fmla="*/ 4130040 h 4168140"/>
                    <a:gd name="connsiteX72" fmla="*/ 5951220 w 11737340"/>
                    <a:gd name="connsiteY72" fmla="*/ 4145280 h 4168140"/>
                    <a:gd name="connsiteX73" fmla="*/ 6035040 w 11737340"/>
                    <a:gd name="connsiteY73" fmla="*/ 4168140 h 4168140"/>
                    <a:gd name="connsiteX74" fmla="*/ 6149340 w 11737340"/>
                    <a:gd name="connsiteY74" fmla="*/ 4137660 h 4168140"/>
                    <a:gd name="connsiteX75" fmla="*/ 6286500 w 11737340"/>
                    <a:gd name="connsiteY75" fmla="*/ 4114800 h 4168140"/>
                    <a:gd name="connsiteX76" fmla="*/ 6393180 w 11737340"/>
                    <a:gd name="connsiteY76" fmla="*/ 4053840 h 4168140"/>
                    <a:gd name="connsiteX77" fmla="*/ 6484620 w 11737340"/>
                    <a:gd name="connsiteY77" fmla="*/ 4038600 h 4168140"/>
                    <a:gd name="connsiteX78" fmla="*/ 6583680 w 11737340"/>
                    <a:gd name="connsiteY78" fmla="*/ 3970020 h 4168140"/>
                    <a:gd name="connsiteX79" fmla="*/ 6697980 w 11737340"/>
                    <a:gd name="connsiteY79" fmla="*/ 3886200 h 4168140"/>
                    <a:gd name="connsiteX80" fmla="*/ 6728460 w 11737340"/>
                    <a:gd name="connsiteY80" fmla="*/ 3817620 h 4168140"/>
                    <a:gd name="connsiteX81" fmla="*/ 6842760 w 11737340"/>
                    <a:gd name="connsiteY81" fmla="*/ 3733800 h 4168140"/>
                    <a:gd name="connsiteX82" fmla="*/ 6972300 w 11737340"/>
                    <a:gd name="connsiteY82" fmla="*/ 3642360 h 4168140"/>
                    <a:gd name="connsiteX83" fmla="*/ 7078980 w 11737340"/>
                    <a:gd name="connsiteY83" fmla="*/ 3528060 h 4168140"/>
                    <a:gd name="connsiteX84" fmla="*/ 7139940 w 11737340"/>
                    <a:gd name="connsiteY84" fmla="*/ 3444240 h 4168140"/>
                    <a:gd name="connsiteX85" fmla="*/ 7269480 w 11737340"/>
                    <a:gd name="connsiteY85" fmla="*/ 3284220 h 4168140"/>
                    <a:gd name="connsiteX86" fmla="*/ 7330440 w 11737340"/>
                    <a:gd name="connsiteY86" fmla="*/ 3185160 h 4168140"/>
                    <a:gd name="connsiteX87" fmla="*/ 7376160 w 11737340"/>
                    <a:gd name="connsiteY87" fmla="*/ 3116580 h 4168140"/>
                    <a:gd name="connsiteX88" fmla="*/ 7444740 w 11737340"/>
                    <a:gd name="connsiteY88" fmla="*/ 3093720 h 4168140"/>
                    <a:gd name="connsiteX89" fmla="*/ 7513320 w 11737340"/>
                    <a:gd name="connsiteY89" fmla="*/ 3101340 h 4168140"/>
                    <a:gd name="connsiteX90" fmla="*/ 7574280 w 11737340"/>
                    <a:gd name="connsiteY90" fmla="*/ 3078480 h 4168140"/>
                    <a:gd name="connsiteX91" fmla="*/ 7726680 w 11737340"/>
                    <a:gd name="connsiteY91" fmla="*/ 3108960 h 4168140"/>
                    <a:gd name="connsiteX92" fmla="*/ 7833360 w 11737340"/>
                    <a:gd name="connsiteY92" fmla="*/ 3162300 h 4168140"/>
                    <a:gd name="connsiteX93" fmla="*/ 7962900 w 11737340"/>
                    <a:gd name="connsiteY93" fmla="*/ 3192780 h 4168140"/>
                    <a:gd name="connsiteX94" fmla="*/ 8161020 w 11737340"/>
                    <a:gd name="connsiteY94" fmla="*/ 3268980 h 4168140"/>
                    <a:gd name="connsiteX95" fmla="*/ 8290560 w 11737340"/>
                    <a:gd name="connsiteY95" fmla="*/ 3337560 h 4168140"/>
                    <a:gd name="connsiteX96" fmla="*/ 8382000 w 11737340"/>
                    <a:gd name="connsiteY96" fmla="*/ 3360420 h 4168140"/>
                    <a:gd name="connsiteX97" fmla="*/ 8458200 w 11737340"/>
                    <a:gd name="connsiteY97" fmla="*/ 3398520 h 4168140"/>
                    <a:gd name="connsiteX98" fmla="*/ 8595360 w 11737340"/>
                    <a:gd name="connsiteY98" fmla="*/ 3512820 h 4168140"/>
                    <a:gd name="connsiteX99" fmla="*/ 8641080 w 11737340"/>
                    <a:gd name="connsiteY99" fmla="*/ 3566160 h 4168140"/>
                    <a:gd name="connsiteX100" fmla="*/ 8702040 w 11737340"/>
                    <a:gd name="connsiteY100" fmla="*/ 3604260 h 4168140"/>
                    <a:gd name="connsiteX101" fmla="*/ 8763000 w 11737340"/>
                    <a:gd name="connsiteY101" fmla="*/ 3634740 h 4168140"/>
                    <a:gd name="connsiteX102" fmla="*/ 8846820 w 11737340"/>
                    <a:gd name="connsiteY102" fmla="*/ 3632200 h 4168140"/>
                    <a:gd name="connsiteX103" fmla="*/ 8968740 w 11737340"/>
                    <a:gd name="connsiteY103" fmla="*/ 3634740 h 4168140"/>
                    <a:gd name="connsiteX104" fmla="*/ 9060180 w 11737340"/>
                    <a:gd name="connsiteY104" fmla="*/ 3642360 h 4168140"/>
                    <a:gd name="connsiteX105" fmla="*/ 9151620 w 11737340"/>
                    <a:gd name="connsiteY105" fmla="*/ 3657600 h 4168140"/>
                    <a:gd name="connsiteX106" fmla="*/ 9230360 w 11737340"/>
                    <a:gd name="connsiteY106" fmla="*/ 3657600 h 4168140"/>
                    <a:gd name="connsiteX107" fmla="*/ 9331960 w 11737340"/>
                    <a:gd name="connsiteY107" fmla="*/ 3629660 h 4168140"/>
                    <a:gd name="connsiteX108" fmla="*/ 9433560 w 11737340"/>
                    <a:gd name="connsiteY108" fmla="*/ 3589020 h 4168140"/>
                    <a:gd name="connsiteX109" fmla="*/ 9509760 w 11737340"/>
                    <a:gd name="connsiteY109" fmla="*/ 3528060 h 4168140"/>
                    <a:gd name="connsiteX110" fmla="*/ 9646920 w 11737340"/>
                    <a:gd name="connsiteY110" fmla="*/ 3489960 h 4168140"/>
                    <a:gd name="connsiteX111" fmla="*/ 9784080 w 11737340"/>
                    <a:gd name="connsiteY111" fmla="*/ 3444240 h 4168140"/>
                    <a:gd name="connsiteX112" fmla="*/ 9860280 w 11737340"/>
                    <a:gd name="connsiteY112" fmla="*/ 3383280 h 4168140"/>
                    <a:gd name="connsiteX113" fmla="*/ 9921240 w 11737340"/>
                    <a:gd name="connsiteY113" fmla="*/ 3314700 h 4168140"/>
                    <a:gd name="connsiteX114" fmla="*/ 9997440 w 11737340"/>
                    <a:gd name="connsiteY114" fmla="*/ 3208020 h 4168140"/>
                    <a:gd name="connsiteX115" fmla="*/ 10043160 w 11737340"/>
                    <a:gd name="connsiteY115" fmla="*/ 3101340 h 4168140"/>
                    <a:gd name="connsiteX116" fmla="*/ 10104120 w 11737340"/>
                    <a:gd name="connsiteY116" fmla="*/ 3017520 h 4168140"/>
                    <a:gd name="connsiteX117" fmla="*/ 10157460 w 11737340"/>
                    <a:gd name="connsiteY117" fmla="*/ 2933700 h 4168140"/>
                    <a:gd name="connsiteX118" fmla="*/ 10218420 w 11737340"/>
                    <a:gd name="connsiteY118" fmla="*/ 2849880 h 4168140"/>
                    <a:gd name="connsiteX119" fmla="*/ 10294620 w 11737340"/>
                    <a:gd name="connsiteY119" fmla="*/ 2735580 h 4168140"/>
                    <a:gd name="connsiteX120" fmla="*/ 10347960 w 11737340"/>
                    <a:gd name="connsiteY120" fmla="*/ 2621280 h 4168140"/>
                    <a:gd name="connsiteX121" fmla="*/ 10431780 w 11737340"/>
                    <a:gd name="connsiteY121" fmla="*/ 2499360 h 4168140"/>
                    <a:gd name="connsiteX122" fmla="*/ 10500360 w 11737340"/>
                    <a:gd name="connsiteY122" fmla="*/ 2354580 h 4168140"/>
                    <a:gd name="connsiteX123" fmla="*/ 10553700 w 11737340"/>
                    <a:gd name="connsiteY123" fmla="*/ 2263140 h 4168140"/>
                    <a:gd name="connsiteX124" fmla="*/ 10584180 w 11737340"/>
                    <a:gd name="connsiteY124" fmla="*/ 2194560 h 4168140"/>
                    <a:gd name="connsiteX125" fmla="*/ 10624820 w 11737340"/>
                    <a:gd name="connsiteY125" fmla="*/ 2125980 h 4168140"/>
                    <a:gd name="connsiteX126" fmla="*/ 10675620 w 11737340"/>
                    <a:gd name="connsiteY126" fmla="*/ 2049780 h 4168140"/>
                    <a:gd name="connsiteX127" fmla="*/ 10690860 w 11737340"/>
                    <a:gd name="connsiteY127" fmla="*/ 1988820 h 4168140"/>
                    <a:gd name="connsiteX128" fmla="*/ 10713720 w 11737340"/>
                    <a:gd name="connsiteY128" fmla="*/ 1927860 h 4168140"/>
                    <a:gd name="connsiteX129" fmla="*/ 10767060 w 11737340"/>
                    <a:gd name="connsiteY129" fmla="*/ 1859280 h 4168140"/>
                    <a:gd name="connsiteX130" fmla="*/ 10873740 w 11737340"/>
                    <a:gd name="connsiteY130" fmla="*/ 1828800 h 4168140"/>
                    <a:gd name="connsiteX131" fmla="*/ 11079480 w 11737340"/>
                    <a:gd name="connsiteY131" fmla="*/ 1767840 h 4168140"/>
                    <a:gd name="connsiteX132" fmla="*/ 11247120 w 11737340"/>
                    <a:gd name="connsiteY132" fmla="*/ 1684020 h 4168140"/>
                    <a:gd name="connsiteX133" fmla="*/ 11407140 w 11737340"/>
                    <a:gd name="connsiteY133" fmla="*/ 1628140 h 4168140"/>
                    <a:gd name="connsiteX134" fmla="*/ 11490960 w 11737340"/>
                    <a:gd name="connsiteY134" fmla="*/ 1577340 h 4168140"/>
                    <a:gd name="connsiteX135" fmla="*/ 11635740 w 11737340"/>
                    <a:gd name="connsiteY135" fmla="*/ 1508760 h 4168140"/>
                    <a:gd name="connsiteX136" fmla="*/ 11737340 w 11737340"/>
                    <a:gd name="connsiteY136" fmla="*/ 1442720 h 4168140"/>
                    <a:gd name="connsiteX137" fmla="*/ 11620500 w 11737340"/>
                    <a:gd name="connsiteY137" fmla="*/ 1417320 h 4168140"/>
                    <a:gd name="connsiteX138" fmla="*/ 11567160 w 11737340"/>
                    <a:gd name="connsiteY138" fmla="*/ 1379220 h 4168140"/>
                    <a:gd name="connsiteX139" fmla="*/ 11498580 w 11737340"/>
                    <a:gd name="connsiteY139" fmla="*/ 1318260 h 4168140"/>
                    <a:gd name="connsiteX140" fmla="*/ 11468100 w 11737340"/>
                    <a:gd name="connsiteY140" fmla="*/ 1280160 h 4168140"/>
                    <a:gd name="connsiteX141" fmla="*/ 11442700 w 11737340"/>
                    <a:gd name="connsiteY141" fmla="*/ 1231900 h 4168140"/>
                    <a:gd name="connsiteX142" fmla="*/ 11384280 w 11737340"/>
                    <a:gd name="connsiteY142" fmla="*/ 1310640 h 4168140"/>
                    <a:gd name="connsiteX143" fmla="*/ 11353800 w 11737340"/>
                    <a:gd name="connsiteY143" fmla="*/ 1356360 h 4168140"/>
                    <a:gd name="connsiteX144" fmla="*/ 11224260 w 11737340"/>
                    <a:gd name="connsiteY144" fmla="*/ 1417320 h 4168140"/>
                    <a:gd name="connsiteX145" fmla="*/ 11109960 w 11737340"/>
                    <a:gd name="connsiteY145" fmla="*/ 1463040 h 4168140"/>
                    <a:gd name="connsiteX146" fmla="*/ 10911840 w 11737340"/>
                    <a:gd name="connsiteY146" fmla="*/ 1524000 h 4168140"/>
                    <a:gd name="connsiteX147" fmla="*/ 10774680 w 11737340"/>
                    <a:gd name="connsiteY147" fmla="*/ 1546860 h 4168140"/>
                    <a:gd name="connsiteX148" fmla="*/ 10675620 w 11737340"/>
                    <a:gd name="connsiteY148" fmla="*/ 1615440 h 4168140"/>
                    <a:gd name="connsiteX149" fmla="*/ 10568940 w 11737340"/>
                    <a:gd name="connsiteY149" fmla="*/ 1676400 h 4168140"/>
                    <a:gd name="connsiteX150" fmla="*/ 10485120 w 11737340"/>
                    <a:gd name="connsiteY150" fmla="*/ 1760220 h 4168140"/>
                    <a:gd name="connsiteX151" fmla="*/ 10454640 w 11737340"/>
                    <a:gd name="connsiteY151" fmla="*/ 1836420 h 4168140"/>
                    <a:gd name="connsiteX152" fmla="*/ 10416540 w 11737340"/>
                    <a:gd name="connsiteY152" fmla="*/ 1927860 h 4168140"/>
                    <a:gd name="connsiteX153" fmla="*/ 10401300 w 11737340"/>
                    <a:gd name="connsiteY153" fmla="*/ 2004060 h 4168140"/>
                    <a:gd name="connsiteX154" fmla="*/ 10363200 w 11737340"/>
                    <a:gd name="connsiteY154" fmla="*/ 2095500 h 4168140"/>
                    <a:gd name="connsiteX155" fmla="*/ 10317480 w 11737340"/>
                    <a:gd name="connsiteY155" fmla="*/ 2225040 h 4168140"/>
                    <a:gd name="connsiteX156" fmla="*/ 10287000 w 11737340"/>
                    <a:gd name="connsiteY156" fmla="*/ 2346960 h 4168140"/>
                    <a:gd name="connsiteX157" fmla="*/ 10218420 w 11737340"/>
                    <a:gd name="connsiteY157" fmla="*/ 2499360 h 4168140"/>
                    <a:gd name="connsiteX158" fmla="*/ 10134600 w 11737340"/>
                    <a:gd name="connsiteY158" fmla="*/ 2621280 h 4168140"/>
                    <a:gd name="connsiteX159" fmla="*/ 10043160 w 11737340"/>
                    <a:gd name="connsiteY159" fmla="*/ 2735580 h 4168140"/>
                    <a:gd name="connsiteX160" fmla="*/ 9974580 w 11737340"/>
                    <a:gd name="connsiteY160" fmla="*/ 2857500 h 4168140"/>
                    <a:gd name="connsiteX161" fmla="*/ 9906000 w 11737340"/>
                    <a:gd name="connsiteY161" fmla="*/ 2941320 h 4168140"/>
                    <a:gd name="connsiteX162" fmla="*/ 9860280 w 11737340"/>
                    <a:gd name="connsiteY162" fmla="*/ 3032760 h 4168140"/>
                    <a:gd name="connsiteX163" fmla="*/ 9806940 w 11737340"/>
                    <a:gd name="connsiteY163" fmla="*/ 3116580 h 4168140"/>
                    <a:gd name="connsiteX164" fmla="*/ 9715500 w 11737340"/>
                    <a:gd name="connsiteY164" fmla="*/ 3208020 h 4168140"/>
                    <a:gd name="connsiteX165" fmla="*/ 9616440 w 11737340"/>
                    <a:gd name="connsiteY165" fmla="*/ 3261360 h 4168140"/>
                    <a:gd name="connsiteX166" fmla="*/ 9532620 w 11737340"/>
                    <a:gd name="connsiteY166" fmla="*/ 3329940 h 4168140"/>
                    <a:gd name="connsiteX167" fmla="*/ 9471660 w 11737340"/>
                    <a:gd name="connsiteY167" fmla="*/ 3375660 h 4168140"/>
                    <a:gd name="connsiteX168" fmla="*/ 9410700 w 11737340"/>
                    <a:gd name="connsiteY168" fmla="*/ 3429000 h 4168140"/>
                    <a:gd name="connsiteX169" fmla="*/ 9288780 w 11737340"/>
                    <a:gd name="connsiteY169" fmla="*/ 3436620 h 4168140"/>
                    <a:gd name="connsiteX170" fmla="*/ 9166860 w 11737340"/>
                    <a:gd name="connsiteY170" fmla="*/ 3444240 h 4168140"/>
                    <a:gd name="connsiteX171" fmla="*/ 9029700 w 11737340"/>
                    <a:gd name="connsiteY171" fmla="*/ 3413760 h 4168140"/>
                    <a:gd name="connsiteX172" fmla="*/ 8823960 w 11737340"/>
                    <a:gd name="connsiteY172" fmla="*/ 3360420 h 4168140"/>
                    <a:gd name="connsiteX173" fmla="*/ 8679180 w 11737340"/>
                    <a:gd name="connsiteY173" fmla="*/ 3329940 h 4168140"/>
                    <a:gd name="connsiteX174" fmla="*/ 8572500 w 11737340"/>
                    <a:gd name="connsiteY174" fmla="*/ 3276600 h 4168140"/>
                    <a:gd name="connsiteX175" fmla="*/ 8465820 w 11737340"/>
                    <a:gd name="connsiteY175" fmla="*/ 3215640 h 4168140"/>
                    <a:gd name="connsiteX176" fmla="*/ 8321040 w 11737340"/>
                    <a:gd name="connsiteY176" fmla="*/ 3177540 h 4168140"/>
                    <a:gd name="connsiteX177" fmla="*/ 8199120 w 11737340"/>
                    <a:gd name="connsiteY177" fmla="*/ 3131820 h 4168140"/>
                    <a:gd name="connsiteX178" fmla="*/ 8069580 w 11737340"/>
                    <a:gd name="connsiteY178" fmla="*/ 3078480 h 4168140"/>
                    <a:gd name="connsiteX179" fmla="*/ 7917180 w 11737340"/>
                    <a:gd name="connsiteY179" fmla="*/ 2994660 h 4168140"/>
                    <a:gd name="connsiteX180" fmla="*/ 7787640 w 11737340"/>
                    <a:gd name="connsiteY180" fmla="*/ 2971800 h 4168140"/>
                    <a:gd name="connsiteX181" fmla="*/ 7719060 w 11737340"/>
                    <a:gd name="connsiteY181" fmla="*/ 2933700 h 4168140"/>
                    <a:gd name="connsiteX182" fmla="*/ 7612380 w 11737340"/>
                    <a:gd name="connsiteY182" fmla="*/ 2903220 h 4168140"/>
                    <a:gd name="connsiteX183" fmla="*/ 7566660 w 11737340"/>
                    <a:gd name="connsiteY183" fmla="*/ 2887980 h 4168140"/>
                    <a:gd name="connsiteX184" fmla="*/ 7551420 w 11737340"/>
                    <a:gd name="connsiteY184" fmla="*/ 2849880 h 4168140"/>
                    <a:gd name="connsiteX185" fmla="*/ 7533640 w 11737340"/>
                    <a:gd name="connsiteY185" fmla="*/ 2788920 h 4168140"/>
                    <a:gd name="connsiteX186" fmla="*/ 7475220 w 11737340"/>
                    <a:gd name="connsiteY186" fmla="*/ 2857500 h 4168140"/>
                    <a:gd name="connsiteX187" fmla="*/ 7414260 w 11737340"/>
                    <a:gd name="connsiteY187" fmla="*/ 2887980 h 4168140"/>
                    <a:gd name="connsiteX188" fmla="*/ 7345680 w 11737340"/>
                    <a:gd name="connsiteY188" fmla="*/ 2971800 h 4168140"/>
                    <a:gd name="connsiteX189" fmla="*/ 7315200 w 11737340"/>
                    <a:gd name="connsiteY189" fmla="*/ 2994660 h 4168140"/>
                    <a:gd name="connsiteX190" fmla="*/ 7261860 w 11737340"/>
                    <a:gd name="connsiteY190" fmla="*/ 3009900 h 4168140"/>
                    <a:gd name="connsiteX191" fmla="*/ 7193280 w 11737340"/>
                    <a:gd name="connsiteY191" fmla="*/ 3025140 h 4168140"/>
                    <a:gd name="connsiteX192" fmla="*/ 7155180 w 11737340"/>
                    <a:gd name="connsiteY192" fmla="*/ 3078480 h 4168140"/>
                    <a:gd name="connsiteX193" fmla="*/ 7109460 w 11737340"/>
                    <a:gd name="connsiteY193" fmla="*/ 3154680 h 4168140"/>
                    <a:gd name="connsiteX194" fmla="*/ 7048500 w 11737340"/>
                    <a:gd name="connsiteY194" fmla="*/ 3246120 h 4168140"/>
                    <a:gd name="connsiteX195" fmla="*/ 6995160 w 11737340"/>
                    <a:gd name="connsiteY195" fmla="*/ 3307080 h 4168140"/>
                    <a:gd name="connsiteX196" fmla="*/ 6972300 w 11737340"/>
                    <a:gd name="connsiteY196" fmla="*/ 3352800 h 4168140"/>
                    <a:gd name="connsiteX197" fmla="*/ 6949440 w 11737340"/>
                    <a:gd name="connsiteY197" fmla="*/ 3413760 h 4168140"/>
                    <a:gd name="connsiteX198" fmla="*/ 6949440 w 11737340"/>
                    <a:gd name="connsiteY198" fmla="*/ 3413760 h 4168140"/>
                    <a:gd name="connsiteX199" fmla="*/ 6911340 w 11737340"/>
                    <a:gd name="connsiteY199" fmla="*/ 3474720 h 4168140"/>
                    <a:gd name="connsiteX200" fmla="*/ 6888480 w 11737340"/>
                    <a:gd name="connsiteY200" fmla="*/ 3505200 h 4168140"/>
                    <a:gd name="connsiteX201" fmla="*/ 6819900 w 11737340"/>
                    <a:gd name="connsiteY201" fmla="*/ 3566160 h 4168140"/>
                    <a:gd name="connsiteX202" fmla="*/ 6743700 w 11737340"/>
                    <a:gd name="connsiteY202" fmla="*/ 3581400 h 4168140"/>
                    <a:gd name="connsiteX203" fmla="*/ 6675120 w 11737340"/>
                    <a:gd name="connsiteY203" fmla="*/ 3657600 h 4168140"/>
                    <a:gd name="connsiteX204" fmla="*/ 6629400 w 11737340"/>
                    <a:gd name="connsiteY204" fmla="*/ 3718560 h 4168140"/>
                    <a:gd name="connsiteX205" fmla="*/ 6576060 w 11737340"/>
                    <a:gd name="connsiteY205" fmla="*/ 3779520 h 4168140"/>
                    <a:gd name="connsiteX206" fmla="*/ 6484620 w 11737340"/>
                    <a:gd name="connsiteY206" fmla="*/ 3817620 h 4168140"/>
                    <a:gd name="connsiteX207" fmla="*/ 6400800 w 11737340"/>
                    <a:gd name="connsiteY207" fmla="*/ 3832860 h 4168140"/>
                    <a:gd name="connsiteX208" fmla="*/ 6263640 w 11737340"/>
                    <a:gd name="connsiteY208" fmla="*/ 3870960 h 4168140"/>
                    <a:gd name="connsiteX209" fmla="*/ 6126480 w 11737340"/>
                    <a:gd name="connsiteY209" fmla="*/ 3901440 h 4168140"/>
                    <a:gd name="connsiteX210" fmla="*/ 6027420 w 11737340"/>
                    <a:gd name="connsiteY210" fmla="*/ 3916680 h 4168140"/>
                    <a:gd name="connsiteX211" fmla="*/ 5890260 w 11737340"/>
                    <a:gd name="connsiteY211" fmla="*/ 3878580 h 4168140"/>
                    <a:gd name="connsiteX212" fmla="*/ 5821680 w 11737340"/>
                    <a:gd name="connsiteY212" fmla="*/ 3863340 h 4168140"/>
                    <a:gd name="connsiteX213" fmla="*/ 5737860 w 11737340"/>
                    <a:gd name="connsiteY213" fmla="*/ 3825240 h 4168140"/>
                    <a:gd name="connsiteX214" fmla="*/ 5638800 w 11737340"/>
                    <a:gd name="connsiteY214" fmla="*/ 3794760 h 4168140"/>
                    <a:gd name="connsiteX215" fmla="*/ 5524500 w 11737340"/>
                    <a:gd name="connsiteY215" fmla="*/ 3756660 h 4168140"/>
                    <a:gd name="connsiteX216" fmla="*/ 5448300 w 11737340"/>
                    <a:gd name="connsiteY216" fmla="*/ 3718560 h 4168140"/>
                    <a:gd name="connsiteX217" fmla="*/ 5349240 w 11737340"/>
                    <a:gd name="connsiteY217" fmla="*/ 3657600 h 4168140"/>
                    <a:gd name="connsiteX218" fmla="*/ 5295900 w 11737340"/>
                    <a:gd name="connsiteY218" fmla="*/ 3619500 h 4168140"/>
                    <a:gd name="connsiteX219" fmla="*/ 5234940 w 11737340"/>
                    <a:gd name="connsiteY219" fmla="*/ 3596640 h 4168140"/>
                    <a:gd name="connsiteX220" fmla="*/ 5135880 w 11737340"/>
                    <a:gd name="connsiteY220" fmla="*/ 3550920 h 4168140"/>
                    <a:gd name="connsiteX221" fmla="*/ 5059680 w 11737340"/>
                    <a:gd name="connsiteY221" fmla="*/ 3505200 h 4168140"/>
                    <a:gd name="connsiteX222" fmla="*/ 5029200 w 11737340"/>
                    <a:gd name="connsiteY222" fmla="*/ 3482340 h 4168140"/>
                    <a:gd name="connsiteX223" fmla="*/ 4960620 w 11737340"/>
                    <a:gd name="connsiteY223" fmla="*/ 3413760 h 4168140"/>
                    <a:gd name="connsiteX224" fmla="*/ 4876800 w 11737340"/>
                    <a:gd name="connsiteY224" fmla="*/ 3299460 h 4168140"/>
                    <a:gd name="connsiteX225" fmla="*/ 4808220 w 11737340"/>
                    <a:gd name="connsiteY225" fmla="*/ 3200400 h 4168140"/>
                    <a:gd name="connsiteX226" fmla="*/ 4777740 w 11737340"/>
                    <a:gd name="connsiteY226" fmla="*/ 3147060 h 4168140"/>
                    <a:gd name="connsiteX227" fmla="*/ 4724400 w 11737340"/>
                    <a:gd name="connsiteY227" fmla="*/ 3108960 h 4168140"/>
                    <a:gd name="connsiteX228" fmla="*/ 4648200 w 11737340"/>
                    <a:gd name="connsiteY228" fmla="*/ 3063240 h 4168140"/>
                    <a:gd name="connsiteX229" fmla="*/ 4533900 w 11737340"/>
                    <a:gd name="connsiteY229" fmla="*/ 2979420 h 4168140"/>
                    <a:gd name="connsiteX230" fmla="*/ 4427220 w 11737340"/>
                    <a:gd name="connsiteY230" fmla="*/ 2941320 h 4168140"/>
                    <a:gd name="connsiteX231" fmla="*/ 4366260 w 11737340"/>
                    <a:gd name="connsiteY231" fmla="*/ 2903220 h 4168140"/>
                    <a:gd name="connsiteX232" fmla="*/ 4244340 w 11737340"/>
                    <a:gd name="connsiteY232" fmla="*/ 2842260 h 4168140"/>
                    <a:gd name="connsiteX233" fmla="*/ 4145280 w 11737340"/>
                    <a:gd name="connsiteY233" fmla="*/ 2811780 h 4168140"/>
                    <a:gd name="connsiteX234" fmla="*/ 4038600 w 11737340"/>
                    <a:gd name="connsiteY234" fmla="*/ 2804160 h 4168140"/>
                    <a:gd name="connsiteX235" fmla="*/ 3954780 w 11737340"/>
                    <a:gd name="connsiteY235" fmla="*/ 2819400 h 4168140"/>
                    <a:gd name="connsiteX236" fmla="*/ 3863340 w 11737340"/>
                    <a:gd name="connsiteY236" fmla="*/ 2804160 h 4168140"/>
                    <a:gd name="connsiteX237" fmla="*/ 3741420 w 11737340"/>
                    <a:gd name="connsiteY237" fmla="*/ 2781300 h 4168140"/>
                    <a:gd name="connsiteX238" fmla="*/ 3649980 w 11737340"/>
                    <a:gd name="connsiteY238" fmla="*/ 2743200 h 4168140"/>
                    <a:gd name="connsiteX239" fmla="*/ 3573780 w 11737340"/>
                    <a:gd name="connsiteY239" fmla="*/ 2674620 h 4168140"/>
                    <a:gd name="connsiteX240" fmla="*/ 3482340 w 11737340"/>
                    <a:gd name="connsiteY240" fmla="*/ 2621280 h 4168140"/>
                    <a:gd name="connsiteX241" fmla="*/ 3436620 w 11737340"/>
                    <a:gd name="connsiteY241" fmla="*/ 2552700 h 4168140"/>
                    <a:gd name="connsiteX242" fmla="*/ 3329940 w 11737340"/>
                    <a:gd name="connsiteY242" fmla="*/ 2423160 h 4168140"/>
                    <a:gd name="connsiteX243" fmla="*/ 3261360 w 11737340"/>
                    <a:gd name="connsiteY243" fmla="*/ 2324100 h 4168140"/>
                    <a:gd name="connsiteX244" fmla="*/ 3131820 w 11737340"/>
                    <a:gd name="connsiteY244" fmla="*/ 2209800 h 4168140"/>
                    <a:gd name="connsiteX245" fmla="*/ 3040380 w 11737340"/>
                    <a:gd name="connsiteY245" fmla="*/ 2141220 h 4168140"/>
                    <a:gd name="connsiteX246" fmla="*/ 2910840 w 11737340"/>
                    <a:gd name="connsiteY246" fmla="*/ 2034540 h 4168140"/>
                    <a:gd name="connsiteX247" fmla="*/ 2849880 w 11737340"/>
                    <a:gd name="connsiteY247" fmla="*/ 1958340 h 4168140"/>
                    <a:gd name="connsiteX248" fmla="*/ 2743200 w 11737340"/>
                    <a:gd name="connsiteY248" fmla="*/ 1889760 h 4168140"/>
                    <a:gd name="connsiteX249" fmla="*/ 2659380 w 11737340"/>
                    <a:gd name="connsiteY249" fmla="*/ 1844040 h 4168140"/>
                    <a:gd name="connsiteX250" fmla="*/ 2575560 w 11737340"/>
                    <a:gd name="connsiteY250" fmla="*/ 1744980 h 4168140"/>
                    <a:gd name="connsiteX251" fmla="*/ 2468880 w 11737340"/>
                    <a:gd name="connsiteY251" fmla="*/ 1645920 h 4168140"/>
                    <a:gd name="connsiteX252" fmla="*/ 2400300 w 11737340"/>
                    <a:gd name="connsiteY252" fmla="*/ 1607820 h 4168140"/>
                    <a:gd name="connsiteX253" fmla="*/ 2263140 w 11737340"/>
                    <a:gd name="connsiteY253" fmla="*/ 1501140 h 4168140"/>
                    <a:gd name="connsiteX254" fmla="*/ 2171700 w 11737340"/>
                    <a:gd name="connsiteY254" fmla="*/ 1432560 h 4168140"/>
                    <a:gd name="connsiteX255" fmla="*/ 2087880 w 11737340"/>
                    <a:gd name="connsiteY255" fmla="*/ 1363980 h 4168140"/>
                    <a:gd name="connsiteX256" fmla="*/ 1950720 w 11737340"/>
                    <a:gd name="connsiteY256" fmla="*/ 1272540 h 4168140"/>
                    <a:gd name="connsiteX257" fmla="*/ 1805940 w 11737340"/>
                    <a:gd name="connsiteY257" fmla="*/ 1135380 h 4168140"/>
                    <a:gd name="connsiteX258" fmla="*/ 1729740 w 11737340"/>
                    <a:gd name="connsiteY258" fmla="*/ 1089660 h 4168140"/>
                    <a:gd name="connsiteX259" fmla="*/ 1668780 w 11737340"/>
                    <a:gd name="connsiteY259" fmla="*/ 1043940 h 4168140"/>
                    <a:gd name="connsiteX260" fmla="*/ 1592580 w 11737340"/>
                    <a:gd name="connsiteY260" fmla="*/ 990600 h 4168140"/>
                    <a:gd name="connsiteX261" fmla="*/ 1470660 w 11737340"/>
                    <a:gd name="connsiteY261" fmla="*/ 891540 h 4168140"/>
                    <a:gd name="connsiteX262" fmla="*/ 1386840 w 11737340"/>
                    <a:gd name="connsiteY262" fmla="*/ 845820 h 4168140"/>
                    <a:gd name="connsiteX263" fmla="*/ 1318260 w 11737340"/>
                    <a:gd name="connsiteY263" fmla="*/ 784860 h 4168140"/>
                    <a:gd name="connsiteX264" fmla="*/ 1264920 w 11737340"/>
                    <a:gd name="connsiteY264" fmla="*/ 723900 h 4168140"/>
                    <a:gd name="connsiteX265" fmla="*/ 1181100 w 11737340"/>
                    <a:gd name="connsiteY265" fmla="*/ 647700 h 4168140"/>
                    <a:gd name="connsiteX266" fmla="*/ 1089660 w 11737340"/>
                    <a:gd name="connsiteY266" fmla="*/ 624840 h 4168140"/>
                    <a:gd name="connsiteX267" fmla="*/ 1021080 w 11737340"/>
                    <a:gd name="connsiteY267" fmla="*/ 586740 h 4168140"/>
                    <a:gd name="connsiteX268" fmla="*/ 937260 w 11737340"/>
                    <a:gd name="connsiteY268" fmla="*/ 548640 h 4168140"/>
                    <a:gd name="connsiteX269" fmla="*/ 830580 w 11737340"/>
                    <a:gd name="connsiteY269" fmla="*/ 510540 h 4168140"/>
                    <a:gd name="connsiteX270" fmla="*/ 754380 w 11737340"/>
                    <a:gd name="connsiteY270" fmla="*/ 457200 h 4168140"/>
                    <a:gd name="connsiteX271" fmla="*/ 708660 w 11737340"/>
                    <a:gd name="connsiteY271" fmla="*/ 419100 h 4168140"/>
                    <a:gd name="connsiteX272" fmla="*/ 609600 w 11737340"/>
                    <a:gd name="connsiteY272" fmla="*/ 396240 h 4168140"/>
                    <a:gd name="connsiteX273" fmla="*/ 548640 w 11737340"/>
                    <a:gd name="connsiteY273" fmla="*/ 320040 h 4168140"/>
                    <a:gd name="connsiteX274" fmla="*/ 510540 w 11737340"/>
                    <a:gd name="connsiteY274" fmla="*/ 251460 h 4168140"/>
                    <a:gd name="connsiteX275" fmla="*/ 464820 w 11737340"/>
                    <a:gd name="connsiteY275" fmla="*/ 190500 h 4168140"/>
                    <a:gd name="connsiteX276" fmla="*/ 411480 w 11737340"/>
                    <a:gd name="connsiteY276" fmla="*/ 137160 h 4168140"/>
                    <a:gd name="connsiteX277" fmla="*/ 373380 w 11737340"/>
                    <a:gd name="connsiteY277" fmla="*/ 45720 h 4168140"/>
                    <a:gd name="connsiteX278" fmla="*/ 342900 w 11737340"/>
                    <a:gd name="connsiteY278" fmla="*/ 0 h 4168140"/>
                    <a:gd name="connsiteX279" fmla="*/ 327660 w 11737340"/>
                    <a:gd name="connsiteY279" fmla="*/ 60960 h 4168140"/>
                    <a:gd name="connsiteX280" fmla="*/ 289560 w 11737340"/>
                    <a:gd name="connsiteY280" fmla="*/ 91440 h 4168140"/>
                    <a:gd name="connsiteX281" fmla="*/ 236220 w 11737340"/>
                    <a:gd name="connsiteY281" fmla="*/ 114300 h 4168140"/>
                    <a:gd name="connsiteX282" fmla="*/ 198120 w 11737340"/>
                    <a:gd name="connsiteY282" fmla="*/ 175260 h 4168140"/>
                    <a:gd name="connsiteX283" fmla="*/ 175260 w 11737340"/>
                    <a:gd name="connsiteY283" fmla="*/ 228600 h 4168140"/>
                    <a:gd name="connsiteX284" fmla="*/ 114300 w 11737340"/>
                    <a:gd name="connsiteY284" fmla="*/ 236220 h 4168140"/>
                    <a:gd name="connsiteX285" fmla="*/ 45720 w 11737340"/>
                    <a:gd name="connsiteY285" fmla="*/ 251460 h 4168140"/>
                    <a:gd name="connsiteX286" fmla="*/ 0 w 11737340"/>
                    <a:gd name="connsiteY286" fmla="*/ 281940 h 4168140"/>
                    <a:gd name="connsiteX287" fmla="*/ 68580 w 11737340"/>
                    <a:gd name="connsiteY287" fmla="*/ 320040 h 4168140"/>
                    <a:gd name="connsiteX0" fmla="*/ 68580 w 11737340"/>
                    <a:gd name="connsiteY0" fmla="*/ 320040 h 4168140"/>
                    <a:gd name="connsiteX1" fmla="*/ 121920 w 11737340"/>
                    <a:gd name="connsiteY1" fmla="*/ 381000 h 4168140"/>
                    <a:gd name="connsiteX2" fmla="*/ 198120 w 11737340"/>
                    <a:gd name="connsiteY2" fmla="*/ 419100 h 4168140"/>
                    <a:gd name="connsiteX3" fmla="*/ 320040 w 11737340"/>
                    <a:gd name="connsiteY3" fmla="*/ 510540 h 4168140"/>
                    <a:gd name="connsiteX4" fmla="*/ 411480 w 11737340"/>
                    <a:gd name="connsiteY4" fmla="*/ 563880 h 4168140"/>
                    <a:gd name="connsiteX5" fmla="*/ 472440 w 11737340"/>
                    <a:gd name="connsiteY5" fmla="*/ 632460 h 4168140"/>
                    <a:gd name="connsiteX6" fmla="*/ 601980 w 11737340"/>
                    <a:gd name="connsiteY6" fmla="*/ 708660 h 4168140"/>
                    <a:gd name="connsiteX7" fmla="*/ 739140 w 11737340"/>
                    <a:gd name="connsiteY7" fmla="*/ 784860 h 4168140"/>
                    <a:gd name="connsiteX8" fmla="*/ 861060 w 11737340"/>
                    <a:gd name="connsiteY8" fmla="*/ 868680 h 4168140"/>
                    <a:gd name="connsiteX9" fmla="*/ 944880 w 11737340"/>
                    <a:gd name="connsiteY9" fmla="*/ 952500 h 4168140"/>
                    <a:gd name="connsiteX10" fmla="*/ 1021080 w 11737340"/>
                    <a:gd name="connsiteY10" fmla="*/ 1005840 h 4168140"/>
                    <a:gd name="connsiteX11" fmla="*/ 1097280 w 11737340"/>
                    <a:gd name="connsiteY11" fmla="*/ 1043940 h 4168140"/>
                    <a:gd name="connsiteX12" fmla="*/ 1181100 w 11737340"/>
                    <a:gd name="connsiteY12" fmla="*/ 1104900 h 4168140"/>
                    <a:gd name="connsiteX13" fmla="*/ 1249680 w 11737340"/>
                    <a:gd name="connsiteY13" fmla="*/ 1150620 h 4168140"/>
                    <a:gd name="connsiteX14" fmla="*/ 1341120 w 11737340"/>
                    <a:gd name="connsiteY14" fmla="*/ 1196340 h 4168140"/>
                    <a:gd name="connsiteX15" fmla="*/ 1417320 w 11737340"/>
                    <a:gd name="connsiteY15" fmla="*/ 1257300 h 4168140"/>
                    <a:gd name="connsiteX16" fmla="*/ 1493520 w 11737340"/>
                    <a:gd name="connsiteY16" fmla="*/ 1333500 h 4168140"/>
                    <a:gd name="connsiteX17" fmla="*/ 1569720 w 11737340"/>
                    <a:gd name="connsiteY17" fmla="*/ 1356360 h 4168140"/>
                    <a:gd name="connsiteX18" fmla="*/ 1684020 w 11737340"/>
                    <a:gd name="connsiteY18" fmla="*/ 1424940 h 4168140"/>
                    <a:gd name="connsiteX19" fmla="*/ 1729740 w 11737340"/>
                    <a:gd name="connsiteY19" fmla="*/ 1485900 h 4168140"/>
                    <a:gd name="connsiteX20" fmla="*/ 1844040 w 11737340"/>
                    <a:gd name="connsiteY20" fmla="*/ 1569720 h 4168140"/>
                    <a:gd name="connsiteX21" fmla="*/ 1935480 w 11737340"/>
                    <a:gd name="connsiteY21" fmla="*/ 1615440 h 4168140"/>
                    <a:gd name="connsiteX22" fmla="*/ 2049780 w 11737340"/>
                    <a:gd name="connsiteY22" fmla="*/ 1691640 h 4168140"/>
                    <a:gd name="connsiteX23" fmla="*/ 2133600 w 11737340"/>
                    <a:gd name="connsiteY23" fmla="*/ 1729740 h 4168140"/>
                    <a:gd name="connsiteX24" fmla="*/ 2202180 w 11737340"/>
                    <a:gd name="connsiteY24" fmla="*/ 1805940 h 4168140"/>
                    <a:gd name="connsiteX25" fmla="*/ 2255520 w 11737340"/>
                    <a:gd name="connsiteY25" fmla="*/ 1821180 h 4168140"/>
                    <a:gd name="connsiteX26" fmla="*/ 2316480 w 11737340"/>
                    <a:gd name="connsiteY26" fmla="*/ 1866900 h 4168140"/>
                    <a:gd name="connsiteX27" fmla="*/ 2423160 w 11737340"/>
                    <a:gd name="connsiteY27" fmla="*/ 2004060 h 4168140"/>
                    <a:gd name="connsiteX28" fmla="*/ 2476500 w 11737340"/>
                    <a:gd name="connsiteY28" fmla="*/ 2087880 h 4168140"/>
                    <a:gd name="connsiteX29" fmla="*/ 2567940 w 11737340"/>
                    <a:gd name="connsiteY29" fmla="*/ 2148840 h 4168140"/>
                    <a:gd name="connsiteX30" fmla="*/ 2682240 w 11737340"/>
                    <a:gd name="connsiteY30" fmla="*/ 2186940 h 4168140"/>
                    <a:gd name="connsiteX31" fmla="*/ 2743200 w 11737340"/>
                    <a:gd name="connsiteY31" fmla="*/ 2209800 h 4168140"/>
                    <a:gd name="connsiteX32" fmla="*/ 2811780 w 11737340"/>
                    <a:gd name="connsiteY32" fmla="*/ 2247900 h 4168140"/>
                    <a:gd name="connsiteX33" fmla="*/ 2887980 w 11737340"/>
                    <a:gd name="connsiteY33" fmla="*/ 2301240 h 4168140"/>
                    <a:gd name="connsiteX34" fmla="*/ 2979420 w 11737340"/>
                    <a:gd name="connsiteY34" fmla="*/ 2385060 h 4168140"/>
                    <a:gd name="connsiteX35" fmla="*/ 3055620 w 11737340"/>
                    <a:gd name="connsiteY35" fmla="*/ 2461260 h 4168140"/>
                    <a:gd name="connsiteX36" fmla="*/ 3139440 w 11737340"/>
                    <a:gd name="connsiteY36" fmla="*/ 2537460 h 4168140"/>
                    <a:gd name="connsiteX37" fmla="*/ 3261360 w 11737340"/>
                    <a:gd name="connsiteY37" fmla="*/ 2628900 h 4168140"/>
                    <a:gd name="connsiteX38" fmla="*/ 3345180 w 11737340"/>
                    <a:gd name="connsiteY38" fmla="*/ 2720340 h 4168140"/>
                    <a:gd name="connsiteX39" fmla="*/ 3444240 w 11737340"/>
                    <a:gd name="connsiteY39" fmla="*/ 2796540 h 4168140"/>
                    <a:gd name="connsiteX40" fmla="*/ 3558540 w 11737340"/>
                    <a:gd name="connsiteY40" fmla="*/ 2872740 h 4168140"/>
                    <a:gd name="connsiteX41" fmla="*/ 3619500 w 11737340"/>
                    <a:gd name="connsiteY41" fmla="*/ 2979420 h 4168140"/>
                    <a:gd name="connsiteX42" fmla="*/ 3619500 w 11737340"/>
                    <a:gd name="connsiteY42" fmla="*/ 2979420 h 4168140"/>
                    <a:gd name="connsiteX43" fmla="*/ 3649980 w 11737340"/>
                    <a:gd name="connsiteY43" fmla="*/ 3048000 h 4168140"/>
                    <a:gd name="connsiteX44" fmla="*/ 3703320 w 11737340"/>
                    <a:gd name="connsiteY44" fmla="*/ 3086100 h 4168140"/>
                    <a:gd name="connsiteX45" fmla="*/ 3764280 w 11737340"/>
                    <a:gd name="connsiteY45" fmla="*/ 3063240 h 4168140"/>
                    <a:gd name="connsiteX46" fmla="*/ 3848100 w 11737340"/>
                    <a:gd name="connsiteY46" fmla="*/ 3025140 h 4168140"/>
                    <a:gd name="connsiteX47" fmla="*/ 3916680 w 11737340"/>
                    <a:gd name="connsiteY47" fmla="*/ 3032760 h 4168140"/>
                    <a:gd name="connsiteX48" fmla="*/ 4030980 w 11737340"/>
                    <a:gd name="connsiteY48" fmla="*/ 3063240 h 4168140"/>
                    <a:gd name="connsiteX49" fmla="*/ 4137660 w 11737340"/>
                    <a:gd name="connsiteY49" fmla="*/ 3101340 h 4168140"/>
                    <a:gd name="connsiteX50" fmla="*/ 4259580 w 11737340"/>
                    <a:gd name="connsiteY50" fmla="*/ 3147060 h 4168140"/>
                    <a:gd name="connsiteX51" fmla="*/ 4381500 w 11737340"/>
                    <a:gd name="connsiteY51" fmla="*/ 3192780 h 4168140"/>
                    <a:gd name="connsiteX52" fmla="*/ 4526280 w 11737340"/>
                    <a:gd name="connsiteY52" fmla="*/ 3276600 h 4168140"/>
                    <a:gd name="connsiteX53" fmla="*/ 4587240 w 11737340"/>
                    <a:gd name="connsiteY53" fmla="*/ 3299460 h 4168140"/>
                    <a:gd name="connsiteX54" fmla="*/ 4610100 w 11737340"/>
                    <a:gd name="connsiteY54" fmla="*/ 3352800 h 4168140"/>
                    <a:gd name="connsiteX55" fmla="*/ 4648200 w 11737340"/>
                    <a:gd name="connsiteY55" fmla="*/ 3436620 h 4168140"/>
                    <a:gd name="connsiteX56" fmla="*/ 4671060 w 11737340"/>
                    <a:gd name="connsiteY56" fmla="*/ 3520440 h 4168140"/>
                    <a:gd name="connsiteX57" fmla="*/ 4678680 w 11737340"/>
                    <a:gd name="connsiteY57" fmla="*/ 3589020 h 4168140"/>
                    <a:gd name="connsiteX58" fmla="*/ 4686300 w 11737340"/>
                    <a:gd name="connsiteY58" fmla="*/ 3649980 h 4168140"/>
                    <a:gd name="connsiteX59" fmla="*/ 4724400 w 11737340"/>
                    <a:gd name="connsiteY59" fmla="*/ 3680460 h 4168140"/>
                    <a:gd name="connsiteX60" fmla="*/ 4785360 w 11737340"/>
                    <a:gd name="connsiteY60" fmla="*/ 3672840 h 4168140"/>
                    <a:gd name="connsiteX61" fmla="*/ 4869180 w 11737340"/>
                    <a:gd name="connsiteY61" fmla="*/ 3703320 h 4168140"/>
                    <a:gd name="connsiteX62" fmla="*/ 4914900 w 11737340"/>
                    <a:gd name="connsiteY62" fmla="*/ 3756660 h 4168140"/>
                    <a:gd name="connsiteX63" fmla="*/ 5105400 w 11737340"/>
                    <a:gd name="connsiteY63" fmla="*/ 3832860 h 4168140"/>
                    <a:gd name="connsiteX64" fmla="*/ 5173980 w 11737340"/>
                    <a:gd name="connsiteY64" fmla="*/ 3886200 h 4168140"/>
                    <a:gd name="connsiteX65" fmla="*/ 5242560 w 11737340"/>
                    <a:gd name="connsiteY65" fmla="*/ 3924300 h 4168140"/>
                    <a:gd name="connsiteX66" fmla="*/ 5364480 w 11737340"/>
                    <a:gd name="connsiteY66" fmla="*/ 3962400 h 4168140"/>
                    <a:gd name="connsiteX67" fmla="*/ 5516880 w 11737340"/>
                    <a:gd name="connsiteY67" fmla="*/ 4046220 h 4168140"/>
                    <a:gd name="connsiteX68" fmla="*/ 5585460 w 11737340"/>
                    <a:gd name="connsiteY68" fmla="*/ 4099560 h 4168140"/>
                    <a:gd name="connsiteX69" fmla="*/ 5661660 w 11737340"/>
                    <a:gd name="connsiteY69" fmla="*/ 4122420 h 4168140"/>
                    <a:gd name="connsiteX70" fmla="*/ 5745480 w 11737340"/>
                    <a:gd name="connsiteY70" fmla="*/ 4130040 h 4168140"/>
                    <a:gd name="connsiteX71" fmla="*/ 5836920 w 11737340"/>
                    <a:gd name="connsiteY71" fmla="*/ 4130040 h 4168140"/>
                    <a:gd name="connsiteX72" fmla="*/ 5951220 w 11737340"/>
                    <a:gd name="connsiteY72" fmla="*/ 4145280 h 4168140"/>
                    <a:gd name="connsiteX73" fmla="*/ 6035040 w 11737340"/>
                    <a:gd name="connsiteY73" fmla="*/ 4168140 h 4168140"/>
                    <a:gd name="connsiteX74" fmla="*/ 6149340 w 11737340"/>
                    <a:gd name="connsiteY74" fmla="*/ 4137660 h 4168140"/>
                    <a:gd name="connsiteX75" fmla="*/ 6286500 w 11737340"/>
                    <a:gd name="connsiteY75" fmla="*/ 4114800 h 4168140"/>
                    <a:gd name="connsiteX76" fmla="*/ 6393180 w 11737340"/>
                    <a:gd name="connsiteY76" fmla="*/ 4053840 h 4168140"/>
                    <a:gd name="connsiteX77" fmla="*/ 6484620 w 11737340"/>
                    <a:gd name="connsiteY77" fmla="*/ 4038600 h 4168140"/>
                    <a:gd name="connsiteX78" fmla="*/ 6583680 w 11737340"/>
                    <a:gd name="connsiteY78" fmla="*/ 3970020 h 4168140"/>
                    <a:gd name="connsiteX79" fmla="*/ 6697980 w 11737340"/>
                    <a:gd name="connsiteY79" fmla="*/ 3886200 h 4168140"/>
                    <a:gd name="connsiteX80" fmla="*/ 6728460 w 11737340"/>
                    <a:gd name="connsiteY80" fmla="*/ 3817620 h 4168140"/>
                    <a:gd name="connsiteX81" fmla="*/ 6842760 w 11737340"/>
                    <a:gd name="connsiteY81" fmla="*/ 3733800 h 4168140"/>
                    <a:gd name="connsiteX82" fmla="*/ 6972300 w 11737340"/>
                    <a:gd name="connsiteY82" fmla="*/ 3642360 h 4168140"/>
                    <a:gd name="connsiteX83" fmla="*/ 7078980 w 11737340"/>
                    <a:gd name="connsiteY83" fmla="*/ 3528060 h 4168140"/>
                    <a:gd name="connsiteX84" fmla="*/ 7139940 w 11737340"/>
                    <a:gd name="connsiteY84" fmla="*/ 3444240 h 4168140"/>
                    <a:gd name="connsiteX85" fmla="*/ 7269480 w 11737340"/>
                    <a:gd name="connsiteY85" fmla="*/ 3284220 h 4168140"/>
                    <a:gd name="connsiteX86" fmla="*/ 7330440 w 11737340"/>
                    <a:gd name="connsiteY86" fmla="*/ 3185160 h 4168140"/>
                    <a:gd name="connsiteX87" fmla="*/ 7376160 w 11737340"/>
                    <a:gd name="connsiteY87" fmla="*/ 3116580 h 4168140"/>
                    <a:gd name="connsiteX88" fmla="*/ 7444740 w 11737340"/>
                    <a:gd name="connsiteY88" fmla="*/ 3093720 h 4168140"/>
                    <a:gd name="connsiteX89" fmla="*/ 7513320 w 11737340"/>
                    <a:gd name="connsiteY89" fmla="*/ 3101340 h 4168140"/>
                    <a:gd name="connsiteX90" fmla="*/ 7574280 w 11737340"/>
                    <a:gd name="connsiteY90" fmla="*/ 3078480 h 4168140"/>
                    <a:gd name="connsiteX91" fmla="*/ 7726680 w 11737340"/>
                    <a:gd name="connsiteY91" fmla="*/ 3108960 h 4168140"/>
                    <a:gd name="connsiteX92" fmla="*/ 7833360 w 11737340"/>
                    <a:gd name="connsiteY92" fmla="*/ 3162300 h 4168140"/>
                    <a:gd name="connsiteX93" fmla="*/ 7962900 w 11737340"/>
                    <a:gd name="connsiteY93" fmla="*/ 3192780 h 4168140"/>
                    <a:gd name="connsiteX94" fmla="*/ 8161020 w 11737340"/>
                    <a:gd name="connsiteY94" fmla="*/ 3268980 h 4168140"/>
                    <a:gd name="connsiteX95" fmla="*/ 8290560 w 11737340"/>
                    <a:gd name="connsiteY95" fmla="*/ 3337560 h 4168140"/>
                    <a:gd name="connsiteX96" fmla="*/ 8382000 w 11737340"/>
                    <a:gd name="connsiteY96" fmla="*/ 3360420 h 4168140"/>
                    <a:gd name="connsiteX97" fmla="*/ 8458200 w 11737340"/>
                    <a:gd name="connsiteY97" fmla="*/ 3398520 h 4168140"/>
                    <a:gd name="connsiteX98" fmla="*/ 8595360 w 11737340"/>
                    <a:gd name="connsiteY98" fmla="*/ 3512820 h 4168140"/>
                    <a:gd name="connsiteX99" fmla="*/ 8641080 w 11737340"/>
                    <a:gd name="connsiteY99" fmla="*/ 3566160 h 4168140"/>
                    <a:gd name="connsiteX100" fmla="*/ 8702040 w 11737340"/>
                    <a:gd name="connsiteY100" fmla="*/ 3604260 h 4168140"/>
                    <a:gd name="connsiteX101" fmla="*/ 8763000 w 11737340"/>
                    <a:gd name="connsiteY101" fmla="*/ 3634740 h 4168140"/>
                    <a:gd name="connsiteX102" fmla="*/ 8846820 w 11737340"/>
                    <a:gd name="connsiteY102" fmla="*/ 3632200 h 4168140"/>
                    <a:gd name="connsiteX103" fmla="*/ 8968740 w 11737340"/>
                    <a:gd name="connsiteY103" fmla="*/ 3634740 h 4168140"/>
                    <a:gd name="connsiteX104" fmla="*/ 9060180 w 11737340"/>
                    <a:gd name="connsiteY104" fmla="*/ 3642360 h 4168140"/>
                    <a:gd name="connsiteX105" fmla="*/ 9151620 w 11737340"/>
                    <a:gd name="connsiteY105" fmla="*/ 3657600 h 4168140"/>
                    <a:gd name="connsiteX106" fmla="*/ 9230360 w 11737340"/>
                    <a:gd name="connsiteY106" fmla="*/ 3657600 h 4168140"/>
                    <a:gd name="connsiteX107" fmla="*/ 9331960 w 11737340"/>
                    <a:gd name="connsiteY107" fmla="*/ 3629660 h 4168140"/>
                    <a:gd name="connsiteX108" fmla="*/ 9433560 w 11737340"/>
                    <a:gd name="connsiteY108" fmla="*/ 3589020 h 4168140"/>
                    <a:gd name="connsiteX109" fmla="*/ 9535160 w 11737340"/>
                    <a:gd name="connsiteY109" fmla="*/ 3540760 h 4168140"/>
                    <a:gd name="connsiteX110" fmla="*/ 9646920 w 11737340"/>
                    <a:gd name="connsiteY110" fmla="*/ 3489960 h 4168140"/>
                    <a:gd name="connsiteX111" fmla="*/ 9784080 w 11737340"/>
                    <a:gd name="connsiteY111" fmla="*/ 3444240 h 4168140"/>
                    <a:gd name="connsiteX112" fmla="*/ 9860280 w 11737340"/>
                    <a:gd name="connsiteY112" fmla="*/ 3383280 h 4168140"/>
                    <a:gd name="connsiteX113" fmla="*/ 9921240 w 11737340"/>
                    <a:gd name="connsiteY113" fmla="*/ 3314700 h 4168140"/>
                    <a:gd name="connsiteX114" fmla="*/ 9997440 w 11737340"/>
                    <a:gd name="connsiteY114" fmla="*/ 3208020 h 4168140"/>
                    <a:gd name="connsiteX115" fmla="*/ 10043160 w 11737340"/>
                    <a:gd name="connsiteY115" fmla="*/ 3101340 h 4168140"/>
                    <a:gd name="connsiteX116" fmla="*/ 10104120 w 11737340"/>
                    <a:gd name="connsiteY116" fmla="*/ 3017520 h 4168140"/>
                    <a:gd name="connsiteX117" fmla="*/ 10157460 w 11737340"/>
                    <a:gd name="connsiteY117" fmla="*/ 2933700 h 4168140"/>
                    <a:gd name="connsiteX118" fmla="*/ 10218420 w 11737340"/>
                    <a:gd name="connsiteY118" fmla="*/ 2849880 h 4168140"/>
                    <a:gd name="connsiteX119" fmla="*/ 10294620 w 11737340"/>
                    <a:gd name="connsiteY119" fmla="*/ 2735580 h 4168140"/>
                    <a:gd name="connsiteX120" fmla="*/ 10347960 w 11737340"/>
                    <a:gd name="connsiteY120" fmla="*/ 2621280 h 4168140"/>
                    <a:gd name="connsiteX121" fmla="*/ 10431780 w 11737340"/>
                    <a:gd name="connsiteY121" fmla="*/ 2499360 h 4168140"/>
                    <a:gd name="connsiteX122" fmla="*/ 10500360 w 11737340"/>
                    <a:gd name="connsiteY122" fmla="*/ 2354580 h 4168140"/>
                    <a:gd name="connsiteX123" fmla="*/ 10553700 w 11737340"/>
                    <a:gd name="connsiteY123" fmla="*/ 2263140 h 4168140"/>
                    <a:gd name="connsiteX124" fmla="*/ 10584180 w 11737340"/>
                    <a:gd name="connsiteY124" fmla="*/ 2194560 h 4168140"/>
                    <a:gd name="connsiteX125" fmla="*/ 10624820 w 11737340"/>
                    <a:gd name="connsiteY125" fmla="*/ 2125980 h 4168140"/>
                    <a:gd name="connsiteX126" fmla="*/ 10675620 w 11737340"/>
                    <a:gd name="connsiteY126" fmla="*/ 2049780 h 4168140"/>
                    <a:gd name="connsiteX127" fmla="*/ 10690860 w 11737340"/>
                    <a:gd name="connsiteY127" fmla="*/ 1988820 h 4168140"/>
                    <a:gd name="connsiteX128" fmla="*/ 10713720 w 11737340"/>
                    <a:gd name="connsiteY128" fmla="*/ 1927860 h 4168140"/>
                    <a:gd name="connsiteX129" fmla="*/ 10767060 w 11737340"/>
                    <a:gd name="connsiteY129" fmla="*/ 1859280 h 4168140"/>
                    <a:gd name="connsiteX130" fmla="*/ 10873740 w 11737340"/>
                    <a:gd name="connsiteY130" fmla="*/ 1828800 h 4168140"/>
                    <a:gd name="connsiteX131" fmla="*/ 11079480 w 11737340"/>
                    <a:gd name="connsiteY131" fmla="*/ 1767840 h 4168140"/>
                    <a:gd name="connsiteX132" fmla="*/ 11247120 w 11737340"/>
                    <a:gd name="connsiteY132" fmla="*/ 1684020 h 4168140"/>
                    <a:gd name="connsiteX133" fmla="*/ 11407140 w 11737340"/>
                    <a:gd name="connsiteY133" fmla="*/ 1628140 h 4168140"/>
                    <a:gd name="connsiteX134" fmla="*/ 11490960 w 11737340"/>
                    <a:gd name="connsiteY134" fmla="*/ 1577340 h 4168140"/>
                    <a:gd name="connsiteX135" fmla="*/ 11635740 w 11737340"/>
                    <a:gd name="connsiteY135" fmla="*/ 1508760 h 4168140"/>
                    <a:gd name="connsiteX136" fmla="*/ 11737340 w 11737340"/>
                    <a:gd name="connsiteY136" fmla="*/ 1442720 h 4168140"/>
                    <a:gd name="connsiteX137" fmla="*/ 11620500 w 11737340"/>
                    <a:gd name="connsiteY137" fmla="*/ 1417320 h 4168140"/>
                    <a:gd name="connsiteX138" fmla="*/ 11567160 w 11737340"/>
                    <a:gd name="connsiteY138" fmla="*/ 1379220 h 4168140"/>
                    <a:gd name="connsiteX139" fmla="*/ 11498580 w 11737340"/>
                    <a:gd name="connsiteY139" fmla="*/ 1318260 h 4168140"/>
                    <a:gd name="connsiteX140" fmla="*/ 11468100 w 11737340"/>
                    <a:gd name="connsiteY140" fmla="*/ 1280160 h 4168140"/>
                    <a:gd name="connsiteX141" fmla="*/ 11442700 w 11737340"/>
                    <a:gd name="connsiteY141" fmla="*/ 1231900 h 4168140"/>
                    <a:gd name="connsiteX142" fmla="*/ 11384280 w 11737340"/>
                    <a:gd name="connsiteY142" fmla="*/ 1310640 h 4168140"/>
                    <a:gd name="connsiteX143" fmla="*/ 11353800 w 11737340"/>
                    <a:gd name="connsiteY143" fmla="*/ 1356360 h 4168140"/>
                    <a:gd name="connsiteX144" fmla="*/ 11224260 w 11737340"/>
                    <a:gd name="connsiteY144" fmla="*/ 1417320 h 4168140"/>
                    <a:gd name="connsiteX145" fmla="*/ 11109960 w 11737340"/>
                    <a:gd name="connsiteY145" fmla="*/ 1463040 h 4168140"/>
                    <a:gd name="connsiteX146" fmla="*/ 10911840 w 11737340"/>
                    <a:gd name="connsiteY146" fmla="*/ 1524000 h 4168140"/>
                    <a:gd name="connsiteX147" fmla="*/ 10774680 w 11737340"/>
                    <a:gd name="connsiteY147" fmla="*/ 1546860 h 4168140"/>
                    <a:gd name="connsiteX148" fmla="*/ 10675620 w 11737340"/>
                    <a:gd name="connsiteY148" fmla="*/ 1615440 h 4168140"/>
                    <a:gd name="connsiteX149" fmla="*/ 10568940 w 11737340"/>
                    <a:gd name="connsiteY149" fmla="*/ 1676400 h 4168140"/>
                    <a:gd name="connsiteX150" fmla="*/ 10485120 w 11737340"/>
                    <a:gd name="connsiteY150" fmla="*/ 1760220 h 4168140"/>
                    <a:gd name="connsiteX151" fmla="*/ 10454640 w 11737340"/>
                    <a:gd name="connsiteY151" fmla="*/ 1836420 h 4168140"/>
                    <a:gd name="connsiteX152" fmla="*/ 10416540 w 11737340"/>
                    <a:gd name="connsiteY152" fmla="*/ 1927860 h 4168140"/>
                    <a:gd name="connsiteX153" fmla="*/ 10401300 w 11737340"/>
                    <a:gd name="connsiteY153" fmla="*/ 2004060 h 4168140"/>
                    <a:gd name="connsiteX154" fmla="*/ 10363200 w 11737340"/>
                    <a:gd name="connsiteY154" fmla="*/ 2095500 h 4168140"/>
                    <a:gd name="connsiteX155" fmla="*/ 10317480 w 11737340"/>
                    <a:gd name="connsiteY155" fmla="*/ 2225040 h 4168140"/>
                    <a:gd name="connsiteX156" fmla="*/ 10287000 w 11737340"/>
                    <a:gd name="connsiteY156" fmla="*/ 2346960 h 4168140"/>
                    <a:gd name="connsiteX157" fmla="*/ 10218420 w 11737340"/>
                    <a:gd name="connsiteY157" fmla="*/ 2499360 h 4168140"/>
                    <a:gd name="connsiteX158" fmla="*/ 10134600 w 11737340"/>
                    <a:gd name="connsiteY158" fmla="*/ 2621280 h 4168140"/>
                    <a:gd name="connsiteX159" fmla="*/ 10043160 w 11737340"/>
                    <a:gd name="connsiteY159" fmla="*/ 2735580 h 4168140"/>
                    <a:gd name="connsiteX160" fmla="*/ 9974580 w 11737340"/>
                    <a:gd name="connsiteY160" fmla="*/ 2857500 h 4168140"/>
                    <a:gd name="connsiteX161" fmla="*/ 9906000 w 11737340"/>
                    <a:gd name="connsiteY161" fmla="*/ 2941320 h 4168140"/>
                    <a:gd name="connsiteX162" fmla="*/ 9860280 w 11737340"/>
                    <a:gd name="connsiteY162" fmla="*/ 3032760 h 4168140"/>
                    <a:gd name="connsiteX163" fmla="*/ 9806940 w 11737340"/>
                    <a:gd name="connsiteY163" fmla="*/ 3116580 h 4168140"/>
                    <a:gd name="connsiteX164" fmla="*/ 9715500 w 11737340"/>
                    <a:gd name="connsiteY164" fmla="*/ 3208020 h 4168140"/>
                    <a:gd name="connsiteX165" fmla="*/ 9616440 w 11737340"/>
                    <a:gd name="connsiteY165" fmla="*/ 3261360 h 4168140"/>
                    <a:gd name="connsiteX166" fmla="*/ 9532620 w 11737340"/>
                    <a:gd name="connsiteY166" fmla="*/ 3329940 h 4168140"/>
                    <a:gd name="connsiteX167" fmla="*/ 9471660 w 11737340"/>
                    <a:gd name="connsiteY167" fmla="*/ 3375660 h 4168140"/>
                    <a:gd name="connsiteX168" fmla="*/ 9410700 w 11737340"/>
                    <a:gd name="connsiteY168" fmla="*/ 3429000 h 4168140"/>
                    <a:gd name="connsiteX169" fmla="*/ 9288780 w 11737340"/>
                    <a:gd name="connsiteY169" fmla="*/ 3436620 h 4168140"/>
                    <a:gd name="connsiteX170" fmla="*/ 9166860 w 11737340"/>
                    <a:gd name="connsiteY170" fmla="*/ 3444240 h 4168140"/>
                    <a:gd name="connsiteX171" fmla="*/ 9029700 w 11737340"/>
                    <a:gd name="connsiteY171" fmla="*/ 3413760 h 4168140"/>
                    <a:gd name="connsiteX172" fmla="*/ 8823960 w 11737340"/>
                    <a:gd name="connsiteY172" fmla="*/ 3360420 h 4168140"/>
                    <a:gd name="connsiteX173" fmla="*/ 8679180 w 11737340"/>
                    <a:gd name="connsiteY173" fmla="*/ 3329940 h 4168140"/>
                    <a:gd name="connsiteX174" fmla="*/ 8572500 w 11737340"/>
                    <a:gd name="connsiteY174" fmla="*/ 3276600 h 4168140"/>
                    <a:gd name="connsiteX175" fmla="*/ 8465820 w 11737340"/>
                    <a:gd name="connsiteY175" fmla="*/ 3215640 h 4168140"/>
                    <a:gd name="connsiteX176" fmla="*/ 8321040 w 11737340"/>
                    <a:gd name="connsiteY176" fmla="*/ 3177540 h 4168140"/>
                    <a:gd name="connsiteX177" fmla="*/ 8199120 w 11737340"/>
                    <a:gd name="connsiteY177" fmla="*/ 3131820 h 4168140"/>
                    <a:gd name="connsiteX178" fmla="*/ 8069580 w 11737340"/>
                    <a:gd name="connsiteY178" fmla="*/ 3078480 h 4168140"/>
                    <a:gd name="connsiteX179" fmla="*/ 7917180 w 11737340"/>
                    <a:gd name="connsiteY179" fmla="*/ 2994660 h 4168140"/>
                    <a:gd name="connsiteX180" fmla="*/ 7787640 w 11737340"/>
                    <a:gd name="connsiteY180" fmla="*/ 2971800 h 4168140"/>
                    <a:gd name="connsiteX181" fmla="*/ 7719060 w 11737340"/>
                    <a:gd name="connsiteY181" fmla="*/ 2933700 h 4168140"/>
                    <a:gd name="connsiteX182" fmla="*/ 7612380 w 11737340"/>
                    <a:gd name="connsiteY182" fmla="*/ 2903220 h 4168140"/>
                    <a:gd name="connsiteX183" fmla="*/ 7566660 w 11737340"/>
                    <a:gd name="connsiteY183" fmla="*/ 2887980 h 4168140"/>
                    <a:gd name="connsiteX184" fmla="*/ 7551420 w 11737340"/>
                    <a:gd name="connsiteY184" fmla="*/ 2849880 h 4168140"/>
                    <a:gd name="connsiteX185" fmla="*/ 7533640 w 11737340"/>
                    <a:gd name="connsiteY185" fmla="*/ 2788920 h 4168140"/>
                    <a:gd name="connsiteX186" fmla="*/ 7475220 w 11737340"/>
                    <a:gd name="connsiteY186" fmla="*/ 2857500 h 4168140"/>
                    <a:gd name="connsiteX187" fmla="*/ 7414260 w 11737340"/>
                    <a:gd name="connsiteY187" fmla="*/ 2887980 h 4168140"/>
                    <a:gd name="connsiteX188" fmla="*/ 7345680 w 11737340"/>
                    <a:gd name="connsiteY188" fmla="*/ 2971800 h 4168140"/>
                    <a:gd name="connsiteX189" fmla="*/ 7315200 w 11737340"/>
                    <a:gd name="connsiteY189" fmla="*/ 2994660 h 4168140"/>
                    <a:gd name="connsiteX190" fmla="*/ 7261860 w 11737340"/>
                    <a:gd name="connsiteY190" fmla="*/ 3009900 h 4168140"/>
                    <a:gd name="connsiteX191" fmla="*/ 7193280 w 11737340"/>
                    <a:gd name="connsiteY191" fmla="*/ 3025140 h 4168140"/>
                    <a:gd name="connsiteX192" fmla="*/ 7155180 w 11737340"/>
                    <a:gd name="connsiteY192" fmla="*/ 3078480 h 4168140"/>
                    <a:gd name="connsiteX193" fmla="*/ 7109460 w 11737340"/>
                    <a:gd name="connsiteY193" fmla="*/ 3154680 h 4168140"/>
                    <a:gd name="connsiteX194" fmla="*/ 7048500 w 11737340"/>
                    <a:gd name="connsiteY194" fmla="*/ 3246120 h 4168140"/>
                    <a:gd name="connsiteX195" fmla="*/ 6995160 w 11737340"/>
                    <a:gd name="connsiteY195" fmla="*/ 3307080 h 4168140"/>
                    <a:gd name="connsiteX196" fmla="*/ 6972300 w 11737340"/>
                    <a:gd name="connsiteY196" fmla="*/ 3352800 h 4168140"/>
                    <a:gd name="connsiteX197" fmla="*/ 6949440 w 11737340"/>
                    <a:gd name="connsiteY197" fmla="*/ 3413760 h 4168140"/>
                    <a:gd name="connsiteX198" fmla="*/ 6949440 w 11737340"/>
                    <a:gd name="connsiteY198" fmla="*/ 3413760 h 4168140"/>
                    <a:gd name="connsiteX199" fmla="*/ 6911340 w 11737340"/>
                    <a:gd name="connsiteY199" fmla="*/ 3474720 h 4168140"/>
                    <a:gd name="connsiteX200" fmla="*/ 6888480 w 11737340"/>
                    <a:gd name="connsiteY200" fmla="*/ 3505200 h 4168140"/>
                    <a:gd name="connsiteX201" fmla="*/ 6819900 w 11737340"/>
                    <a:gd name="connsiteY201" fmla="*/ 3566160 h 4168140"/>
                    <a:gd name="connsiteX202" fmla="*/ 6743700 w 11737340"/>
                    <a:gd name="connsiteY202" fmla="*/ 3581400 h 4168140"/>
                    <a:gd name="connsiteX203" fmla="*/ 6675120 w 11737340"/>
                    <a:gd name="connsiteY203" fmla="*/ 3657600 h 4168140"/>
                    <a:gd name="connsiteX204" fmla="*/ 6629400 w 11737340"/>
                    <a:gd name="connsiteY204" fmla="*/ 3718560 h 4168140"/>
                    <a:gd name="connsiteX205" fmla="*/ 6576060 w 11737340"/>
                    <a:gd name="connsiteY205" fmla="*/ 3779520 h 4168140"/>
                    <a:gd name="connsiteX206" fmla="*/ 6484620 w 11737340"/>
                    <a:gd name="connsiteY206" fmla="*/ 3817620 h 4168140"/>
                    <a:gd name="connsiteX207" fmla="*/ 6400800 w 11737340"/>
                    <a:gd name="connsiteY207" fmla="*/ 3832860 h 4168140"/>
                    <a:gd name="connsiteX208" fmla="*/ 6263640 w 11737340"/>
                    <a:gd name="connsiteY208" fmla="*/ 3870960 h 4168140"/>
                    <a:gd name="connsiteX209" fmla="*/ 6126480 w 11737340"/>
                    <a:gd name="connsiteY209" fmla="*/ 3901440 h 4168140"/>
                    <a:gd name="connsiteX210" fmla="*/ 6027420 w 11737340"/>
                    <a:gd name="connsiteY210" fmla="*/ 3916680 h 4168140"/>
                    <a:gd name="connsiteX211" fmla="*/ 5890260 w 11737340"/>
                    <a:gd name="connsiteY211" fmla="*/ 3878580 h 4168140"/>
                    <a:gd name="connsiteX212" fmla="*/ 5821680 w 11737340"/>
                    <a:gd name="connsiteY212" fmla="*/ 3863340 h 4168140"/>
                    <a:gd name="connsiteX213" fmla="*/ 5737860 w 11737340"/>
                    <a:gd name="connsiteY213" fmla="*/ 3825240 h 4168140"/>
                    <a:gd name="connsiteX214" fmla="*/ 5638800 w 11737340"/>
                    <a:gd name="connsiteY214" fmla="*/ 3794760 h 4168140"/>
                    <a:gd name="connsiteX215" fmla="*/ 5524500 w 11737340"/>
                    <a:gd name="connsiteY215" fmla="*/ 3756660 h 4168140"/>
                    <a:gd name="connsiteX216" fmla="*/ 5448300 w 11737340"/>
                    <a:gd name="connsiteY216" fmla="*/ 3718560 h 4168140"/>
                    <a:gd name="connsiteX217" fmla="*/ 5349240 w 11737340"/>
                    <a:gd name="connsiteY217" fmla="*/ 3657600 h 4168140"/>
                    <a:gd name="connsiteX218" fmla="*/ 5295900 w 11737340"/>
                    <a:gd name="connsiteY218" fmla="*/ 3619500 h 4168140"/>
                    <a:gd name="connsiteX219" fmla="*/ 5234940 w 11737340"/>
                    <a:gd name="connsiteY219" fmla="*/ 3596640 h 4168140"/>
                    <a:gd name="connsiteX220" fmla="*/ 5135880 w 11737340"/>
                    <a:gd name="connsiteY220" fmla="*/ 3550920 h 4168140"/>
                    <a:gd name="connsiteX221" fmla="*/ 5059680 w 11737340"/>
                    <a:gd name="connsiteY221" fmla="*/ 3505200 h 4168140"/>
                    <a:gd name="connsiteX222" fmla="*/ 5029200 w 11737340"/>
                    <a:gd name="connsiteY222" fmla="*/ 3482340 h 4168140"/>
                    <a:gd name="connsiteX223" fmla="*/ 4960620 w 11737340"/>
                    <a:gd name="connsiteY223" fmla="*/ 3413760 h 4168140"/>
                    <a:gd name="connsiteX224" fmla="*/ 4876800 w 11737340"/>
                    <a:gd name="connsiteY224" fmla="*/ 3299460 h 4168140"/>
                    <a:gd name="connsiteX225" fmla="*/ 4808220 w 11737340"/>
                    <a:gd name="connsiteY225" fmla="*/ 3200400 h 4168140"/>
                    <a:gd name="connsiteX226" fmla="*/ 4777740 w 11737340"/>
                    <a:gd name="connsiteY226" fmla="*/ 3147060 h 4168140"/>
                    <a:gd name="connsiteX227" fmla="*/ 4724400 w 11737340"/>
                    <a:gd name="connsiteY227" fmla="*/ 3108960 h 4168140"/>
                    <a:gd name="connsiteX228" fmla="*/ 4648200 w 11737340"/>
                    <a:gd name="connsiteY228" fmla="*/ 3063240 h 4168140"/>
                    <a:gd name="connsiteX229" fmla="*/ 4533900 w 11737340"/>
                    <a:gd name="connsiteY229" fmla="*/ 2979420 h 4168140"/>
                    <a:gd name="connsiteX230" fmla="*/ 4427220 w 11737340"/>
                    <a:gd name="connsiteY230" fmla="*/ 2941320 h 4168140"/>
                    <a:gd name="connsiteX231" fmla="*/ 4366260 w 11737340"/>
                    <a:gd name="connsiteY231" fmla="*/ 2903220 h 4168140"/>
                    <a:gd name="connsiteX232" fmla="*/ 4244340 w 11737340"/>
                    <a:gd name="connsiteY232" fmla="*/ 2842260 h 4168140"/>
                    <a:gd name="connsiteX233" fmla="*/ 4145280 w 11737340"/>
                    <a:gd name="connsiteY233" fmla="*/ 2811780 h 4168140"/>
                    <a:gd name="connsiteX234" fmla="*/ 4038600 w 11737340"/>
                    <a:gd name="connsiteY234" fmla="*/ 2804160 h 4168140"/>
                    <a:gd name="connsiteX235" fmla="*/ 3954780 w 11737340"/>
                    <a:gd name="connsiteY235" fmla="*/ 2819400 h 4168140"/>
                    <a:gd name="connsiteX236" fmla="*/ 3863340 w 11737340"/>
                    <a:gd name="connsiteY236" fmla="*/ 2804160 h 4168140"/>
                    <a:gd name="connsiteX237" fmla="*/ 3741420 w 11737340"/>
                    <a:gd name="connsiteY237" fmla="*/ 2781300 h 4168140"/>
                    <a:gd name="connsiteX238" fmla="*/ 3649980 w 11737340"/>
                    <a:gd name="connsiteY238" fmla="*/ 2743200 h 4168140"/>
                    <a:gd name="connsiteX239" fmla="*/ 3573780 w 11737340"/>
                    <a:gd name="connsiteY239" fmla="*/ 2674620 h 4168140"/>
                    <a:gd name="connsiteX240" fmla="*/ 3482340 w 11737340"/>
                    <a:gd name="connsiteY240" fmla="*/ 2621280 h 4168140"/>
                    <a:gd name="connsiteX241" fmla="*/ 3436620 w 11737340"/>
                    <a:gd name="connsiteY241" fmla="*/ 2552700 h 4168140"/>
                    <a:gd name="connsiteX242" fmla="*/ 3329940 w 11737340"/>
                    <a:gd name="connsiteY242" fmla="*/ 2423160 h 4168140"/>
                    <a:gd name="connsiteX243" fmla="*/ 3261360 w 11737340"/>
                    <a:gd name="connsiteY243" fmla="*/ 2324100 h 4168140"/>
                    <a:gd name="connsiteX244" fmla="*/ 3131820 w 11737340"/>
                    <a:gd name="connsiteY244" fmla="*/ 2209800 h 4168140"/>
                    <a:gd name="connsiteX245" fmla="*/ 3040380 w 11737340"/>
                    <a:gd name="connsiteY245" fmla="*/ 2141220 h 4168140"/>
                    <a:gd name="connsiteX246" fmla="*/ 2910840 w 11737340"/>
                    <a:gd name="connsiteY246" fmla="*/ 2034540 h 4168140"/>
                    <a:gd name="connsiteX247" fmla="*/ 2849880 w 11737340"/>
                    <a:gd name="connsiteY247" fmla="*/ 1958340 h 4168140"/>
                    <a:gd name="connsiteX248" fmla="*/ 2743200 w 11737340"/>
                    <a:gd name="connsiteY248" fmla="*/ 1889760 h 4168140"/>
                    <a:gd name="connsiteX249" fmla="*/ 2659380 w 11737340"/>
                    <a:gd name="connsiteY249" fmla="*/ 1844040 h 4168140"/>
                    <a:gd name="connsiteX250" fmla="*/ 2575560 w 11737340"/>
                    <a:gd name="connsiteY250" fmla="*/ 1744980 h 4168140"/>
                    <a:gd name="connsiteX251" fmla="*/ 2468880 w 11737340"/>
                    <a:gd name="connsiteY251" fmla="*/ 1645920 h 4168140"/>
                    <a:gd name="connsiteX252" fmla="*/ 2400300 w 11737340"/>
                    <a:gd name="connsiteY252" fmla="*/ 1607820 h 4168140"/>
                    <a:gd name="connsiteX253" fmla="*/ 2263140 w 11737340"/>
                    <a:gd name="connsiteY253" fmla="*/ 1501140 h 4168140"/>
                    <a:gd name="connsiteX254" fmla="*/ 2171700 w 11737340"/>
                    <a:gd name="connsiteY254" fmla="*/ 1432560 h 4168140"/>
                    <a:gd name="connsiteX255" fmla="*/ 2087880 w 11737340"/>
                    <a:gd name="connsiteY255" fmla="*/ 1363980 h 4168140"/>
                    <a:gd name="connsiteX256" fmla="*/ 1950720 w 11737340"/>
                    <a:gd name="connsiteY256" fmla="*/ 1272540 h 4168140"/>
                    <a:gd name="connsiteX257" fmla="*/ 1805940 w 11737340"/>
                    <a:gd name="connsiteY257" fmla="*/ 1135380 h 4168140"/>
                    <a:gd name="connsiteX258" fmla="*/ 1729740 w 11737340"/>
                    <a:gd name="connsiteY258" fmla="*/ 1089660 h 4168140"/>
                    <a:gd name="connsiteX259" fmla="*/ 1668780 w 11737340"/>
                    <a:gd name="connsiteY259" fmla="*/ 1043940 h 4168140"/>
                    <a:gd name="connsiteX260" fmla="*/ 1592580 w 11737340"/>
                    <a:gd name="connsiteY260" fmla="*/ 990600 h 4168140"/>
                    <a:gd name="connsiteX261" fmla="*/ 1470660 w 11737340"/>
                    <a:gd name="connsiteY261" fmla="*/ 891540 h 4168140"/>
                    <a:gd name="connsiteX262" fmla="*/ 1386840 w 11737340"/>
                    <a:gd name="connsiteY262" fmla="*/ 845820 h 4168140"/>
                    <a:gd name="connsiteX263" fmla="*/ 1318260 w 11737340"/>
                    <a:gd name="connsiteY263" fmla="*/ 784860 h 4168140"/>
                    <a:gd name="connsiteX264" fmla="*/ 1264920 w 11737340"/>
                    <a:gd name="connsiteY264" fmla="*/ 723900 h 4168140"/>
                    <a:gd name="connsiteX265" fmla="*/ 1181100 w 11737340"/>
                    <a:gd name="connsiteY265" fmla="*/ 647700 h 4168140"/>
                    <a:gd name="connsiteX266" fmla="*/ 1089660 w 11737340"/>
                    <a:gd name="connsiteY266" fmla="*/ 624840 h 4168140"/>
                    <a:gd name="connsiteX267" fmla="*/ 1021080 w 11737340"/>
                    <a:gd name="connsiteY267" fmla="*/ 586740 h 4168140"/>
                    <a:gd name="connsiteX268" fmla="*/ 937260 w 11737340"/>
                    <a:gd name="connsiteY268" fmla="*/ 548640 h 4168140"/>
                    <a:gd name="connsiteX269" fmla="*/ 830580 w 11737340"/>
                    <a:gd name="connsiteY269" fmla="*/ 510540 h 4168140"/>
                    <a:gd name="connsiteX270" fmla="*/ 754380 w 11737340"/>
                    <a:gd name="connsiteY270" fmla="*/ 457200 h 4168140"/>
                    <a:gd name="connsiteX271" fmla="*/ 708660 w 11737340"/>
                    <a:gd name="connsiteY271" fmla="*/ 419100 h 4168140"/>
                    <a:gd name="connsiteX272" fmla="*/ 609600 w 11737340"/>
                    <a:gd name="connsiteY272" fmla="*/ 396240 h 4168140"/>
                    <a:gd name="connsiteX273" fmla="*/ 548640 w 11737340"/>
                    <a:gd name="connsiteY273" fmla="*/ 320040 h 4168140"/>
                    <a:gd name="connsiteX274" fmla="*/ 510540 w 11737340"/>
                    <a:gd name="connsiteY274" fmla="*/ 251460 h 4168140"/>
                    <a:gd name="connsiteX275" fmla="*/ 464820 w 11737340"/>
                    <a:gd name="connsiteY275" fmla="*/ 190500 h 4168140"/>
                    <a:gd name="connsiteX276" fmla="*/ 411480 w 11737340"/>
                    <a:gd name="connsiteY276" fmla="*/ 137160 h 4168140"/>
                    <a:gd name="connsiteX277" fmla="*/ 373380 w 11737340"/>
                    <a:gd name="connsiteY277" fmla="*/ 45720 h 4168140"/>
                    <a:gd name="connsiteX278" fmla="*/ 342900 w 11737340"/>
                    <a:gd name="connsiteY278" fmla="*/ 0 h 4168140"/>
                    <a:gd name="connsiteX279" fmla="*/ 327660 w 11737340"/>
                    <a:gd name="connsiteY279" fmla="*/ 60960 h 4168140"/>
                    <a:gd name="connsiteX280" fmla="*/ 289560 w 11737340"/>
                    <a:gd name="connsiteY280" fmla="*/ 91440 h 4168140"/>
                    <a:gd name="connsiteX281" fmla="*/ 236220 w 11737340"/>
                    <a:gd name="connsiteY281" fmla="*/ 114300 h 4168140"/>
                    <a:gd name="connsiteX282" fmla="*/ 198120 w 11737340"/>
                    <a:gd name="connsiteY282" fmla="*/ 175260 h 4168140"/>
                    <a:gd name="connsiteX283" fmla="*/ 175260 w 11737340"/>
                    <a:gd name="connsiteY283" fmla="*/ 228600 h 4168140"/>
                    <a:gd name="connsiteX284" fmla="*/ 114300 w 11737340"/>
                    <a:gd name="connsiteY284" fmla="*/ 236220 h 4168140"/>
                    <a:gd name="connsiteX285" fmla="*/ 45720 w 11737340"/>
                    <a:gd name="connsiteY285" fmla="*/ 251460 h 4168140"/>
                    <a:gd name="connsiteX286" fmla="*/ 0 w 11737340"/>
                    <a:gd name="connsiteY286" fmla="*/ 281940 h 4168140"/>
                    <a:gd name="connsiteX287" fmla="*/ 68580 w 11737340"/>
                    <a:gd name="connsiteY287" fmla="*/ 320040 h 4168140"/>
                    <a:gd name="connsiteX0" fmla="*/ 68580 w 11737340"/>
                    <a:gd name="connsiteY0" fmla="*/ 320040 h 4168140"/>
                    <a:gd name="connsiteX1" fmla="*/ 121920 w 11737340"/>
                    <a:gd name="connsiteY1" fmla="*/ 381000 h 4168140"/>
                    <a:gd name="connsiteX2" fmla="*/ 198120 w 11737340"/>
                    <a:gd name="connsiteY2" fmla="*/ 419100 h 4168140"/>
                    <a:gd name="connsiteX3" fmla="*/ 320040 w 11737340"/>
                    <a:gd name="connsiteY3" fmla="*/ 510540 h 4168140"/>
                    <a:gd name="connsiteX4" fmla="*/ 411480 w 11737340"/>
                    <a:gd name="connsiteY4" fmla="*/ 563880 h 4168140"/>
                    <a:gd name="connsiteX5" fmla="*/ 472440 w 11737340"/>
                    <a:gd name="connsiteY5" fmla="*/ 632460 h 4168140"/>
                    <a:gd name="connsiteX6" fmla="*/ 601980 w 11737340"/>
                    <a:gd name="connsiteY6" fmla="*/ 708660 h 4168140"/>
                    <a:gd name="connsiteX7" fmla="*/ 739140 w 11737340"/>
                    <a:gd name="connsiteY7" fmla="*/ 784860 h 4168140"/>
                    <a:gd name="connsiteX8" fmla="*/ 861060 w 11737340"/>
                    <a:gd name="connsiteY8" fmla="*/ 868680 h 4168140"/>
                    <a:gd name="connsiteX9" fmla="*/ 944880 w 11737340"/>
                    <a:gd name="connsiteY9" fmla="*/ 952500 h 4168140"/>
                    <a:gd name="connsiteX10" fmla="*/ 1021080 w 11737340"/>
                    <a:gd name="connsiteY10" fmla="*/ 1005840 h 4168140"/>
                    <a:gd name="connsiteX11" fmla="*/ 1097280 w 11737340"/>
                    <a:gd name="connsiteY11" fmla="*/ 1043940 h 4168140"/>
                    <a:gd name="connsiteX12" fmla="*/ 1181100 w 11737340"/>
                    <a:gd name="connsiteY12" fmla="*/ 1104900 h 4168140"/>
                    <a:gd name="connsiteX13" fmla="*/ 1249680 w 11737340"/>
                    <a:gd name="connsiteY13" fmla="*/ 1150620 h 4168140"/>
                    <a:gd name="connsiteX14" fmla="*/ 1341120 w 11737340"/>
                    <a:gd name="connsiteY14" fmla="*/ 1196340 h 4168140"/>
                    <a:gd name="connsiteX15" fmla="*/ 1417320 w 11737340"/>
                    <a:gd name="connsiteY15" fmla="*/ 1257300 h 4168140"/>
                    <a:gd name="connsiteX16" fmla="*/ 1493520 w 11737340"/>
                    <a:gd name="connsiteY16" fmla="*/ 1333500 h 4168140"/>
                    <a:gd name="connsiteX17" fmla="*/ 1569720 w 11737340"/>
                    <a:gd name="connsiteY17" fmla="*/ 1356360 h 4168140"/>
                    <a:gd name="connsiteX18" fmla="*/ 1684020 w 11737340"/>
                    <a:gd name="connsiteY18" fmla="*/ 1424940 h 4168140"/>
                    <a:gd name="connsiteX19" fmla="*/ 1729740 w 11737340"/>
                    <a:gd name="connsiteY19" fmla="*/ 1485900 h 4168140"/>
                    <a:gd name="connsiteX20" fmla="*/ 1844040 w 11737340"/>
                    <a:gd name="connsiteY20" fmla="*/ 1569720 h 4168140"/>
                    <a:gd name="connsiteX21" fmla="*/ 1935480 w 11737340"/>
                    <a:gd name="connsiteY21" fmla="*/ 1615440 h 4168140"/>
                    <a:gd name="connsiteX22" fmla="*/ 2049780 w 11737340"/>
                    <a:gd name="connsiteY22" fmla="*/ 1691640 h 4168140"/>
                    <a:gd name="connsiteX23" fmla="*/ 2133600 w 11737340"/>
                    <a:gd name="connsiteY23" fmla="*/ 1729740 h 4168140"/>
                    <a:gd name="connsiteX24" fmla="*/ 2202180 w 11737340"/>
                    <a:gd name="connsiteY24" fmla="*/ 1805940 h 4168140"/>
                    <a:gd name="connsiteX25" fmla="*/ 2255520 w 11737340"/>
                    <a:gd name="connsiteY25" fmla="*/ 1821180 h 4168140"/>
                    <a:gd name="connsiteX26" fmla="*/ 2316480 w 11737340"/>
                    <a:gd name="connsiteY26" fmla="*/ 1866900 h 4168140"/>
                    <a:gd name="connsiteX27" fmla="*/ 2423160 w 11737340"/>
                    <a:gd name="connsiteY27" fmla="*/ 2004060 h 4168140"/>
                    <a:gd name="connsiteX28" fmla="*/ 2476500 w 11737340"/>
                    <a:gd name="connsiteY28" fmla="*/ 2087880 h 4168140"/>
                    <a:gd name="connsiteX29" fmla="*/ 2567940 w 11737340"/>
                    <a:gd name="connsiteY29" fmla="*/ 2148840 h 4168140"/>
                    <a:gd name="connsiteX30" fmla="*/ 2682240 w 11737340"/>
                    <a:gd name="connsiteY30" fmla="*/ 2186940 h 4168140"/>
                    <a:gd name="connsiteX31" fmla="*/ 2743200 w 11737340"/>
                    <a:gd name="connsiteY31" fmla="*/ 2209800 h 4168140"/>
                    <a:gd name="connsiteX32" fmla="*/ 2811780 w 11737340"/>
                    <a:gd name="connsiteY32" fmla="*/ 2247900 h 4168140"/>
                    <a:gd name="connsiteX33" fmla="*/ 2887980 w 11737340"/>
                    <a:gd name="connsiteY33" fmla="*/ 2301240 h 4168140"/>
                    <a:gd name="connsiteX34" fmla="*/ 2979420 w 11737340"/>
                    <a:gd name="connsiteY34" fmla="*/ 2385060 h 4168140"/>
                    <a:gd name="connsiteX35" fmla="*/ 3055620 w 11737340"/>
                    <a:gd name="connsiteY35" fmla="*/ 2461260 h 4168140"/>
                    <a:gd name="connsiteX36" fmla="*/ 3139440 w 11737340"/>
                    <a:gd name="connsiteY36" fmla="*/ 2537460 h 4168140"/>
                    <a:gd name="connsiteX37" fmla="*/ 3261360 w 11737340"/>
                    <a:gd name="connsiteY37" fmla="*/ 2628900 h 4168140"/>
                    <a:gd name="connsiteX38" fmla="*/ 3345180 w 11737340"/>
                    <a:gd name="connsiteY38" fmla="*/ 2720340 h 4168140"/>
                    <a:gd name="connsiteX39" fmla="*/ 3444240 w 11737340"/>
                    <a:gd name="connsiteY39" fmla="*/ 2796540 h 4168140"/>
                    <a:gd name="connsiteX40" fmla="*/ 3558540 w 11737340"/>
                    <a:gd name="connsiteY40" fmla="*/ 2872740 h 4168140"/>
                    <a:gd name="connsiteX41" fmla="*/ 3619500 w 11737340"/>
                    <a:gd name="connsiteY41" fmla="*/ 2979420 h 4168140"/>
                    <a:gd name="connsiteX42" fmla="*/ 3619500 w 11737340"/>
                    <a:gd name="connsiteY42" fmla="*/ 2979420 h 4168140"/>
                    <a:gd name="connsiteX43" fmla="*/ 3649980 w 11737340"/>
                    <a:gd name="connsiteY43" fmla="*/ 3048000 h 4168140"/>
                    <a:gd name="connsiteX44" fmla="*/ 3703320 w 11737340"/>
                    <a:gd name="connsiteY44" fmla="*/ 3086100 h 4168140"/>
                    <a:gd name="connsiteX45" fmla="*/ 3764280 w 11737340"/>
                    <a:gd name="connsiteY45" fmla="*/ 3063240 h 4168140"/>
                    <a:gd name="connsiteX46" fmla="*/ 3848100 w 11737340"/>
                    <a:gd name="connsiteY46" fmla="*/ 3025140 h 4168140"/>
                    <a:gd name="connsiteX47" fmla="*/ 3916680 w 11737340"/>
                    <a:gd name="connsiteY47" fmla="*/ 3032760 h 4168140"/>
                    <a:gd name="connsiteX48" fmla="*/ 4030980 w 11737340"/>
                    <a:gd name="connsiteY48" fmla="*/ 3063240 h 4168140"/>
                    <a:gd name="connsiteX49" fmla="*/ 4137660 w 11737340"/>
                    <a:gd name="connsiteY49" fmla="*/ 3101340 h 4168140"/>
                    <a:gd name="connsiteX50" fmla="*/ 4259580 w 11737340"/>
                    <a:gd name="connsiteY50" fmla="*/ 3147060 h 4168140"/>
                    <a:gd name="connsiteX51" fmla="*/ 4381500 w 11737340"/>
                    <a:gd name="connsiteY51" fmla="*/ 3192780 h 4168140"/>
                    <a:gd name="connsiteX52" fmla="*/ 4526280 w 11737340"/>
                    <a:gd name="connsiteY52" fmla="*/ 3276600 h 4168140"/>
                    <a:gd name="connsiteX53" fmla="*/ 4587240 w 11737340"/>
                    <a:gd name="connsiteY53" fmla="*/ 3299460 h 4168140"/>
                    <a:gd name="connsiteX54" fmla="*/ 4610100 w 11737340"/>
                    <a:gd name="connsiteY54" fmla="*/ 3352800 h 4168140"/>
                    <a:gd name="connsiteX55" fmla="*/ 4648200 w 11737340"/>
                    <a:gd name="connsiteY55" fmla="*/ 3436620 h 4168140"/>
                    <a:gd name="connsiteX56" fmla="*/ 4671060 w 11737340"/>
                    <a:gd name="connsiteY56" fmla="*/ 3520440 h 4168140"/>
                    <a:gd name="connsiteX57" fmla="*/ 4678680 w 11737340"/>
                    <a:gd name="connsiteY57" fmla="*/ 3589020 h 4168140"/>
                    <a:gd name="connsiteX58" fmla="*/ 4686300 w 11737340"/>
                    <a:gd name="connsiteY58" fmla="*/ 3649980 h 4168140"/>
                    <a:gd name="connsiteX59" fmla="*/ 4724400 w 11737340"/>
                    <a:gd name="connsiteY59" fmla="*/ 3680460 h 4168140"/>
                    <a:gd name="connsiteX60" fmla="*/ 4785360 w 11737340"/>
                    <a:gd name="connsiteY60" fmla="*/ 3672840 h 4168140"/>
                    <a:gd name="connsiteX61" fmla="*/ 4869180 w 11737340"/>
                    <a:gd name="connsiteY61" fmla="*/ 3703320 h 4168140"/>
                    <a:gd name="connsiteX62" fmla="*/ 4914900 w 11737340"/>
                    <a:gd name="connsiteY62" fmla="*/ 3756660 h 4168140"/>
                    <a:gd name="connsiteX63" fmla="*/ 5105400 w 11737340"/>
                    <a:gd name="connsiteY63" fmla="*/ 3832860 h 4168140"/>
                    <a:gd name="connsiteX64" fmla="*/ 5173980 w 11737340"/>
                    <a:gd name="connsiteY64" fmla="*/ 3886200 h 4168140"/>
                    <a:gd name="connsiteX65" fmla="*/ 5242560 w 11737340"/>
                    <a:gd name="connsiteY65" fmla="*/ 3924300 h 4168140"/>
                    <a:gd name="connsiteX66" fmla="*/ 5364480 w 11737340"/>
                    <a:gd name="connsiteY66" fmla="*/ 3962400 h 4168140"/>
                    <a:gd name="connsiteX67" fmla="*/ 5516880 w 11737340"/>
                    <a:gd name="connsiteY67" fmla="*/ 4046220 h 4168140"/>
                    <a:gd name="connsiteX68" fmla="*/ 5585460 w 11737340"/>
                    <a:gd name="connsiteY68" fmla="*/ 4099560 h 4168140"/>
                    <a:gd name="connsiteX69" fmla="*/ 5661660 w 11737340"/>
                    <a:gd name="connsiteY69" fmla="*/ 4122420 h 4168140"/>
                    <a:gd name="connsiteX70" fmla="*/ 5745480 w 11737340"/>
                    <a:gd name="connsiteY70" fmla="*/ 4130040 h 4168140"/>
                    <a:gd name="connsiteX71" fmla="*/ 5836920 w 11737340"/>
                    <a:gd name="connsiteY71" fmla="*/ 4130040 h 4168140"/>
                    <a:gd name="connsiteX72" fmla="*/ 5951220 w 11737340"/>
                    <a:gd name="connsiteY72" fmla="*/ 4145280 h 4168140"/>
                    <a:gd name="connsiteX73" fmla="*/ 6035040 w 11737340"/>
                    <a:gd name="connsiteY73" fmla="*/ 4168140 h 4168140"/>
                    <a:gd name="connsiteX74" fmla="*/ 6149340 w 11737340"/>
                    <a:gd name="connsiteY74" fmla="*/ 4137660 h 4168140"/>
                    <a:gd name="connsiteX75" fmla="*/ 6286500 w 11737340"/>
                    <a:gd name="connsiteY75" fmla="*/ 4114800 h 4168140"/>
                    <a:gd name="connsiteX76" fmla="*/ 6393180 w 11737340"/>
                    <a:gd name="connsiteY76" fmla="*/ 4053840 h 4168140"/>
                    <a:gd name="connsiteX77" fmla="*/ 6484620 w 11737340"/>
                    <a:gd name="connsiteY77" fmla="*/ 4038600 h 4168140"/>
                    <a:gd name="connsiteX78" fmla="*/ 6583680 w 11737340"/>
                    <a:gd name="connsiteY78" fmla="*/ 3970020 h 4168140"/>
                    <a:gd name="connsiteX79" fmla="*/ 6697980 w 11737340"/>
                    <a:gd name="connsiteY79" fmla="*/ 3886200 h 4168140"/>
                    <a:gd name="connsiteX80" fmla="*/ 6728460 w 11737340"/>
                    <a:gd name="connsiteY80" fmla="*/ 3817620 h 4168140"/>
                    <a:gd name="connsiteX81" fmla="*/ 6842760 w 11737340"/>
                    <a:gd name="connsiteY81" fmla="*/ 3733800 h 4168140"/>
                    <a:gd name="connsiteX82" fmla="*/ 6972300 w 11737340"/>
                    <a:gd name="connsiteY82" fmla="*/ 3642360 h 4168140"/>
                    <a:gd name="connsiteX83" fmla="*/ 7078980 w 11737340"/>
                    <a:gd name="connsiteY83" fmla="*/ 3528060 h 4168140"/>
                    <a:gd name="connsiteX84" fmla="*/ 7139940 w 11737340"/>
                    <a:gd name="connsiteY84" fmla="*/ 3444240 h 4168140"/>
                    <a:gd name="connsiteX85" fmla="*/ 7269480 w 11737340"/>
                    <a:gd name="connsiteY85" fmla="*/ 3284220 h 4168140"/>
                    <a:gd name="connsiteX86" fmla="*/ 7330440 w 11737340"/>
                    <a:gd name="connsiteY86" fmla="*/ 3185160 h 4168140"/>
                    <a:gd name="connsiteX87" fmla="*/ 7376160 w 11737340"/>
                    <a:gd name="connsiteY87" fmla="*/ 3116580 h 4168140"/>
                    <a:gd name="connsiteX88" fmla="*/ 7444740 w 11737340"/>
                    <a:gd name="connsiteY88" fmla="*/ 3093720 h 4168140"/>
                    <a:gd name="connsiteX89" fmla="*/ 7513320 w 11737340"/>
                    <a:gd name="connsiteY89" fmla="*/ 3101340 h 4168140"/>
                    <a:gd name="connsiteX90" fmla="*/ 7576820 w 11737340"/>
                    <a:gd name="connsiteY90" fmla="*/ 3093720 h 4168140"/>
                    <a:gd name="connsiteX91" fmla="*/ 7726680 w 11737340"/>
                    <a:gd name="connsiteY91" fmla="*/ 3108960 h 4168140"/>
                    <a:gd name="connsiteX92" fmla="*/ 7833360 w 11737340"/>
                    <a:gd name="connsiteY92" fmla="*/ 3162300 h 4168140"/>
                    <a:gd name="connsiteX93" fmla="*/ 7962900 w 11737340"/>
                    <a:gd name="connsiteY93" fmla="*/ 3192780 h 4168140"/>
                    <a:gd name="connsiteX94" fmla="*/ 8161020 w 11737340"/>
                    <a:gd name="connsiteY94" fmla="*/ 3268980 h 4168140"/>
                    <a:gd name="connsiteX95" fmla="*/ 8290560 w 11737340"/>
                    <a:gd name="connsiteY95" fmla="*/ 3337560 h 4168140"/>
                    <a:gd name="connsiteX96" fmla="*/ 8382000 w 11737340"/>
                    <a:gd name="connsiteY96" fmla="*/ 3360420 h 4168140"/>
                    <a:gd name="connsiteX97" fmla="*/ 8458200 w 11737340"/>
                    <a:gd name="connsiteY97" fmla="*/ 3398520 h 4168140"/>
                    <a:gd name="connsiteX98" fmla="*/ 8595360 w 11737340"/>
                    <a:gd name="connsiteY98" fmla="*/ 3512820 h 4168140"/>
                    <a:gd name="connsiteX99" fmla="*/ 8641080 w 11737340"/>
                    <a:gd name="connsiteY99" fmla="*/ 3566160 h 4168140"/>
                    <a:gd name="connsiteX100" fmla="*/ 8702040 w 11737340"/>
                    <a:gd name="connsiteY100" fmla="*/ 3604260 h 4168140"/>
                    <a:gd name="connsiteX101" fmla="*/ 8763000 w 11737340"/>
                    <a:gd name="connsiteY101" fmla="*/ 3634740 h 4168140"/>
                    <a:gd name="connsiteX102" fmla="*/ 8846820 w 11737340"/>
                    <a:gd name="connsiteY102" fmla="*/ 3632200 h 4168140"/>
                    <a:gd name="connsiteX103" fmla="*/ 8968740 w 11737340"/>
                    <a:gd name="connsiteY103" fmla="*/ 3634740 h 4168140"/>
                    <a:gd name="connsiteX104" fmla="*/ 9060180 w 11737340"/>
                    <a:gd name="connsiteY104" fmla="*/ 3642360 h 4168140"/>
                    <a:gd name="connsiteX105" fmla="*/ 9151620 w 11737340"/>
                    <a:gd name="connsiteY105" fmla="*/ 3657600 h 4168140"/>
                    <a:gd name="connsiteX106" fmla="*/ 9230360 w 11737340"/>
                    <a:gd name="connsiteY106" fmla="*/ 3657600 h 4168140"/>
                    <a:gd name="connsiteX107" fmla="*/ 9331960 w 11737340"/>
                    <a:gd name="connsiteY107" fmla="*/ 3629660 h 4168140"/>
                    <a:gd name="connsiteX108" fmla="*/ 9433560 w 11737340"/>
                    <a:gd name="connsiteY108" fmla="*/ 3589020 h 4168140"/>
                    <a:gd name="connsiteX109" fmla="*/ 9535160 w 11737340"/>
                    <a:gd name="connsiteY109" fmla="*/ 3540760 h 4168140"/>
                    <a:gd name="connsiteX110" fmla="*/ 9646920 w 11737340"/>
                    <a:gd name="connsiteY110" fmla="*/ 3489960 h 4168140"/>
                    <a:gd name="connsiteX111" fmla="*/ 9784080 w 11737340"/>
                    <a:gd name="connsiteY111" fmla="*/ 3444240 h 4168140"/>
                    <a:gd name="connsiteX112" fmla="*/ 9860280 w 11737340"/>
                    <a:gd name="connsiteY112" fmla="*/ 3383280 h 4168140"/>
                    <a:gd name="connsiteX113" fmla="*/ 9921240 w 11737340"/>
                    <a:gd name="connsiteY113" fmla="*/ 3314700 h 4168140"/>
                    <a:gd name="connsiteX114" fmla="*/ 9997440 w 11737340"/>
                    <a:gd name="connsiteY114" fmla="*/ 3208020 h 4168140"/>
                    <a:gd name="connsiteX115" fmla="*/ 10043160 w 11737340"/>
                    <a:gd name="connsiteY115" fmla="*/ 3101340 h 4168140"/>
                    <a:gd name="connsiteX116" fmla="*/ 10104120 w 11737340"/>
                    <a:gd name="connsiteY116" fmla="*/ 3017520 h 4168140"/>
                    <a:gd name="connsiteX117" fmla="*/ 10157460 w 11737340"/>
                    <a:gd name="connsiteY117" fmla="*/ 2933700 h 4168140"/>
                    <a:gd name="connsiteX118" fmla="*/ 10218420 w 11737340"/>
                    <a:gd name="connsiteY118" fmla="*/ 2849880 h 4168140"/>
                    <a:gd name="connsiteX119" fmla="*/ 10294620 w 11737340"/>
                    <a:gd name="connsiteY119" fmla="*/ 2735580 h 4168140"/>
                    <a:gd name="connsiteX120" fmla="*/ 10347960 w 11737340"/>
                    <a:gd name="connsiteY120" fmla="*/ 2621280 h 4168140"/>
                    <a:gd name="connsiteX121" fmla="*/ 10431780 w 11737340"/>
                    <a:gd name="connsiteY121" fmla="*/ 2499360 h 4168140"/>
                    <a:gd name="connsiteX122" fmla="*/ 10500360 w 11737340"/>
                    <a:gd name="connsiteY122" fmla="*/ 2354580 h 4168140"/>
                    <a:gd name="connsiteX123" fmla="*/ 10553700 w 11737340"/>
                    <a:gd name="connsiteY123" fmla="*/ 2263140 h 4168140"/>
                    <a:gd name="connsiteX124" fmla="*/ 10584180 w 11737340"/>
                    <a:gd name="connsiteY124" fmla="*/ 2194560 h 4168140"/>
                    <a:gd name="connsiteX125" fmla="*/ 10624820 w 11737340"/>
                    <a:gd name="connsiteY125" fmla="*/ 2125980 h 4168140"/>
                    <a:gd name="connsiteX126" fmla="*/ 10675620 w 11737340"/>
                    <a:gd name="connsiteY126" fmla="*/ 2049780 h 4168140"/>
                    <a:gd name="connsiteX127" fmla="*/ 10690860 w 11737340"/>
                    <a:gd name="connsiteY127" fmla="*/ 1988820 h 4168140"/>
                    <a:gd name="connsiteX128" fmla="*/ 10713720 w 11737340"/>
                    <a:gd name="connsiteY128" fmla="*/ 1927860 h 4168140"/>
                    <a:gd name="connsiteX129" fmla="*/ 10767060 w 11737340"/>
                    <a:gd name="connsiteY129" fmla="*/ 1859280 h 4168140"/>
                    <a:gd name="connsiteX130" fmla="*/ 10873740 w 11737340"/>
                    <a:gd name="connsiteY130" fmla="*/ 1828800 h 4168140"/>
                    <a:gd name="connsiteX131" fmla="*/ 11079480 w 11737340"/>
                    <a:gd name="connsiteY131" fmla="*/ 1767840 h 4168140"/>
                    <a:gd name="connsiteX132" fmla="*/ 11247120 w 11737340"/>
                    <a:gd name="connsiteY132" fmla="*/ 1684020 h 4168140"/>
                    <a:gd name="connsiteX133" fmla="*/ 11407140 w 11737340"/>
                    <a:gd name="connsiteY133" fmla="*/ 1628140 h 4168140"/>
                    <a:gd name="connsiteX134" fmla="*/ 11490960 w 11737340"/>
                    <a:gd name="connsiteY134" fmla="*/ 1577340 h 4168140"/>
                    <a:gd name="connsiteX135" fmla="*/ 11635740 w 11737340"/>
                    <a:gd name="connsiteY135" fmla="*/ 1508760 h 4168140"/>
                    <a:gd name="connsiteX136" fmla="*/ 11737340 w 11737340"/>
                    <a:gd name="connsiteY136" fmla="*/ 1442720 h 4168140"/>
                    <a:gd name="connsiteX137" fmla="*/ 11620500 w 11737340"/>
                    <a:gd name="connsiteY137" fmla="*/ 1417320 h 4168140"/>
                    <a:gd name="connsiteX138" fmla="*/ 11567160 w 11737340"/>
                    <a:gd name="connsiteY138" fmla="*/ 1379220 h 4168140"/>
                    <a:gd name="connsiteX139" fmla="*/ 11498580 w 11737340"/>
                    <a:gd name="connsiteY139" fmla="*/ 1318260 h 4168140"/>
                    <a:gd name="connsiteX140" fmla="*/ 11468100 w 11737340"/>
                    <a:gd name="connsiteY140" fmla="*/ 1280160 h 4168140"/>
                    <a:gd name="connsiteX141" fmla="*/ 11442700 w 11737340"/>
                    <a:gd name="connsiteY141" fmla="*/ 1231900 h 4168140"/>
                    <a:gd name="connsiteX142" fmla="*/ 11384280 w 11737340"/>
                    <a:gd name="connsiteY142" fmla="*/ 1310640 h 4168140"/>
                    <a:gd name="connsiteX143" fmla="*/ 11353800 w 11737340"/>
                    <a:gd name="connsiteY143" fmla="*/ 1356360 h 4168140"/>
                    <a:gd name="connsiteX144" fmla="*/ 11224260 w 11737340"/>
                    <a:gd name="connsiteY144" fmla="*/ 1417320 h 4168140"/>
                    <a:gd name="connsiteX145" fmla="*/ 11109960 w 11737340"/>
                    <a:gd name="connsiteY145" fmla="*/ 1463040 h 4168140"/>
                    <a:gd name="connsiteX146" fmla="*/ 10911840 w 11737340"/>
                    <a:gd name="connsiteY146" fmla="*/ 1524000 h 4168140"/>
                    <a:gd name="connsiteX147" fmla="*/ 10774680 w 11737340"/>
                    <a:gd name="connsiteY147" fmla="*/ 1546860 h 4168140"/>
                    <a:gd name="connsiteX148" fmla="*/ 10675620 w 11737340"/>
                    <a:gd name="connsiteY148" fmla="*/ 1615440 h 4168140"/>
                    <a:gd name="connsiteX149" fmla="*/ 10568940 w 11737340"/>
                    <a:gd name="connsiteY149" fmla="*/ 1676400 h 4168140"/>
                    <a:gd name="connsiteX150" fmla="*/ 10485120 w 11737340"/>
                    <a:gd name="connsiteY150" fmla="*/ 1760220 h 4168140"/>
                    <a:gd name="connsiteX151" fmla="*/ 10454640 w 11737340"/>
                    <a:gd name="connsiteY151" fmla="*/ 1836420 h 4168140"/>
                    <a:gd name="connsiteX152" fmla="*/ 10416540 w 11737340"/>
                    <a:gd name="connsiteY152" fmla="*/ 1927860 h 4168140"/>
                    <a:gd name="connsiteX153" fmla="*/ 10401300 w 11737340"/>
                    <a:gd name="connsiteY153" fmla="*/ 2004060 h 4168140"/>
                    <a:gd name="connsiteX154" fmla="*/ 10363200 w 11737340"/>
                    <a:gd name="connsiteY154" fmla="*/ 2095500 h 4168140"/>
                    <a:gd name="connsiteX155" fmla="*/ 10317480 w 11737340"/>
                    <a:gd name="connsiteY155" fmla="*/ 2225040 h 4168140"/>
                    <a:gd name="connsiteX156" fmla="*/ 10287000 w 11737340"/>
                    <a:gd name="connsiteY156" fmla="*/ 2346960 h 4168140"/>
                    <a:gd name="connsiteX157" fmla="*/ 10218420 w 11737340"/>
                    <a:gd name="connsiteY157" fmla="*/ 2499360 h 4168140"/>
                    <a:gd name="connsiteX158" fmla="*/ 10134600 w 11737340"/>
                    <a:gd name="connsiteY158" fmla="*/ 2621280 h 4168140"/>
                    <a:gd name="connsiteX159" fmla="*/ 10043160 w 11737340"/>
                    <a:gd name="connsiteY159" fmla="*/ 2735580 h 4168140"/>
                    <a:gd name="connsiteX160" fmla="*/ 9974580 w 11737340"/>
                    <a:gd name="connsiteY160" fmla="*/ 2857500 h 4168140"/>
                    <a:gd name="connsiteX161" fmla="*/ 9906000 w 11737340"/>
                    <a:gd name="connsiteY161" fmla="*/ 2941320 h 4168140"/>
                    <a:gd name="connsiteX162" fmla="*/ 9860280 w 11737340"/>
                    <a:gd name="connsiteY162" fmla="*/ 3032760 h 4168140"/>
                    <a:gd name="connsiteX163" fmla="*/ 9806940 w 11737340"/>
                    <a:gd name="connsiteY163" fmla="*/ 3116580 h 4168140"/>
                    <a:gd name="connsiteX164" fmla="*/ 9715500 w 11737340"/>
                    <a:gd name="connsiteY164" fmla="*/ 3208020 h 4168140"/>
                    <a:gd name="connsiteX165" fmla="*/ 9616440 w 11737340"/>
                    <a:gd name="connsiteY165" fmla="*/ 3261360 h 4168140"/>
                    <a:gd name="connsiteX166" fmla="*/ 9532620 w 11737340"/>
                    <a:gd name="connsiteY166" fmla="*/ 3329940 h 4168140"/>
                    <a:gd name="connsiteX167" fmla="*/ 9471660 w 11737340"/>
                    <a:gd name="connsiteY167" fmla="*/ 3375660 h 4168140"/>
                    <a:gd name="connsiteX168" fmla="*/ 9410700 w 11737340"/>
                    <a:gd name="connsiteY168" fmla="*/ 3429000 h 4168140"/>
                    <a:gd name="connsiteX169" fmla="*/ 9288780 w 11737340"/>
                    <a:gd name="connsiteY169" fmla="*/ 3436620 h 4168140"/>
                    <a:gd name="connsiteX170" fmla="*/ 9166860 w 11737340"/>
                    <a:gd name="connsiteY170" fmla="*/ 3444240 h 4168140"/>
                    <a:gd name="connsiteX171" fmla="*/ 9029700 w 11737340"/>
                    <a:gd name="connsiteY171" fmla="*/ 3413760 h 4168140"/>
                    <a:gd name="connsiteX172" fmla="*/ 8823960 w 11737340"/>
                    <a:gd name="connsiteY172" fmla="*/ 3360420 h 4168140"/>
                    <a:gd name="connsiteX173" fmla="*/ 8679180 w 11737340"/>
                    <a:gd name="connsiteY173" fmla="*/ 3329940 h 4168140"/>
                    <a:gd name="connsiteX174" fmla="*/ 8572500 w 11737340"/>
                    <a:gd name="connsiteY174" fmla="*/ 3276600 h 4168140"/>
                    <a:gd name="connsiteX175" fmla="*/ 8465820 w 11737340"/>
                    <a:gd name="connsiteY175" fmla="*/ 3215640 h 4168140"/>
                    <a:gd name="connsiteX176" fmla="*/ 8321040 w 11737340"/>
                    <a:gd name="connsiteY176" fmla="*/ 3177540 h 4168140"/>
                    <a:gd name="connsiteX177" fmla="*/ 8199120 w 11737340"/>
                    <a:gd name="connsiteY177" fmla="*/ 3131820 h 4168140"/>
                    <a:gd name="connsiteX178" fmla="*/ 8069580 w 11737340"/>
                    <a:gd name="connsiteY178" fmla="*/ 3078480 h 4168140"/>
                    <a:gd name="connsiteX179" fmla="*/ 7917180 w 11737340"/>
                    <a:gd name="connsiteY179" fmla="*/ 2994660 h 4168140"/>
                    <a:gd name="connsiteX180" fmla="*/ 7787640 w 11737340"/>
                    <a:gd name="connsiteY180" fmla="*/ 2971800 h 4168140"/>
                    <a:gd name="connsiteX181" fmla="*/ 7719060 w 11737340"/>
                    <a:gd name="connsiteY181" fmla="*/ 2933700 h 4168140"/>
                    <a:gd name="connsiteX182" fmla="*/ 7612380 w 11737340"/>
                    <a:gd name="connsiteY182" fmla="*/ 2903220 h 4168140"/>
                    <a:gd name="connsiteX183" fmla="*/ 7566660 w 11737340"/>
                    <a:gd name="connsiteY183" fmla="*/ 2887980 h 4168140"/>
                    <a:gd name="connsiteX184" fmla="*/ 7551420 w 11737340"/>
                    <a:gd name="connsiteY184" fmla="*/ 2849880 h 4168140"/>
                    <a:gd name="connsiteX185" fmla="*/ 7533640 w 11737340"/>
                    <a:gd name="connsiteY185" fmla="*/ 2788920 h 4168140"/>
                    <a:gd name="connsiteX186" fmla="*/ 7475220 w 11737340"/>
                    <a:gd name="connsiteY186" fmla="*/ 2857500 h 4168140"/>
                    <a:gd name="connsiteX187" fmla="*/ 7414260 w 11737340"/>
                    <a:gd name="connsiteY187" fmla="*/ 2887980 h 4168140"/>
                    <a:gd name="connsiteX188" fmla="*/ 7345680 w 11737340"/>
                    <a:gd name="connsiteY188" fmla="*/ 2971800 h 4168140"/>
                    <a:gd name="connsiteX189" fmla="*/ 7315200 w 11737340"/>
                    <a:gd name="connsiteY189" fmla="*/ 2994660 h 4168140"/>
                    <a:gd name="connsiteX190" fmla="*/ 7261860 w 11737340"/>
                    <a:gd name="connsiteY190" fmla="*/ 3009900 h 4168140"/>
                    <a:gd name="connsiteX191" fmla="*/ 7193280 w 11737340"/>
                    <a:gd name="connsiteY191" fmla="*/ 3025140 h 4168140"/>
                    <a:gd name="connsiteX192" fmla="*/ 7155180 w 11737340"/>
                    <a:gd name="connsiteY192" fmla="*/ 3078480 h 4168140"/>
                    <a:gd name="connsiteX193" fmla="*/ 7109460 w 11737340"/>
                    <a:gd name="connsiteY193" fmla="*/ 3154680 h 4168140"/>
                    <a:gd name="connsiteX194" fmla="*/ 7048500 w 11737340"/>
                    <a:gd name="connsiteY194" fmla="*/ 3246120 h 4168140"/>
                    <a:gd name="connsiteX195" fmla="*/ 6995160 w 11737340"/>
                    <a:gd name="connsiteY195" fmla="*/ 3307080 h 4168140"/>
                    <a:gd name="connsiteX196" fmla="*/ 6972300 w 11737340"/>
                    <a:gd name="connsiteY196" fmla="*/ 3352800 h 4168140"/>
                    <a:gd name="connsiteX197" fmla="*/ 6949440 w 11737340"/>
                    <a:gd name="connsiteY197" fmla="*/ 3413760 h 4168140"/>
                    <a:gd name="connsiteX198" fmla="*/ 6949440 w 11737340"/>
                    <a:gd name="connsiteY198" fmla="*/ 3413760 h 4168140"/>
                    <a:gd name="connsiteX199" fmla="*/ 6911340 w 11737340"/>
                    <a:gd name="connsiteY199" fmla="*/ 3474720 h 4168140"/>
                    <a:gd name="connsiteX200" fmla="*/ 6888480 w 11737340"/>
                    <a:gd name="connsiteY200" fmla="*/ 3505200 h 4168140"/>
                    <a:gd name="connsiteX201" fmla="*/ 6819900 w 11737340"/>
                    <a:gd name="connsiteY201" fmla="*/ 3566160 h 4168140"/>
                    <a:gd name="connsiteX202" fmla="*/ 6743700 w 11737340"/>
                    <a:gd name="connsiteY202" fmla="*/ 3581400 h 4168140"/>
                    <a:gd name="connsiteX203" fmla="*/ 6675120 w 11737340"/>
                    <a:gd name="connsiteY203" fmla="*/ 3657600 h 4168140"/>
                    <a:gd name="connsiteX204" fmla="*/ 6629400 w 11737340"/>
                    <a:gd name="connsiteY204" fmla="*/ 3718560 h 4168140"/>
                    <a:gd name="connsiteX205" fmla="*/ 6576060 w 11737340"/>
                    <a:gd name="connsiteY205" fmla="*/ 3779520 h 4168140"/>
                    <a:gd name="connsiteX206" fmla="*/ 6484620 w 11737340"/>
                    <a:gd name="connsiteY206" fmla="*/ 3817620 h 4168140"/>
                    <a:gd name="connsiteX207" fmla="*/ 6400800 w 11737340"/>
                    <a:gd name="connsiteY207" fmla="*/ 3832860 h 4168140"/>
                    <a:gd name="connsiteX208" fmla="*/ 6263640 w 11737340"/>
                    <a:gd name="connsiteY208" fmla="*/ 3870960 h 4168140"/>
                    <a:gd name="connsiteX209" fmla="*/ 6126480 w 11737340"/>
                    <a:gd name="connsiteY209" fmla="*/ 3901440 h 4168140"/>
                    <a:gd name="connsiteX210" fmla="*/ 6027420 w 11737340"/>
                    <a:gd name="connsiteY210" fmla="*/ 3916680 h 4168140"/>
                    <a:gd name="connsiteX211" fmla="*/ 5890260 w 11737340"/>
                    <a:gd name="connsiteY211" fmla="*/ 3878580 h 4168140"/>
                    <a:gd name="connsiteX212" fmla="*/ 5821680 w 11737340"/>
                    <a:gd name="connsiteY212" fmla="*/ 3863340 h 4168140"/>
                    <a:gd name="connsiteX213" fmla="*/ 5737860 w 11737340"/>
                    <a:gd name="connsiteY213" fmla="*/ 3825240 h 4168140"/>
                    <a:gd name="connsiteX214" fmla="*/ 5638800 w 11737340"/>
                    <a:gd name="connsiteY214" fmla="*/ 3794760 h 4168140"/>
                    <a:gd name="connsiteX215" fmla="*/ 5524500 w 11737340"/>
                    <a:gd name="connsiteY215" fmla="*/ 3756660 h 4168140"/>
                    <a:gd name="connsiteX216" fmla="*/ 5448300 w 11737340"/>
                    <a:gd name="connsiteY216" fmla="*/ 3718560 h 4168140"/>
                    <a:gd name="connsiteX217" fmla="*/ 5349240 w 11737340"/>
                    <a:gd name="connsiteY217" fmla="*/ 3657600 h 4168140"/>
                    <a:gd name="connsiteX218" fmla="*/ 5295900 w 11737340"/>
                    <a:gd name="connsiteY218" fmla="*/ 3619500 h 4168140"/>
                    <a:gd name="connsiteX219" fmla="*/ 5234940 w 11737340"/>
                    <a:gd name="connsiteY219" fmla="*/ 3596640 h 4168140"/>
                    <a:gd name="connsiteX220" fmla="*/ 5135880 w 11737340"/>
                    <a:gd name="connsiteY220" fmla="*/ 3550920 h 4168140"/>
                    <a:gd name="connsiteX221" fmla="*/ 5059680 w 11737340"/>
                    <a:gd name="connsiteY221" fmla="*/ 3505200 h 4168140"/>
                    <a:gd name="connsiteX222" fmla="*/ 5029200 w 11737340"/>
                    <a:gd name="connsiteY222" fmla="*/ 3482340 h 4168140"/>
                    <a:gd name="connsiteX223" fmla="*/ 4960620 w 11737340"/>
                    <a:gd name="connsiteY223" fmla="*/ 3413760 h 4168140"/>
                    <a:gd name="connsiteX224" fmla="*/ 4876800 w 11737340"/>
                    <a:gd name="connsiteY224" fmla="*/ 3299460 h 4168140"/>
                    <a:gd name="connsiteX225" fmla="*/ 4808220 w 11737340"/>
                    <a:gd name="connsiteY225" fmla="*/ 3200400 h 4168140"/>
                    <a:gd name="connsiteX226" fmla="*/ 4777740 w 11737340"/>
                    <a:gd name="connsiteY226" fmla="*/ 3147060 h 4168140"/>
                    <a:gd name="connsiteX227" fmla="*/ 4724400 w 11737340"/>
                    <a:gd name="connsiteY227" fmla="*/ 3108960 h 4168140"/>
                    <a:gd name="connsiteX228" fmla="*/ 4648200 w 11737340"/>
                    <a:gd name="connsiteY228" fmla="*/ 3063240 h 4168140"/>
                    <a:gd name="connsiteX229" fmla="*/ 4533900 w 11737340"/>
                    <a:gd name="connsiteY229" fmla="*/ 2979420 h 4168140"/>
                    <a:gd name="connsiteX230" fmla="*/ 4427220 w 11737340"/>
                    <a:gd name="connsiteY230" fmla="*/ 2941320 h 4168140"/>
                    <a:gd name="connsiteX231" fmla="*/ 4366260 w 11737340"/>
                    <a:gd name="connsiteY231" fmla="*/ 2903220 h 4168140"/>
                    <a:gd name="connsiteX232" fmla="*/ 4244340 w 11737340"/>
                    <a:gd name="connsiteY232" fmla="*/ 2842260 h 4168140"/>
                    <a:gd name="connsiteX233" fmla="*/ 4145280 w 11737340"/>
                    <a:gd name="connsiteY233" fmla="*/ 2811780 h 4168140"/>
                    <a:gd name="connsiteX234" fmla="*/ 4038600 w 11737340"/>
                    <a:gd name="connsiteY234" fmla="*/ 2804160 h 4168140"/>
                    <a:gd name="connsiteX235" fmla="*/ 3954780 w 11737340"/>
                    <a:gd name="connsiteY235" fmla="*/ 2819400 h 4168140"/>
                    <a:gd name="connsiteX236" fmla="*/ 3863340 w 11737340"/>
                    <a:gd name="connsiteY236" fmla="*/ 2804160 h 4168140"/>
                    <a:gd name="connsiteX237" fmla="*/ 3741420 w 11737340"/>
                    <a:gd name="connsiteY237" fmla="*/ 2781300 h 4168140"/>
                    <a:gd name="connsiteX238" fmla="*/ 3649980 w 11737340"/>
                    <a:gd name="connsiteY238" fmla="*/ 2743200 h 4168140"/>
                    <a:gd name="connsiteX239" fmla="*/ 3573780 w 11737340"/>
                    <a:gd name="connsiteY239" fmla="*/ 2674620 h 4168140"/>
                    <a:gd name="connsiteX240" fmla="*/ 3482340 w 11737340"/>
                    <a:gd name="connsiteY240" fmla="*/ 2621280 h 4168140"/>
                    <a:gd name="connsiteX241" fmla="*/ 3436620 w 11737340"/>
                    <a:gd name="connsiteY241" fmla="*/ 2552700 h 4168140"/>
                    <a:gd name="connsiteX242" fmla="*/ 3329940 w 11737340"/>
                    <a:gd name="connsiteY242" fmla="*/ 2423160 h 4168140"/>
                    <a:gd name="connsiteX243" fmla="*/ 3261360 w 11737340"/>
                    <a:gd name="connsiteY243" fmla="*/ 2324100 h 4168140"/>
                    <a:gd name="connsiteX244" fmla="*/ 3131820 w 11737340"/>
                    <a:gd name="connsiteY244" fmla="*/ 2209800 h 4168140"/>
                    <a:gd name="connsiteX245" fmla="*/ 3040380 w 11737340"/>
                    <a:gd name="connsiteY245" fmla="*/ 2141220 h 4168140"/>
                    <a:gd name="connsiteX246" fmla="*/ 2910840 w 11737340"/>
                    <a:gd name="connsiteY246" fmla="*/ 2034540 h 4168140"/>
                    <a:gd name="connsiteX247" fmla="*/ 2849880 w 11737340"/>
                    <a:gd name="connsiteY247" fmla="*/ 1958340 h 4168140"/>
                    <a:gd name="connsiteX248" fmla="*/ 2743200 w 11737340"/>
                    <a:gd name="connsiteY248" fmla="*/ 1889760 h 4168140"/>
                    <a:gd name="connsiteX249" fmla="*/ 2659380 w 11737340"/>
                    <a:gd name="connsiteY249" fmla="*/ 1844040 h 4168140"/>
                    <a:gd name="connsiteX250" fmla="*/ 2575560 w 11737340"/>
                    <a:gd name="connsiteY250" fmla="*/ 1744980 h 4168140"/>
                    <a:gd name="connsiteX251" fmla="*/ 2468880 w 11737340"/>
                    <a:gd name="connsiteY251" fmla="*/ 1645920 h 4168140"/>
                    <a:gd name="connsiteX252" fmla="*/ 2400300 w 11737340"/>
                    <a:gd name="connsiteY252" fmla="*/ 1607820 h 4168140"/>
                    <a:gd name="connsiteX253" fmla="*/ 2263140 w 11737340"/>
                    <a:gd name="connsiteY253" fmla="*/ 1501140 h 4168140"/>
                    <a:gd name="connsiteX254" fmla="*/ 2171700 w 11737340"/>
                    <a:gd name="connsiteY254" fmla="*/ 1432560 h 4168140"/>
                    <a:gd name="connsiteX255" fmla="*/ 2087880 w 11737340"/>
                    <a:gd name="connsiteY255" fmla="*/ 1363980 h 4168140"/>
                    <a:gd name="connsiteX256" fmla="*/ 1950720 w 11737340"/>
                    <a:gd name="connsiteY256" fmla="*/ 1272540 h 4168140"/>
                    <a:gd name="connsiteX257" fmla="*/ 1805940 w 11737340"/>
                    <a:gd name="connsiteY257" fmla="*/ 1135380 h 4168140"/>
                    <a:gd name="connsiteX258" fmla="*/ 1729740 w 11737340"/>
                    <a:gd name="connsiteY258" fmla="*/ 1089660 h 4168140"/>
                    <a:gd name="connsiteX259" fmla="*/ 1668780 w 11737340"/>
                    <a:gd name="connsiteY259" fmla="*/ 1043940 h 4168140"/>
                    <a:gd name="connsiteX260" fmla="*/ 1592580 w 11737340"/>
                    <a:gd name="connsiteY260" fmla="*/ 990600 h 4168140"/>
                    <a:gd name="connsiteX261" fmla="*/ 1470660 w 11737340"/>
                    <a:gd name="connsiteY261" fmla="*/ 891540 h 4168140"/>
                    <a:gd name="connsiteX262" fmla="*/ 1386840 w 11737340"/>
                    <a:gd name="connsiteY262" fmla="*/ 845820 h 4168140"/>
                    <a:gd name="connsiteX263" fmla="*/ 1318260 w 11737340"/>
                    <a:gd name="connsiteY263" fmla="*/ 784860 h 4168140"/>
                    <a:gd name="connsiteX264" fmla="*/ 1264920 w 11737340"/>
                    <a:gd name="connsiteY264" fmla="*/ 723900 h 4168140"/>
                    <a:gd name="connsiteX265" fmla="*/ 1181100 w 11737340"/>
                    <a:gd name="connsiteY265" fmla="*/ 647700 h 4168140"/>
                    <a:gd name="connsiteX266" fmla="*/ 1089660 w 11737340"/>
                    <a:gd name="connsiteY266" fmla="*/ 624840 h 4168140"/>
                    <a:gd name="connsiteX267" fmla="*/ 1021080 w 11737340"/>
                    <a:gd name="connsiteY267" fmla="*/ 586740 h 4168140"/>
                    <a:gd name="connsiteX268" fmla="*/ 937260 w 11737340"/>
                    <a:gd name="connsiteY268" fmla="*/ 548640 h 4168140"/>
                    <a:gd name="connsiteX269" fmla="*/ 830580 w 11737340"/>
                    <a:gd name="connsiteY269" fmla="*/ 510540 h 4168140"/>
                    <a:gd name="connsiteX270" fmla="*/ 754380 w 11737340"/>
                    <a:gd name="connsiteY270" fmla="*/ 457200 h 4168140"/>
                    <a:gd name="connsiteX271" fmla="*/ 708660 w 11737340"/>
                    <a:gd name="connsiteY271" fmla="*/ 419100 h 4168140"/>
                    <a:gd name="connsiteX272" fmla="*/ 609600 w 11737340"/>
                    <a:gd name="connsiteY272" fmla="*/ 396240 h 4168140"/>
                    <a:gd name="connsiteX273" fmla="*/ 548640 w 11737340"/>
                    <a:gd name="connsiteY273" fmla="*/ 320040 h 4168140"/>
                    <a:gd name="connsiteX274" fmla="*/ 510540 w 11737340"/>
                    <a:gd name="connsiteY274" fmla="*/ 251460 h 4168140"/>
                    <a:gd name="connsiteX275" fmla="*/ 464820 w 11737340"/>
                    <a:gd name="connsiteY275" fmla="*/ 190500 h 4168140"/>
                    <a:gd name="connsiteX276" fmla="*/ 411480 w 11737340"/>
                    <a:gd name="connsiteY276" fmla="*/ 137160 h 4168140"/>
                    <a:gd name="connsiteX277" fmla="*/ 373380 w 11737340"/>
                    <a:gd name="connsiteY277" fmla="*/ 45720 h 4168140"/>
                    <a:gd name="connsiteX278" fmla="*/ 342900 w 11737340"/>
                    <a:gd name="connsiteY278" fmla="*/ 0 h 4168140"/>
                    <a:gd name="connsiteX279" fmla="*/ 327660 w 11737340"/>
                    <a:gd name="connsiteY279" fmla="*/ 60960 h 4168140"/>
                    <a:gd name="connsiteX280" fmla="*/ 289560 w 11737340"/>
                    <a:gd name="connsiteY280" fmla="*/ 91440 h 4168140"/>
                    <a:gd name="connsiteX281" fmla="*/ 236220 w 11737340"/>
                    <a:gd name="connsiteY281" fmla="*/ 114300 h 4168140"/>
                    <a:gd name="connsiteX282" fmla="*/ 198120 w 11737340"/>
                    <a:gd name="connsiteY282" fmla="*/ 175260 h 4168140"/>
                    <a:gd name="connsiteX283" fmla="*/ 175260 w 11737340"/>
                    <a:gd name="connsiteY283" fmla="*/ 228600 h 4168140"/>
                    <a:gd name="connsiteX284" fmla="*/ 114300 w 11737340"/>
                    <a:gd name="connsiteY284" fmla="*/ 236220 h 4168140"/>
                    <a:gd name="connsiteX285" fmla="*/ 45720 w 11737340"/>
                    <a:gd name="connsiteY285" fmla="*/ 251460 h 4168140"/>
                    <a:gd name="connsiteX286" fmla="*/ 0 w 11737340"/>
                    <a:gd name="connsiteY286" fmla="*/ 281940 h 4168140"/>
                    <a:gd name="connsiteX287" fmla="*/ 68580 w 11737340"/>
                    <a:gd name="connsiteY287" fmla="*/ 320040 h 4168140"/>
                    <a:gd name="connsiteX0" fmla="*/ 68580 w 11737340"/>
                    <a:gd name="connsiteY0" fmla="*/ 320040 h 4168140"/>
                    <a:gd name="connsiteX1" fmla="*/ 121920 w 11737340"/>
                    <a:gd name="connsiteY1" fmla="*/ 381000 h 4168140"/>
                    <a:gd name="connsiteX2" fmla="*/ 198120 w 11737340"/>
                    <a:gd name="connsiteY2" fmla="*/ 419100 h 4168140"/>
                    <a:gd name="connsiteX3" fmla="*/ 320040 w 11737340"/>
                    <a:gd name="connsiteY3" fmla="*/ 510540 h 4168140"/>
                    <a:gd name="connsiteX4" fmla="*/ 411480 w 11737340"/>
                    <a:gd name="connsiteY4" fmla="*/ 563880 h 4168140"/>
                    <a:gd name="connsiteX5" fmla="*/ 472440 w 11737340"/>
                    <a:gd name="connsiteY5" fmla="*/ 632460 h 4168140"/>
                    <a:gd name="connsiteX6" fmla="*/ 601980 w 11737340"/>
                    <a:gd name="connsiteY6" fmla="*/ 708660 h 4168140"/>
                    <a:gd name="connsiteX7" fmla="*/ 739140 w 11737340"/>
                    <a:gd name="connsiteY7" fmla="*/ 784860 h 4168140"/>
                    <a:gd name="connsiteX8" fmla="*/ 861060 w 11737340"/>
                    <a:gd name="connsiteY8" fmla="*/ 868680 h 4168140"/>
                    <a:gd name="connsiteX9" fmla="*/ 944880 w 11737340"/>
                    <a:gd name="connsiteY9" fmla="*/ 952500 h 4168140"/>
                    <a:gd name="connsiteX10" fmla="*/ 1021080 w 11737340"/>
                    <a:gd name="connsiteY10" fmla="*/ 1005840 h 4168140"/>
                    <a:gd name="connsiteX11" fmla="*/ 1097280 w 11737340"/>
                    <a:gd name="connsiteY11" fmla="*/ 1043940 h 4168140"/>
                    <a:gd name="connsiteX12" fmla="*/ 1181100 w 11737340"/>
                    <a:gd name="connsiteY12" fmla="*/ 1104900 h 4168140"/>
                    <a:gd name="connsiteX13" fmla="*/ 1249680 w 11737340"/>
                    <a:gd name="connsiteY13" fmla="*/ 1150620 h 4168140"/>
                    <a:gd name="connsiteX14" fmla="*/ 1341120 w 11737340"/>
                    <a:gd name="connsiteY14" fmla="*/ 1196340 h 4168140"/>
                    <a:gd name="connsiteX15" fmla="*/ 1417320 w 11737340"/>
                    <a:gd name="connsiteY15" fmla="*/ 1257300 h 4168140"/>
                    <a:gd name="connsiteX16" fmla="*/ 1493520 w 11737340"/>
                    <a:gd name="connsiteY16" fmla="*/ 1333500 h 4168140"/>
                    <a:gd name="connsiteX17" fmla="*/ 1569720 w 11737340"/>
                    <a:gd name="connsiteY17" fmla="*/ 1356360 h 4168140"/>
                    <a:gd name="connsiteX18" fmla="*/ 1684020 w 11737340"/>
                    <a:gd name="connsiteY18" fmla="*/ 1424940 h 4168140"/>
                    <a:gd name="connsiteX19" fmla="*/ 1729740 w 11737340"/>
                    <a:gd name="connsiteY19" fmla="*/ 1485900 h 4168140"/>
                    <a:gd name="connsiteX20" fmla="*/ 1844040 w 11737340"/>
                    <a:gd name="connsiteY20" fmla="*/ 1569720 h 4168140"/>
                    <a:gd name="connsiteX21" fmla="*/ 1935480 w 11737340"/>
                    <a:gd name="connsiteY21" fmla="*/ 1615440 h 4168140"/>
                    <a:gd name="connsiteX22" fmla="*/ 2049780 w 11737340"/>
                    <a:gd name="connsiteY22" fmla="*/ 1691640 h 4168140"/>
                    <a:gd name="connsiteX23" fmla="*/ 2133600 w 11737340"/>
                    <a:gd name="connsiteY23" fmla="*/ 1729740 h 4168140"/>
                    <a:gd name="connsiteX24" fmla="*/ 2202180 w 11737340"/>
                    <a:gd name="connsiteY24" fmla="*/ 1805940 h 4168140"/>
                    <a:gd name="connsiteX25" fmla="*/ 2255520 w 11737340"/>
                    <a:gd name="connsiteY25" fmla="*/ 1821180 h 4168140"/>
                    <a:gd name="connsiteX26" fmla="*/ 2316480 w 11737340"/>
                    <a:gd name="connsiteY26" fmla="*/ 1866900 h 4168140"/>
                    <a:gd name="connsiteX27" fmla="*/ 2423160 w 11737340"/>
                    <a:gd name="connsiteY27" fmla="*/ 2004060 h 4168140"/>
                    <a:gd name="connsiteX28" fmla="*/ 2476500 w 11737340"/>
                    <a:gd name="connsiteY28" fmla="*/ 2087880 h 4168140"/>
                    <a:gd name="connsiteX29" fmla="*/ 2567940 w 11737340"/>
                    <a:gd name="connsiteY29" fmla="*/ 2148840 h 4168140"/>
                    <a:gd name="connsiteX30" fmla="*/ 2682240 w 11737340"/>
                    <a:gd name="connsiteY30" fmla="*/ 2186940 h 4168140"/>
                    <a:gd name="connsiteX31" fmla="*/ 2743200 w 11737340"/>
                    <a:gd name="connsiteY31" fmla="*/ 2209800 h 4168140"/>
                    <a:gd name="connsiteX32" fmla="*/ 2811780 w 11737340"/>
                    <a:gd name="connsiteY32" fmla="*/ 2247900 h 4168140"/>
                    <a:gd name="connsiteX33" fmla="*/ 2887980 w 11737340"/>
                    <a:gd name="connsiteY33" fmla="*/ 2301240 h 4168140"/>
                    <a:gd name="connsiteX34" fmla="*/ 2979420 w 11737340"/>
                    <a:gd name="connsiteY34" fmla="*/ 2385060 h 4168140"/>
                    <a:gd name="connsiteX35" fmla="*/ 3055620 w 11737340"/>
                    <a:gd name="connsiteY35" fmla="*/ 2461260 h 4168140"/>
                    <a:gd name="connsiteX36" fmla="*/ 3139440 w 11737340"/>
                    <a:gd name="connsiteY36" fmla="*/ 2537460 h 4168140"/>
                    <a:gd name="connsiteX37" fmla="*/ 3261360 w 11737340"/>
                    <a:gd name="connsiteY37" fmla="*/ 2628900 h 4168140"/>
                    <a:gd name="connsiteX38" fmla="*/ 3345180 w 11737340"/>
                    <a:gd name="connsiteY38" fmla="*/ 2720340 h 4168140"/>
                    <a:gd name="connsiteX39" fmla="*/ 3444240 w 11737340"/>
                    <a:gd name="connsiteY39" fmla="*/ 2796540 h 4168140"/>
                    <a:gd name="connsiteX40" fmla="*/ 3558540 w 11737340"/>
                    <a:gd name="connsiteY40" fmla="*/ 2872740 h 4168140"/>
                    <a:gd name="connsiteX41" fmla="*/ 3619500 w 11737340"/>
                    <a:gd name="connsiteY41" fmla="*/ 2979420 h 4168140"/>
                    <a:gd name="connsiteX42" fmla="*/ 3619500 w 11737340"/>
                    <a:gd name="connsiteY42" fmla="*/ 2979420 h 4168140"/>
                    <a:gd name="connsiteX43" fmla="*/ 3649980 w 11737340"/>
                    <a:gd name="connsiteY43" fmla="*/ 3048000 h 4168140"/>
                    <a:gd name="connsiteX44" fmla="*/ 3703320 w 11737340"/>
                    <a:gd name="connsiteY44" fmla="*/ 3086100 h 4168140"/>
                    <a:gd name="connsiteX45" fmla="*/ 3764280 w 11737340"/>
                    <a:gd name="connsiteY45" fmla="*/ 3063240 h 4168140"/>
                    <a:gd name="connsiteX46" fmla="*/ 3848100 w 11737340"/>
                    <a:gd name="connsiteY46" fmla="*/ 3025140 h 4168140"/>
                    <a:gd name="connsiteX47" fmla="*/ 3916680 w 11737340"/>
                    <a:gd name="connsiteY47" fmla="*/ 3032760 h 4168140"/>
                    <a:gd name="connsiteX48" fmla="*/ 4030980 w 11737340"/>
                    <a:gd name="connsiteY48" fmla="*/ 3063240 h 4168140"/>
                    <a:gd name="connsiteX49" fmla="*/ 4137660 w 11737340"/>
                    <a:gd name="connsiteY49" fmla="*/ 3101340 h 4168140"/>
                    <a:gd name="connsiteX50" fmla="*/ 4259580 w 11737340"/>
                    <a:gd name="connsiteY50" fmla="*/ 3147060 h 4168140"/>
                    <a:gd name="connsiteX51" fmla="*/ 4381500 w 11737340"/>
                    <a:gd name="connsiteY51" fmla="*/ 3192780 h 4168140"/>
                    <a:gd name="connsiteX52" fmla="*/ 4526280 w 11737340"/>
                    <a:gd name="connsiteY52" fmla="*/ 3276600 h 4168140"/>
                    <a:gd name="connsiteX53" fmla="*/ 4587240 w 11737340"/>
                    <a:gd name="connsiteY53" fmla="*/ 3299460 h 4168140"/>
                    <a:gd name="connsiteX54" fmla="*/ 4610100 w 11737340"/>
                    <a:gd name="connsiteY54" fmla="*/ 3352800 h 4168140"/>
                    <a:gd name="connsiteX55" fmla="*/ 4648200 w 11737340"/>
                    <a:gd name="connsiteY55" fmla="*/ 3436620 h 4168140"/>
                    <a:gd name="connsiteX56" fmla="*/ 4671060 w 11737340"/>
                    <a:gd name="connsiteY56" fmla="*/ 3520440 h 4168140"/>
                    <a:gd name="connsiteX57" fmla="*/ 4678680 w 11737340"/>
                    <a:gd name="connsiteY57" fmla="*/ 3589020 h 4168140"/>
                    <a:gd name="connsiteX58" fmla="*/ 4686300 w 11737340"/>
                    <a:gd name="connsiteY58" fmla="*/ 3649980 h 4168140"/>
                    <a:gd name="connsiteX59" fmla="*/ 4724400 w 11737340"/>
                    <a:gd name="connsiteY59" fmla="*/ 3680460 h 4168140"/>
                    <a:gd name="connsiteX60" fmla="*/ 4785360 w 11737340"/>
                    <a:gd name="connsiteY60" fmla="*/ 3672840 h 4168140"/>
                    <a:gd name="connsiteX61" fmla="*/ 4869180 w 11737340"/>
                    <a:gd name="connsiteY61" fmla="*/ 3703320 h 4168140"/>
                    <a:gd name="connsiteX62" fmla="*/ 4914900 w 11737340"/>
                    <a:gd name="connsiteY62" fmla="*/ 3756660 h 4168140"/>
                    <a:gd name="connsiteX63" fmla="*/ 5105400 w 11737340"/>
                    <a:gd name="connsiteY63" fmla="*/ 3832860 h 4168140"/>
                    <a:gd name="connsiteX64" fmla="*/ 5173980 w 11737340"/>
                    <a:gd name="connsiteY64" fmla="*/ 3886200 h 4168140"/>
                    <a:gd name="connsiteX65" fmla="*/ 5242560 w 11737340"/>
                    <a:gd name="connsiteY65" fmla="*/ 3924300 h 4168140"/>
                    <a:gd name="connsiteX66" fmla="*/ 5364480 w 11737340"/>
                    <a:gd name="connsiteY66" fmla="*/ 3962400 h 4168140"/>
                    <a:gd name="connsiteX67" fmla="*/ 5516880 w 11737340"/>
                    <a:gd name="connsiteY67" fmla="*/ 4046220 h 4168140"/>
                    <a:gd name="connsiteX68" fmla="*/ 5585460 w 11737340"/>
                    <a:gd name="connsiteY68" fmla="*/ 4099560 h 4168140"/>
                    <a:gd name="connsiteX69" fmla="*/ 5661660 w 11737340"/>
                    <a:gd name="connsiteY69" fmla="*/ 4122420 h 4168140"/>
                    <a:gd name="connsiteX70" fmla="*/ 5745480 w 11737340"/>
                    <a:gd name="connsiteY70" fmla="*/ 4130040 h 4168140"/>
                    <a:gd name="connsiteX71" fmla="*/ 5836920 w 11737340"/>
                    <a:gd name="connsiteY71" fmla="*/ 4130040 h 4168140"/>
                    <a:gd name="connsiteX72" fmla="*/ 5951220 w 11737340"/>
                    <a:gd name="connsiteY72" fmla="*/ 4145280 h 4168140"/>
                    <a:gd name="connsiteX73" fmla="*/ 6035040 w 11737340"/>
                    <a:gd name="connsiteY73" fmla="*/ 4168140 h 4168140"/>
                    <a:gd name="connsiteX74" fmla="*/ 6149340 w 11737340"/>
                    <a:gd name="connsiteY74" fmla="*/ 4137660 h 4168140"/>
                    <a:gd name="connsiteX75" fmla="*/ 6286500 w 11737340"/>
                    <a:gd name="connsiteY75" fmla="*/ 4114800 h 4168140"/>
                    <a:gd name="connsiteX76" fmla="*/ 6393180 w 11737340"/>
                    <a:gd name="connsiteY76" fmla="*/ 4053840 h 4168140"/>
                    <a:gd name="connsiteX77" fmla="*/ 6484620 w 11737340"/>
                    <a:gd name="connsiteY77" fmla="*/ 4038600 h 4168140"/>
                    <a:gd name="connsiteX78" fmla="*/ 6583680 w 11737340"/>
                    <a:gd name="connsiteY78" fmla="*/ 3970020 h 4168140"/>
                    <a:gd name="connsiteX79" fmla="*/ 6697980 w 11737340"/>
                    <a:gd name="connsiteY79" fmla="*/ 3886200 h 4168140"/>
                    <a:gd name="connsiteX80" fmla="*/ 6728460 w 11737340"/>
                    <a:gd name="connsiteY80" fmla="*/ 3817620 h 4168140"/>
                    <a:gd name="connsiteX81" fmla="*/ 6842760 w 11737340"/>
                    <a:gd name="connsiteY81" fmla="*/ 3733800 h 4168140"/>
                    <a:gd name="connsiteX82" fmla="*/ 6972300 w 11737340"/>
                    <a:gd name="connsiteY82" fmla="*/ 3642360 h 4168140"/>
                    <a:gd name="connsiteX83" fmla="*/ 7078980 w 11737340"/>
                    <a:gd name="connsiteY83" fmla="*/ 3528060 h 4168140"/>
                    <a:gd name="connsiteX84" fmla="*/ 7139940 w 11737340"/>
                    <a:gd name="connsiteY84" fmla="*/ 3444240 h 4168140"/>
                    <a:gd name="connsiteX85" fmla="*/ 7269480 w 11737340"/>
                    <a:gd name="connsiteY85" fmla="*/ 3284220 h 4168140"/>
                    <a:gd name="connsiteX86" fmla="*/ 7330440 w 11737340"/>
                    <a:gd name="connsiteY86" fmla="*/ 3185160 h 4168140"/>
                    <a:gd name="connsiteX87" fmla="*/ 7376160 w 11737340"/>
                    <a:gd name="connsiteY87" fmla="*/ 3116580 h 4168140"/>
                    <a:gd name="connsiteX88" fmla="*/ 7444740 w 11737340"/>
                    <a:gd name="connsiteY88" fmla="*/ 3093720 h 4168140"/>
                    <a:gd name="connsiteX89" fmla="*/ 7513320 w 11737340"/>
                    <a:gd name="connsiteY89" fmla="*/ 3101340 h 4168140"/>
                    <a:gd name="connsiteX90" fmla="*/ 7576820 w 11737340"/>
                    <a:gd name="connsiteY90" fmla="*/ 3093720 h 4168140"/>
                    <a:gd name="connsiteX91" fmla="*/ 7729220 w 11737340"/>
                    <a:gd name="connsiteY91" fmla="*/ 3136900 h 4168140"/>
                    <a:gd name="connsiteX92" fmla="*/ 7833360 w 11737340"/>
                    <a:gd name="connsiteY92" fmla="*/ 3162300 h 4168140"/>
                    <a:gd name="connsiteX93" fmla="*/ 7962900 w 11737340"/>
                    <a:gd name="connsiteY93" fmla="*/ 3192780 h 4168140"/>
                    <a:gd name="connsiteX94" fmla="*/ 8161020 w 11737340"/>
                    <a:gd name="connsiteY94" fmla="*/ 3268980 h 4168140"/>
                    <a:gd name="connsiteX95" fmla="*/ 8290560 w 11737340"/>
                    <a:gd name="connsiteY95" fmla="*/ 3337560 h 4168140"/>
                    <a:gd name="connsiteX96" fmla="*/ 8382000 w 11737340"/>
                    <a:gd name="connsiteY96" fmla="*/ 3360420 h 4168140"/>
                    <a:gd name="connsiteX97" fmla="*/ 8458200 w 11737340"/>
                    <a:gd name="connsiteY97" fmla="*/ 3398520 h 4168140"/>
                    <a:gd name="connsiteX98" fmla="*/ 8595360 w 11737340"/>
                    <a:gd name="connsiteY98" fmla="*/ 3512820 h 4168140"/>
                    <a:gd name="connsiteX99" fmla="*/ 8641080 w 11737340"/>
                    <a:gd name="connsiteY99" fmla="*/ 3566160 h 4168140"/>
                    <a:gd name="connsiteX100" fmla="*/ 8702040 w 11737340"/>
                    <a:gd name="connsiteY100" fmla="*/ 3604260 h 4168140"/>
                    <a:gd name="connsiteX101" fmla="*/ 8763000 w 11737340"/>
                    <a:gd name="connsiteY101" fmla="*/ 3634740 h 4168140"/>
                    <a:gd name="connsiteX102" fmla="*/ 8846820 w 11737340"/>
                    <a:gd name="connsiteY102" fmla="*/ 3632200 h 4168140"/>
                    <a:gd name="connsiteX103" fmla="*/ 8968740 w 11737340"/>
                    <a:gd name="connsiteY103" fmla="*/ 3634740 h 4168140"/>
                    <a:gd name="connsiteX104" fmla="*/ 9060180 w 11737340"/>
                    <a:gd name="connsiteY104" fmla="*/ 3642360 h 4168140"/>
                    <a:gd name="connsiteX105" fmla="*/ 9151620 w 11737340"/>
                    <a:gd name="connsiteY105" fmla="*/ 3657600 h 4168140"/>
                    <a:gd name="connsiteX106" fmla="*/ 9230360 w 11737340"/>
                    <a:gd name="connsiteY106" fmla="*/ 3657600 h 4168140"/>
                    <a:gd name="connsiteX107" fmla="*/ 9331960 w 11737340"/>
                    <a:gd name="connsiteY107" fmla="*/ 3629660 h 4168140"/>
                    <a:gd name="connsiteX108" fmla="*/ 9433560 w 11737340"/>
                    <a:gd name="connsiteY108" fmla="*/ 3589020 h 4168140"/>
                    <a:gd name="connsiteX109" fmla="*/ 9535160 w 11737340"/>
                    <a:gd name="connsiteY109" fmla="*/ 3540760 h 4168140"/>
                    <a:gd name="connsiteX110" fmla="*/ 9646920 w 11737340"/>
                    <a:gd name="connsiteY110" fmla="*/ 3489960 h 4168140"/>
                    <a:gd name="connsiteX111" fmla="*/ 9784080 w 11737340"/>
                    <a:gd name="connsiteY111" fmla="*/ 3444240 h 4168140"/>
                    <a:gd name="connsiteX112" fmla="*/ 9860280 w 11737340"/>
                    <a:gd name="connsiteY112" fmla="*/ 3383280 h 4168140"/>
                    <a:gd name="connsiteX113" fmla="*/ 9921240 w 11737340"/>
                    <a:gd name="connsiteY113" fmla="*/ 3314700 h 4168140"/>
                    <a:gd name="connsiteX114" fmla="*/ 9997440 w 11737340"/>
                    <a:gd name="connsiteY114" fmla="*/ 3208020 h 4168140"/>
                    <a:gd name="connsiteX115" fmla="*/ 10043160 w 11737340"/>
                    <a:gd name="connsiteY115" fmla="*/ 3101340 h 4168140"/>
                    <a:gd name="connsiteX116" fmla="*/ 10104120 w 11737340"/>
                    <a:gd name="connsiteY116" fmla="*/ 3017520 h 4168140"/>
                    <a:gd name="connsiteX117" fmla="*/ 10157460 w 11737340"/>
                    <a:gd name="connsiteY117" fmla="*/ 2933700 h 4168140"/>
                    <a:gd name="connsiteX118" fmla="*/ 10218420 w 11737340"/>
                    <a:gd name="connsiteY118" fmla="*/ 2849880 h 4168140"/>
                    <a:gd name="connsiteX119" fmla="*/ 10294620 w 11737340"/>
                    <a:gd name="connsiteY119" fmla="*/ 2735580 h 4168140"/>
                    <a:gd name="connsiteX120" fmla="*/ 10347960 w 11737340"/>
                    <a:gd name="connsiteY120" fmla="*/ 2621280 h 4168140"/>
                    <a:gd name="connsiteX121" fmla="*/ 10431780 w 11737340"/>
                    <a:gd name="connsiteY121" fmla="*/ 2499360 h 4168140"/>
                    <a:gd name="connsiteX122" fmla="*/ 10500360 w 11737340"/>
                    <a:gd name="connsiteY122" fmla="*/ 2354580 h 4168140"/>
                    <a:gd name="connsiteX123" fmla="*/ 10553700 w 11737340"/>
                    <a:gd name="connsiteY123" fmla="*/ 2263140 h 4168140"/>
                    <a:gd name="connsiteX124" fmla="*/ 10584180 w 11737340"/>
                    <a:gd name="connsiteY124" fmla="*/ 2194560 h 4168140"/>
                    <a:gd name="connsiteX125" fmla="*/ 10624820 w 11737340"/>
                    <a:gd name="connsiteY125" fmla="*/ 2125980 h 4168140"/>
                    <a:gd name="connsiteX126" fmla="*/ 10675620 w 11737340"/>
                    <a:gd name="connsiteY126" fmla="*/ 2049780 h 4168140"/>
                    <a:gd name="connsiteX127" fmla="*/ 10690860 w 11737340"/>
                    <a:gd name="connsiteY127" fmla="*/ 1988820 h 4168140"/>
                    <a:gd name="connsiteX128" fmla="*/ 10713720 w 11737340"/>
                    <a:gd name="connsiteY128" fmla="*/ 1927860 h 4168140"/>
                    <a:gd name="connsiteX129" fmla="*/ 10767060 w 11737340"/>
                    <a:gd name="connsiteY129" fmla="*/ 1859280 h 4168140"/>
                    <a:gd name="connsiteX130" fmla="*/ 10873740 w 11737340"/>
                    <a:gd name="connsiteY130" fmla="*/ 1828800 h 4168140"/>
                    <a:gd name="connsiteX131" fmla="*/ 11079480 w 11737340"/>
                    <a:gd name="connsiteY131" fmla="*/ 1767840 h 4168140"/>
                    <a:gd name="connsiteX132" fmla="*/ 11247120 w 11737340"/>
                    <a:gd name="connsiteY132" fmla="*/ 1684020 h 4168140"/>
                    <a:gd name="connsiteX133" fmla="*/ 11407140 w 11737340"/>
                    <a:gd name="connsiteY133" fmla="*/ 1628140 h 4168140"/>
                    <a:gd name="connsiteX134" fmla="*/ 11490960 w 11737340"/>
                    <a:gd name="connsiteY134" fmla="*/ 1577340 h 4168140"/>
                    <a:gd name="connsiteX135" fmla="*/ 11635740 w 11737340"/>
                    <a:gd name="connsiteY135" fmla="*/ 1508760 h 4168140"/>
                    <a:gd name="connsiteX136" fmla="*/ 11737340 w 11737340"/>
                    <a:gd name="connsiteY136" fmla="*/ 1442720 h 4168140"/>
                    <a:gd name="connsiteX137" fmla="*/ 11620500 w 11737340"/>
                    <a:gd name="connsiteY137" fmla="*/ 1417320 h 4168140"/>
                    <a:gd name="connsiteX138" fmla="*/ 11567160 w 11737340"/>
                    <a:gd name="connsiteY138" fmla="*/ 1379220 h 4168140"/>
                    <a:gd name="connsiteX139" fmla="*/ 11498580 w 11737340"/>
                    <a:gd name="connsiteY139" fmla="*/ 1318260 h 4168140"/>
                    <a:gd name="connsiteX140" fmla="*/ 11468100 w 11737340"/>
                    <a:gd name="connsiteY140" fmla="*/ 1280160 h 4168140"/>
                    <a:gd name="connsiteX141" fmla="*/ 11442700 w 11737340"/>
                    <a:gd name="connsiteY141" fmla="*/ 1231900 h 4168140"/>
                    <a:gd name="connsiteX142" fmla="*/ 11384280 w 11737340"/>
                    <a:gd name="connsiteY142" fmla="*/ 1310640 h 4168140"/>
                    <a:gd name="connsiteX143" fmla="*/ 11353800 w 11737340"/>
                    <a:gd name="connsiteY143" fmla="*/ 1356360 h 4168140"/>
                    <a:gd name="connsiteX144" fmla="*/ 11224260 w 11737340"/>
                    <a:gd name="connsiteY144" fmla="*/ 1417320 h 4168140"/>
                    <a:gd name="connsiteX145" fmla="*/ 11109960 w 11737340"/>
                    <a:gd name="connsiteY145" fmla="*/ 1463040 h 4168140"/>
                    <a:gd name="connsiteX146" fmla="*/ 10911840 w 11737340"/>
                    <a:gd name="connsiteY146" fmla="*/ 1524000 h 4168140"/>
                    <a:gd name="connsiteX147" fmla="*/ 10774680 w 11737340"/>
                    <a:gd name="connsiteY147" fmla="*/ 1546860 h 4168140"/>
                    <a:gd name="connsiteX148" fmla="*/ 10675620 w 11737340"/>
                    <a:gd name="connsiteY148" fmla="*/ 1615440 h 4168140"/>
                    <a:gd name="connsiteX149" fmla="*/ 10568940 w 11737340"/>
                    <a:gd name="connsiteY149" fmla="*/ 1676400 h 4168140"/>
                    <a:gd name="connsiteX150" fmla="*/ 10485120 w 11737340"/>
                    <a:gd name="connsiteY150" fmla="*/ 1760220 h 4168140"/>
                    <a:gd name="connsiteX151" fmla="*/ 10454640 w 11737340"/>
                    <a:gd name="connsiteY151" fmla="*/ 1836420 h 4168140"/>
                    <a:gd name="connsiteX152" fmla="*/ 10416540 w 11737340"/>
                    <a:gd name="connsiteY152" fmla="*/ 1927860 h 4168140"/>
                    <a:gd name="connsiteX153" fmla="*/ 10401300 w 11737340"/>
                    <a:gd name="connsiteY153" fmla="*/ 2004060 h 4168140"/>
                    <a:gd name="connsiteX154" fmla="*/ 10363200 w 11737340"/>
                    <a:gd name="connsiteY154" fmla="*/ 2095500 h 4168140"/>
                    <a:gd name="connsiteX155" fmla="*/ 10317480 w 11737340"/>
                    <a:gd name="connsiteY155" fmla="*/ 2225040 h 4168140"/>
                    <a:gd name="connsiteX156" fmla="*/ 10287000 w 11737340"/>
                    <a:gd name="connsiteY156" fmla="*/ 2346960 h 4168140"/>
                    <a:gd name="connsiteX157" fmla="*/ 10218420 w 11737340"/>
                    <a:gd name="connsiteY157" fmla="*/ 2499360 h 4168140"/>
                    <a:gd name="connsiteX158" fmla="*/ 10134600 w 11737340"/>
                    <a:gd name="connsiteY158" fmla="*/ 2621280 h 4168140"/>
                    <a:gd name="connsiteX159" fmla="*/ 10043160 w 11737340"/>
                    <a:gd name="connsiteY159" fmla="*/ 2735580 h 4168140"/>
                    <a:gd name="connsiteX160" fmla="*/ 9974580 w 11737340"/>
                    <a:gd name="connsiteY160" fmla="*/ 2857500 h 4168140"/>
                    <a:gd name="connsiteX161" fmla="*/ 9906000 w 11737340"/>
                    <a:gd name="connsiteY161" fmla="*/ 2941320 h 4168140"/>
                    <a:gd name="connsiteX162" fmla="*/ 9860280 w 11737340"/>
                    <a:gd name="connsiteY162" fmla="*/ 3032760 h 4168140"/>
                    <a:gd name="connsiteX163" fmla="*/ 9806940 w 11737340"/>
                    <a:gd name="connsiteY163" fmla="*/ 3116580 h 4168140"/>
                    <a:gd name="connsiteX164" fmla="*/ 9715500 w 11737340"/>
                    <a:gd name="connsiteY164" fmla="*/ 3208020 h 4168140"/>
                    <a:gd name="connsiteX165" fmla="*/ 9616440 w 11737340"/>
                    <a:gd name="connsiteY165" fmla="*/ 3261360 h 4168140"/>
                    <a:gd name="connsiteX166" fmla="*/ 9532620 w 11737340"/>
                    <a:gd name="connsiteY166" fmla="*/ 3329940 h 4168140"/>
                    <a:gd name="connsiteX167" fmla="*/ 9471660 w 11737340"/>
                    <a:gd name="connsiteY167" fmla="*/ 3375660 h 4168140"/>
                    <a:gd name="connsiteX168" fmla="*/ 9410700 w 11737340"/>
                    <a:gd name="connsiteY168" fmla="*/ 3429000 h 4168140"/>
                    <a:gd name="connsiteX169" fmla="*/ 9288780 w 11737340"/>
                    <a:gd name="connsiteY169" fmla="*/ 3436620 h 4168140"/>
                    <a:gd name="connsiteX170" fmla="*/ 9166860 w 11737340"/>
                    <a:gd name="connsiteY170" fmla="*/ 3444240 h 4168140"/>
                    <a:gd name="connsiteX171" fmla="*/ 9029700 w 11737340"/>
                    <a:gd name="connsiteY171" fmla="*/ 3413760 h 4168140"/>
                    <a:gd name="connsiteX172" fmla="*/ 8823960 w 11737340"/>
                    <a:gd name="connsiteY172" fmla="*/ 3360420 h 4168140"/>
                    <a:gd name="connsiteX173" fmla="*/ 8679180 w 11737340"/>
                    <a:gd name="connsiteY173" fmla="*/ 3329940 h 4168140"/>
                    <a:gd name="connsiteX174" fmla="*/ 8572500 w 11737340"/>
                    <a:gd name="connsiteY174" fmla="*/ 3276600 h 4168140"/>
                    <a:gd name="connsiteX175" fmla="*/ 8465820 w 11737340"/>
                    <a:gd name="connsiteY175" fmla="*/ 3215640 h 4168140"/>
                    <a:gd name="connsiteX176" fmla="*/ 8321040 w 11737340"/>
                    <a:gd name="connsiteY176" fmla="*/ 3177540 h 4168140"/>
                    <a:gd name="connsiteX177" fmla="*/ 8199120 w 11737340"/>
                    <a:gd name="connsiteY177" fmla="*/ 3131820 h 4168140"/>
                    <a:gd name="connsiteX178" fmla="*/ 8069580 w 11737340"/>
                    <a:gd name="connsiteY178" fmla="*/ 3078480 h 4168140"/>
                    <a:gd name="connsiteX179" fmla="*/ 7917180 w 11737340"/>
                    <a:gd name="connsiteY179" fmla="*/ 2994660 h 4168140"/>
                    <a:gd name="connsiteX180" fmla="*/ 7787640 w 11737340"/>
                    <a:gd name="connsiteY180" fmla="*/ 2971800 h 4168140"/>
                    <a:gd name="connsiteX181" fmla="*/ 7719060 w 11737340"/>
                    <a:gd name="connsiteY181" fmla="*/ 2933700 h 4168140"/>
                    <a:gd name="connsiteX182" fmla="*/ 7612380 w 11737340"/>
                    <a:gd name="connsiteY182" fmla="*/ 2903220 h 4168140"/>
                    <a:gd name="connsiteX183" fmla="*/ 7566660 w 11737340"/>
                    <a:gd name="connsiteY183" fmla="*/ 2887980 h 4168140"/>
                    <a:gd name="connsiteX184" fmla="*/ 7551420 w 11737340"/>
                    <a:gd name="connsiteY184" fmla="*/ 2849880 h 4168140"/>
                    <a:gd name="connsiteX185" fmla="*/ 7533640 w 11737340"/>
                    <a:gd name="connsiteY185" fmla="*/ 2788920 h 4168140"/>
                    <a:gd name="connsiteX186" fmla="*/ 7475220 w 11737340"/>
                    <a:gd name="connsiteY186" fmla="*/ 2857500 h 4168140"/>
                    <a:gd name="connsiteX187" fmla="*/ 7414260 w 11737340"/>
                    <a:gd name="connsiteY187" fmla="*/ 2887980 h 4168140"/>
                    <a:gd name="connsiteX188" fmla="*/ 7345680 w 11737340"/>
                    <a:gd name="connsiteY188" fmla="*/ 2971800 h 4168140"/>
                    <a:gd name="connsiteX189" fmla="*/ 7315200 w 11737340"/>
                    <a:gd name="connsiteY189" fmla="*/ 2994660 h 4168140"/>
                    <a:gd name="connsiteX190" fmla="*/ 7261860 w 11737340"/>
                    <a:gd name="connsiteY190" fmla="*/ 3009900 h 4168140"/>
                    <a:gd name="connsiteX191" fmla="*/ 7193280 w 11737340"/>
                    <a:gd name="connsiteY191" fmla="*/ 3025140 h 4168140"/>
                    <a:gd name="connsiteX192" fmla="*/ 7155180 w 11737340"/>
                    <a:gd name="connsiteY192" fmla="*/ 3078480 h 4168140"/>
                    <a:gd name="connsiteX193" fmla="*/ 7109460 w 11737340"/>
                    <a:gd name="connsiteY193" fmla="*/ 3154680 h 4168140"/>
                    <a:gd name="connsiteX194" fmla="*/ 7048500 w 11737340"/>
                    <a:gd name="connsiteY194" fmla="*/ 3246120 h 4168140"/>
                    <a:gd name="connsiteX195" fmla="*/ 6995160 w 11737340"/>
                    <a:gd name="connsiteY195" fmla="*/ 3307080 h 4168140"/>
                    <a:gd name="connsiteX196" fmla="*/ 6972300 w 11737340"/>
                    <a:gd name="connsiteY196" fmla="*/ 3352800 h 4168140"/>
                    <a:gd name="connsiteX197" fmla="*/ 6949440 w 11737340"/>
                    <a:gd name="connsiteY197" fmla="*/ 3413760 h 4168140"/>
                    <a:gd name="connsiteX198" fmla="*/ 6949440 w 11737340"/>
                    <a:gd name="connsiteY198" fmla="*/ 3413760 h 4168140"/>
                    <a:gd name="connsiteX199" fmla="*/ 6911340 w 11737340"/>
                    <a:gd name="connsiteY199" fmla="*/ 3474720 h 4168140"/>
                    <a:gd name="connsiteX200" fmla="*/ 6888480 w 11737340"/>
                    <a:gd name="connsiteY200" fmla="*/ 3505200 h 4168140"/>
                    <a:gd name="connsiteX201" fmla="*/ 6819900 w 11737340"/>
                    <a:gd name="connsiteY201" fmla="*/ 3566160 h 4168140"/>
                    <a:gd name="connsiteX202" fmla="*/ 6743700 w 11737340"/>
                    <a:gd name="connsiteY202" fmla="*/ 3581400 h 4168140"/>
                    <a:gd name="connsiteX203" fmla="*/ 6675120 w 11737340"/>
                    <a:gd name="connsiteY203" fmla="*/ 3657600 h 4168140"/>
                    <a:gd name="connsiteX204" fmla="*/ 6629400 w 11737340"/>
                    <a:gd name="connsiteY204" fmla="*/ 3718560 h 4168140"/>
                    <a:gd name="connsiteX205" fmla="*/ 6576060 w 11737340"/>
                    <a:gd name="connsiteY205" fmla="*/ 3779520 h 4168140"/>
                    <a:gd name="connsiteX206" fmla="*/ 6484620 w 11737340"/>
                    <a:gd name="connsiteY206" fmla="*/ 3817620 h 4168140"/>
                    <a:gd name="connsiteX207" fmla="*/ 6400800 w 11737340"/>
                    <a:gd name="connsiteY207" fmla="*/ 3832860 h 4168140"/>
                    <a:gd name="connsiteX208" fmla="*/ 6263640 w 11737340"/>
                    <a:gd name="connsiteY208" fmla="*/ 3870960 h 4168140"/>
                    <a:gd name="connsiteX209" fmla="*/ 6126480 w 11737340"/>
                    <a:gd name="connsiteY209" fmla="*/ 3901440 h 4168140"/>
                    <a:gd name="connsiteX210" fmla="*/ 6027420 w 11737340"/>
                    <a:gd name="connsiteY210" fmla="*/ 3916680 h 4168140"/>
                    <a:gd name="connsiteX211" fmla="*/ 5890260 w 11737340"/>
                    <a:gd name="connsiteY211" fmla="*/ 3878580 h 4168140"/>
                    <a:gd name="connsiteX212" fmla="*/ 5821680 w 11737340"/>
                    <a:gd name="connsiteY212" fmla="*/ 3863340 h 4168140"/>
                    <a:gd name="connsiteX213" fmla="*/ 5737860 w 11737340"/>
                    <a:gd name="connsiteY213" fmla="*/ 3825240 h 4168140"/>
                    <a:gd name="connsiteX214" fmla="*/ 5638800 w 11737340"/>
                    <a:gd name="connsiteY214" fmla="*/ 3794760 h 4168140"/>
                    <a:gd name="connsiteX215" fmla="*/ 5524500 w 11737340"/>
                    <a:gd name="connsiteY215" fmla="*/ 3756660 h 4168140"/>
                    <a:gd name="connsiteX216" fmla="*/ 5448300 w 11737340"/>
                    <a:gd name="connsiteY216" fmla="*/ 3718560 h 4168140"/>
                    <a:gd name="connsiteX217" fmla="*/ 5349240 w 11737340"/>
                    <a:gd name="connsiteY217" fmla="*/ 3657600 h 4168140"/>
                    <a:gd name="connsiteX218" fmla="*/ 5295900 w 11737340"/>
                    <a:gd name="connsiteY218" fmla="*/ 3619500 h 4168140"/>
                    <a:gd name="connsiteX219" fmla="*/ 5234940 w 11737340"/>
                    <a:gd name="connsiteY219" fmla="*/ 3596640 h 4168140"/>
                    <a:gd name="connsiteX220" fmla="*/ 5135880 w 11737340"/>
                    <a:gd name="connsiteY220" fmla="*/ 3550920 h 4168140"/>
                    <a:gd name="connsiteX221" fmla="*/ 5059680 w 11737340"/>
                    <a:gd name="connsiteY221" fmla="*/ 3505200 h 4168140"/>
                    <a:gd name="connsiteX222" fmla="*/ 5029200 w 11737340"/>
                    <a:gd name="connsiteY222" fmla="*/ 3482340 h 4168140"/>
                    <a:gd name="connsiteX223" fmla="*/ 4960620 w 11737340"/>
                    <a:gd name="connsiteY223" fmla="*/ 3413760 h 4168140"/>
                    <a:gd name="connsiteX224" fmla="*/ 4876800 w 11737340"/>
                    <a:gd name="connsiteY224" fmla="*/ 3299460 h 4168140"/>
                    <a:gd name="connsiteX225" fmla="*/ 4808220 w 11737340"/>
                    <a:gd name="connsiteY225" fmla="*/ 3200400 h 4168140"/>
                    <a:gd name="connsiteX226" fmla="*/ 4777740 w 11737340"/>
                    <a:gd name="connsiteY226" fmla="*/ 3147060 h 4168140"/>
                    <a:gd name="connsiteX227" fmla="*/ 4724400 w 11737340"/>
                    <a:gd name="connsiteY227" fmla="*/ 3108960 h 4168140"/>
                    <a:gd name="connsiteX228" fmla="*/ 4648200 w 11737340"/>
                    <a:gd name="connsiteY228" fmla="*/ 3063240 h 4168140"/>
                    <a:gd name="connsiteX229" fmla="*/ 4533900 w 11737340"/>
                    <a:gd name="connsiteY229" fmla="*/ 2979420 h 4168140"/>
                    <a:gd name="connsiteX230" fmla="*/ 4427220 w 11737340"/>
                    <a:gd name="connsiteY230" fmla="*/ 2941320 h 4168140"/>
                    <a:gd name="connsiteX231" fmla="*/ 4366260 w 11737340"/>
                    <a:gd name="connsiteY231" fmla="*/ 2903220 h 4168140"/>
                    <a:gd name="connsiteX232" fmla="*/ 4244340 w 11737340"/>
                    <a:gd name="connsiteY232" fmla="*/ 2842260 h 4168140"/>
                    <a:gd name="connsiteX233" fmla="*/ 4145280 w 11737340"/>
                    <a:gd name="connsiteY233" fmla="*/ 2811780 h 4168140"/>
                    <a:gd name="connsiteX234" fmla="*/ 4038600 w 11737340"/>
                    <a:gd name="connsiteY234" fmla="*/ 2804160 h 4168140"/>
                    <a:gd name="connsiteX235" fmla="*/ 3954780 w 11737340"/>
                    <a:gd name="connsiteY235" fmla="*/ 2819400 h 4168140"/>
                    <a:gd name="connsiteX236" fmla="*/ 3863340 w 11737340"/>
                    <a:gd name="connsiteY236" fmla="*/ 2804160 h 4168140"/>
                    <a:gd name="connsiteX237" fmla="*/ 3741420 w 11737340"/>
                    <a:gd name="connsiteY237" fmla="*/ 2781300 h 4168140"/>
                    <a:gd name="connsiteX238" fmla="*/ 3649980 w 11737340"/>
                    <a:gd name="connsiteY238" fmla="*/ 2743200 h 4168140"/>
                    <a:gd name="connsiteX239" fmla="*/ 3573780 w 11737340"/>
                    <a:gd name="connsiteY239" fmla="*/ 2674620 h 4168140"/>
                    <a:gd name="connsiteX240" fmla="*/ 3482340 w 11737340"/>
                    <a:gd name="connsiteY240" fmla="*/ 2621280 h 4168140"/>
                    <a:gd name="connsiteX241" fmla="*/ 3436620 w 11737340"/>
                    <a:gd name="connsiteY241" fmla="*/ 2552700 h 4168140"/>
                    <a:gd name="connsiteX242" fmla="*/ 3329940 w 11737340"/>
                    <a:gd name="connsiteY242" fmla="*/ 2423160 h 4168140"/>
                    <a:gd name="connsiteX243" fmla="*/ 3261360 w 11737340"/>
                    <a:gd name="connsiteY243" fmla="*/ 2324100 h 4168140"/>
                    <a:gd name="connsiteX244" fmla="*/ 3131820 w 11737340"/>
                    <a:gd name="connsiteY244" fmla="*/ 2209800 h 4168140"/>
                    <a:gd name="connsiteX245" fmla="*/ 3040380 w 11737340"/>
                    <a:gd name="connsiteY245" fmla="*/ 2141220 h 4168140"/>
                    <a:gd name="connsiteX246" fmla="*/ 2910840 w 11737340"/>
                    <a:gd name="connsiteY246" fmla="*/ 2034540 h 4168140"/>
                    <a:gd name="connsiteX247" fmla="*/ 2849880 w 11737340"/>
                    <a:gd name="connsiteY247" fmla="*/ 1958340 h 4168140"/>
                    <a:gd name="connsiteX248" fmla="*/ 2743200 w 11737340"/>
                    <a:gd name="connsiteY248" fmla="*/ 1889760 h 4168140"/>
                    <a:gd name="connsiteX249" fmla="*/ 2659380 w 11737340"/>
                    <a:gd name="connsiteY249" fmla="*/ 1844040 h 4168140"/>
                    <a:gd name="connsiteX250" fmla="*/ 2575560 w 11737340"/>
                    <a:gd name="connsiteY250" fmla="*/ 1744980 h 4168140"/>
                    <a:gd name="connsiteX251" fmla="*/ 2468880 w 11737340"/>
                    <a:gd name="connsiteY251" fmla="*/ 1645920 h 4168140"/>
                    <a:gd name="connsiteX252" fmla="*/ 2400300 w 11737340"/>
                    <a:gd name="connsiteY252" fmla="*/ 1607820 h 4168140"/>
                    <a:gd name="connsiteX253" fmla="*/ 2263140 w 11737340"/>
                    <a:gd name="connsiteY253" fmla="*/ 1501140 h 4168140"/>
                    <a:gd name="connsiteX254" fmla="*/ 2171700 w 11737340"/>
                    <a:gd name="connsiteY254" fmla="*/ 1432560 h 4168140"/>
                    <a:gd name="connsiteX255" fmla="*/ 2087880 w 11737340"/>
                    <a:gd name="connsiteY255" fmla="*/ 1363980 h 4168140"/>
                    <a:gd name="connsiteX256" fmla="*/ 1950720 w 11737340"/>
                    <a:gd name="connsiteY256" fmla="*/ 1272540 h 4168140"/>
                    <a:gd name="connsiteX257" fmla="*/ 1805940 w 11737340"/>
                    <a:gd name="connsiteY257" fmla="*/ 1135380 h 4168140"/>
                    <a:gd name="connsiteX258" fmla="*/ 1729740 w 11737340"/>
                    <a:gd name="connsiteY258" fmla="*/ 1089660 h 4168140"/>
                    <a:gd name="connsiteX259" fmla="*/ 1668780 w 11737340"/>
                    <a:gd name="connsiteY259" fmla="*/ 1043940 h 4168140"/>
                    <a:gd name="connsiteX260" fmla="*/ 1592580 w 11737340"/>
                    <a:gd name="connsiteY260" fmla="*/ 990600 h 4168140"/>
                    <a:gd name="connsiteX261" fmla="*/ 1470660 w 11737340"/>
                    <a:gd name="connsiteY261" fmla="*/ 891540 h 4168140"/>
                    <a:gd name="connsiteX262" fmla="*/ 1386840 w 11737340"/>
                    <a:gd name="connsiteY262" fmla="*/ 845820 h 4168140"/>
                    <a:gd name="connsiteX263" fmla="*/ 1318260 w 11737340"/>
                    <a:gd name="connsiteY263" fmla="*/ 784860 h 4168140"/>
                    <a:gd name="connsiteX264" fmla="*/ 1264920 w 11737340"/>
                    <a:gd name="connsiteY264" fmla="*/ 723900 h 4168140"/>
                    <a:gd name="connsiteX265" fmla="*/ 1181100 w 11737340"/>
                    <a:gd name="connsiteY265" fmla="*/ 647700 h 4168140"/>
                    <a:gd name="connsiteX266" fmla="*/ 1089660 w 11737340"/>
                    <a:gd name="connsiteY266" fmla="*/ 624840 h 4168140"/>
                    <a:gd name="connsiteX267" fmla="*/ 1021080 w 11737340"/>
                    <a:gd name="connsiteY267" fmla="*/ 586740 h 4168140"/>
                    <a:gd name="connsiteX268" fmla="*/ 937260 w 11737340"/>
                    <a:gd name="connsiteY268" fmla="*/ 548640 h 4168140"/>
                    <a:gd name="connsiteX269" fmla="*/ 830580 w 11737340"/>
                    <a:gd name="connsiteY269" fmla="*/ 510540 h 4168140"/>
                    <a:gd name="connsiteX270" fmla="*/ 754380 w 11737340"/>
                    <a:gd name="connsiteY270" fmla="*/ 457200 h 4168140"/>
                    <a:gd name="connsiteX271" fmla="*/ 708660 w 11737340"/>
                    <a:gd name="connsiteY271" fmla="*/ 419100 h 4168140"/>
                    <a:gd name="connsiteX272" fmla="*/ 609600 w 11737340"/>
                    <a:gd name="connsiteY272" fmla="*/ 396240 h 4168140"/>
                    <a:gd name="connsiteX273" fmla="*/ 548640 w 11737340"/>
                    <a:gd name="connsiteY273" fmla="*/ 320040 h 4168140"/>
                    <a:gd name="connsiteX274" fmla="*/ 510540 w 11737340"/>
                    <a:gd name="connsiteY274" fmla="*/ 251460 h 4168140"/>
                    <a:gd name="connsiteX275" fmla="*/ 464820 w 11737340"/>
                    <a:gd name="connsiteY275" fmla="*/ 190500 h 4168140"/>
                    <a:gd name="connsiteX276" fmla="*/ 411480 w 11737340"/>
                    <a:gd name="connsiteY276" fmla="*/ 137160 h 4168140"/>
                    <a:gd name="connsiteX277" fmla="*/ 373380 w 11737340"/>
                    <a:gd name="connsiteY277" fmla="*/ 45720 h 4168140"/>
                    <a:gd name="connsiteX278" fmla="*/ 342900 w 11737340"/>
                    <a:gd name="connsiteY278" fmla="*/ 0 h 4168140"/>
                    <a:gd name="connsiteX279" fmla="*/ 327660 w 11737340"/>
                    <a:gd name="connsiteY279" fmla="*/ 60960 h 4168140"/>
                    <a:gd name="connsiteX280" fmla="*/ 289560 w 11737340"/>
                    <a:gd name="connsiteY280" fmla="*/ 91440 h 4168140"/>
                    <a:gd name="connsiteX281" fmla="*/ 236220 w 11737340"/>
                    <a:gd name="connsiteY281" fmla="*/ 114300 h 4168140"/>
                    <a:gd name="connsiteX282" fmla="*/ 198120 w 11737340"/>
                    <a:gd name="connsiteY282" fmla="*/ 175260 h 4168140"/>
                    <a:gd name="connsiteX283" fmla="*/ 175260 w 11737340"/>
                    <a:gd name="connsiteY283" fmla="*/ 228600 h 4168140"/>
                    <a:gd name="connsiteX284" fmla="*/ 114300 w 11737340"/>
                    <a:gd name="connsiteY284" fmla="*/ 236220 h 4168140"/>
                    <a:gd name="connsiteX285" fmla="*/ 45720 w 11737340"/>
                    <a:gd name="connsiteY285" fmla="*/ 251460 h 4168140"/>
                    <a:gd name="connsiteX286" fmla="*/ 0 w 11737340"/>
                    <a:gd name="connsiteY286" fmla="*/ 281940 h 4168140"/>
                    <a:gd name="connsiteX287" fmla="*/ 68580 w 11737340"/>
                    <a:gd name="connsiteY287" fmla="*/ 320040 h 4168140"/>
                    <a:gd name="connsiteX0" fmla="*/ 68580 w 11737340"/>
                    <a:gd name="connsiteY0" fmla="*/ 320040 h 4168140"/>
                    <a:gd name="connsiteX1" fmla="*/ 121920 w 11737340"/>
                    <a:gd name="connsiteY1" fmla="*/ 381000 h 4168140"/>
                    <a:gd name="connsiteX2" fmla="*/ 198120 w 11737340"/>
                    <a:gd name="connsiteY2" fmla="*/ 419100 h 4168140"/>
                    <a:gd name="connsiteX3" fmla="*/ 320040 w 11737340"/>
                    <a:gd name="connsiteY3" fmla="*/ 510540 h 4168140"/>
                    <a:gd name="connsiteX4" fmla="*/ 411480 w 11737340"/>
                    <a:gd name="connsiteY4" fmla="*/ 563880 h 4168140"/>
                    <a:gd name="connsiteX5" fmla="*/ 472440 w 11737340"/>
                    <a:gd name="connsiteY5" fmla="*/ 632460 h 4168140"/>
                    <a:gd name="connsiteX6" fmla="*/ 601980 w 11737340"/>
                    <a:gd name="connsiteY6" fmla="*/ 708660 h 4168140"/>
                    <a:gd name="connsiteX7" fmla="*/ 739140 w 11737340"/>
                    <a:gd name="connsiteY7" fmla="*/ 784860 h 4168140"/>
                    <a:gd name="connsiteX8" fmla="*/ 861060 w 11737340"/>
                    <a:gd name="connsiteY8" fmla="*/ 868680 h 4168140"/>
                    <a:gd name="connsiteX9" fmla="*/ 944880 w 11737340"/>
                    <a:gd name="connsiteY9" fmla="*/ 952500 h 4168140"/>
                    <a:gd name="connsiteX10" fmla="*/ 1021080 w 11737340"/>
                    <a:gd name="connsiteY10" fmla="*/ 1005840 h 4168140"/>
                    <a:gd name="connsiteX11" fmla="*/ 1097280 w 11737340"/>
                    <a:gd name="connsiteY11" fmla="*/ 1043940 h 4168140"/>
                    <a:gd name="connsiteX12" fmla="*/ 1181100 w 11737340"/>
                    <a:gd name="connsiteY12" fmla="*/ 1104900 h 4168140"/>
                    <a:gd name="connsiteX13" fmla="*/ 1249680 w 11737340"/>
                    <a:gd name="connsiteY13" fmla="*/ 1150620 h 4168140"/>
                    <a:gd name="connsiteX14" fmla="*/ 1341120 w 11737340"/>
                    <a:gd name="connsiteY14" fmla="*/ 1196340 h 4168140"/>
                    <a:gd name="connsiteX15" fmla="*/ 1417320 w 11737340"/>
                    <a:gd name="connsiteY15" fmla="*/ 1257300 h 4168140"/>
                    <a:gd name="connsiteX16" fmla="*/ 1493520 w 11737340"/>
                    <a:gd name="connsiteY16" fmla="*/ 1333500 h 4168140"/>
                    <a:gd name="connsiteX17" fmla="*/ 1569720 w 11737340"/>
                    <a:gd name="connsiteY17" fmla="*/ 1356360 h 4168140"/>
                    <a:gd name="connsiteX18" fmla="*/ 1684020 w 11737340"/>
                    <a:gd name="connsiteY18" fmla="*/ 1424940 h 4168140"/>
                    <a:gd name="connsiteX19" fmla="*/ 1729740 w 11737340"/>
                    <a:gd name="connsiteY19" fmla="*/ 1485900 h 4168140"/>
                    <a:gd name="connsiteX20" fmla="*/ 1844040 w 11737340"/>
                    <a:gd name="connsiteY20" fmla="*/ 1569720 h 4168140"/>
                    <a:gd name="connsiteX21" fmla="*/ 1935480 w 11737340"/>
                    <a:gd name="connsiteY21" fmla="*/ 1615440 h 4168140"/>
                    <a:gd name="connsiteX22" fmla="*/ 2049780 w 11737340"/>
                    <a:gd name="connsiteY22" fmla="*/ 1691640 h 4168140"/>
                    <a:gd name="connsiteX23" fmla="*/ 2133600 w 11737340"/>
                    <a:gd name="connsiteY23" fmla="*/ 1729740 h 4168140"/>
                    <a:gd name="connsiteX24" fmla="*/ 2202180 w 11737340"/>
                    <a:gd name="connsiteY24" fmla="*/ 1805940 h 4168140"/>
                    <a:gd name="connsiteX25" fmla="*/ 2255520 w 11737340"/>
                    <a:gd name="connsiteY25" fmla="*/ 1821180 h 4168140"/>
                    <a:gd name="connsiteX26" fmla="*/ 2316480 w 11737340"/>
                    <a:gd name="connsiteY26" fmla="*/ 1866900 h 4168140"/>
                    <a:gd name="connsiteX27" fmla="*/ 2423160 w 11737340"/>
                    <a:gd name="connsiteY27" fmla="*/ 2004060 h 4168140"/>
                    <a:gd name="connsiteX28" fmla="*/ 2476500 w 11737340"/>
                    <a:gd name="connsiteY28" fmla="*/ 2087880 h 4168140"/>
                    <a:gd name="connsiteX29" fmla="*/ 2567940 w 11737340"/>
                    <a:gd name="connsiteY29" fmla="*/ 2148840 h 4168140"/>
                    <a:gd name="connsiteX30" fmla="*/ 2682240 w 11737340"/>
                    <a:gd name="connsiteY30" fmla="*/ 2186940 h 4168140"/>
                    <a:gd name="connsiteX31" fmla="*/ 2743200 w 11737340"/>
                    <a:gd name="connsiteY31" fmla="*/ 2209800 h 4168140"/>
                    <a:gd name="connsiteX32" fmla="*/ 2811780 w 11737340"/>
                    <a:gd name="connsiteY32" fmla="*/ 2247900 h 4168140"/>
                    <a:gd name="connsiteX33" fmla="*/ 2887980 w 11737340"/>
                    <a:gd name="connsiteY33" fmla="*/ 2301240 h 4168140"/>
                    <a:gd name="connsiteX34" fmla="*/ 2979420 w 11737340"/>
                    <a:gd name="connsiteY34" fmla="*/ 2385060 h 4168140"/>
                    <a:gd name="connsiteX35" fmla="*/ 3055620 w 11737340"/>
                    <a:gd name="connsiteY35" fmla="*/ 2461260 h 4168140"/>
                    <a:gd name="connsiteX36" fmla="*/ 3139440 w 11737340"/>
                    <a:gd name="connsiteY36" fmla="*/ 2537460 h 4168140"/>
                    <a:gd name="connsiteX37" fmla="*/ 3261360 w 11737340"/>
                    <a:gd name="connsiteY37" fmla="*/ 2628900 h 4168140"/>
                    <a:gd name="connsiteX38" fmla="*/ 3345180 w 11737340"/>
                    <a:gd name="connsiteY38" fmla="*/ 2720340 h 4168140"/>
                    <a:gd name="connsiteX39" fmla="*/ 3444240 w 11737340"/>
                    <a:gd name="connsiteY39" fmla="*/ 2796540 h 4168140"/>
                    <a:gd name="connsiteX40" fmla="*/ 3558540 w 11737340"/>
                    <a:gd name="connsiteY40" fmla="*/ 2872740 h 4168140"/>
                    <a:gd name="connsiteX41" fmla="*/ 3619500 w 11737340"/>
                    <a:gd name="connsiteY41" fmla="*/ 2979420 h 4168140"/>
                    <a:gd name="connsiteX42" fmla="*/ 3619500 w 11737340"/>
                    <a:gd name="connsiteY42" fmla="*/ 2979420 h 4168140"/>
                    <a:gd name="connsiteX43" fmla="*/ 3649980 w 11737340"/>
                    <a:gd name="connsiteY43" fmla="*/ 3048000 h 4168140"/>
                    <a:gd name="connsiteX44" fmla="*/ 3703320 w 11737340"/>
                    <a:gd name="connsiteY44" fmla="*/ 3086100 h 4168140"/>
                    <a:gd name="connsiteX45" fmla="*/ 3764280 w 11737340"/>
                    <a:gd name="connsiteY45" fmla="*/ 3063240 h 4168140"/>
                    <a:gd name="connsiteX46" fmla="*/ 3848100 w 11737340"/>
                    <a:gd name="connsiteY46" fmla="*/ 3025140 h 4168140"/>
                    <a:gd name="connsiteX47" fmla="*/ 3916680 w 11737340"/>
                    <a:gd name="connsiteY47" fmla="*/ 3032760 h 4168140"/>
                    <a:gd name="connsiteX48" fmla="*/ 4030980 w 11737340"/>
                    <a:gd name="connsiteY48" fmla="*/ 3063240 h 4168140"/>
                    <a:gd name="connsiteX49" fmla="*/ 4137660 w 11737340"/>
                    <a:gd name="connsiteY49" fmla="*/ 3101340 h 4168140"/>
                    <a:gd name="connsiteX50" fmla="*/ 4259580 w 11737340"/>
                    <a:gd name="connsiteY50" fmla="*/ 3147060 h 4168140"/>
                    <a:gd name="connsiteX51" fmla="*/ 4381500 w 11737340"/>
                    <a:gd name="connsiteY51" fmla="*/ 3192780 h 4168140"/>
                    <a:gd name="connsiteX52" fmla="*/ 4526280 w 11737340"/>
                    <a:gd name="connsiteY52" fmla="*/ 3276600 h 4168140"/>
                    <a:gd name="connsiteX53" fmla="*/ 4587240 w 11737340"/>
                    <a:gd name="connsiteY53" fmla="*/ 3299460 h 4168140"/>
                    <a:gd name="connsiteX54" fmla="*/ 4610100 w 11737340"/>
                    <a:gd name="connsiteY54" fmla="*/ 3352800 h 4168140"/>
                    <a:gd name="connsiteX55" fmla="*/ 4648200 w 11737340"/>
                    <a:gd name="connsiteY55" fmla="*/ 3436620 h 4168140"/>
                    <a:gd name="connsiteX56" fmla="*/ 4671060 w 11737340"/>
                    <a:gd name="connsiteY56" fmla="*/ 3520440 h 4168140"/>
                    <a:gd name="connsiteX57" fmla="*/ 4678680 w 11737340"/>
                    <a:gd name="connsiteY57" fmla="*/ 3589020 h 4168140"/>
                    <a:gd name="connsiteX58" fmla="*/ 4686300 w 11737340"/>
                    <a:gd name="connsiteY58" fmla="*/ 3649980 h 4168140"/>
                    <a:gd name="connsiteX59" fmla="*/ 4724400 w 11737340"/>
                    <a:gd name="connsiteY59" fmla="*/ 3680460 h 4168140"/>
                    <a:gd name="connsiteX60" fmla="*/ 4785360 w 11737340"/>
                    <a:gd name="connsiteY60" fmla="*/ 3672840 h 4168140"/>
                    <a:gd name="connsiteX61" fmla="*/ 4869180 w 11737340"/>
                    <a:gd name="connsiteY61" fmla="*/ 3703320 h 4168140"/>
                    <a:gd name="connsiteX62" fmla="*/ 4914900 w 11737340"/>
                    <a:gd name="connsiteY62" fmla="*/ 3756660 h 4168140"/>
                    <a:gd name="connsiteX63" fmla="*/ 5105400 w 11737340"/>
                    <a:gd name="connsiteY63" fmla="*/ 3832860 h 4168140"/>
                    <a:gd name="connsiteX64" fmla="*/ 5173980 w 11737340"/>
                    <a:gd name="connsiteY64" fmla="*/ 3886200 h 4168140"/>
                    <a:gd name="connsiteX65" fmla="*/ 5242560 w 11737340"/>
                    <a:gd name="connsiteY65" fmla="*/ 3924300 h 4168140"/>
                    <a:gd name="connsiteX66" fmla="*/ 5364480 w 11737340"/>
                    <a:gd name="connsiteY66" fmla="*/ 3962400 h 4168140"/>
                    <a:gd name="connsiteX67" fmla="*/ 5516880 w 11737340"/>
                    <a:gd name="connsiteY67" fmla="*/ 4046220 h 4168140"/>
                    <a:gd name="connsiteX68" fmla="*/ 5585460 w 11737340"/>
                    <a:gd name="connsiteY68" fmla="*/ 4099560 h 4168140"/>
                    <a:gd name="connsiteX69" fmla="*/ 5661660 w 11737340"/>
                    <a:gd name="connsiteY69" fmla="*/ 4122420 h 4168140"/>
                    <a:gd name="connsiteX70" fmla="*/ 5745480 w 11737340"/>
                    <a:gd name="connsiteY70" fmla="*/ 4130040 h 4168140"/>
                    <a:gd name="connsiteX71" fmla="*/ 5836920 w 11737340"/>
                    <a:gd name="connsiteY71" fmla="*/ 4130040 h 4168140"/>
                    <a:gd name="connsiteX72" fmla="*/ 5951220 w 11737340"/>
                    <a:gd name="connsiteY72" fmla="*/ 4145280 h 4168140"/>
                    <a:gd name="connsiteX73" fmla="*/ 6035040 w 11737340"/>
                    <a:gd name="connsiteY73" fmla="*/ 4168140 h 4168140"/>
                    <a:gd name="connsiteX74" fmla="*/ 6149340 w 11737340"/>
                    <a:gd name="connsiteY74" fmla="*/ 4137660 h 4168140"/>
                    <a:gd name="connsiteX75" fmla="*/ 6286500 w 11737340"/>
                    <a:gd name="connsiteY75" fmla="*/ 4114800 h 4168140"/>
                    <a:gd name="connsiteX76" fmla="*/ 6393180 w 11737340"/>
                    <a:gd name="connsiteY76" fmla="*/ 4053840 h 4168140"/>
                    <a:gd name="connsiteX77" fmla="*/ 6484620 w 11737340"/>
                    <a:gd name="connsiteY77" fmla="*/ 4038600 h 4168140"/>
                    <a:gd name="connsiteX78" fmla="*/ 6583680 w 11737340"/>
                    <a:gd name="connsiteY78" fmla="*/ 3970020 h 4168140"/>
                    <a:gd name="connsiteX79" fmla="*/ 6697980 w 11737340"/>
                    <a:gd name="connsiteY79" fmla="*/ 3886200 h 4168140"/>
                    <a:gd name="connsiteX80" fmla="*/ 6728460 w 11737340"/>
                    <a:gd name="connsiteY80" fmla="*/ 3817620 h 4168140"/>
                    <a:gd name="connsiteX81" fmla="*/ 6842760 w 11737340"/>
                    <a:gd name="connsiteY81" fmla="*/ 3733800 h 4168140"/>
                    <a:gd name="connsiteX82" fmla="*/ 6972300 w 11737340"/>
                    <a:gd name="connsiteY82" fmla="*/ 3642360 h 4168140"/>
                    <a:gd name="connsiteX83" fmla="*/ 7078980 w 11737340"/>
                    <a:gd name="connsiteY83" fmla="*/ 3528060 h 4168140"/>
                    <a:gd name="connsiteX84" fmla="*/ 7139940 w 11737340"/>
                    <a:gd name="connsiteY84" fmla="*/ 3444240 h 4168140"/>
                    <a:gd name="connsiteX85" fmla="*/ 7269480 w 11737340"/>
                    <a:gd name="connsiteY85" fmla="*/ 3284220 h 4168140"/>
                    <a:gd name="connsiteX86" fmla="*/ 7330440 w 11737340"/>
                    <a:gd name="connsiteY86" fmla="*/ 3185160 h 4168140"/>
                    <a:gd name="connsiteX87" fmla="*/ 7376160 w 11737340"/>
                    <a:gd name="connsiteY87" fmla="*/ 3116580 h 4168140"/>
                    <a:gd name="connsiteX88" fmla="*/ 7444740 w 11737340"/>
                    <a:gd name="connsiteY88" fmla="*/ 3093720 h 4168140"/>
                    <a:gd name="connsiteX89" fmla="*/ 7513320 w 11737340"/>
                    <a:gd name="connsiteY89" fmla="*/ 3101340 h 4168140"/>
                    <a:gd name="connsiteX90" fmla="*/ 7576820 w 11737340"/>
                    <a:gd name="connsiteY90" fmla="*/ 3093720 h 4168140"/>
                    <a:gd name="connsiteX91" fmla="*/ 7729220 w 11737340"/>
                    <a:gd name="connsiteY91" fmla="*/ 3136900 h 4168140"/>
                    <a:gd name="connsiteX92" fmla="*/ 7833360 w 11737340"/>
                    <a:gd name="connsiteY92" fmla="*/ 3180080 h 4168140"/>
                    <a:gd name="connsiteX93" fmla="*/ 7962900 w 11737340"/>
                    <a:gd name="connsiteY93" fmla="*/ 3192780 h 4168140"/>
                    <a:gd name="connsiteX94" fmla="*/ 8161020 w 11737340"/>
                    <a:gd name="connsiteY94" fmla="*/ 3268980 h 4168140"/>
                    <a:gd name="connsiteX95" fmla="*/ 8290560 w 11737340"/>
                    <a:gd name="connsiteY95" fmla="*/ 3337560 h 4168140"/>
                    <a:gd name="connsiteX96" fmla="*/ 8382000 w 11737340"/>
                    <a:gd name="connsiteY96" fmla="*/ 3360420 h 4168140"/>
                    <a:gd name="connsiteX97" fmla="*/ 8458200 w 11737340"/>
                    <a:gd name="connsiteY97" fmla="*/ 3398520 h 4168140"/>
                    <a:gd name="connsiteX98" fmla="*/ 8595360 w 11737340"/>
                    <a:gd name="connsiteY98" fmla="*/ 3512820 h 4168140"/>
                    <a:gd name="connsiteX99" fmla="*/ 8641080 w 11737340"/>
                    <a:gd name="connsiteY99" fmla="*/ 3566160 h 4168140"/>
                    <a:gd name="connsiteX100" fmla="*/ 8702040 w 11737340"/>
                    <a:gd name="connsiteY100" fmla="*/ 3604260 h 4168140"/>
                    <a:gd name="connsiteX101" fmla="*/ 8763000 w 11737340"/>
                    <a:gd name="connsiteY101" fmla="*/ 3634740 h 4168140"/>
                    <a:gd name="connsiteX102" fmla="*/ 8846820 w 11737340"/>
                    <a:gd name="connsiteY102" fmla="*/ 3632200 h 4168140"/>
                    <a:gd name="connsiteX103" fmla="*/ 8968740 w 11737340"/>
                    <a:gd name="connsiteY103" fmla="*/ 3634740 h 4168140"/>
                    <a:gd name="connsiteX104" fmla="*/ 9060180 w 11737340"/>
                    <a:gd name="connsiteY104" fmla="*/ 3642360 h 4168140"/>
                    <a:gd name="connsiteX105" fmla="*/ 9151620 w 11737340"/>
                    <a:gd name="connsiteY105" fmla="*/ 3657600 h 4168140"/>
                    <a:gd name="connsiteX106" fmla="*/ 9230360 w 11737340"/>
                    <a:gd name="connsiteY106" fmla="*/ 3657600 h 4168140"/>
                    <a:gd name="connsiteX107" fmla="*/ 9331960 w 11737340"/>
                    <a:gd name="connsiteY107" fmla="*/ 3629660 h 4168140"/>
                    <a:gd name="connsiteX108" fmla="*/ 9433560 w 11737340"/>
                    <a:gd name="connsiteY108" fmla="*/ 3589020 h 4168140"/>
                    <a:gd name="connsiteX109" fmla="*/ 9535160 w 11737340"/>
                    <a:gd name="connsiteY109" fmla="*/ 3540760 h 4168140"/>
                    <a:gd name="connsiteX110" fmla="*/ 9646920 w 11737340"/>
                    <a:gd name="connsiteY110" fmla="*/ 3489960 h 4168140"/>
                    <a:gd name="connsiteX111" fmla="*/ 9784080 w 11737340"/>
                    <a:gd name="connsiteY111" fmla="*/ 3444240 h 4168140"/>
                    <a:gd name="connsiteX112" fmla="*/ 9860280 w 11737340"/>
                    <a:gd name="connsiteY112" fmla="*/ 3383280 h 4168140"/>
                    <a:gd name="connsiteX113" fmla="*/ 9921240 w 11737340"/>
                    <a:gd name="connsiteY113" fmla="*/ 3314700 h 4168140"/>
                    <a:gd name="connsiteX114" fmla="*/ 9997440 w 11737340"/>
                    <a:gd name="connsiteY114" fmla="*/ 3208020 h 4168140"/>
                    <a:gd name="connsiteX115" fmla="*/ 10043160 w 11737340"/>
                    <a:gd name="connsiteY115" fmla="*/ 3101340 h 4168140"/>
                    <a:gd name="connsiteX116" fmla="*/ 10104120 w 11737340"/>
                    <a:gd name="connsiteY116" fmla="*/ 3017520 h 4168140"/>
                    <a:gd name="connsiteX117" fmla="*/ 10157460 w 11737340"/>
                    <a:gd name="connsiteY117" fmla="*/ 2933700 h 4168140"/>
                    <a:gd name="connsiteX118" fmla="*/ 10218420 w 11737340"/>
                    <a:gd name="connsiteY118" fmla="*/ 2849880 h 4168140"/>
                    <a:gd name="connsiteX119" fmla="*/ 10294620 w 11737340"/>
                    <a:gd name="connsiteY119" fmla="*/ 2735580 h 4168140"/>
                    <a:gd name="connsiteX120" fmla="*/ 10347960 w 11737340"/>
                    <a:gd name="connsiteY120" fmla="*/ 2621280 h 4168140"/>
                    <a:gd name="connsiteX121" fmla="*/ 10431780 w 11737340"/>
                    <a:gd name="connsiteY121" fmla="*/ 2499360 h 4168140"/>
                    <a:gd name="connsiteX122" fmla="*/ 10500360 w 11737340"/>
                    <a:gd name="connsiteY122" fmla="*/ 2354580 h 4168140"/>
                    <a:gd name="connsiteX123" fmla="*/ 10553700 w 11737340"/>
                    <a:gd name="connsiteY123" fmla="*/ 2263140 h 4168140"/>
                    <a:gd name="connsiteX124" fmla="*/ 10584180 w 11737340"/>
                    <a:gd name="connsiteY124" fmla="*/ 2194560 h 4168140"/>
                    <a:gd name="connsiteX125" fmla="*/ 10624820 w 11737340"/>
                    <a:gd name="connsiteY125" fmla="*/ 2125980 h 4168140"/>
                    <a:gd name="connsiteX126" fmla="*/ 10675620 w 11737340"/>
                    <a:gd name="connsiteY126" fmla="*/ 2049780 h 4168140"/>
                    <a:gd name="connsiteX127" fmla="*/ 10690860 w 11737340"/>
                    <a:gd name="connsiteY127" fmla="*/ 1988820 h 4168140"/>
                    <a:gd name="connsiteX128" fmla="*/ 10713720 w 11737340"/>
                    <a:gd name="connsiteY128" fmla="*/ 1927860 h 4168140"/>
                    <a:gd name="connsiteX129" fmla="*/ 10767060 w 11737340"/>
                    <a:gd name="connsiteY129" fmla="*/ 1859280 h 4168140"/>
                    <a:gd name="connsiteX130" fmla="*/ 10873740 w 11737340"/>
                    <a:gd name="connsiteY130" fmla="*/ 1828800 h 4168140"/>
                    <a:gd name="connsiteX131" fmla="*/ 11079480 w 11737340"/>
                    <a:gd name="connsiteY131" fmla="*/ 1767840 h 4168140"/>
                    <a:gd name="connsiteX132" fmla="*/ 11247120 w 11737340"/>
                    <a:gd name="connsiteY132" fmla="*/ 1684020 h 4168140"/>
                    <a:gd name="connsiteX133" fmla="*/ 11407140 w 11737340"/>
                    <a:gd name="connsiteY133" fmla="*/ 1628140 h 4168140"/>
                    <a:gd name="connsiteX134" fmla="*/ 11490960 w 11737340"/>
                    <a:gd name="connsiteY134" fmla="*/ 1577340 h 4168140"/>
                    <a:gd name="connsiteX135" fmla="*/ 11635740 w 11737340"/>
                    <a:gd name="connsiteY135" fmla="*/ 1508760 h 4168140"/>
                    <a:gd name="connsiteX136" fmla="*/ 11737340 w 11737340"/>
                    <a:gd name="connsiteY136" fmla="*/ 1442720 h 4168140"/>
                    <a:gd name="connsiteX137" fmla="*/ 11620500 w 11737340"/>
                    <a:gd name="connsiteY137" fmla="*/ 1417320 h 4168140"/>
                    <a:gd name="connsiteX138" fmla="*/ 11567160 w 11737340"/>
                    <a:gd name="connsiteY138" fmla="*/ 1379220 h 4168140"/>
                    <a:gd name="connsiteX139" fmla="*/ 11498580 w 11737340"/>
                    <a:gd name="connsiteY139" fmla="*/ 1318260 h 4168140"/>
                    <a:gd name="connsiteX140" fmla="*/ 11468100 w 11737340"/>
                    <a:gd name="connsiteY140" fmla="*/ 1280160 h 4168140"/>
                    <a:gd name="connsiteX141" fmla="*/ 11442700 w 11737340"/>
                    <a:gd name="connsiteY141" fmla="*/ 1231900 h 4168140"/>
                    <a:gd name="connsiteX142" fmla="*/ 11384280 w 11737340"/>
                    <a:gd name="connsiteY142" fmla="*/ 1310640 h 4168140"/>
                    <a:gd name="connsiteX143" fmla="*/ 11353800 w 11737340"/>
                    <a:gd name="connsiteY143" fmla="*/ 1356360 h 4168140"/>
                    <a:gd name="connsiteX144" fmla="*/ 11224260 w 11737340"/>
                    <a:gd name="connsiteY144" fmla="*/ 1417320 h 4168140"/>
                    <a:gd name="connsiteX145" fmla="*/ 11109960 w 11737340"/>
                    <a:gd name="connsiteY145" fmla="*/ 1463040 h 4168140"/>
                    <a:gd name="connsiteX146" fmla="*/ 10911840 w 11737340"/>
                    <a:gd name="connsiteY146" fmla="*/ 1524000 h 4168140"/>
                    <a:gd name="connsiteX147" fmla="*/ 10774680 w 11737340"/>
                    <a:gd name="connsiteY147" fmla="*/ 1546860 h 4168140"/>
                    <a:gd name="connsiteX148" fmla="*/ 10675620 w 11737340"/>
                    <a:gd name="connsiteY148" fmla="*/ 1615440 h 4168140"/>
                    <a:gd name="connsiteX149" fmla="*/ 10568940 w 11737340"/>
                    <a:gd name="connsiteY149" fmla="*/ 1676400 h 4168140"/>
                    <a:gd name="connsiteX150" fmla="*/ 10485120 w 11737340"/>
                    <a:gd name="connsiteY150" fmla="*/ 1760220 h 4168140"/>
                    <a:gd name="connsiteX151" fmla="*/ 10454640 w 11737340"/>
                    <a:gd name="connsiteY151" fmla="*/ 1836420 h 4168140"/>
                    <a:gd name="connsiteX152" fmla="*/ 10416540 w 11737340"/>
                    <a:gd name="connsiteY152" fmla="*/ 1927860 h 4168140"/>
                    <a:gd name="connsiteX153" fmla="*/ 10401300 w 11737340"/>
                    <a:gd name="connsiteY153" fmla="*/ 2004060 h 4168140"/>
                    <a:gd name="connsiteX154" fmla="*/ 10363200 w 11737340"/>
                    <a:gd name="connsiteY154" fmla="*/ 2095500 h 4168140"/>
                    <a:gd name="connsiteX155" fmla="*/ 10317480 w 11737340"/>
                    <a:gd name="connsiteY155" fmla="*/ 2225040 h 4168140"/>
                    <a:gd name="connsiteX156" fmla="*/ 10287000 w 11737340"/>
                    <a:gd name="connsiteY156" fmla="*/ 2346960 h 4168140"/>
                    <a:gd name="connsiteX157" fmla="*/ 10218420 w 11737340"/>
                    <a:gd name="connsiteY157" fmla="*/ 2499360 h 4168140"/>
                    <a:gd name="connsiteX158" fmla="*/ 10134600 w 11737340"/>
                    <a:gd name="connsiteY158" fmla="*/ 2621280 h 4168140"/>
                    <a:gd name="connsiteX159" fmla="*/ 10043160 w 11737340"/>
                    <a:gd name="connsiteY159" fmla="*/ 2735580 h 4168140"/>
                    <a:gd name="connsiteX160" fmla="*/ 9974580 w 11737340"/>
                    <a:gd name="connsiteY160" fmla="*/ 2857500 h 4168140"/>
                    <a:gd name="connsiteX161" fmla="*/ 9906000 w 11737340"/>
                    <a:gd name="connsiteY161" fmla="*/ 2941320 h 4168140"/>
                    <a:gd name="connsiteX162" fmla="*/ 9860280 w 11737340"/>
                    <a:gd name="connsiteY162" fmla="*/ 3032760 h 4168140"/>
                    <a:gd name="connsiteX163" fmla="*/ 9806940 w 11737340"/>
                    <a:gd name="connsiteY163" fmla="*/ 3116580 h 4168140"/>
                    <a:gd name="connsiteX164" fmla="*/ 9715500 w 11737340"/>
                    <a:gd name="connsiteY164" fmla="*/ 3208020 h 4168140"/>
                    <a:gd name="connsiteX165" fmla="*/ 9616440 w 11737340"/>
                    <a:gd name="connsiteY165" fmla="*/ 3261360 h 4168140"/>
                    <a:gd name="connsiteX166" fmla="*/ 9532620 w 11737340"/>
                    <a:gd name="connsiteY166" fmla="*/ 3329940 h 4168140"/>
                    <a:gd name="connsiteX167" fmla="*/ 9471660 w 11737340"/>
                    <a:gd name="connsiteY167" fmla="*/ 3375660 h 4168140"/>
                    <a:gd name="connsiteX168" fmla="*/ 9410700 w 11737340"/>
                    <a:gd name="connsiteY168" fmla="*/ 3429000 h 4168140"/>
                    <a:gd name="connsiteX169" fmla="*/ 9288780 w 11737340"/>
                    <a:gd name="connsiteY169" fmla="*/ 3436620 h 4168140"/>
                    <a:gd name="connsiteX170" fmla="*/ 9166860 w 11737340"/>
                    <a:gd name="connsiteY170" fmla="*/ 3444240 h 4168140"/>
                    <a:gd name="connsiteX171" fmla="*/ 9029700 w 11737340"/>
                    <a:gd name="connsiteY171" fmla="*/ 3413760 h 4168140"/>
                    <a:gd name="connsiteX172" fmla="*/ 8823960 w 11737340"/>
                    <a:gd name="connsiteY172" fmla="*/ 3360420 h 4168140"/>
                    <a:gd name="connsiteX173" fmla="*/ 8679180 w 11737340"/>
                    <a:gd name="connsiteY173" fmla="*/ 3329940 h 4168140"/>
                    <a:gd name="connsiteX174" fmla="*/ 8572500 w 11737340"/>
                    <a:gd name="connsiteY174" fmla="*/ 3276600 h 4168140"/>
                    <a:gd name="connsiteX175" fmla="*/ 8465820 w 11737340"/>
                    <a:gd name="connsiteY175" fmla="*/ 3215640 h 4168140"/>
                    <a:gd name="connsiteX176" fmla="*/ 8321040 w 11737340"/>
                    <a:gd name="connsiteY176" fmla="*/ 3177540 h 4168140"/>
                    <a:gd name="connsiteX177" fmla="*/ 8199120 w 11737340"/>
                    <a:gd name="connsiteY177" fmla="*/ 3131820 h 4168140"/>
                    <a:gd name="connsiteX178" fmla="*/ 8069580 w 11737340"/>
                    <a:gd name="connsiteY178" fmla="*/ 3078480 h 4168140"/>
                    <a:gd name="connsiteX179" fmla="*/ 7917180 w 11737340"/>
                    <a:gd name="connsiteY179" fmla="*/ 2994660 h 4168140"/>
                    <a:gd name="connsiteX180" fmla="*/ 7787640 w 11737340"/>
                    <a:gd name="connsiteY180" fmla="*/ 2971800 h 4168140"/>
                    <a:gd name="connsiteX181" fmla="*/ 7719060 w 11737340"/>
                    <a:gd name="connsiteY181" fmla="*/ 2933700 h 4168140"/>
                    <a:gd name="connsiteX182" fmla="*/ 7612380 w 11737340"/>
                    <a:gd name="connsiteY182" fmla="*/ 2903220 h 4168140"/>
                    <a:gd name="connsiteX183" fmla="*/ 7566660 w 11737340"/>
                    <a:gd name="connsiteY183" fmla="*/ 2887980 h 4168140"/>
                    <a:gd name="connsiteX184" fmla="*/ 7551420 w 11737340"/>
                    <a:gd name="connsiteY184" fmla="*/ 2849880 h 4168140"/>
                    <a:gd name="connsiteX185" fmla="*/ 7533640 w 11737340"/>
                    <a:gd name="connsiteY185" fmla="*/ 2788920 h 4168140"/>
                    <a:gd name="connsiteX186" fmla="*/ 7475220 w 11737340"/>
                    <a:gd name="connsiteY186" fmla="*/ 2857500 h 4168140"/>
                    <a:gd name="connsiteX187" fmla="*/ 7414260 w 11737340"/>
                    <a:gd name="connsiteY187" fmla="*/ 2887980 h 4168140"/>
                    <a:gd name="connsiteX188" fmla="*/ 7345680 w 11737340"/>
                    <a:gd name="connsiteY188" fmla="*/ 2971800 h 4168140"/>
                    <a:gd name="connsiteX189" fmla="*/ 7315200 w 11737340"/>
                    <a:gd name="connsiteY189" fmla="*/ 2994660 h 4168140"/>
                    <a:gd name="connsiteX190" fmla="*/ 7261860 w 11737340"/>
                    <a:gd name="connsiteY190" fmla="*/ 3009900 h 4168140"/>
                    <a:gd name="connsiteX191" fmla="*/ 7193280 w 11737340"/>
                    <a:gd name="connsiteY191" fmla="*/ 3025140 h 4168140"/>
                    <a:gd name="connsiteX192" fmla="*/ 7155180 w 11737340"/>
                    <a:gd name="connsiteY192" fmla="*/ 3078480 h 4168140"/>
                    <a:gd name="connsiteX193" fmla="*/ 7109460 w 11737340"/>
                    <a:gd name="connsiteY193" fmla="*/ 3154680 h 4168140"/>
                    <a:gd name="connsiteX194" fmla="*/ 7048500 w 11737340"/>
                    <a:gd name="connsiteY194" fmla="*/ 3246120 h 4168140"/>
                    <a:gd name="connsiteX195" fmla="*/ 6995160 w 11737340"/>
                    <a:gd name="connsiteY195" fmla="*/ 3307080 h 4168140"/>
                    <a:gd name="connsiteX196" fmla="*/ 6972300 w 11737340"/>
                    <a:gd name="connsiteY196" fmla="*/ 3352800 h 4168140"/>
                    <a:gd name="connsiteX197" fmla="*/ 6949440 w 11737340"/>
                    <a:gd name="connsiteY197" fmla="*/ 3413760 h 4168140"/>
                    <a:gd name="connsiteX198" fmla="*/ 6949440 w 11737340"/>
                    <a:gd name="connsiteY198" fmla="*/ 3413760 h 4168140"/>
                    <a:gd name="connsiteX199" fmla="*/ 6911340 w 11737340"/>
                    <a:gd name="connsiteY199" fmla="*/ 3474720 h 4168140"/>
                    <a:gd name="connsiteX200" fmla="*/ 6888480 w 11737340"/>
                    <a:gd name="connsiteY200" fmla="*/ 3505200 h 4168140"/>
                    <a:gd name="connsiteX201" fmla="*/ 6819900 w 11737340"/>
                    <a:gd name="connsiteY201" fmla="*/ 3566160 h 4168140"/>
                    <a:gd name="connsiteX202" fmla="*/ 6743700 w 11737340"/>
                    <a:gd name="connsiteY202" fmla="*/ 3581400 h 4168140"/>
                    <a:gd name="connsiteX203" fmla="*/ 6675120 w 11737340"/>
                    <a:gd name="connsiteY203" fmla="*/ 3657600 h 4168140"/>
                    <a:gd name="connsiteX204" fmla="*/ 6629400 w 11737340"/>
                    <a:gd name="connsiteY204" fmla="*/ 3718560 h 4168140"/>
                    <a:gd name="connsiteX205" fmla="*/ 6576060 w 11737340"/>
                    <a:gd name="connsiteY205" fmla="*/ 3779520 h 4168140"/>
                    <a:gd name="connsiteX206" fmla="*/ 6484620 w 11737340"/>
                    <a:gd name="connsiteY206" fmla="*/ 3817620 h 4168140"/>
                    <a:gd name="connsiteX207" fmla="*/ 6400800 w 11737340"/>
                    <a:gd name="connsiteY207" fmla="*/ 3832860 h 4168140"/>
                    <a:gd name="connsiteX208" fmla="*/ 6263640 w 11737340"/>
                    <a:gd name="connsiteY208" fmla="*/ 3870960 h 4168140"/>
                    <a:gd name="connsiteX209" fmla="*/ 6126480 w 11737340"/>
                    <a:gd name="connsiteY209" fmla="*/ 3901440 h 4168140"/>
                    <a:gd name="connsiteX210" fmla="*/ 6027420 w 11737340"/>
                    <a:gd name="connsiteY210" fmla="*/ 3916680 h 4168140"/>
                    <a:gd name="connsiteX211" fmla="*/ 5890260 w 11737340"/>
                    <a:gd name="connsiteY211" fmla="*/ 3878580 h 4168140"/>
                    <a:gd name="connsiteX212" fmla="*/ 5821680 w 11737340"/>
                    <a:gd name="connsiteY212" fmla="*/ 3863340 h 4168140"/>
                    <a:gd name="connsiteX213" fmla="*/ 5737860 w 11737340"/>
                    <a:gd name="connsiteY213" fmla="*/ 3825240 h 4168140"/>
                    <a:gd name="connsiteX214" fmla="*/ 5638800 w 11737340"/>
                    <a:gd name="connsiteY214" fmla="*/ 3794760 h 4168140"/>
                    <a:gd name="connsiteX215" fmla="*/ 5524500 w 11737340"/>
                    <a:gd name="connsiteY215" fmla="*/ 3756660 h 4168140"/>
                    <a:gd name="connsiteX216" fmla="*/ 5448300 w 11737340"/>
                    <a:gd name="connsiteY216" fmla="*/ 3718560 h 4168140"/>
                    <a:gd name="connsiteX217" fmla="*/ 5349240 w 11737340"/>
                    <a:gd name="connsiteY217" fmla="*/ 3657600 h 4168140"/>
                    <a:gd name="connsiteX218" fmla="*/ 5295900 w 11737340"/>
                    <a:gd name="connsiteY218" fmla="*/ 3619500 h 4168140"/>
                    <a:gd name="connsiteX219" fmla="*/ 5234940 w 11737340"/>
                    <a:gd name="connsiteY219" fmla="*/ 3596640 h 4168140"/>
                    <a:gd name="connsiteX220" fmla="*/ 5135880 w 11737340"/>
                    <a:gd name="connsiteY220" fmla="*/ 3550920 h 4168140"/>
                    <a:gd name="connsiteX221" fmla="*/ 5059680 w 11737340"/>
                    <a:gd name="connsiteY221" fmla="*/ 3505200 h 4168140"/>
                    <a:gd name="connsiteX222" fmla="*/ 5029200 w 11737340"/>
                    <a:gd name="connsiteY222" fmla="*/ 3482340 h 4168140"/>
                    <a:gd name="connsiteX223" fmla="*/ 4960620 w 11737340"/>
                    <a:gd name="connsiteY223" fmla="*/ 3413760 h 4168140"/>
                    <a:gd name="connsiteX224" fmla="*/ 4876800 w 11737340"/>
                    <a:gd name="connsiteY224" fmla="*/ 3299460 h 4168140"/>
                    <a:gd name="connsiteX225" fmla="*/ 4808220 w 11737340"/>
                    <a:gd name="connsiteY225" fmla="*/ 3200400 h 4168140"/>
                    <a:gd name="connsiteX226" fmla="*/ 4777740 w 11737340"/>
                    <a:gd name="connsiteY226" fmla="*/ 3147060 h 4168140"/>
                    <a:gd name="connsiteX227" fmla="*/ 4724400 w 11737340"/>
                    <a:gd name="connsiteY227" fmla="*/ 3108960 h 4168140"/>
                    <a:gd name="connsiteX228" fmla="*/ 4648200 w 11737340"/>
                    <a:gd name="connsiteY228" fmla="*/ 3063240 h 4168140"/>
                    <a:gd name="connsiteX229" fmla="*/ 4533900 w 11737340"/>
                    <a:gd name="connsiteY229" fmla="*/ 2979420 h 4168140"/>
                    <a:gd name="connsiteX230" fmla="*/ 4427220 w 11737340"/>
                    <a:gd name="connsiteY230" fmla="*/ 2941320 h 4168140"/>
                    <a:gd name="connsiteX231" fmla="*/ 4366260 w 11737340"/>
                    <a:gd name="connsiteY231" fmla="*/ 2903220 h 4168140"/>
                    <a:gd name="connsiteX232" fmla="*/ 4244340 w 11737340"/>
                    <a:gd name="connsiteY232" fmla="*/ 2842260 h 4168140"/>
                    <a:gd name="connsiteX233" fmla="*/ 4145280 w 11737340"/>
                    <a:gd name="connsiteY233" fmla="*/ 2811780 h 4168140"/>
                    <a:gd name="connsiteX234" fmla="*/ 4038600 w 11737340"/>
                    <a:gd name="connsiteY234" fmla="*/ 2804160 h 4168140"/>
                    <a:gd name="connsiteX235" fmla="*/ 3954780 w 11737340"/>
                    <a:gd name="connsiteY235" fmla="*/ 2819400 h 4168140"/>
                    <a:gd name="connsiteX236" fmla="*/ 3863340 w 11737340"/>
                    <a:gd name="connsiteY236" fmla="*/ 2804160 h 4168140"/>
                    <a:gd name="connsiteX237" fmla="*/ 3741420 w 11737340"/>
                    <a:gd name="connsiteY237" fmla="*/ 2781300 h 4168140"/>
                    <a:gd name="connsiteX238" fmla="*/ 3649980 w 11737340"/>
                    <a:gd name="connsiteY238" fmla="*/ 2743200 h 4168140"/>
                    <a:gd name="connsiteX239" fmla="*/ 3573780 w 11737340"/>
                    <a:gd name="connsiteY239" fmla="*/ 2674620 h 4168140"/>
                    <a:gd name="connsiteX240" fmla="*/ 3482340 w 11737340"/>
                    <a:gd name="connsiteY240" fmla="*/ 2621280 h 4168140"/>
                    <a:gd name="connsiteX241" fmla="*/ 3436620 w 11737340"/>
                    <a:gd name="connsiteY241" fmla="*/ 2552700 h 4168140"/>
                    <a:gd name="connsiteX242" fmla="*/ 3329940 w 11737340"/>
                    <a:gd name="connsiteY242" fmla="*/ 2423160 h 4168140"/>
                    <a:gd name="connsiteX243" fmla="*/ 3261360 w 11737340"/>
                    <a:gd name="connsiteY243" fmla="*/ 2324100 h 4168140"/>
                    <a:gd name="connsiteX244" fmla="*/ 3131820 w 11737340"/>
                    <a:gd name="connsiteY244" fmla="*/ 2209800 h 4168140"/>
                    <a:gd name="connsiteX245" fmla="*/ 3040380 w 11737340"/>
                    <a:gd name="connsiteY245" fmla="*/ 2141220 h 4168140"/>
                    <a:gd name="connsiteX246" fmla="*/ 2910840 w 11737340"/>
                    <a:gd name="connsiteY246" fmla="*/ 2034540 h 4168140"/>
                    <a:gd name="connsiteX247" fmla="*/ 2849880 w 11737340"/>
                    <a:gd name="connsiteY247" fmla="*/ 1958340 h 4168140"/>
                    <a:gd name="connsiteX248" fmla="*/ 2743200 w 11737340"/>
                    <a:gd name="connsiteY248" fmla="*/ 1889760 h 4168140"/>
                    <a:gd name="connsiteX249" fmla="*/ 2659380 w 11737340"/>
                    <a:gd name="connsiteY249" fmla="*/ 1844040 h 4168140"/>
                    <a:gd name="connsiteX250" fmla="*/ 2575560 w 11737340"/>
                    <a:gd name="connsiteY250" fmla="*/ 1744980 h 4168140"/>
                    <a:gd name="connsiteX251" fmla="*/ 2468880 w 11737340"/>
                    <a:gd name="connsiteY251" fmla="*/ 1645920 h 4168140"/>
                    <a:gd name="connsiteX252" fmla="*/ 2400300 w 11737340"/>
                    <a:gd name="connsiteY252" fmla="*/ 1607820 h 4168140"/>
                    <a:gd name="connsiteX253" fmla="*/ 2263140 w 11737340"/>
                    <a:gd name="connsiteY253" fmla="*/ 1501140 h 4168140"/>
                    <a:gd name="connsiteX254" fmla="*/ 2171700 w 11737340"/>
                    <a:gd name="connsiteY254" fmla="*/ 1432560 h 4168140"/>
                    <a:gd name="connsiteX255" fmla="*/ 2087880 w 11737340"/>
                    <a:gd name="connsiteY255" fmla="*/ 1363980 h 4168140"/>
                    <a:gd name="connsiteX256" fmla="*/ 1950720 w 11737340"/>
                    <a:gd name="connsiteY256" fmla="*/ 1272540 h 4168140"/>
                    <a:gd name="connsiteX257" fmla="*/ 1805940 w 11737340"/>
                    <a:gd name="connsiteY257" fmla="*/ 1135380 h 4168140"/>
                    <a:gd name="connsiteX258" fmla="*/ 1729740 w 11737340"/>
                    <a:gd name="connsiteY258" fmla="*/ 1089660 h 4168140"/>
                    <a:gd name="connsiteX259" fmla="*/ 1668780 w 11737340"/>
                    <a:gd name="connsiteY259" fmla="*/ 1043940 h 4168140"/>
                    <a:gd name="connsiteX260" fmla="*/ 1592580 w 11737340"/>
                    <a:gd name="connsiteY260" fmla="*/ 990600 h 4168140"/>
                    <a:gd name="connsiteX261" fmla="*/ 1470660 w 11737340"/>
                    <a:gd name="connsiteY261" fmla="*/ 891540 h 4168140"/>
                    <a:gd name="connsiteX262" fmla="*/ 1386840 w 11737340"/>
                    <a:gd name="connsiteY262" fmla="*/ 845820 h 4168140"/>
                    <a:gd name="connsiteX263" fmla="*/ 1318260 w 11737340"/>
                    <a:gd name="connsiteY263" fmla="*/ 784860 h 4168140"/>
                    <a:gd name="connsiteX264" fmla="*/ 1264920 w 11737340"/>
                    <a:gd name="connsiteY264" fmla="*/ 723900 h 4168140"/>
                    <a:gd name="connsiteX265" fmla="*/ 1181100 w 11737340"/>
                    <a:gd name="connsiteY265" fmla="*/ 647700 h 4168140"/>
                    <a:gd name="connsiteX266" fmla="*/ 1089660 w 11737340"/>
                    <a:gd name="connsiteY266" fmla="*/ 624840 h 4168140"/>
                    <a:gd name="connsiteX267" fmla="*/ 1021080 w 11737340"/>
                    <a:gd name="connsiteY267" fmla="*/ 586740 h 4168140"/>
                    <a:gd name="connsiteX268" fmla="*/ 937260 w 11737340"/>
                    <a:gd name="connsiteY268" fmla="*/ 548640 h 4168140"/>
                    <a:gd name="connsiteX269" fmla="*/ 830580 w 11737340"/>
                    <a:gd name="connsiteY269" fmla="*/ 510540 h 4168140"/>
                    <a:gd name="connsiteX270" fmla="*/ 754380 w 11737340"/>
                    <a:gd name="connsiteY270" fmla="*/ 457200 h 4168140"/>
                    <a:gd name="connsiteX271" fmla="*/ 708660 w 11737340"/>
                    <a:gd name="connsiteY271" fmla="*/ 419100 h 4168140"/>
                    <a:gd name="connsiteX272" fmla="*/ 609600 w 11737340"/>
                    <a:gd name="connsiteY272" fmla="*/ 396240 h 4168140"/>
                    <a:gd name="connsiteX273" fmla="*/ 548640 w 11737340"/>
                    <a:gd name="connsiteY273" fmla="*/ 320040 h 4168140"/>
                    <a:gd name="connsiteX274" fmla="*/ 510540 w 11737340"/>
                    <a:gd name="connsiteY274" fmla="*/ 251460 h 4168140"/>
                    <a:gd name="connsiteX275" fmla="*/ 464820 w 11737340"/>
                    <a:gd name="connsiteY275" fmla="*/ 190500 h 4168140"/>
                    <a:gd name="connsiteX276" fmla="*/ 411480 w 11737340"/>
                    <a:gd name="connsiteY276" fmla="*/ 137160 h 4168140"/>
                    <a:gd name="connsiteX277" fmla="*/ 373380 w 11737340"/>
                    <a:gd name="connsiteY277" fmla="*/ 45720 h 4168140"/>
                    <a:gd name="connsiteX278" fmla="*/ 342900 w 11737340"/>
                    <a:gd name="connsiteY278" fmla="*/ 0 h 4168140"/>
                    <a:gd name="connsiteX279" fmla="*/ 327660 w 11737340"/>
                    <a:gd name="connsiteY279" fmla="*/ 60960 h 4168140"/>
                    <a:gd name="connsiteX280" fmla="*/ 289560 w 11737340"/>
                    <a:gd name="connsiteY280" fmla="*/ 91440 h 4168140"/>
                    <a:gd name="connsiteX281" fmla="*/ 236220 w 11737340"/>
                    <a:gd name="connsiteY281" fmla="*/ 114300 h 4168140"/>
                    <a:gd name="connsiteX282" fmla="*/ 198120 w 11737340"/>
                    <a:gd name="connsiteY282" fmla="*/ 175260 h 4168140"/>
                    <a:gd name="connsiteX283" fmla="*/ 175260 w 11737340"/>
                    <a:gd name="connsiteY283" fmla="*/ 228600 h 4168140"/>
                    <a:gd name="connsiteX284" fmla="*/ 114300 w 11737340"/>
                    <a:gd name="connsiteY284" fmla="*/ 236220 h 4168140"/>
                    <a:gd name="connsiteX285" fmla="*/ 45720 w 11737340"/>
                    <a:gd name="connsiteY285" fmla="*/ 251460 h 4168140"/>
                    <a:gd name="connsiteX286" fmla="*/ 0 w 11737340"/>
                    <a:gd name="connsiteY286" fmla="*/ 281940 h 4168140"/>
                    <a:gd name="connsiteX287" fmla="*/ 68580 w 11737340"/>
                    <a:gd name="connsiteY287" fmla="*/ 320040 h 4168140"/>
                    <a:gd name="connsiteX0" fmla="*/ 68580 w 11737340"/>
                    <a:gd name="connsiteY0" fmla="*/ 320040 h 4168140"/>
                    <a:gd name="connsiteX1" fmla="*/ 121920 w 11737340"/>
                    <a:gd name="connsiteY1" fmla="*/ 381000 h 4168140"/>
                    <a:gd name="connsiteX2" fmla="*/ 198120 w 11737340"/>
                    <a:gd name="connsiteY2" fmla="*/ 419100 h 4168140"/>
                    <a:gd name="connsiteX3" fmla="*/ 320040 w 11737340"/>
                    <a:gd name="connsiteY3" fmla="*/ 510540 h 4168140"/>
                    <a:gd name="connsiteX4" fmla="*/ 411480 w 11737340"/>
                    <a:gd name="connsiteY4" fmla="*/ 563880 h 4168140"/>
                    <a:gd name="connsiteX5" fmla="*/ 472440 w 11737340"/>
                    <a:gd name="connsiteY5" fmla="*/ 632460 h 4168140"/>
                    <a:gd name="connsiteX6" fmla="*/ 601980 w 11737340"/>
                    <a:gd name="connsiteY6" fmla="*/ 708660 h 4168140"/>
                    <a:gd name="connsiteX7" fmla="*/ 739140 w 11737340"/>
                    <a:gd name="connsiteY7" fmla="*/ 784860 h 4168140"/>
                    <a:gd name="connsiteX8" fmla="*/ 861060 w 11737340"/>
                    <a:gd name="connsiteY8" fmla="*/ 868680 h 4168140"/>
                    <a:gd name="connsiteX9" fmla="*/ 944880 w 11737340"/>
                    <a:gd name="connsiteY9" fmla="*/ 952500 h 4168140"/>
                    <a:gd name="connsiteX10" fmla="*/ 1021080 w 11737340"/>
                    <a:gd name="connsiteY10" fmla="*/ 1005840 h 4168140"/>
                    <a:gd name="connsiteX11" fmla="*/ 1097280 w 11737340"/>
                    <a:gd name="connsiteY11" fmla="*/ 1043940 h 4168140"/>
                    <a:gd name="connsiteX12" fmla="*/ 1181100 w 11737340"/>
                    <a:gd name="connsiteY12" fmla="*/ 1104900 h 4168140"/>
                    <a:gd name="connsiteX13" fmla="*/ 1249680 w 11737340"/>
                    <a:gd name="connsiteY13" fmla="*/ 1150620 h 4168140"/>
                    <a:gd name="connsiteX14" fmla="*/ 1341120 w 11737340"/>
                    <a:gd name="connsiteY14" fmla="*/ 1196340 h 4168140"/>
                    <a:gd name="connsiteX15" fmla="*/ 1417320 w 11737340"/>
                    <a:gd name="connsiteY15" fmla="*/ 1257300 h 4168140"/>
                    <a:gd name="connsiteX16" fmla="*/ 1493520 w 11737340"/>
                    <a:gd name="connsiteY16" fmla="*/ 1333500 h 4168140"/>
                    <a:gd name="connsiteX17" fmla="*/ 1569720 w 11737340"/>
                    <a:gd name="connsiteY17" fmla="*/ 1356360 h 4168140"/>
                    <a:gd name="connsiteX18" fmla="*/ 1684020 w 11737340"/>
                    <a:gd name="connsiteY18" fmla="*/ 1424940 h 4168140"/>
                    <a:gd name="connsiteX19" fmla="*/ 1729740 w 11737340"/>
                    <a:gd name="connsiteY19" fmla="*/ 1485900 h 4168140"/>
                    <a:gd name="connsiteX20" fmla="*/ 1844040 w 11737340"/>
                    <a:gd name="connsiteY20" fmla="*/ 1569720 h 4168140"/>
                    <a:gd name="connsiteX21" fmla="*/ 1935480 w 11737340"/>
                    <a:gd name="connsiteY21" fmla="*/ 1615440 h 4168140"/>
                    <a:gd name="connsiteX22" fmla="*/ 2049780 w 11737340"/>
                    <a:gd name="connsiteY22" fmla="*/ 1691640 h 4168140"/>
                    <a:gd name="connsiteX23" fmla="*/ 2133600 w 11737340"/>
                    <a:gd name="connsiteY23" fmla="*/ 1729740 h 4168140"/>
                    <a:gd name="connsiteX24" fmla="*/ 2202180 w 11737340"/>
                    <a:gd name="connsiteY24" fmla="*/ 1805940 h 4168140"/>
                    <a:gd name="connsiteX25" fmla="*/ 2255520 w 11737340"/>
                    <a:gd name="connsiteY25" fmla="*/ 1821180 h 4168140"/>
                    <a:gd name="connsiteX26" fmla="*/ 2316480 w 11737340"/>
                    <a:gd name="connsiteY26" fmla="*/ 1866900 h 4168140"/>
                    <a:gd name="connsiteX27" fmla="*/ 2423160 w 11737340"/>
                    <a:gd name="connsiteY27" fmla="*/ 2004060 h 4168140"/>
                    <a:gd name="connsiteX28" fmla="*/ 2476500 w 11737340"/>
                    <a:gd name="connsiteY28" fmla="*/ 2087880 h 4168140"/>
                    <a:gd name="connsiteX29" fmla="*/ 2567940 w 11737340"/>
                    <a:gd name="connsiteY29" fmla="*/ 2148840 h 4168140"/>
                    <a:gd name="connsiteX30" fmla="*/ 2682240 w 11737340"/>
                    <a:gd name="connsiteY30" fmla="*/ 2186940 h 4168140"/>
                    <a:gd name="connsiteX31" fmla="*/ 2743200 w 11737340"/>
                    <a:gd name="connsiteY31" fmla="*/ 2209800 h 4168140"/>
                    <a:gd name="connsiteX32" fmla="*/ 2811780 w 11737340"/>
                    <a:gd name="connsiteY32" fmla="*/ 2247900 h 4168140"/>
                    <a:gd name="connsiteX33" fmla="*/ 2887980 w 11737340"/>
                    <a:gd name="connsiteY33" fmla="*/ 2301240 h 4168140"/>
                    <a:gd name="connsiteX34" fmla="*/ 2979420 w 11737340"/>
                    <a:gd name="connsiteY34" fmla="*/ 2385060 h 4168140"/>
                    <a:gd name="connsiteX35" fmla="*/ 3055620 w 11737340"/>
                    <a:gd name="connsiteY35" fmla="*/ 2461260 h 4168140"/>
                    <a:gd name="connsiteX36" fmla="*/ 3139440 w 11737340"/>
                    <a:gd name="connsiteY36" fmla="*/ 2537460 h 4168140"/>
                    <a:gd name="connsiteX37" fmla="*/ 3261360 w 11737340"/>
                    <a:gd name="connsiteY37" fmla="*/ 2628900 h 4168140"/>
                    <a:gd name="connsiteX38" fmla="*/ 3345180 w 11737340"/>
                    <a:gd name="connsiteY38" fmla="*/ 2720340 h 4168140"/>
                    <a:gd name="connsiteX39" fmla="*/ 3444240 w 11737340"/>
                    <a:gd name="connsiteY39" fmla="*/ 2796540 h 4168140"/>
                    <a:gd name="connsiteX40" fmla="*/ 3558540 w 11737340"/>
                    <a:gd name="connsiteY40" fmla="*/ 2872740 h 4168140"/>
                    <a:gd name="connsiteX41" fmla="*/ 3619500 w 11737340"/>
                    <a:gd name="connsiteY41" fmla="*/ 2979420 h 4168140"/>
                    <a:gd name="connsiteX42" fmla="*/ 3619500 w 11737340"/>
                    <a:gd name="connsiteY42" fmla="*/ 2979420 h 4168140"/>
                    <a:gd name="connsiteX43" fmla="*/ 3649980 w 11737340"/>
                    <a:gd name="connsiteY43" fmla="*/ 3048000 h 4168140"/>
                    <a:gd name="connsiteX44" fmla="*/ 3703320 w 11737340"/>
                    <a:gd name="connsiteY44" fmla="*/ 3086100 h 4168140"/>
                    <a:gd name="connsiteX45" fmla="*/ 3764280 w 11737340"/>
                    <a:gd name="connsiteY45" fmla="*/ 3063240 h 4168140"/>
                    <a:gd name="connsiteX46" fmla="*/ 3848100 w 11737340"/>
                    <a:gd name="connsiteY46" fmla="*/ 3025140 h 4168140"/>
                    <a:gd name="connsiteX47" fmla="*/ 3916680 w 11737340"/>
                    <a:gd name="connsiteY47" fmla="*/ 3032760 h 4168140"/>
                    <a:gd name="connsiteX48" fmla="*/ 4030980 w 11737340"/>
                    <a:gd name="connsiteY48" fmla="*/ 3063240 h 4168140"/>
                    <a:gd name="connsiteX49" fmla="*/ 4137660 w 11737340"/>
                    <a:gd name="connsiteY49" fmla="*/ 3101340 h 4168140"/>
                    <a:gd name="connsiteX50" fmla="*/ 4259580 w 11737340"/>
                    <a:gd name="connsiteY50" fmla="*/ 3147060 h 4168140"/>
                    <a:gd name="connsiteX51" fmla="*/ 4381500 w 11737340"/>
                    <a:gd name="connsiteY51" fmla="*/ 3192780 h 4168140"/>
                    <a:gd name="connsiteX52" fmla="*/ 4526280 w 11737340"/>
                    <a:gd name="connsiteY52" fmla="*/ 3276600 h 4168140"/>
                    <a:gd name="connsiteX53" fmla="*/ 4587240 w 11737340"/>
                    <a:gd name="connsiteY53" fmla="*/ 3299460 h 4168140"/>
                    <a:gd name="connsiteX54" fmla="*/ 4610100 w 11737340"/>
                    <a:gd name="connsiteY54" fmla="*/ 3352800 h 4168140"/>
                    <a:gd name="connsiteX55" fmla="*/ 4648200 w 11737340"/>
                    <a:gd name="connsiteY55" fmla="*/ 3436620 h 4168140"/>
                    <a:gd name="connsiteX56" fmla="*/ 4671060 w 11737340"/>
                    <a:gd name="connsiteY56" fmla="*/ 3520440 h 4168140"/>
                    <a:gd name="connsiteX57" fmla="*/ 4678680 w 11737340"/>
                    <a:gd name="connsiteY57" fmla="*/ 3589020 h 4168140"/>
                    <a:gd name="connsiteX58" fmla="*/ 4686300 w 11737340"/>
                    <a:gd name="connsiteY58" fmla="*/ 3649980 h 4168140"/>
                    <a:gd name="connsiteX59" fmla="*/ 4724400 w 11737340"/>
                    <a:gd name="connsiteY59" fmla="*/ 3680460 h 4168140"/>
                    <a:gd name="connsiteX60" fmla="*/ 4785360 w 11737340"/>
                    <a:gd name="connsiteY60" fmla="*/ 3672840 h 4168140"/>
                    <a:gd name="connsiteX61" fmla="*/ 4869180 w 11737340"/>
                    <a:gd name="connsiteY61" fmla="*/ 3703320 h 4168140"/>
                    <a:gd name="connsiteX62" fmla="*/ 4914900 w 11737340"/>
                    <a:gd name="connsiteY62" fmla="*/ 3756660 h 4168140"/>
                    <a:gd name="connsiteX63" fmla="*/ 5105400 w 11737340"/>
                    <a:gd name="connsiteY63" fmla="*/ 3832860 h 4168140"/>
                    <a:gd name="connsiteX64" fmla="*/ 5173980 w 11737340"/>
                    <a:gd name="connsiteY64" fmla="*/ 3886200 h 4168140"/>
                    <a:gd name="connsiteX65" fmla="*/ 5242560 w 11737340"/>
                    <a:gd name="connsiteY65" fmla="*/ 3924300 h 4168140"/>
                    <a:gd name="connsiteX66" fmla="*/ 5364480 w 11737340"/>
                    <a:gd name="connsiteY66" fmla="*/ 3962400 h 4168140"/>
                    <a:gd name="connsiteX67" fmla="*/ 5516880 w 11737340"/>
                    <a:gd name="connsiteY67" fmla="*/ 4046220 h 4168140"/>
                    <a:gd name="connsiteX68" fmla="*/ 5585460 w 11737340"/>
                    <a:gd name="connsiteY68" fmla="*/ 4099560 h 4168140"/>
                    <a:gd name="connsiteX69" fmla="*/ 5661660 w 11737340"/>
                    <a:gd name="connsiteY69" fmla="*/ 4122420 h 4168140"/>
                    <a:gd name="connsiteX70" fmla="*/ 5745480 w 11737340"/>
                    <a:gd name="connsiteY70" fmla="*/ 4130040 h 4168140"/>
                    <a:gd name="connsiteX71" fmla="*/ 5836920 w 11737340"/>
                    <a:gd name="connsiteY71" fmla="*/ 4130040 h 4168140"/>
                    <a:gd name="connsiteX72" fmla="*/ 5951220 w 11737340"/>
                    <a:gd name="connsiteY72" fmla="*/ 4145280 h 4168140"/>
                    <a:gd name="connsiteX73" fmla="*/ 6035040 w 11737340"/>
                    <a:gd name="connsiteY73" fmla="*/ 4168140 h 4168140"/>
                    <a:gd name="connsiteX74" fmla="*/ 6149340 w 11737340"/>
                    <a:gd name="connsiteY74" fmla="*/ 4137660 h 4168140"/>
                    <a:gd name="connsiteX75" fmla="*/ 6286500 w 11737340"/>
                    <a:gd name="connsiteY75" fmla="*/ 4114800 h 4168140"/>
                    <a:gd name="connsiteX76" fmla="*/ 6393180 w 11737340"/>
                    <a:gd name="connsiteY76" fmla="*/ 4053840 h 4168140"/>
                    <a:gd name="connsiteX77" fmla="*/ 6484620 w 11737340"/>
                    <a:gd name="connsiteY77" fmla="*/ 4038600 h 4168140"/>
                    <a:gd name="connsiteX78" fmla="*/ 6583680 w 11737340"/>
                    <a:gd name="connsiteY78" fmla="*/ 3970020 h 4168140"/>
                    <a:gd name="connsiteX79" fmla="*/ 6697980 w 11737340"/>
                    <a:gd name="connsiteY79" fmla="*/ 3886200 h 4168140"/>
                    <a:gd name="connsiteX80" fmla="*/ 6728460 w 11737340"/>
                    <a:gd name="connsiteY80" fmla="*/ 3817620 h 4168140"/>
                    <a:gd name="connsiteX81" fmla="*/ 6842760 w 11737340"/>
                    <a:gd name="connsiteY81" fmla="*/ 3733800 h 4168140"/>
                    <a:gd name="connsiteX82" fmla="*/ 6972300 w 11737340"/>
                    <a:gd name="connsiteY82" fmla="*/ 3642360 h 4168140"/>
                    <a:gd name="connsiteX83" fmla="*/ 7078980 w 11737340"/>
                    <a:gd name="connsiteY83" fmla="*/ 3528060 h 4168140"/>
                    <a:gd name="connsiteX84" fmla="*/ 7139940 w 11737340"/>
                    <a:gd name="connsiteY84" fmla="*/ 3444240 h 4168140"/>
                    <a:gd name="connsiteX85" fmla="*/ 7269480 w 11737340"/>
                    <a:gd name="connsiteY85" fmla="*/ 3284220 h 4168140"/>
                    <a:gd name="connsiteX86" fmla="*/ 7330440 w 11737340"/>
                    <a:gd name="connsiteY86" fmla="*/ 3185160 h 4168140"/>
                    <a:gd name="connsiteX87" fmla="*/ 7376160 w 11737340"/>
                    <a:gd name="connsiteY87" fmla="*/ 3116580 h 4168140"/>
                    <a:gd name="connsiteX88" fmla="*/ 7444740 w 11737340"/>
                    <a:gd name="connsiteY88" fmla="*/ 3093720 h 4168140"/>
                    <a:gd name="connsiteX89" fmla="*/ 7513320 w 11737340"/>
                    <a:gd name="connsiteY89" fmla="*/ 3101340 h 4168140"/>
                    <a:gd name="connsiteX90" fmla="*/ 7576820 w 11737340"/>
                    <a:gd name="connsiteY90" fmla="*/ 3093720 h 4168140"/>
                    <a:gd name="connsiteX91" fmla="*/ 7729220 w 11737340"/>
                    <a:gd name="connsiteY91" fmla="*/ 3136900 h 4168140"/>
                    <a:gd name="connsiteX92" fmla="*/ 7833360 w 11737340"/>
                    <a:gd name="connsiteY92" fmla="*/ 3180080 h 4168140"/>
                    <a:gd name="connsiteX93" fmla="*/ 7967980 w 11737340"/>
                    <a:gd name="connsiteY93" fmla="*/ 3208020 h 4168140"/>
                    <a:gd name="connsiteX94" fmla="*/ 8161020 w 11737340"/>
                    <a:gd name="connsiteY94" fmla="*/ 3268980 h 4168140"/>
                    <a:gd name="connsiteX95" fmla="*/ 8290560 w 11737340"/>
                    <a:gd name="connsiteY95" fmla="*/ 3337560 h 4168140"/>
                    <a:gd name="connsiteX96" fmla="*/ 8382000 w 11737340"/>
                    <a:gd name="connsiteY96" fmla="*/ 3360420 h 4168140"/>
                    <a:gd name="connsiteX97" fmla="*/ 8458200 w 11737340"/>
                    <a:gd name="connsiteY97" fmla="*/ 3398520 h 4168140"/>
                    <a:gd name="connsiteX98" fmla="*/ 8595360 w 11737340"/>
                    <a:gd name="connsiteY98" fmla="*/ 3512820 h 4168140"/>
                    <a:gd name="connsiteX99" fmla="*/ 8641080 w 11737340"/>
                    <a:gd name="connsiteY99" fmla="*/ 3566160 h 4168140"/>
                    <a:gd name="connsiteX100" fmla="*/ 8702040 w 11737340"/>
                    <a:gd name="connsiteY100" fmla="*/ 3604260 h 4168140"/>
                    <a:gd name="connsiteX101" fmla="*/ 8763000 w 11737340"/>
                    <a:gd name="connsiteY101" fmla="*/ 3634740 h 4168140"/>
                    <a:gd name="connsiteX102" fmla="*/ 8846820 w 11737340"/>
                    <a:gd name="connsiteY102" fmla="*/ 3632200 h 4168140"/>
                    <a:gd name="connsiteX103" fmla="*/ 8968740 w 11737340"/>
                    <a:gd name="connsiteY103" fmla="*/ 3634740 h 4168140"/>
                    <a:gd name="connsiteX104" fmla="*/ 9060180 w 11737340"/>
                    <a:gd name="connsiteY104" fmla="*/ 3642360 h 4168140"/>
                    <a:gd name="connsiteX105" fmla="*/ 9151620 w 11737340"/>
                    <a:gd name="connsiteY105" fmla="*/ 3657600 h 4168140"/>
                    <a:gd name="connsiteX106" fmla="*/ 9230360 w 11737340"/>
                    <a:gd name="connsiteY106" fmla="*/ 3657600 h 4168140"/>
                    <a:gd name="connsiteX107" fmla="*/ 9331960 w 11737340"/>
                    <a:gd name="connsiteY107" fmla="*/ 3629660 h 4168140"/>
                    <a:gd name="connsiteX108" fmla="*/ 9433560 w 11737340"/>
                    <a:gd name="connsiteY108" fmla="*/ 3589020 h 4168140"/>
                    <a:gd name="connsiteX109" fmla="*/ 9535160 w 11737340"/>
                    <a:gd name="connsiteY109" fmla="*/ 3540760 h 4168140"/>
                    <a:gd name="connsiteX110" fmla="*/ 9646920 w 11737340"/>
                    <a:gd name="connsiteY110" fmla="*/ 3489960 h 4168140"/>
                    <a:gd name="connsiteX111" fmla="*/ 9784080 w 11737340"/>
                    <a:gd name="connsiteY111" fmla="*/ 3444240 h 4168140"/>
                    <a:gd name="connsiteX112" fmla="*/ 9860280 w 11737340"/>
                    <a:gd name="connsiteY112" fmla="*/ 3383280 h 4168140"/>
                    <a:gd name="connsiteX113" fmla="*/ 9921240 w 11737340"/>
                    <a:gd name="connsiteY113" fmla="*/ 3314700 h 4168140"/>
                    <a:gd name="connsiteX114" fmla="*/ 9997440 w 11737340"/>
                    <a:gd name="connsiteY114" fmla="*/ 3208020 h 4168140"/>
                    <a:gd name="connsiteX115" fmla="*/ 10043160 w 11737340"/>
                    <a:gd name="connsiteY115" fmla="*/ 3101340 h 4168140"/>
                    <a:gd name="connsiteX116" fmla="*/ 10104120 w 11737340"/>
                    <a:gd name="connsiteY116" fmla="*/ 3017520 h 4168140"/>
                    <a:gd name="connsiteX117" fmla="*/ 10157460 w 11737340"/>
                    <a:gd name="connsiteY117" fmla="*/ 2933700 h 4168140"/>
                    <a:gd name="connsiteX118" fmla="*/ 10218420 w 11737340"/>
                    <a:gd name="connsiteY118" fmla="*/ 2849880 h 4168140"/>
                    <a:gd name="connsiteX119" fmla="*/ 10294620 w 11737340"/>
                    <a:gd name="connsiteY119" fmla="*/ 2735580 h 4168140"/>
                    <a:gd name="connsiteX120" fmla="*/ 10347960 w 11737340"/>
                    <a:gd name="connsiteY120" fmla="*/ 2621280 h 4168140"/>
                    <a:gd name="connsiteX121" fmla="*/ 10431780 w 11737340"/>
                    <a:gd name="connsiteY121" fmla="*/ 2499360 h 4168140"/>
                    <a:gd name="connsiteX122" fmla="*/ 10500360 w 11737340"/>
                    <a:gd name="connsiteY122" fmla="*/ 2354580 h 4168140"/>
                    <a:gd name="connsiteX123" fmla="*/ 10553700 w 11737340"/>
                    <a:gd name="connsiteY123" fmla="*/ 2263140 h 4168140"/>
                    <a:gd name="connsiteX124" fmla="*/ 10584180 w 11737340"/>
                    <a:gd name="connsiteY124" fmla="*/ 2194560 h 4168140"/>
                    <a:gd name="connsiteX125" fmla="*/ 10624820 w 11737340"/>
                    <a:gd name="connsiteY125" fmla="*/ 2125980 h 4168140"/>
                    <a:gd name="connsiteX126" fmla="*/ 10675620 w 11737340"/>
                    <a:gd name="connsiteY126" fmla="*/ 2049780 h 4168140"/>
                    <a:gd name="connsiteX127" fmla="*/ 10690860 w 11737340"/>
                    <a:gd name="connsiteY127" fmla="*/ 1988820 h 4168140"/>
                    <a:gd name="connsiteX128" fmla="*/ 10713720 w 11737340"/>
                    <a:gd name="connsiteY128" fmla="*/ 1927860 h 4168140"/>
                    <a:gd name="connsiteX129" fmla="*/ 10767060 w 11737340"/>
                    <a:gd name="connsiteY129" fmla="*/ 1859280 h 4168140"/>
                    <a:gd name="connsiteX130" fmla="*/ 10873740 w 11737340"/>
                    <a:gd name="connsiteY130" fmla="*/ 1828800 h 4168140"/>
                    <a:gd name="connsiteX131" fmla="*/ 11079480 w 11737340"/>
                    <a:gd name="connsiteY131" fmla="*/ 1767840 h 4168140"/>
                    <a:gd name="connsiteX132" fmla="*/ 11247120 w 11737340"/>
                    <a:gd name="connsiteY132" fmla="*/ 1684020 h 4168140"/>
                    <a:gd name="connsiteX133" fmla="*/ 11407140 w 11737340"/>
                    <a:gd name="connsiteY133" fmla="*/ 1628140 h 4168140"/>
                    <a:gd name="connsiteX134" fmla="*/ 11490960 w 11737340"/>
                    <a:gd name="connsiteY134" fmla="*/ 1577340 h 4168140"/>
                    <a:gd name="connsiteX135" fmla="*/ 11635740 w 11737340"/>
                    <a:gd name="connsiteY135" fmla="*/ 1508760 h 4168140"/>
                    <a:gd name="connsiteX136" fmla="*/ 11737340 w 11737340"/>
                    <a:gd name="connsiteY136" fmla="*/ 1442720 h 4168140"/>
                    <a:gd name="connsiteX137" fmla="*/ 11620500 w 11737340"/>
                    <a:gd name="connsiteY137" fmla="*/ 1417320 h 4168140"/>
                    <a:gd name="connsiteX138" fmla="*/ 11567160 w 11737340"/>
                    <a:gd name="connsiteY138" fmla="*/ 1379220 h 4168140"/>
                    <a:gd name="connsiteX139" fmla="*/ 11498580 w 11737340"/>
                    <a:gd name="connsiteY139" fmla="*/ 1318260 h 4168140"/>
                    <a:gd name="connsiteX140" fmla="*/ 11468100 w 11737340"/>
                    <a:gd name="connsiteY140" fmla="*/ 1280160 h 4168140"/>
                    <a:gd name="connsiteX141" fmla="*/ 11442700 w 11737340"/>
                    <a:gd name="connsiteY141" fmla="*/ 1231900 h 4168140"/>
                    <a:gd name="connsiteX142" fmla="*/ 11384280 w 11737340"/>
                    <a:gd name="connsiteY142" fmla="*/ 1310640 h 4168140"/>
                    <a:gd name="connsiteX143" fmla="*/ 11353800 w 11737340"/>
                    <a:gd name="connsiteY143" fmla="*/ 1356360 h 4168140"/>
                    <a:gd name="connsiteX144" fmla="*/ 11224260 w 11737340"/>
                    <a:gd name="connsiteY144" fmla="*/ 1417320 h 4168140"/>
                    <a:gd name="connsiteX145" fmla="*/ 11109960 w 11737340"/>
                    <a:gd name="connsiteY145" fmla="*/ 1463040 h 4168140"/>
                    <a:gd name="connsiteX146" fmla="*/ 10911840 w 11737340"/>
                    <a:gd name="connsiteY146" fmla="*/ 1524000 h 4168140"/>
                    <a:gd name="connsiteX147" fmla="*/ 10774680 w 11737340"/>
                    <a:gd name="connsiteY147" fmla="*/ 1546860 h 4168140"/>
                    <a:gd name="connsiteX148" fmla="*/ 10675620 w 11737340"/>
                    <a:gd name="connsiteY148" fmla="*/ 1615440 h 4168140"/>
                    <a:gd name="connsiteX149" fmla="*/ 10568940 w 11737340"/>
                    <a:gd name="connsiteY149" fmla="*/ 1676400 h 4168140"/>
                    <a:gd name="connsiteX150" fmla="*/ 10485120 w 11737340"/>
                    <a:gd name="connsiteY150" fmla="*/ 1760220 h 4168140"/>
                    <a:gd name="connsiteX151" fmla="*/ 10454640 w 11737340"/>
                    <a:gd name="connsiteY151" fmla="*/ 1836420 h 4168140"/>
                    <a:gd name="connsiteX152" fmla="*/ 10416540 w 11737340"/>
                    <a:gd name="connsiteY152" fmla="*/ 1927860 h 4168140"/>
                    <a:gd name="connsiteX153" fmla="*/ 10401300 w 11737340"/>
                    <a:gd name="connsiteY153" fmla="*/ 2004060 h 4168140"/>
                    <a:gd name="connsiteX154" fmla="*/ 10363200 w 11737340"/>
                    <a:gd name="connsiteY154" fmla="*/ 2095500 h 4168140"/>
                    <a:gd name="connsiteX155" fmla="*/ 10317480 w 11737340"/>
                    <a:gd name="connsiteY155" fmla="*/ 2225040 h 4168140"/>
                    <a:gd name="connsiteX156" fmla="*/ 10287000 w 11737340"/>
                    <a:gd name="connsiteY156" fmla="*/ 2346960 h 4168140"/>
                    <a:gd name="connsiteX157" fmla="*/ 10218420 w 11737340"/>
                    <a:gd name="connsiteY157" fmla="*/ 2499360 h 4168140"/>
                    <a:gd name="connsiteX158" fmla="*/ 10134600 w 11737340"/>
                    <a:gd name="connsiteY158" fmla="*/ 2621280 h 4168140"/>
                    <a:gd name="connsiteX159" fmla="*/ 10043160 w 11737340"/>
                    <a:gd name="connsiteY159" fmla="*/ 2735580 h 4168140"/>
                    <a:gd name="connsiteX160" fmla="*/ 9974580 w 11737340"/>
                    <a:gd name="connsiteY160" fmla="*/ 2857500 h 4168140"/>
                    <a:gd name="connsiteX161" fmla="*/ 9906000 w 11737340"/>
                    <a:gd name="connsiteY161" fmla="*/ 2941320 h 4168140"/>
                    <a:gd name="connsiteX162" fmla="*/ 9860280 w 11737340"/>
                    <a:gd name="connsiteY162" fmla="*/ 3032760 h 4168140"/>
                    <a:gd name="connsiteX163" fmla="*/ 9806940 w 11737340"/>
                    <a:gd name="connsiteY163" fmla="*/ 3116580 h 4168140"/>
                    <a:gd name="connsiteX164" fmla="*/ 9715500 w 11737340"/>
                    <a:gd name="connsiteY164" fmla="*/ 3208020 h 4168140"/>
                    <a:gd name="connsiteX165" fmla="*/ 9616440 w 11737340"/>
                    <a:gd name="connsiteY165" fmla="*/ 3261360 h 4168140"/>
                    <a:gd name="connsiteX166" fmla="*/ 9532620 w 11737340"/>
                    <a:gd name="connsiteY166" fmla="*/ 3329940 h 4168140"/>
                    <a:gd name="connsiteX167" fmla="*/ 9471660 w 11737340"/>
                    <a:gd name="connsiteY167" fmla="*/ 3375660 h 4168140"/>
                    <a:gd name="connsiteX168" fmla="*/ 9410700 w 11737340"/>
                    <a:gd name="connsiteY168" fmla="*/ 3429000 h 4168140"/>
                    <a:gd name="connsiteX169" fmla="*/ 9288780 w 11737340"/>
                    <a:gd name="connsiteY169" fmla="*/ 3436620 h 4168140"/>
                    <a:gd name="connsiteX170" fmla="*/ 9166860 w 11737340"/>
                    <a:gd name="connsiteY170" fmla="*/ 3444240 h 4168140"/>
                    <a:gd name="connsiteX171" fmla="*/ 9029700 w 11737340"/>
                    <a:gd name="connsiteY171" fmla="*/ 3413760 h 4168140"/>
                    <a:gd name="connsiteX172" fmla="*/ 8823960 w 11737340"/>
                    <a:gd name="connsiteY172" fmla="*/ 3360420 h 4168140"/>
                    <a:gd name="connsiteX173" fmla="*/ 8679180 w 11737340"/>
                    <a:gd name="connsiteY173" fmla="*/ 3329940 h 4168140"/>
                    <a:gd name="connsiteX174" fmla="*/ 8572500 w 11737340"/>
                    <a:gd name="connsiteY174" fmla="*/ 3276600 h 4168140"/>
                    <a:gd name="connsiteX175" fmla="*/ 8465820 w 11737340"/>
                    <a:gd name="connsiteY175" fmla="*/ 3215640 h 4168140"/>
                    <a:gd name="connsiteX176" fmla="*/ 8321040 w 11737340"/>
                    <a:gd name="connsiteY176" fmla="*/ 3177540 h 4168140"/>
                    <a:gd name="connsiteX177" fmla="*/ 8199120 w 11737340"/>
                    <a:gd name="connsiteY177" fmla="*/ 3131820 h 4168140"/>
                    <a:gd name="connsiteX178" fmla="*/ 8069580 w 11737340"/>
                    <a:gd name="connsiteY178" fmla="*/ 3078480 h 4168140"/>
                    <a:gd name="connsiteX179" fmla="*/ 7917180 w 11737340"/>
                    <a:gd name="connsiteY179" fmla="*/ 2994660 h 4168140"/>
                    <a:gd name="connsiteX180" fmla="*/ 7787640 w 11737340"/>
                    <a:gd name="connsiteY180" fmla="*/ 2971800 h 4168140"/>
                    <a:gd name="connsiteX181" fmla="*/ 7719060 w 11737340"/>
                    <a:gd name="connsiteY181" fmla="*/ 2933700 h 4168140"/>
                    <a:gd name="connsiteX182" fmla="*/ 7612380 w 11737340"/>
                    <a:gd name="connsiteY182" fmla="*/ 2903220 h 4168140"/>
                    <a:gd name="connsiteX183" fmla="*/ 7566660 w 11737340"/>
                    <a:gd name="connsiteY183" fmla="*/ 2887980 h 4168140"/>
                    <a:gd name="connsiteX184" fmla="*/ 7551420 w 11737340"/>
                    <a:gd name="connsiteY184" fmla="*/ 2849880 h 4168140"/>
                    <a:gd name="connsiteX185" fmla="*/ 7533640 w 11737340"/>
                    <a:gd name="connsiteY185" fmla="*/ 2788920 h 4168140"/>
                    <a:gd name="connsiteX186" fmla="*/ 7475220 w 11737340"/>
                    <a:gd name="connsiteY186" fmla="*/ 2857500 h 4168140"/>
                    <a:gd name="connsiteX187" fmla="*/ 7414260 w 11737340"/>
                    <a:gd name="connsiteY187" fmla="*/ 2887980 h 4168140"/>
                    <a:gd name="connsiteX188" fmla="*/ 7345680 w 11737340"/>
                    <a:gd name="connsiteY188" fmla="*/ 2971800 h 4168140"/>
                    <a:gd name="connsiteX189" fmla="*/ 7315200 w 11737340"/>
                    <a:gd name="connsiteY189" fmla="*/ 2994660 h 4168140"/>
                    <a:gd name="connsiteX190" fmla="*/ 7261860 w 11737340"/>
                    <a:gd name="connsiteY190" fmla="*/ 3009900 h 4168140"/>
                    <a:gd name="connsiteX191" fmla="*/ 7193280 w 11737340"/>
                    <a:gd name="connsiteY191" fmla="*/ 3025140 h 4168140"/>
                    <a:gd name="connsiteX192" fmla="*/ 7155180 w 11737340"/>
                    <a:gd name="connsiteY192" fmla="*/ 3078480 h 4168140"/>
                    <a:gd name="connsiteX193" fmla="*/ 7109460 w 11737340"/>
                    <a:gd name="connsiteY193" fmla="*/ 3154680 h 4168140"/>
                    <a:gd name="connsiteX194" fmla="*/ 7048500 w 11737340"/>
                    <a:gd name="connsiteY194" fmla="*/ 3246120 h 4168140"/>
                    <a:gd name="connsiteX195" fmla="*/ 6995160 w 11737340"/>
                    <a:gd name="connsiteY195" fmla="*/ 3307080 h 4168140"/>
                    <a:gd name="connsiteX196" fmla="*/ 6972300 w 11737340"/>
                    <a:gd name="connsiteY196" fmla="*/ 3352800 h 4168140"/>
                    <a:gd name="connsiteX197" fmla="*/ 6949440 w 11737340"/>
                    <a:gd name="connsiteY197" fmla="*/ 3413760 h 4168140"/>
                    <a:gd name="connsiteX198" fmla="*/ 6949440 w 11737340"/>
                    <a:gd name="connsiteY198" fmla="*/ 3413760 h 4168140"/>
                    <a:gd name="connsiteX199" fmla="*/ 6911340 w 11737340"/>
                    <a:gd name="connsiteY199" fmla="*/ 3474720 h 4168140"/>
                    <a:gd name="connsiteX200" fmla="*/ 6888480 w 11737340"/>
                    <a:gd name="connsiteY200" fmla="*/ 3505200 h 4168140"/>
                    <a:gd name="connsiteX201" fmla="*/ 6819900 w 11737340"/>
                    <a:gd name="connsiteY201" fmla="*/ 3566160 h 4168140"/>
                    <a:gd name="connsiteX202" fmla="*/ 6743700 w 11737340"/>
                    <a:gd name="connsiteY202" fmla="*/ 3581400 h 4168140"/>
                    <a:gd name="connsiteX203" fmla="*/ 6675120 w 11737340"/>
                    <a:gd name="connsiteY203" fmla="*/ 3657600 h 4168140"/>
                    <a:gd name="connsiteX204" fmla="*/ 6629400 w 11737340"/>
                    <a:gd name="connsiteY204" fmla="*/ 3718560 h 4168140"/>
                    <a:gd name="connsiteX205" fmla="*/ 6576060 w 11737340"/>
                    <a:gd name="connsiteY205" fmla="*/ 3779520 h 4168140"/>
                    <a:gd name="connsiteX206" fmla="*/ 6484620 w 11737340"/>
                    <a:gd name="connsiteY206" fmla="*/ 3817620 h 4168140"/>
                    <a:gd name="connsiteX207" fmla="*/ 6400800 w 11737340"/>
                    <a:gd name="connsiteY207" fmla="*/ 3832860 h 4168140"/>
                    <a:gd name="connsiteX208" fmla="*/ 6263640 w 11737340"/>
                    <a:gd name="connsiteY208" fmla="*/ 3870960 h 4168140"/>
                    <a:gd name="connsiteX209" fmla="*/ 6126480 w 11737340"/>
                    <a:gd name="connsiteY209" fmla="*/ 3901440 h 4168140"/>
                    <a:gd name="connsiteX210" fmla="*/ 6027420 w 11737340"/>
                    <a:gd name="connsiteY210" fmla="*/ 3916680 h 4168140"/>
                    <a:gd name="connsiteX211" fmla="*/ 5890260 w 11737340"/>
                    <a:gd name="connsiteY211" fmla="*/ 3878580 h 4168140"/>
                    <a:gd name="connsiteX212" fmla="*/ 5821680 w 11737340"/>
                    <a:gd name="connsiteY212" fmla="*/ 3863340 h 4168140"/>
                    <a:gd name="connsiteX213" fmla="*/ 5737860 w 11737340"/>
                    <a:gd name="connsiteY213" fmla="*/ 3825240 h 4168140"/>
                    <a:gd name="connsiteX214" fmla="*/ 5638800 w 11737340"/>
                    <a:gd name="connsiteY214" fmla="*/ 3794760 h 4168140"/>
                    <a:gd name="connsiteX215" fmla="*/ 5524500 w 11737340"/>
                    <a:gd name="connsiteY215" fmla="*/ 3756660 h 4168140"/>
                    <a:gd name="connsiteX216" fmla="*/ 5448300 w 11737340"/>
                    <a:gd name="connsiteY216" fmla="*/ 3718560 h 4168140"/>
                    <a:gd name="connsiteX217" fmla="*/ 5349240 w 11737340"/>
                    <a:gd name="connsiteY217" fmla="*/ 3657600 h 4168140"/>
                    <a:gd name="connsiteX218" fmla="*/ 5295900 w 11737340"/>
                    <a:gd name="connsiteY218" fmla="*/ 3619500 h 4168140"/>
                    <a:gd name="connsiteX219" fmla="*/ 5234940 w 11737340"/>
                    <a:gd name="connsiteY219" fmla="*/ 3596640 h 4168140"/>
                    <a:gd name="connsiteX220" fmla="*/ 5135880 w 11737340"/>
                    <a:gd name="connsiteY220" fmla="*/ 3550920 h 4168140"/>
                    <a:gd name="connsiteX221" fmla="*/ 5059680 w 11737340"/>
                    <a:gd name="connsiteY221" fmla="*/ 3505200 h 4168140"/>
                    <a:gd name="connsiteX222" fmla="*/ 5029200 w 11737340"/>
                    <a:gd name="connsiteY222" fmla="*/ 3482340 h 4168140"/>
                    <a:gd name="connsiteX223" fmla="*/ 4960620 w 11737340"/>
                    <a:gd name="connsiteY223" fmla="*/ 3413760 h 4168140"/>
                    <a:gd name="connsiteX224" fmla="*/ 4876800 w 11737340"/>
                    <a:gd name="connsiteY224" fmla="*/ 3299460 h 4168140"/>
                    <a:gd name="connsiteX225" fmla="*/ 4808220 w 11737340"/>
                    <a:gd name="connsiteY225" fmla="*/ 3200400 h 4168140"/>
                    <a:gd name="connsiteX226" fmla="*/ 4777740 w 11737340"/>
                    <a:gd name="connsiteY226" fmla="*/ 3147060 h 4168140"/>
                    <a:gd name="connsiteX227" fmla="*/ 4724400 w 11737340"/>
                    <a:gd name="connsiteY227" fmla="*/ 3108960 h 4168140"/>
                    <a:gd name="connsiteX228" fmla="*/ 4648200 w 11737340"/>
                    <a:gd name="connsiteY228" fmla="*/ 3063240 h 4168140"/>
                    <a:gd name="connsiteX229" fmla="*/ 4533900 w 11737340"/>
                    <a:gd name="connsiteY229" fmla="*/ 2979420 h 4168140"/>
                    <a:gd name="connsiteX230" fmla="*/ 4427220 w 11737340"/>
                    <a:gd name="connsiteY230" fmla="*/ 2941320 h 4168140"/>
                    <a:gd name="connsiteX231" fmla="*/ 4366260 w 11737340"/>
                    <a:gd name="connsiteY231" fmla="*/ 2903220 h 4168140"/>
                    <a:gd name="connsiteX232" fmla="*/ 4244340 w 11737340"/>
                    <a:gd name="connsiteY232" fmla="*/ 2842260 h 4168140"/>
                    <a:gd name="connsiteX233" fmla="*/ 4145280 w 11737340"/>
                    <a:gd name="connsiteY233" fmla="*/ 2811780 h 4168140"/>
                    <a:gd name="connsiteX234" fmla="*/ 4038600 w 11737340"/>
                    <a:gd name="connsiteY234" fmla="*/ 2804160 h 4168140"/>
                    <a:gd name="connsiteX235" fmla="*/ 3954780 w 11737340"/>
                    <a:gd name="connsiteY235" fmla="*/ 2819400 h 4168140"/>
                    <a:gd name="connsiteX236" fmla="*/ 3863340 w 11737340"/>
                    <a:gd name="connsiteY236" fmla="*/ 2804160 h 4168140"/>
                    <a:gd name="connsiteX237" fmla="*/ 3741420 w 11737340"/>
                    <a:gd name="connsiteY237" fmla="*/ 2781300 h 4168140"/>
                    <a:gd name="connsiteX238" fmla="*/ 3649980 w 11737340"/>
                    <a:gd name="connsiteY238" fmla="*/ 2743200 h 4168140"/>
                    <a:gd name="connsiteX239" fmla="*/ 3573780 w 11737340"/>
                    <a:gd name="connsiteY239" fmla="*/ 2674620 h 4168140"/>
                    <a:gd name="connsiteX240" fmla="*/ 3482340 w 11737340"/>
                    <a:gd name="connsiteY240" fmla="*/ 2621280 h 4168140"/>
                    <a:gd name="connsiteX241" fmla="*/ 3436620 w 11737340"/>
                    <a:gd name="connsiteY241" fmla="*/ 2552700 h 4168140"/>
                    <a:gd name="connsiteX242" fmla="*/ 3329940 w 11737340"/>
                    <a:gd name="connsiteY242" fmla="*/ 2423160 h 4168140"/>
                    <a:gd name="connsiteX243" fmla="*/ 3261360 w 11737340"/>
                    <a:gd name="connsiteY243" fmla="*/ 2324100 h 4168140"/>
                    <a:gd name="connsiteX244" fmla="*/ 3131820 w 11737340"/>
                    <a:gd name="connsiteY244" fmla="*/ 2209800 h 4168140"/>
                    <a:gd name="connsiteX245" fmla="*/ 3040380 w 11737340"/>
                    <a:gd name="connsiteY245" fmla="*/ 2141220 h 4168140"/>
                    <a:gd name="connsiteX246" fmla="*/ 2910840 w 11737340"/>
                    <a:gd name="connsiteY246" fmla="*/ 2034540 h 4168140"/>
                    <a:gd name="connsiteX247" fmla="*/ 2849880 w 11737340"/>
                    <a:gd name="connsiteY247" fmla="*/ 1958340 h 4168140"/>
                    <a:gd name="connsiteX248" fmla="*/ 2743200 w 11737340"/>
                    <a:gd name="connsiteY248" fmla="*/ 1889760 h 4168140"/>
                    <a:gd name="connsiteX249" fmla="*/ 2659380 w 11737340"/>
                    <a:gd name="connsiteY249" fmla="*/ 1844040 h 4168140"/>
                    <a:gd name="connsiteX250" fmla="*/ 2575560 w 11737340"/>
                    <a:gd name="connsiteY250" fmla="*/ 1744980 h 4168140"/>
                    <a:gd name="connsiteX251" fmla="*/ 2468880 w 11737340"/>
                    <a:gd name="connsiteY251" fmla="*/ 1645920 h 4168140"/>
                    <a:gd name="connsiteX252" fmla="*/ 2400300 w 11737340"/>
                    <a:gd name="connsiteY252" fmla="*/ 1607820 h 4168140"/>
                    <a:gd name="connsiteX253" fmla="*/ 2263140 w 11737340"/>
                    <a:gd name="connsiteY253" fmla="*/ 1501140 h 4168140"/>
                    <a:gd name="connsiteX254" fmla="*/ 2171700 w 11737340"/>
                    <a:gd name="connsiteY254" fmla="*/ 1432560 h 4168140"/>
                    <a:gd name="connsiteX255" fmla="*/ 2087880 w 11737340"/>
                    <a:gd name="connsiteY255" fmla="*/ 1363980 h 4168140"/>
                    <a:gd name="connsiteX256" fmla="*/ 1950720 w 11737340"/>
                    <a:gd name="connsiteY256" fmla="*/ 1272540 h 4168140"/>
                    <a:gd name="connsiteX257" fmla="*/ 1805940 w 11737340"/>
                    <a:gd name="connsiteY257" fmla="*/ 1135380 h 4168140"/>
                    <a:gd name="connsiteX258" fmla="*/ 1729740 w 11737340"/>
                    <a:gd name="connsiteY258" fmla="*/ 1089660 h 4168140"/>
                    <a:gd name="connsiteX259" fmla="*/ 1668780 w 11737340"/>
                    <a:gd name="connsiteY259" fmla="*/ 1043940 h 4168140"/>
                    <a:gd name="connsiteX260" fmla="*/ 1592580 w 11737340"/>
                    <a:gd name="connsiteY260" fmla="*/ 990600 h 4168140"/>
                    <a:gd name="connsiteX261" fmla="*/ 1470660 w 11737340"/>
                    <a:gd name="connsiteY261" fmla="*/ 891540 h 4168140"/>
                    <a:gd name="connsiteX262" fmla="*/ 1386840 w 11737340"/>
                    <a:gd name="connsiteY262" fmla="*/ 845820 h 4168140"/>
                    <a:gd name="connsiteX263" fmla="*/ 1318260 w 11737340"/>
                    <a:gd name="connsiteY263" fmla="*/ 784860 h 4168140"/>
                    <a:gd name="connsiteX264" fmla="*/ 1264920 w 11737340"/>
                    <a:gd name="connsiteY264" fmla="*/ 723900 h 4168140"/>
                    <a:gd name="connsiteX265" fmla="*/ 1181100 w 11737340"/>
                    <a:gd name="connsiteY265" fmla="*/ 647700 h 4168140"/>
                    <a:gd name="connsiteX266" fmla="*/ 1089660 w 11737340"/>
                    <a:gd name="connsiteY266" fmla="*/ 624840 h 4168140"/>
                    <a:gd name="connsiteX267" fmla="*/ 1021080 w 11737340"/>
                    <a:gd name="connsiteY267" fmla="*/ 586740 h 4168140"/>
                    <a:gd name="connsiteX268" fmla="*/ 937260 w 11737340"/>
                    <a:gd name="connsiteY268" fmla="*/ 548640 h 4168140"/>
                    <a:gd name="connsiteX269" fmla="*/ 830580 w 11737340"/>
                    <a:gd name="connsiteY269" fmla="*/ 510540 h 4168140"/>
                    <a:gd name="connsiteX270" fmla="*/ 754380 w 11737340"/>
                    <a:gd name="connsiteY270" fmla="*/ 457200 h 4168140"/>
                    <a:gd name="connsiteX271" fmla="*/ 708660 w 11737340"/>
                    <a:gd name="connsiteY271" fmla="*/ 419100 h 4168140"/>
                    <a:gd name="connsiteX272" fmla="*/ 609600 w 11737340"/>
                    <a:gd name="connsiteY272" fmla="*/ 396240 h 4168140"/>
                    <a:gd name="connsiteX273" fmla="*/ 548640 w 11737340"/>
                    <a:gd name="connsiteY273" fmla="*/ 320040 h 4168140"/>
                    <a:gd name="connsiteX274" fmla="*/ 510540 w 11737340"/>
                    <a:gd name="connsiteY274" fmla="*/ 251460 h 4168140"/>
                    <a:gd name="connsiteX275" fmla="*/ 464820 w 11737340"/>
                    <a:gd name="connsiteY275" fmla="*/ 190500 h 4168140"/>
                    <a:gd name="connsiteX276" fmla="*/ 411480 w 11737340"/>
                    <a:gd name="connsiteY276" fmla="*/ 137160 h 4168140"/>
                    <a:gd name="connsiteX277" fmla="*/ 373380 w 11737340"/>
                    <a:gd name="connsiteY277" fmla="*/ 45720 h 4168140"/>
                    <a:gd name="connsiteX278" fmla="*/ 342900 w 11737340"/>
                    <a:gd name="connsiteY278" fmla="*/ 0 h 4168140"/>
                    <a:gd name="connsiteX279" fmla="*/ 327660 w 11737340"/>
                    <a:gd name="connsiteY279" fmla="*/ 60960 h 4168140"/>
                    <a:gd name="connsiteX280" fmla="*/ 289560 w 11737340"/>
                    <a:gd name="connsiteY280" fmla="*/ 91440 h 4168140"/>
                    <a:gd name="connsiteX281" fmla="*/ 236220 w 11737340"/>
                    <a:gd name="connsiteY281" fmla="*/ 114300 h 4168140"/>
                    <a:gd name="connsiteX282" fmla="*/ 198120 w 11737340"/>
                    <a:gd name="connsiteY282" fmla="*/ 175260 h 4168140"/>
                    <a:gd name="connsiteX283" fmla="*/ 175260 w 11737340"/>
                    <a:gd name="connsiteY283" fmla="*/ 228600 h 4168140"/>
                    <a:gd name="connsiteX284" fmla="*/ 114300 w 11737340"/>
                    <a:gd name="connsiteY284" fmla="*/ 236220 h 4168140"/>
                    <a:gd name="connsiteX285" fmla="*/ 45720 w 11737340"/>
                    <a:gd name="connsiteY285" fmla="*/ 251460 h 4168140"/>
                    <a:gd name="connsiteX286" fmla="*/ 0 w 11737340"/>
                    <a:gd name="connsiteY286" fmla="*/ 281940 h 4168140"/>
                    <a:gd name="connsiteX287" fmla="*/ 68580 w 11737340"/>
                    <a:gd name="connsiteY287" fmla="*/ 320040 h 4168140"/>
                    <a:gd name="connsiteX0" fmla="*/ 68580 w 11737340"/>
                    <a:gd name="connsiteY0" fmla="*/ 320040 h 4168140"/>
                    <a:gd name="connsiteX1" fmla="*/ 121920 w 11737340"/>
                    <a:gd name="connsiteY1" fmla="*/ 381000 h 4168140"/>
                    <a:gd name="connsiteX2" fmla="*/ 198120 w 11737340"/>
                    <a:gd name="connsiteY2" fmla="*/ 419100 h 4168140"/>
                    <a:gd name="connsiteX3" fmla="*/ 320040 w 11737340"/>
                    <a:gd name="connsiteY3" fmla="*/ 510540 h 4168140"/>
                    <a:gd name="connsiteX4" fmla="*/ 411480 w 11737340"/>
                    <a:gd name="connsiteY4" fmla="*/ 563880 h 4168140"/>
                    <a:gd name="connsiteX5" fmla="*/ 472440 w 11737340"/>
                    <a:gd name="connsiteY5" fmla="*/ 632460 h 4168140"/>
                    <a:gd name="connsiteX6" fmla="*/ 601980 w 11737340"/>
                    <a:gd name="connsiteY6" fmla="*/ 708660 h 4168140"/>
                    <a:gd name="connsiteX7" fmla="*/ 739140 w 11737340"/>
                    <a:gd name="connsiteY7" fmla="*/ 784860 h 4168140"/>
                    <a:gd name="connsiteX8" fmla="*/ 861060 w 11737340"/>
                    <a:gd name="connsiteY8" fmla="*/ 868680 h 4168140"/>
                    <a:gd name="connsiteX9" fmla="*/ 944880 w 11737340"/>
                    <a:gd name="connsiteY9" fmla="*/ 952500 h 4168140"/>
                    <a:gd name="connsiteX10" fmla="*/ 1021080 w 11737340"/>
                    <a:gd name="connsiteY10" fmla="*/ 1005840 h 4168140"/>
                    <a:gd name="connsiteX11" fmla="*/ 1097280 w 11737340"/>
                    <a:gd name="connsiteY11" fmla="*/ 1043940 h 4168140"/>
                    <a:gd name="connsiteX12" fmla="*/ 1181100 w 11737340"/>
                    <a:gd name="connsiteY12" fmla="*/ 1104900 h 4168140"/>
                    <a:gd name="connsiteX13" fmla="*/ 1249680 w 11737340"/>
                    <a:gd name="connsiteY13" fmla="*/ 1150620 h 4168140"/>
                    <a:gd name="connsiteX14" fmla="*/ 1341120 w 11737340"/>
                    <a:gd name="connsiteY14" fmla="*/ 1196340 h 4168140"/>
                    <a:gd name="connsiteX15" fmla="*/ 1417320 w 11737340"/>
                    <a:gd name="connsiteY15" fmla="*/ 1257300 h 4168140"/>
                    <a:gd name="connsiteX16" fmla="*/ 1493520 w 11737340"/>
                    <a:gd name="connsiteY16" fmla="*/ 1333500 h 4168140"/>
                    <a:gd name="connsiteX17" fmla="*/ 1569720 w 11737340"/>
                    <a:gd name="connsiteY17" fmla="*/ 1356360 h 4168140"/>
                    <a:gd name="connsiteX18" fmla="*/ 1684020 w 11737340"/>
                    <a:gd name="connsiteY18" fmla="*/ 1424940 h 4168140"/>
                    <a:gd name="connsiteX19" fmla="*/ 1729740 w 11737340"/>
                    <a:gd name="connsiteY19" fmla="*/ 1485900 h 4168140"/>
                    <a:gd name="connsiteX20" fmla="*/ 1844040 w 11737340"/>
                    <a:gd name="connsiteY20" fmla="*/ 1569720 h 4168140"/>
                    <a:gd name="connsiteX21" fmla="*/ 1935480 w 11737340"/>
                    <a:gd name="connsiteY21" fmla="*/ 1615440 h 4168140"/>
                    <a:gd name="connsiteX22" fmla="*/ 2049780 w 11737340"/>
                    <a:gd name="connsiteY22" fmla="*/ 1691640 h 4168140"/>
                    <a:gd name="connsiteX23" fmla="*/ 2133600 w 11737340"/>
                    <a:gd name="connsiteY23" fmla="*/ 1729740 h 4168140"/>
                    <a:gd name="connsiteX24" fmla="*/ 2202180 w 11737340"/>
                    <a:gd name="connsiteY24" fmla="*/ 1805940 h 4168140"/>
                    <a:gd name="connsiteX25" fmla="*/ 2255520 w 11737340"/>
                    <a:gd name="connsiteY25" fmla="*/ 1821180 h 4168140"/>
                    <a:gd name="connsiteX26" fmla="*/ 2316480 w 11737340"/>
                    <a:gd name="connsiteY26" fmla="*/ 1866900 h 4168140"/>
                    <a:gd name="connsiteX27" fmla="*/ 2423160 w 11737340"/>
                    <a:gd name="connsiteY27" fmla="*/ 2004060 h 4168140"/>
                    <a:gd name="connsiteX28" fmla="*/ 2476500 w 11737340"/>
                    <a:gd name="connsiteY28" fmla="*/ 2087880 h 4168140"/>
                    <a:gd name="connsiteX29" fmla="*/ 2567940 w 11737340"/>
                    <a:gd name="connsiteY29" fmla="*/ 2148840 h 4168140"/>
                    <a:gd name="connsiteX30" fmla="*/ 2682240 w 11737340"/>
                    <a:gd name="connsiteY30" fmla="*/ 2186940 h 4168140"/>
                    <a:gd name="connsiteX31" fmla="*/ 2743200 w 11737340"/>
                    <a:gd name="connsiteY31" fmla="*/ 2209800 h 4168140"/>
                    <a:gd name="connsiteX32" fmla="*/ 2811780 w 11737340"/>
                    <a:gd name="connsiteY32" fmla="*/ 2247900 h 4168140"/>
                    <a:gd name="connsiteX33" fmla="*/ 2887980 w 11737340"/>
                    <a:gd name="connsiteY33" fmla="*/ 2301240 h 4168140"/>
                    <a:gd name="connsiteX34" fmla="*/ 2979420 w 11737340"/>
                    <a:gd name="connsiteY34" fmla="*/ 2385060 h 4168140"/>
                    <a:gd name="connsiteX35" fmla="*/ 3055620 w 11737340"/>
                    <a:gd name="connsiteY35" fmla="*/ 2461260 h 4168140"/>
                    <a:gd name="connsiteX36" fmla="*/ 3139440 w 11737340"/>
                    <a:gd name="connsiteY36" fmla="*/ 2537460 h 4168140"/>
                    <a:gd name="connsiteX37" fmla="*/ 3261360 w 11737340"/>
                    <a:gd name="connsiteY37" fmla="*/ 2628900 h 4168140"/>
                    <a:gd name="connsiteX38" fmla="*/ 3345180 w 11737340"/>
                    <a:gd name="connsiteY38" fmla="*/ 2720340 h 4168140"/>
                    <a:gd name="connsiteX39" fmla="*/ 3444240 w 11737340"/>
                    <a:gd name="connsiteY39" fmla="*/ 2796540 h 4168140"/>
                    <a:gd name="connsiteX40" fmla="*/ 3558540 w 11737340"/>
                    <a:gd name="connsiteY40" fmla="*/ 2872740 h 4168140"/>
                    <a:gd name="connsiteX41" fmla="*/ 3619500 w 11737340"/>
                    <a:gd name="connsiteY41" fmla="*/ 2979420 h 4168140"/>
                    <a:gd name="connsiteX42" fmla="*/ 3619500 w 11737340"/>
                    <a:gd name="connsiteY42" fmla="*/ 2979420 h 4168140"/>
                    <a:gd name="connsiteX43" fmla="*/ 3649980 w 11737340"/>
                    <a:gd name="connsiteY43" fmla="*/ 3048000 h 4168140"/>
                    <a:gd name="connsiteX44" fmla="*/ 3703320 w 11737340"/>
                    <a:gd name="connsiteY44" fmla="*/ 3086100 h 4168140"/>
                    <a:gd name="connsiteX45" fmla="*/ 3764280 w 11737340"/>
                    <a:gd name="connsiteY45" fmla="*/ 3063240 h 4168140"/>
                    <a:gd name="connsiteX46" fmla="*/ 3848100 w 11737340"/>
                    <a:gd name="connsiteY46" fmla="*/ 3025140 h 4168140"/>
                    <a:gd name="connsiteX47" fmla="*/ 3916680 w 11737340"/>
                    <a:gd name="connsiteY47" fmla="*/ 3032760 h 4168140"/>
                    <a:gd name="connsiteX48" fmla="*/ 4030980 w 11737340"/>
                    <a:gd name="connsiteY48" fmla="*/ 3063240 h 4168140"/>
                    <a:gd name="connsiteX49" fmla="*/ 4137660 w 11737340"/>
                    <a:gd name="connsiteY49" fmla="*/ 3101340 h 4168140"/>
                    <a:gd name="connsiteX50" fmla="*/ 4259580 w 11737340"/>
                    <a:gd name="connsiteY50" fmla="*/ 3147060 h 4168140"/>
                    <a:gd name="connsiteX51" fmla="*/ 4381500 w 11737340"/>
                    <a:gd name="connsiteY51" fmla="*/ 3192780 h 4168140"/>
                    <a:gd name="connsiteX52" fmla="*/ 4526280 w 11737340"/>
                    <a:gd name="connsiteY52" fmla="*/ 3276600 h 4168140"/>
                    <a:gd name="connsiteX53" fmla="*/ 4587240 w 11737340"/>
                    <a:gd name="connsiteY53" fmla="*/ 3299460 h 4168140"/>
                    <a:gd name="connsiteX54" fmla="*/ 4610100 w 11737340"/>
                    <a:gd name="connsiteY54" fmla="*/ 3352800 h 4168140"/>
                    <a:gd name="connsiteX55" fmla="*/ 4648200 w 11737340"/>
                    <a:gd name="connsiteY55" fmla="*/ 3436620 h 4168140"/>
                    <a:gd name="connsiteX56" fmla="*/ 4671060 w 11737340"/>
                    <a:gd name="connsiteY56" fmla="*/ 3520440 h 4168140"/>
                    <a:gd name="connsiteX57" fmla="*/ 4678680 w 11737340"/>
                    <a:gd name="connsiteY57" fmla="*/ 3589020 h 4168140"/>
                    <a:gd name="connsiteX58" fmla="*/ 4686300 w 11737340"/>
                    <a:gd name="connsiteY58" fmla="*/ 3649980 h 4168140"/>
                    <a:gd name="connsiteX59" fmla="*/ 4724400 w 11737340"/>
                    <a:gd name="connsiteY59" fmla="*/ 3680460 h 4168140"/>
                    <a:gd name="connsiteX60" fmla="*/ 4785360 w 11737340"/>
                    <a:gd name="connsiteY60" fmla="*/ 3672840 h 4168140"/>
                    <a:gd name="connsiteX61" fmla="*/ 4869180 w 11737340"/>
                    <a:gd name="connsiteY61" fmla="*/ 3703320 h 4168140"/>
                    <a:gd name="connsiteX62" fmla="*/ 4914900 w 11737340"/>
                    <a:gd name="connsiteY62" fmla="*/ 3756660 h 4168140"/>
                    <a:gd name="connsiteX63" fmla="*/ 5105400 w 11737340"/>
                    <a:gd name="connsiteY63" fmla="*/ 3832860 h 4168140"/>
                    <a:gd name="connsiteX64" fmla="*/ 5173980 w 11737340"/>
                    <a:gd name="connsiteY64" fmla="*/ 3886200 h 4168140"/>
                    <a:gd name="connsiteX65" fmla="*/ 5242560 w 11737340"/>
                    <a:gd name="connsiteY65" fmla="*/ 3924300 h 4168140"/>
                    <a:gd name="connsiteX66" fmla="*/ 5364480 w 11737340"/>
                    <a:gd name="connsiteY66" fmla="*/ 3962400 h 4168140"/>
                    <a:gd name="connsiteX67" fmla="*/ 5516880 w 11737340"/>
                    <a:gd name="connsiteY67" fmla="*/ 4046220 h 4168140"/>
                    <a:gd name="connsiteX68" fmla="*/ 5585460 w 11737340"/>
                    <a:gd name="connsiteY68" fmla="*/ 4099560 h 4168140"/>
                    <a:gd name="connsiteX69" fmla="*/ 5661660 w 11737340"/>
                    <a:gd name="connsiteY69" fmla="*/ 4122420 h 4168140"/>
                    <a:gd name="connsiteX70" fmla="*/ 5745480 w 11737340"/>
                    <a:gd name="connsiteY70" fmla="*/ 4130040 h 4168140"/>
                    <a:gd name="connsiteX71" fmla="*/ 5836920 w 11737340"/>
                    <a:gd name="connsiteY71" fmla="*/ 4130040 h 4168140"/>
                    <a:gd name="connsiteX72" fmla="*/ 5951220 w 11737340"/>
                    <a:gd name="connsiteY72" fmla="*/ 4145280 h 4168140"/>
                    <a:gd name="connsiteX73" fmla="*/ 6035040 w 11737340"/>
                    <a:gd name="connsiteY73" fmla="*/ 4168140 h 4168140"/>
                    <a:gd name="connsiteX74" fmla="*/ 6149340 w 11737340"/>
                    <a:gd name="connsiteY74" fmla="*/ 4137660 h 4168140"/>
                    <a:gd name="connsiteX75" fmla="*/ 6286500 w 11737340"/>
                    <a:gd name="connsiteY75" fmla="*/ 4114800 h 4168140"/>
                    <a:gd name="connsiteX76" fmla="*/ 6393180 w 11737340"/>
                    <a:gd name="connsiteY76" fmla="*/ 4053840 h 4168140"/>
                    <a:gd name="connsiteX77" fmla="*/ 6484620 w 11737340"/>
                    <a:gd name="connsiteY77" fmla="*/ 4038600 h 4168140"/>
                    <a:gd name="connsiteX78" fmla="*/ 6583680 w 11737340"/>
                    <a:gd name="connsiteY78" fmla="*/ 3970020 h 4168140"/>
                    <a:gd name="connsiteX79" fmla="*/ 6697980 w 11737340"/>
                    <a:gd name="connsiteY79" fmla="*/ 3886200 h 4168140"/>
                    <a:gd name="connsiteX80" fmla="*/ 6728460 w 11737340"/>
                    <a:gd name="connsiteY80" fmla="*/ 3817620 h 4168140"/>
                    <a:gd name="connsiteX81" fmla="*/ 6842760 w 11737340"/>
                    <a:gd name="connsiteY81" fmla="*/ 3733800 h 4168140"/>
                    <a:gd name="connsiteX82" fmla="*/ 6972300 w 11737340"/>
                    <a:gd name="connsiteY82" fmla="*/ 3642360 h 4168140"/>
                    <a:gd name="connsiteX83" fmla="*/ 7078980 w 11737340"/>
                    <a:gd name="connsiteY83" fmla="*/ 3528060 h 4168140"/>
                    <a:gd name="connsiteX84" fmla="*/ 7139940 w 11737340"/>
                    <a:gd name="connsiteY84" fmla="*/ 3444240 h 4168140"/>
                    <a:gd name="connsiteX85" fmla="*/ 7269480 w 11737340"/>
                    <a:gd name="connsiteY85" fmla="*/ 3284220 h 4168140"/>
                    <a:gd name="connsiteX86" fmla="*/ 7330440 w 11737340"/>
                    <a:gd name="connsiteY86" fmla="*/ 3185160 h 4168140"/>
                    <a:gd name="connsiteX87" fmla="*/ 7376160 w 11737340"/>
                    <a:gd name="connsiteY87" fmla="*/ 3116580 h 4168140"/>
                    <a:gd name="connsiteX88" fmla="*/ 7444740 w 11737340"/>
                    <a:gd name="connsiteY88" fmla="*/ 3093720 h 4168140"/>
                    <a:gd name="connsiteX89" fmla="*/ 7513320 w 11737340"/>
                    <a:gd name="connsiteY89" fmla="*/ 3101340 h 4168140"/>
                    <a:gd name="connsiteX90" fmla="*/ 7576820 w 11737340"/>
                    <a:gd name="connsiteY90" fmla="*/ 3093720 h 4168140"/>
                    <a:gd name="connsiteX91" fmla="*/ 7729220 w 11737340"/>
                    <a:gd name="connsiteY91" fmla="*/ 3136900 h 4168140"/>
                    <a:gd name="connsiteX92" fmla="*/ 7833360 w 11737340"/>
                    <a:gd name="connsiteY92" fmla="*/ 3180080 h 4168140"/>
                    <a:gd name="connsiteX93" fmla="*/ 7967980 w 11737340"/>
                    <a:gd name="connsiteY93" fmla="*/ 3208020 h 4168140"/>
                    <a:gd name="connsiteX94" fmla="*/ 8161020 w 11737340"/>
                    <a:gd name="connsiteY94" fmla="*/ 3296920 h 4168140"/>
                    <a:gd name="connsiteX95" fmla="*/ 8290560 w 11737340"/>
                    <a:gd name="connsiteY95" fmla="*/ 3337560 h 4168140"/>
                    <a:gd name="connsiteX96" fmla="*/ 8382000 w 11737340"/>
                    <a:gd name="connsiteY96" fmla="*/ 3360420 h 4168140"/>
                    <a:gd name="connsiteX97" fmla="*/ 8458200 w 11737340"/>
                    <a:gd name="connsiteY97" fmla="*/ 3398520 h 4168140"/>
                    <a:gd name="connsiteX98" fmla="*/ 8595360 w 11737340"/>
                    <a:gd name="connsiteY98" fmla="*/ 3512820 h 4168140"/>
                    <a:gd name="connsiteX99" fmla="*/ 8641080 w 11737340"/>
                    <a:gd name="connsiteY99" fmla="*/ 3566160 h 4168140"/>
                    <a:gd name="connsiteX100" fmla="*/ 8702040 w 11737340"/>
                    <a:gd name="connsiteY100" fmla="*/ 3604260 h 4168140"/>
                    <a:gd name="connsiteX101" fmla="*/ 8763000 w 11737340"/>
                    <a:gd name="connsiteY101" fmla="*/ 3634740 h 4168140"/>
                    <a:gd name="connsiteX102" fmla="*/ 8846820 w 11737340"/>
                    <a:gd name="connsiteY102" fmla="*/ 3632200 h 4168140"/>
                    <a:gd name="connsiteX103" fmla="*/ 8968740 w 11737340"/>
                    <a:gd name="connsiteY103" fmla="*/ 3634740 h 4168140"/>
                    <a:gd name="connsiteX104" fmla="*/ 9060180 w 11737340"/>
                    <a:gd name="connsiteY104" fmla="*/ 3642360 h 4168140"/>
                    <a:gd name="connsiteX105" fmla="*/ 9151620 w 11737340"/>
                    <a:gd name="connsiteY105" fmla="*/ 3657600 h 4168140"/>
                    <a:gd name="connsiteX106" fmla="*/ 9230360 w 11737340"/>
                    <a:gd name="connsiteY106" fmla="*/ 3657600 h 4168140"/>
                    <a:gd name="connsiteX107" fmla="*/ 9331960 w 11737340"/>
                    <a:gd name="connsiteY107" fmla="*/ 3629660 h 4168140"/>
                    <a:gd name="connsiteX108" fmla="*/ 9433560 w 11737340"/>
                    <a:gd name="connsiteY108" fmla="*/ 3589020 h 4168140"/>
                    <a:gd name="connsiteX109" fmla="*/ 9535160 w 11737340"/>
                    <a:gd name="connsiteY109" fmla="*/ 3540760 h 4168140"/>
                    <a:gd name="connsiteX110" fmla="*/ 9646920 w 11737340"/>
                    <a:gd name="connsiteY110" fmla="*/ 3489960 h 4168140"/>
                    <a:gd name="connsiteX111" fmla="*/ 9784080 w 11737340"/>
                    <a:gd name="connsiteY111" fmla="*/ 3444240 h 4168140"/>
                    <a:gd name="connsiteX112" fmla="*/ 9860280 w 11737340"/>
                    <a:gd name="connsiteY112" fmla="*/ 3383280 h 4168140"/>
                    <a:gd name="connsiteX113" fmla="*/ 9921240 w 11737340"/>
                    <a:gd name="connsiteY113" fmla="*/ 3314700 h 4168140"/>
                    <a:gd name="connsiteX114" fmla="*/ 9997440 w 11737340"/>
                    <a:gd name="connsiteY114" fmla="*/ 3208020 h 4168140"/>
                    <a:gd name="connsiteX115" fmla="*/ 10043160 w 11737340"/>
                    <a:gd name="connsiteY115" fmla="*/ 3101340 h 4168140"/>
                    <a:gd name="connsiteX116" fmla="*/ 10104120 w 11737340"/>
                    <a:gd name="connsiteY116" fmla="*/ 3017520 h 4168140"/>
                    <a:gd name="connsiteX117" fmla="*/ 10157460 w 11737340"/>
                    <a:gd name="connsiteY117" fmla="*/ 2933700 h 4168140"/>
                    <a:gd name="connsiteX118" fmla="*/ 10218420 w 11737340"/>
                    <a:gd name="connsiteY118" fmla="*/ 2849880 h 4168140"/>
                    <a:gd name="connsiteX119" fmla="*/ 10294620 w 11737340"/>
                    <a:gd name="connsiteY119" fmla="*/ 2735580 h 4168140"/>
                    <a:gd name="connsiteX120" fmla="*/ 10347960 w 11737340"/>
                    <a:gd name="connsiteY120" fmla="*/ 2621280 h 4168140"/>
                    <a:gd name="connsiteX121" fmla="*/ 10431780 w 11737340"/>
                    <a:gd name="connsiteY121" fmla="*/ 2499360 h 4168140"/>
                    <a:gd name="connsiteX122" fmla="*/ 10500360 w 11737340"/>
                    <a:gd name="connsiteY122" fmla="*/ 2354580 h 4168140"/>
                    <a:gd name="connsiteX123" fmla="*/ 10553700 w 11737340"/>
                    <a:gd name="connsiteY123" fmla="*/ 2263140 h 4168140"/>
                    <a:gd name="connsiteX124" fmla="*/ 10584180 w 11737340"/>
                    <a:gd name="connsiteY124" fmla="*/ 2194560 h 4168140"/>
                    <a:gd name="connsiteX125" fmla="*/ 10624820 w 11737340"/>
                    <a:gd name="connsiteY125" fmla="*/ 2125980 h 4168140"/>
                    <a:gd name="connsiteX126" fmla="*/ 10675620 w 11737340"/>
                    <a:gd name="connsiteY126" fmla="*/ 2049780 h 4168140"/>
                    <a:gd name="connsiteX127" fmla="*/ 10690860 w 11737340"/>
                    <a:gd name="connsiteY127" fmla="*/ 1988820 h 4168140"/>
                    <a:gd name="connsiteX128" fmla="*/ 10713720 w 11737340"/>
                    <a:gd name="connsiteY128" fmla="*/ 1927860 h 4168140"/>
                    <a:gd name="connsiteX129" fmla="*/ 10767060 w 11737340"/>
                    <a:gd name="connsiteY129" fmla="*/ 1859280 h 4168140"/>
                    <a:gd name="connsiteX130" fmla="*/ 10873740 w 11737340"/>
                    <a:gd name="connsiteY130" fmla="*/ 1828800 h 4168140"/>
                    <a:gd name="connsiteX131" fmla="*/ 11079480 w 11737340"/>
                    <a:gd name="connsiteY131" fmla="*/ 1767840 h 4168140"/>
                    <a:gd name="connsiteX132" fmla="*/ 11247120 w 11737340"/>
                    <a:gd name="connsiteY132" fmla="*/ 1684020 h 4168140"/>
                    <a:gd name="connsiteX133" fmla="*/ 11407140 w 11737340"/>
                    <a:gd name="connsiteY133" fmla="*/ 1628140 h 4168140"/>
                    <a:gd name="connsiteX134" fmla="*/ 11490960 w 11737340"/>
                    <a:gd name="connsiteY134" fmla="*/ 1577340 h 4168140"/>
                    <a:gd name="connsiteX135" fmla="*/ 11635740 w 11737340"/>
                    <a:gd name="connsiteY135" fmla="*/ 1508760 h 4168140"/>
                    <a:gd name="connsiteX136" fmla="*/ 11737340 w 11737340"/>
                    <a:gd name="connsiteY136" fmla="*/ 1442720 h 4168140"/>
                    <a:gd name="connsiteX137" fmla="*/ 11620500 w 11737340"/>
                    <a:gd name="connsiteY137" fmla="*/ 1417320 h 4168140"/>
                    <a:gd name="connsiteX138" fmla="*/ 11567160 w 11737340"/>
                    <a:gd name="connsiteY138" fmla="*/ 1379220 h 4168140"/>
                    <a:gd name="connsiteX139" fmla="*/ 11498580 w 11737340"/>
                    <a:gd name="connsiteY139" fmla="*/ 1318260 h 4168140"/>
                    <a:gd name="connsiteX140" fmla="*/ 11468100 w 11737340"/>
                    <a:gd name="connsiteY140" fmla="*/ 1280160 h 4168140"/>
                    <a:gd name="connsiteX141" fmla="*/ 11442700 w 11737340"/>
                    <a:gd name="connsiteY141" fmla="*/ 1231900 h 4168140"/>
                    <a:gd name="connsiteX142" fmla="*/ 11384280 w 11737340"/>
                    <a:gd name="connsiteY142" fmla="*/ 1310640 h 4168140"/>
                    <a:gd name="connsiteX143" fmla="*/ 11353800 w 11737340"/>
                    <a:gd name="connsiteY143" fmla="*/ 1356360 h 4168140"/>
                    <a:gd name="connsiteX144" fmla="*/ 11224260 w 11737340"/>
                    <a:gd name="connsiteY144" fmla="*/ 1417320 h 4168140"/>
                    <a:gd name="connsiteX145" fmla="*/ 11109960 w 11737340"/>
                    <a:gd name="connsiteY145" fmla="*/ 1463040 h 4168140"/>
                    <a:gd name="connsiteX146" fmla="*/ 10911840 w 11737340"/>
                    <a:gd name="connsiteY146" fmla="*/ 1524000 h 4168140"/>
                    <a:gd name="connsiteX147" fmla="*/ 10774680 w 11737340"/>
                    <a:gd name="connsiteY147" fmla="*/ 1546860 h 4168140"/>
                    <a:gd name="connsiteX148" fmla="*/ 10675620 w 11737340"/>
                    <a:gd name="connsiteY148" fmla="*/ 1615440 h 4168140"/>
                    <a:gd name="connsiteX149" fmla="*/ 10568940 w 11737340"/>
                    <a:gd name="connsiteY149" fmla="*/ 1676400 h 4168140"/>
                    <a:gd name="connsiteX150" fmla="*/ 10485120 w 11737340"/>
                    <a:gd name="connsiteY150" fmla="*/ 1760220 h 4168140"/>
                    <a:gd name="connsiteX151" fmla="*/ 10454640 w 11737340"/>
                    <a:gd name="connsiteY151" fmla="*/ 1836420 h 4168140"/>
                    <a:gd name="connsiteX152" fmla="*/ 10416540 w 11737340"/>
                    <a:gd name="connsiteY152" fmla="*/ 1927860 h 4168140"/>
                    <a:gd name="connsiteX153" fmla="*/ 10401300 w 11737340"/>
                    <a:gd name="connsiteY153" fmla="*/ 2004060 h 4168140"/>
                    <a:gd name="connsiteX154" fmla="*/ 10363200 w 11737340"/>
                    <a:gd name="connsiteY154" fmla="*/ 2095500 h 4168140"/>
                    <a:gd name="connsiteX155" fmla="*/ 10317480 w 11737340"/>
                    <a:gd name="connsiteY155" fmla="*/ 2225040 h 4168140"/>
                    <a:gd name="connsiteX156" fmla="*/ 10287000 w 11737340"/>
                    <a:gd name="connsiteY156" fmla="*/ 2346960 h 4168140"/>
                    <a:gd name="connsiteX157" fmla="*/ 10218420 w 11737340"/>
                    <a:gd name="connsiteY157" fmla="*/ 2499360 h 4168140"/>
                    <a:gd name="connsiteX158" fmla="*/ 10134600 w 11737340"/>
                    <a:gd name="connsiteY158" fmla="*/ 2621280 h 4168140"/>
                    <a:gd name="connsiteX159" fmla="*/ 10043160 w 11737340"/>
                    <a:gd name="connsiteY159" fmla="*/ 2735580 h 4168140"/>
                    <a:gd name="connsiteX160" fmla="*/ 9974580 w 11737340"/>
                    <a:gd name="connsiteY160" fmla="*/ 2857500 h 4168140"/>
                    <a:gd name="connsiteX161" fmla="*/ 9906000 w 11737340"/>
                    <a:gd name="connsiteY161" fmla="*/ 2941320 h 4168140"/>
                    <a:gd name="connsiteX162" fmla="*/ 9860280 w 11737340"/>
                    <a:gd name="connsiteY162" fmla="*/ 3032760 h 4168140"/>
                    <a:gd name="connsiteX163" fmla="*/ 9806940 w 11737340"/>
                    <a:gd name="connsiteY163" fmla="*/ 3116580 h 4168140"/>
                    <a:gd name="connsiteX164" fmla="*/ 9715500 w 11737340"/>
                    <a:gd name="connsiteY164" fmla="*/ 3208020 h 4168140"/>
                    <a:gd name="connsiteX165" fmla="*/ 9616440 w 11737340"/>
                    <a:gd name="connsiteY165" fmla="*/ 3261360 h 4168140"/>
                    <a:gd name="connsiteX166" fmla="*/ 9532620 w 11737340"/>
                    <a:gd name="connsiteY166" fmla="*/ 3329940 h 4168140"/>
                    <a:gd name="connsiteX167" fmla="*/ 9471660 w 11737340"/>
                    <a:gd name="connsiteY167" fmla="*/ 3375660 h 4168140"/>
                    <a:gd name="connsiteX168" fmla="*/ 9410700 w 11737340"/>
                    <a:gd name="connsiteY168" fmla="*/ 3429000 h 4168140"/>
                    <a:gd name="connsiteX169" fmla="*/ 9288780 w 11737340"/>
                    <a:gd name="connsiteY169" fmla="*/ 3436620 h 4168140"/>
                    <a:gd name="connsiteX170" fmla="*/ 9166860 w 11737340"/>
                    <a:gd name="connsiteY170" fmla="*/ 3444240 h 4168140"/>
                    <a:gd name="connsiteX171" fmla="*/ 9029700 w 11737340"/>
                    <a:gd name="connsiteY171" fmla="*/ 3413760 h 4168140"/>
                    <a:gd name="connsiteX172" fmla="*/ 8823960 w 11737340"/>
                    <a:gd name="connsiteY172" fmla="*/ 3360420 h 4168140"/>
                    <a:gd name="connsiteX173" fmla="*/ 8679180 w 11737340"/>
                    <a:gd name="connsiteY173" fmla="*/ 3329940 h 4168140"/>
                    <a:gd name="connsiteX174" fmla="*/ 8572500 w 11737340"/>
                    <a:gd name="connsiteY174" fmla="*/ 3276600 h 4168140"/>
                    <a:gd name="connsiteX175" fmla="*/ 8465820 w 11737340"/>
                    <a:gd name="connsiteY175" fmla="*/ 3215640 h 4168140"/>
                    <a:gd name="connsiteX176" fmla="*/ 8321040 w 11737340"/>
                    <a:gd name="connsiteY176" fmla="*/ 3177540 h 4168140"/>
                    <a:gd name="connsiteX177" fmla="*/ 8199120 w 11737340"/>
                    <a:gd name="connsiteY177" fmla="*/ 3131820 h 4168140"/>
                    <a:gd name="connsiteX178" fmla="*/ 8069580 w 11737340"/>
                    <a:gd name="connsiteY178" fmla="*/ 3078480 h 4168140"/>
                    <a:gd name="connsiteX179" fmla="*/ 7917180 w 11737340"/>
                    <a:gd name="connsiteY179" fmla="*/ 2994660 h 4168140"/>
                    <a:gd name="connsiteX180" fmla="*/ 7787640 w 11737340"/>
                    <a:gd name="connsiteY180" fmla="*/ 2971800 h 4168140"/>
                    <a:gd name="connsiteX181" fmla="*/ 7719060 w 11737340"/>
                    <a:gd name="connsiteY181" fmla="*/ 2933700 h 4168140"/>
                    <a:gd name="connsiteX182" fmla="*/ 7612380 w 11737340"/>
                    <a:gd name="connsiteY182" fmla="*/ 2903220 h 4168140"/>
                    <a:gd name="connsiteX183" fmla="*/ 7566660 w 11737340"/>
                    <a:gd name="connsiteY183" fmla="*/ 2887980 h 4168140"/>
                    <a:gd name="connsiteX184" fmla="*/ 7551420 w 11737340"/>
                    <a:gd name="connsiteY184" fmla="*/ 2849880 h 4168140"/>
                    <a:gd name="connsiteX185" fmla="*/ 7533640 w 11737340"/>
                    <a:gd name="connsiteY185" fmla="*/ 2788920 h 4168140"/>
                    <a:gd name="connsiteX186" fmla="*/ 7475220 w 11737340"/>
                    <a:gd name="connsiteY186" fmla="*/ 2857500 h 4168140"/>
                    <a:gd name="connsiteX187" fmla="*/ 7414260 w 11737340"/>
                    <a:gd name="connsiteY187" fmla="*/ 2887980 h 4168140"/>
                    <a:gd name="connsiteX188" fmla="*/ 7345680 w 11737340"/>
                    <a:gd name="connsiteY188" fmla="*/ 2971800 h 4168140"/>
                    <a:gd name="connsiteX189" fmla="*/ 7315200 w 11737340"/>
                    <a:gd name="connsiteY189" fmla="*/ 2994660 h 4168140"/>
                    <a:gd name="connsiteX190" fmla="*/ 7261860 w 11737340"/>
                    <a:gd name="connsiteY190" fmla="*/ 3009900 h 4168140"/>
                    <a:gd name="connsiteX191" fmla="*/ 7193280 w 11737340"/>
                    <a:gd name="connsiteY191" fmla="*/ 3025140 h 4168140"/>
                    <a:gd name="connsiteX192" fmla="*/ 7155180 w 11737340"/>
                    <a:gd name="connsiteY192" fmla="*/ 3078480 h 4168140"/>
                    <a:gd name="connsiteX193" fmla="*/ 7109460 w 11737340"/>
                    <a:gd name="connsiteY193" fmla="*/ 3154680 h 4168140"/>
                    <a:gd name="connsiteX194" fmla="*/ 7048500 w 11737340"/>
                    <a:gd name="connsiteY194" fmla="*/ 3246120 h 4168140"/>
                    <a:gd name="connsiteX195" fmla="*/ 6995160 w 11737340"/>
                    <a:gd name="connsiteY195" fmla="*/ 3307080 h 4168140"/>
                    <a:gd name="connsiteX196" fmla="*/ 6972300 w 11737340"/>
                    <a:gd name="connsiteY196" fmla="*/ 3352800 h 4168140"/>
                    <a:gd name="connsiteX197" fmla="*/ 6949440 w 11737340"/>
                    <a:gd name="connsiteY197" fmla="*/ 3413760 h 4168140"/>
                    <a:gd name="connsiteX198" fmla="*/ 6949440 w 11737340"/>
                    <a:gd name="connsiteY198" fmla="*/ 3413760 h 4168140"/>
                    <a:gd name="connsiteX199" fmla="*/ 6911340 w 11737340"/>
                    <a:gd name="connsiteY199" fmla="*/ 3474720 h 4168140"/>
                    <a:gd name="connsiteX200" fmla="*/ 6888480 w 11737340"/>
                    <a:gd name="connsiteY200" fmla="*/ 3505200 h 4168140"/>
                    <a:gd name="connsiteX201" fmla="*/ 6819900 w 11737340"/>
                    <a:gd name="connsiteY201" fmla="*/ 3566160 h 4168140"/>
                    <a:gd name="connsiteX202" fmla="*/ 6743700 w 11737340"/>
                    <a:gd name="connsiteY202" fmla="*/ 3581400 h 4168140"/>
                    <a:gd name="connsiteX203" fmla="*/ 6675120 w 11737340"/>
                    <a:gd name="connsiteY203" fmla="*/ 3657600 h 4168140"/>
                    <a:gd name="connsiteX204" fmla="*/ 6629400 w 11737340"/>
                    <a:gd name="connsiteY204" fmla="*/ 3718560 h 4168140"/>
                    <a:gd name="connsiteX205" fmla="*/ 6576060 w 11737340"/>
                    <a:gd name="connsiteY205" fmla="*/ 3779520 h 4168140"/>
                    <a:gd name="connsiteX206" fmla="*/ 6484620 w 11737340"/>
                    <a:gd name="connsiteY206" fmla="*/ 3817620 h 4168140"/>
                    <a:gd name="connsiteX207" fmla="*/ 6400800 w 11737340"/>
                    <a:gd name="connsiteY207" fmla="*/ 3832860 h 4168140"/>
                    <a:gd name="connsiteX208" fmla="*/ 6263640 w 11737340"/>
                    <a:gd name="connsiteY208" fmla="*/ 3870960 h 4168140"/>
                    <a:gd name="connsiteX209" fmla="*/ 6126480 w 11737340"/>
                    <a:gd name="connsiteY209" fmla="*/ 3901440 h 4168140"/>
                    <a:gd name="connsiteX210" fmla="*/ 6027420 w 11737340"/>
                    <a:gd name="connsiteY210" fmla="*/ 3916680 h 4168140"/>
                    <a:gd name="connsiteX211" fmla="*/ 5890260 w 11737340"/>
                    <a:gd name="connsiteY211" fmla="*/ 3878580 h 4168140"/>
                    <a:gd name="connsiteX212" fmla="*/ 5821680 w 11737340"/>
                    <a:gd name="connsiteY212" fmla="*/ 3863340 h 4168140"/>
                    <a:gd name="connsiteX213" fmla="*/ 5737860 w 11737340"/>
                    <a:gd name="connsiteY213" fmla="*/ 3825240 h 4168140"/>
                    <a:gd name="connsiteX214" fmla="*/ 5638800 w 11737340"/>
                    <a:gd name="connsiteY214" fmla="*/ 3794760 h 4168140"/>
                    <a:gd name="connsiteX215" fmla="*/ 5524500 w 11737340"/>
                    <a:gd name="connsiteY215" fmla="*/ 3756660 h 4168140"/>
                    <a:gd name="connsiteX216" fmla="*/ 5448300 w 11737340"/>
                    <a:gd name="connsiteY216" fmla="*/ 3718560 h 4168140"/>
                    <a:gd name="connsiteX217" fmla="*/ 5349240 w 11737340"/>
                    <a:gd name="connsiteY217" fmla="*/ 3657600 h 4168140"/>
                    <a:gd name="connsiteX218" fmla="*/ 5295900 w 11737340"/>
                    <a:gd name="connsiteY218" fmla="*/ 3619500 h 4168140"/>
                    <a:gd name="connsiteX219" fmla="*/ 5234940 w 11737340"/>
                    <a:gd name="connsiteY219" fmla="*/ 3596640 h 4168140"/>
                    <a:gd name="connsiteX220" fmla="*/ 5135880 w 11737340"/>
                    <a:gd name="connsiteY220" fmla="*/ 3550920 h 4168140"/>
                    <a:gd name="connsiteX221" fmla="*/ 5059680 w 11737340"/>
                    <a:gd name="connsiteY221" fmla="*/ 3505200 h 4168140"/>
                    <a:gd name="connsiteX222" fmla="*/ 5029200 w 11737340"/>
                    <a:gd name="connsiteY222" fmla="*/ 3482340 h 4168140"/>
                    <a:gd name="connsiteX223" fmla="*/ 4960620 w 11737340"/>
                    <a:gd name="connsiteY223" fmla="*/ 3413760 h 4168140"/>
                    <a:gd name="connsiteX224" fmla="*/ 4876800 w 11737340"/>
                    <a:gd name="connsiteY224" fmla="*/ 3299460 h 4168140"/>
                    <a:gd name="connsiteX225" fmla="*/ 4808220 w 11737340"/>
                    <a:gd name="connsiteY225" fmla="*/ 3200400 h 4168140"/>
                    <a:gd name="connsiteX226" fmla="*/ 4777740 w 11737340"/>
                    <a:gd name="connsiteY226" fmla="*/ 3147060 h 4168140"/>
                    <a:gd name="connsiteX227" fmla="*/ 4724400 w 11737340"/>
                    <a:gd name="connsiteY227" fmla="*/ 3108960 h 4168140"/>
                    <a:gd name="connsiteX228" fmla="*/ 4648200 w 11737340"/>
                    <a:gd name="connsiteY228" fmla="*/ 3063240 h 4168140"/>
                    <a:gd name="connsiteX229" fmla="*/ 4533900 w 11737340"/>
                    <a:gd name="connsiteY229" fmla="*/ 2979420 h 4168140"/>
                    <a:gd name="connsiteX230" fmla="*/ 4427220 w 11737340"/>
                    <a:gd name="connsiteY230" fmla="*/ 2941320 h 4168140"/>
                    <a:gd name="connsiteX231" fmla="*/ 4366260 w 11737340"/>
                    <a:gd name="connsiteY231" fmla="*/ 2903220 h 4168140"/>
                    <a:gd name="connsiteX232" fmla="*/ 4244340 w 11737340"/>
                    <a:gd name="connsiteY232" fmla="*/ 2842260 h 4168140"/>
                    <a:gd name="connsiteX233" fmla="*/ 4145280 w 11737340"/>
                    <a:gd name="connsiteY233" fmla="*/ 2811780 h 4168140"/>
                    <a:gd name="connsiteX234" fmla="*/ 4038600 w 11737340"/>
                    <a:gd name="connsiteY234" fmla="*/ 2804160 h 4168140"/>
                    <a:gd name="connsiteX235" fmla="*/ 3954780 w 11737340"/>
                    <a:gd name="connsiteY235" fmla="*/ 2819400 h 4168140"/>
                    <a:gd name="connsiteX236" fmla="*/ 3863340 w 11737340"/>
                    <a:gd name="connsiteY236" fmla="*/ 2804160 h 4168140"/>
                    <a:gd name="connsiteX237" fmla="*/ 3741420 w 11737340"/>
                    <a:gd name="connsiteY237" fmla="*/ 2781300 h 4168140"/>
                    <a:gd name="connsiteX238" fmla="*/ 3649980 w 11737340"/>
                    <a:gd name="connsiteY238" fmla="*/ 2743200 h 4168140"/>
                    <a:gd name="connsiteX239" fmla="*/ 3573780 w 11737340"/>
                    <a:gd name="connsiteY239" fmla="*/ 2674620 h 4168140"/>
                    <a:gd name="connsiteX240" fmla="*/ 3482340 w 11737340"/>
                    <a:gd name="connsiteY240" fmla="*/ 2621280 h 4168140"/>
                    <a:gd name="connsiteX241" fmla="*/ 3436620 w 11737340"/>
                    <a:gd name="connsiteY241" fmla="*/ 2552700 h 4168140"/>
                    <a:gd name="connsiteX242" fmla="*/ 3329940 w 11737340"/>
                    <a:gd name="connsiteY242" fmla="*/ 2423160 h 4168140"/>
                    <a:gd name="connsiteX243" fmla="*/ 3261360 w 11737340"/>
                    <a:gd name="connsiteY243" fmla="*/ 2324100 h 4168140"/>
                    <a:gd name="connsiteX244" fmla="*/ 3131820 w 11737340"/>
                    <a:gd name="connsiteY244" fmla="*/ 2209800 h 4168140"/>
                    <a:gd name="connsiteX245" fmla="*/ 3040380 w 11737340"/>
                    <a:gd name="connsiteY245" fmla="*/ 2141220 h 4168140"/>
                    <a:gd name="connsiteX246" fmla="*/ 2910840 w 11737340"/>
                    <a:gd name="connsiteY246" fmla="*/ 2034540 h 4168140"/>
                    <a:gd name="connsiteX247" fmla="*/ 2849880 w 11737340"/>
                    <a:gd name="connsiteY247" fmla="*/ 1958340 h 4168140"/>
                    <a:gd name="connsiteX248" fmla="*/ 2743200 w 11737340"/>
                    <a:gd name="connsiteY248" fmla="*/ 1889760 h 4168140"/>
                    <a:gd name="connsiteX249" fmla="*/ 2659380 w 11737340"/>
                    <a:gd name="connsiteY249" fmla="*/ 1844040 h 4168140"/>
                    <a:gd name="connsiteX250" fmla="*/ 2575560 w 11737340"/>
                    <a:gd name="connsiteY250" fmla="*/ 1744980 h 4168140"/>
                    <a:gd name="connsiteX251" fmla="*/ 2468880 w 11737340"/>
                    <a:gd name="connsiteY251" fmla="*/ 1645920 h 4168140"/>
                    <a:gd name="connsiteX252" fmla="*/ 2400300 w 11737340"/>
                    <a:gd name="connsiteY252" fmla="*/ 1607820 h 4168140"/>
                    <a:gd name="connsiteX253" fmla="*/ 2263140 w 11737340"/>
                    <a:gd name="connsiteY253" fmla="*/ 1501140 h 4168140"/>
                    <a:gd name="connsiteX254" fmla="*/ 2171700 w 11737340"/>
                    <a:gd name="connsiteY254" fmla="*/ 1432560 h 4168140"/>
                    <a:gd name="connsiteX255" fmla="*/ 2087880 w 11737340"/>
                    <a:gd name="connsiteY255" fmla="*/ 1363980 h 4168140"/>
                    <a:gd name="connsiteX256" fmla="*/ 1950720 w 11737340"/>
                    <a:gd name="connsiteY256" fmla="*/ 1272540 h 4168140"/>
                    <a:gd name="connsiteX257" fmla="*/ 1805940 w 11737340"/>
                    <a:gd name="connsiteY257" fmla="*/ 1135380 h 4168140"/>
                    <a:gd name="connsiteX258" fmla="*/ 1729740 w 11737340"/>
                    <a:gd name="connsiteY258" fmla="*/ 1089660 h 4168140"/>
                    <a:gd name="connsiteX259" fmla="*/ 1668780 w 11737340"/>
                    <a:gd name="connsiteY259" fmla="*/ 1043940 h 4168140"/>
                    <a:gd name="connsiteX260" fmla="*/ 1592580 w 11737340"/>
                    <a:gd name="connsiteY260" fmla="*/ 990600 h 4168140"/>
                    <a:gd name="connsiteX261" fmla="*/ 1470660 w 11737340"/>
                    <a:gd name="connsiteY261" fmla="*/ 891540 h 4168140"/>
                    <a:gd name="connsiteX262" fmla="*/ 1386840 w 11737340"/>
                    <a:gd name="connsiteY262" fmla="*/ 845820 h 4168140"/>
                    <a:gd name="connsiteX263" fmla="*/ 1318260 w 11737340"/>
                    <a:gd name="connsiteY263" fmla="*/ 784860 h 4168140"/>
                    <a:gd name="connsiteX264" fmla="*/ 1264920 w 11737340"/>
                    <a:gd name="connsiteY264" fmla="*/ 723900 h 4168140"/>
                    <a:gd name="connsiteX265" fmla="*/ 1181100 w 11737340"/>
                    <a:gd name="connsiteY265" fmla="*/ 647700 h 4168140"/>
                    <a:gd name="connsiteX266" fmla="*/ 1089660 w 11737340"/>
                    <a:gd name="connsiteY266" fmla="*/ 624840 h 4168140"/>
                    <a:gd name="connsiteX267" fmla="*/ 1021080 w 11737340"/>
                    <a:gd name="connsiteY267" fmla="*/ 586740 h 4168140"/>
                    <a:gd name="connsiteX268" fmla="*/ 937260 w 11737340"/>
                    <a:gd name="connsiteY268" fmla="*/ 548640 h 4168140"/>
                    <a:gd name="connsiteX269" fmla="*/ 830580 w 11737340"/>
                    <a:gd name="connsiteY269" fmla="*/ 510540 h 4168140"/>
                    <a:gd name="connsiteX270" fmla="*/ 754380 w 11737340"/>
                    <a:gd name="connsiteY270" fmla="*/ 457200 h 4168140"/>
                    <a:gd name="connsiteX271" fmla="*/ 708660 w 11737340"/>
                    <a:gd name="connsiteY271" fmla="*/ 419100 h 4168140"/>
                    <a:gd name="connsiteX272" fmla="*/ 609600 w 11737340"/>
                    <a:gd name="connsiteY272" fmla="*/ 396240 h 4168140"/>
                    <a:gd name="connsiteX273" fmla="*/ 548640 w 11737340"/>
                    <a:gd name="connsiteY273" fmla="*/ 320040 h 4168140"/>
                    <a:gd name="connsiteX274" fmla="*/ 510540 w 11737340"/>
                    <a:gd name="connsiteY274" fmla="*/ 251460 h 4168140"/>
                    <a:gd name="connsiteX275" fmla="*/ 464820 w 11737340"/>
                    <a:gd name="connsiteY275" fmla="*/ 190500 h 4168140"/>
                    <a:gd name="connsiteX276" fmla="*/ 411480 w 11737340"/>
                    <a:gd name="connsiteY276" fmla="*/ 137160 h 4168140"/>
                    <a:gd name="connsiteX277" fmla="*/ 373380 w 11737340"/>
                    <a:gd name="connsiteY277" fmla="*/ 45720 h 4168140"/>
                    <a:gd name="connsiteX278" fmla="*/ 342900 w 11737340"/>
                    <a:gd name="connsiteY278" fmla="*/ 0 h 4168140"/>
                    <a:gd name="connsiteX279" fmla="*/ 327660 w 11737340"/>
                    <a:gd name="connsiteY279" fmla="*/ 60960 h 4168140"/>
                    <a:gd name="connsiteX280" fmla="*/ 289560 w 11737340"/>
                    <a:gd name="connsiteY280" fmla="*/ 91440 h 4168140"/>
                    <a:gd name="connsiteX281" fmla="*/ 236220 w 11737340"/>
                    <a:gd name="connsiteY281" fmla="*/ 114300 h 4168140"/>
                    <a:gd name="connsiteX282" fmla="*/ 198120 w 11737340"/>
                    <a:gd name="connsiteY282" fmla="*/ 175260 h 4168140"/>
                    <a:gd name="connsiteX283" fmla="*/ 175260 w 11737340"/>
                    <a:gd name="connsiteY283" fmla="*/ 228600 h 4168140"/>
                    <a:gd name="connsiteX284" fmla="*/ 114300 w 11737340"/>
                    <a:gd name="connsiteY284" fmla="*/ 236220 h 4168140"/>
                    <a:gd name="connsiteX285" fmla="*/ 45720 w 11737340"/>
                    <a:gd name="connsiteY285" fmla="*/ 251460 h 4168140"/>
                    <a:gd name="connsiteX286" fmla="*/ 0 w 11737340"/>
                    <a:gd name="connsiteY286" fmla="*/ 281940 h 4168140"/>
                    <a:gd name="connsiteX287" fmla="*/ 68580 w 11737340"/>
                    <a:gd name="connsiteY287" fmla="*/ 320040 h 4168140"/>
                    <a:gd name="connsiteX0" fmla="*/ 68580 w 11737340"/>
                    <a:gd name="connsiteY0" fmla="*/ 320040 h 4168140"/>
                    <a:gd name="connsiteX1" fmla="*/ 121920 w 11737340"/>
                    <a:gd name="connsiteY1" fmla="*/ 381000 h 4168140"/>
                    <a:gd name="connsiteX2" fmla="*/ 198120 w 11737340"/>
                    <a:gd name="connsiteY2" fmla="*/ 419100 h 4168140"/>
                    <a:gd name="connsiteX3" fmla="*/ 320040 w 11737340"/>
                    <a:gd name="connsiteY3" fmla="*/ 510540 h 4168140"/>
                    <a:gd name="connsiteX4" fmla="*/ 411480 w 11737340"/>
                    <a:gd name="connsiteY4" fmla="*/ 563880 h 4168140"/>
                    <a:gd name="connsiteX5" fmla="*/ 472440 w 11737340"/>
                    <a:gd name="connsiteY5" fmla="*/ 632460 h 4168140"/>
                    <a:gd name="connsiteX6" fmla="*/ 601980 w 11737340"/>
                    <a:gd name="connsiteY6" fmla="*/ 708660 h 4168140"/>
                    <a:gd name="connsiteX7" fmla="*/ 739140 w 11737340"/>
                    <a:gd name="connsiteY7" fmla="*/ 784860 h 4168140"/>
                    <a:gd name="connsiteX8" fmla="*/ 861060 w 11737340"/>
                    <a:gd name="connsiteY8" fmla="*/ 868680 h 4168140"/>
                    <a:gd name="connsiteX9" fmla="*/ 944880 w 11737340"/>
                    <a:gd name="connsiteY9" fmla="*/ 952500 h 4168140"/>
                    <a:gd name="connsiteX10" fmla="*/ 1021080 w 11737340"/>
                    <a:gd name="connsiteY10" fmla="*/ 1005840 h 4168140"/>
                    <a:gd name="connsiteX11" fmla="*/ 1097280 w 11737340"/>
                    <a:gd name="connsiteY11" fmla="*/ 1043940 h 4168140"/>
                    <a:gd name="connsiteX12" fmla="*/ 1181100 w 11737340"/>
                    <a:gd name="connsiteY12" fmla="*/ 1104900 h 4168140"/>
                    <a:gd name="connsiteX13" fmla="*/ 1249680 w 11737340"/>
                    <a:gd name="connsiteY13" fmla="*/ 1150620 h 4168140"/>
                    <a:gd name="connsiteX14" fmla="*/ 1341120 w 11737340"/>
                    <a:gd name="connsiteY14" fmla="*/ 1196340 h 4168140"/>
                    <a:gd name="connsiteX15" fmla="*/ 1417320 w 11737340"/>
                    <a:gd name="connsiteY15" fmla="*/ 1257300 h 4168140"/>
                    <a:gd name="connsiteX16" fmla="*/ 1493520 w 11737340"/>
                    <a:gd name="connsiteY16" fmla="*/ 1333500 h 4168140"/>
                    <a:gd name="connsiteX17" fmla="*/ 1569720 w 11737340"/>
                    <a:gd name="connsiteY17" fmla="*/ 1356360 h 4168140"/>
                    <a:gd name="connsiteX18" fmla="*/ 1684020 w 11737340"/>
                    <a:gd name="connsiteY18" fmla="*/ 1424940 h 4168140"/>
                    <a:gd name="connsiteX19" fmla="*/ 1729740 w 11737340"/>
                    <a:gd name="connsiteY19" fmla="*/ 1485900 h 4168140"/>
                    <a:gd name="connsiteX20" fmla="*/ 1844040 w 11737340"/>
                    <a:gd name="connsiteY20" fmla="*/ 1569720 h 4168140"/>
                    <a:gd name="connsiteX21" fmla="*/ 1935480 w 11737340"/>
                    <a:gd name="connsiteY21" fmla="*/ 1615440 h 4168140"/>
                    <a:gd name="connsiteX22" fmla="*/ 2049780 w 11737340"/>
                    <a:gd name="connsiteY22" fmla="*/ 1691640 h 4168140"/>
                    <a:gd name="connsiteX23" fmla="*/ 2133600 w 11737340"/>
                    <a:gd name="connsiteY23" fmla="*/ 1729740 h 4168140"/>
                    <a:gd name="connsiteX24" fmla="*/ 2202180 w 11737340"/>
                    <a:gd name="connsiteY24" fmla="*/ 1805940 h 4168140"/>
                    <a:gd name="connsiteX25" fmla="*/ 2255520 w 11737340"/>
                    <a:gd name="connsiteY25" fmla="*/ 1821180 h 4168140"/>
                    <a:gd name="connsiteX26" fmla="*/ 2316480 w 11737340"/>
                    <a:gd name="connsiteY26" fmla="*/ 1866900 h 4168140"/>
                    <a:gd name="connsiteX27" fmla="*/ 2423160 w 11737340"/>
                    <a:gd name="connsiteY27" fmla="*/ 2004060 h 4168140"/>
                    <a:gd name="connsiteX28" fmla="*/ 2476500 w 11737340"/>
                    <a:gd name="connsiteY28" fmla="*/ 2087880 h 4168140"/>
                    <a:gd name="connsiteX29" fmla="*/ 2567940 w 11737340"/>
                    <a:gd name="connsiteY29" fmla="*/ 2148840 h 4168140"/>
                    <a:gd name="connsiteX30" fmla="*/ 2682240 w 11737340"/>
                    <a:gd name="connsiteY30" fmla="*/ 2186940 h 4168140"/>
                    <a:gd name="connsiteX31" fmla="*/ 2743200 w 11737340"/>
                    <a:gd name="connsiteY31" fmla="*/ 2209800 h 4168140"/>
                    <a:gd name="connsiteX32" fmla="*/ 2811780 w 11737340"/>
                    <a:gd name="connsiteY32" fmla="*/ 2247900 h 4168140"/>
                    <a:gd name="connsiteX33" fmla="*/ 2887980 w 11737340"/>
                    <a:gd name="connsiteY33" fmla="*/ 2301240 h 4168140"/>
                    <a:gd name="connsiteX34" fmla="*/ 2979420 w 11737340"/>
                    <a:gd name="connsiteY34" fmla="*/ 2385060 h 4168140"/>
                    <a:gd name="connsiteX35" fmla="*/ 3055620 w 11737340"/>
                    <a:gd name="connsiteY35" fmla="*/ 2461260 h 4168140"/>
                    <a:gd name="connsiteX36" fmla="*/ 3139440 w 11737340"/>
                    <a:gd name="connsiteY36" fmla="*/ 2537460 h 4168140"/>
                    <a:gd name="connsiteX37" fmla="*/ 3261360 w 11737340"/>
                    <a:gd name="connsiteY37" fmla="*/ 2628900 h 4168140"/>
                    <a:gd name="connsiteX38" fmla="*/ 3345180 w 11737340"/>
                    <a:gd name="connsiteY38" fmla="*/ 2720340 h 4168140"/>
                    <a:gd name="connsiteX39" fmla="*/ 3444240 w 11737340"/>
                    <a:gd name="connsiteY39" fmla="*/ 2796540 h 4168140"/>
                    <a:gd name="connsiteX40" fmla="*/ 3558540 w 11737340"/>
                    <a:gd name="connsiteY40" fmla="*/ 2872740 h 4168140"/>
                    <a:gd name="connsiteX41" fmla="*/ 3619500 w 11737340"/>
                    <a:gd name="connsiteY41" fmla="*/ 2979420 h 4168140"/>
                    <a:gd name="connsiteX42" fmla="*/ 3619500 w 11737340"/>
                    <a:gd name="connsiteY42" fmla="*/ 2979420 h 4168140"/>
                    <a:gd name="connsiteX43" fmla="*/ 3649980 w 11737340"/>
                    <a:gd name="connsiteY43" fmla="*/ 3048000 h 4168140"/>
                    <a:gd name="connsiteX44" fmla="*/ 3703320 w 11737340"/>
                    <a:gd name="connsiteY44" fmla="*/ 3086100 h 4168140"/>
                    <a:gd name="connsiteX45" fmla="*/ 3764280 w 11737340"/>
                    <a:gd name="connsiteY45" fmla="*/ 3063240 h 4168140"/>
                    <a:gd name="connsiteX46" fmla="*/ 3848100 w 11737340"/>
                    <a:gd name="connsiteY46" fmla="*/ 3025140 h 4168140"/>
                    <a:gd name="connsiteX47" fmla="*/ 3916680 w 11737340"/>
                    <a:gd name="connsiteY47" fmla="*/ 3032760 h 4168140"/>
                    <a:gd name="connsiteX48" fmla="*/ 4030980 w 11737340"/>
                    <a:gd name="connsiteY48" fmla="*/ 3063240 h 4168140"/>
                    <a:gd name="connsiteX49" fmla="*/ 4137660 w 11737340"/>
                    <a:gd name="connsiteY49" fmla="*/ 3101340 h 4168140"/>
                    <a:gd name="connsiteX50" fmla="*/ 4259580 w 11737340"/>
                    <a:gd name="connsiteY50" fmla="*/ 3147060 h 4168140"/>
                    <a:gd name="connsiteX51" fmla="*/ 4381500 w 11737340"/>
                    <a:gd name="connsiteY51" fmla="*/ 3192780 h 4168140"/>
                    <a:gd name="connsiteX52" fmla="*/ 4526280 w 11737340"/>
                    <a:gd name="connsiteY52" fmla="*/ 3276600 h 4168140"/>
                    <a:gd name="connsiteX53" fmla="*/ 4587240 w 11737340"/>
                    <a:gd name="connsiteY53" fmla="*/ 3299460 h 4168140"/>
                    <a:gd name="connsiteX54" fmla="*/ 4610100 w 11737340"/>
                    <a:gd name="connsiteY54" fmla="*/ 3352800 h 4168140"/>
                    <a:gd name="connsiteX55" fmla="*/ 4648200 w 11737340"/>
                    <a:gd name="connsiteY55" fmla="*/ 3436620 h 4168140"/>
                    <a:gd name="connsiteX56" fmla="*/ 4671060 w 11737340"/>
                    <a:gd name="connsiteY56" fmla="*/ 3520440 h 4168140"/>
                    <a:gd name="connsiteX57" fmla="*/ 4678680 w 11737340"/>
                    <a:gd name="connsiteY57" fmla="*/ 3589020 h 4168140"/>
                    <a:gd name="connsiteX58" fmla="*/ 4686300 w 11737340"/>
                    <a:gd name="connsiteY58" fmla="*/ 3649980 h 4168140"/>
                    <a:gd name="connsiteX59" fmla="*/ 4724400 w 11737340"/>
                    <a:gd name="connsiteY59" fmla="*/ 3680460 h 4168140"/>
                    <a:gd name="connsiteX60" fmla="*/ 4785360 w 11737340"/>
                    <a:gd name="connsiteY60" fmla="*/ 3672840 h 4168140"/>
                    <a:gd name="connsiteX61" fmla="*/ 4869180 w 11737340"/>
                    <a:gd name="connsiteY61" fmla="*/ 3703320 h 4168140"/>
                    <a:gd name="connsiteX62" fmla="*/ 4914900 w 11737340"/>
                    <a:gd name="connsiteY62" fmla="*/ 3756660 h 4168140"/>
                    <a:gd name="connsiteX63" fmla="*/ 5105400 w 11737340"/>
                    <a:gd name="connsiteY63" fmla="*/ 3832860 h 4168140"/>
                    <a:gd name="connsiteX64" fmla="*/ 5173980 w 11737340"/>
                    <a:gd name="connsiteY64" fmla="*/ 3886200 h 4168140"/>
                    <a:gd name="connsiteX65" fmla="*/ 5242560 w 11737340"/>
                    <a:gd name="connsiteY65" fmla="*/ 3924300 h 4168140"/>
                    <a:gd name="connsiteX66" fmla="*/ 5364480 w 11737340"/>
                    <a:gd name="connsiteY66" fmla="*/ 3962400 h 4168140"/>
                    <a:gd name="connsiteX67" fmla="*/ 5516880 w 11737340"/>
                    <a:gd name="connsiteY67" fmla="*/ 4046220 h 4168140"/>
                    <a:gd name="connsiteX68" fmla="*/ 5585460 w 11737340"/>
                    <a:gd name="connsiteY68" fmla="*/ 4099560 h 4168140"/>
                    <a:gd name="connsiteX69" fmla="*/ 5661660 w 11737340"/>
                    <a:gd name="connsiteY69" fmla="*/ 4122420 h 4168140"/>
                    <a:gd name="connsiteX70" fmla="*/ 5745480 w 11737340"/>
                    <a:gd name="connsiteY70" fmla="*/ 4130040 h 4168140"/>
                    <a:gd name="connsiteX71" fmla="*/ 5836920 w 11737340"/>
                    <a:gd name="connsiteY71" fmla="*/ 4130040 h 4168140"/>
                    <a:gd name="connsiteX72" fmla="*/ 5951220 w 11737340"/>
                    <a:gd name="connsiteY72" fmla="*/ 4145280 h 4168140"/>
                    <a:gd name="connsiteX73" fmla="*/ 6035040 w 11737340"/>
                    <a:gd name="connsiteY73" fmla="*/ 4168140 h 4168140"/>
                    <a:gd name="connsiteX74" fmla="*/ 6149340 w 11737340"/>
                    <a:gd name="connsiteY74" fmla="*/ 4137660 h 4168140"/>
                    <a:gd name="connsiteX75" fmla="*/ 6286500 w 11737340"/>
                    <a:gd name="connsiteY75" fmla="*/ 4114800 h 4168140"/>
                    <a:gd name="connsiteX76" fmla="*/ 6393180 w 11737340"/>
                    <a:gd name="connsiteY76" fmla="*/ 4053840 h 4168140"/>
                    <a:gd name="connsiteX77" fmla="*/ 6484620 w 11737340"/>
                    <a:gd name="connsiteY77" fmla="*/ 4038600 h 4168140"/>
                    <a:gd name="connsiteX78" fmla="*/ 6583680 w 11737340"/>
                    <a:gd name="connsiteY78" fmla="*/ 3970020 h 4168140"/>
                    <a:gd name="connsiteX79" fmla="*/ 6697980 w 11737340"/>
                    <a:gd name="connsiteY79" fmla="*/ 3886200 h 4168140"/>
                    <a:gd name="connsiteX80" fmla="*/ 6728460 w 11737340"/>
                    <a:gd name="connsiteY80" fmla="*/ 3817620 h 4168140"/>
                    <a:gd name="connsiteX81" fmla="*/ 6842760 w 11737340"/>
                    <a:gd name="connsiteY81" fmla="*/ 3733800 h 4168140"/>
                    <a:gd name="connsiteX82" fmla="*/ 6972300 w 11737340"/>
                    <a:gd name="connsiteY82" fmla="*/ 3642360 h 4168140"/>
                    <a:gd name="connsiteX83" fmla="*/ 7078980 w 11737340"/>
                    <a:gd name="connsiteY83" fmla="*/ 3528060 h 4168140"/>
                    <a:gd name="connsiteX84" fmla="*/ 7139940 w 11737340"/>
                    <a:gd name="connsiteY84" fmla="*/ 3444240 h 4168140"/>
                    <a:gd name="connsiteX85" fmla="*/ 7269480 w 11737340"/>
                    <a:gd name="connsiteY85" fmla="*/ 3284220 h 4168140"/>
                    <a:gd name="connsiteX86" fmla="*/ 7330440 w 11737340"/>
                    <a:gd name="connsiteY86" fmla="*/ 3185160 h 4168140"/>
                    <a:gd name="connsiteX87" fmla="*/ 7376160 w 11737340"/>
                    <a:gd name="connsiteY87" fmla="*/ 3116580 h 4168140"/>
                    <a:gd name="connsiteX88" fmla="*/ 7444740 w 11737340"/>
                    <a:gd name="connsiteY88" fmla="*/ 3093720 h 4168140"/>
                    <a:gd name="connsiteX89" fmla="*/ 7513320 w 11737340"/>
                    <a:gd name="connsiteY89" fmla="*/ 3101340 h 4168140"/>
                    <a:gd name="connsiteX90" fmla="*/ 7576820 w 11737340"/>
                    <a:gd name="connsiteY90" fmla="*/ 3093720 h 4168140"/>
                    <a:gd name="connsiteX91" fmla="*/ 7729220 w 11737340"/>
                    <a:gd name="connsiteY91" fmla="*/ 3136900 h 4168140"/>
                    <a:gd name="connsiteX92" fmla="*/ 7833360 w 11737340"/>
                    <a:gd name="connsiteY92" fmla="*/ 3180080 h 4168140"/>
                    <a:gd name="connsiteX93" fmla="*/ 7967980 w 11737340"/>
                    <a:gd name="connsiteY93" fmla="*/ 3208020 h 4168140"/>
                    <a:gd name="connsiteX94" fmla="*/ 8161020 w 11737340"/>
                    <a:gd name="connsiteY94" fmla="*/ 3296920 h 4168140"/>
                    <a:gd name="connsiteX95" fmla="*/ 8293100 w 11737340"/>
                    <a:gd name="connsiteY95" fmla="*/ 3370580 h 4168140"/>
                    <a:gd name="connsiteX96" fmla="*/ 8382000 w 11737340"/>
                    <a:gd name="connsiteY96" fmla="*/ 3360420 h 4168140"/>
                    <a:gd name="connsiteX97" fmla="*/ 8458200 w 11737340"/>
                    <a:gd name="connsiteY97" fmla="*/ 3398520 h 4168140"/>
                    <a:gd name="connsiteX98" fmla="*/ 8595360 w 11737340"/>
                    <a:gd name="connsiteY98" fmla="*/ 3512820 h 4168140"/>
                    <a:gd name="connsiteX99" fmla="*/ 8641080 w 11737340"/>
                    <a:gd name="connsiteY99" fmla="*/ 3566160 h 4168140"/>
                    <a:gd name="connsiteX100" fmla="*/ 8702040 w 11737340"/>
                    <a:gd name="connsiteY100" fmla="*/ 3604260 h 4168140"/>
                    <a:gd name="connsiteX101" fmla="*/ 8763000 w 11737340"/>
                    <a:gd name="connsiteY101" fmla="*/ 3634740 h 4168140"/>
                    <a:gd name="connsiteX102" fmla="*/ 8846820 w 11737340"/>
                    <a:gd name="connsiteY102" fmla="*/ 3632200 h 4168140"/>
                    <a:gd name="connsiteX103" fmla="*/ 8968740 w 11737340"/>
                    <a:gd name="connsiteY103" fmla="*/ 3634740 h 4168140"/>
                    <a:gd name="connsiteX104" fmla="*/ 9060180 w 11737340"/>
                    <a:gd name="connsiteY104" fmla="*/ 3642360 h 4168140"/>
                    <a:gd name="connsiteX105" fmla="*/ 9151620 w 11737340"/>
                    <a:gd name="connsiteY105" fmla="*/ 3657600 h 4168140"/>
                    <a:gd name="connsiteX106" fmla="*/ 9230360 w 11737340"/>
                    <a:gd name="connsiteY106" fmla="*/ 3657600 h 4168140"/>
                    <a:gd name="connsiteX107" fmla="*/ 9331960 w 11737340"/>
                    <a:gd name="connsiteY107" fmla="*/ 3629660 h 4168140"/>
                    <a:gd name="connsiteX108" fmla="*/ 9433560 w 11737340"/>
                    <a:gd name="connsiteY108" fmla="*/ 3589020 h 4168140"/>
                    <a:gd name="connsiteX109" fmla="*/ 9535160 w 11737340"/>
                    <a:gd name="connsiteY109" fmla="*/ 3540760 h 4168140"/>
                    <a:gd name="connsiteX110" fmla="*/ 9646920 w 11737340"/>
                    <a:gd name="connsiteY110" fmla="*/ 3489960 h 4168140"/>
                    <a:gd name="connsiteX111" fmla="*/ 9784080 w 11737340"/>
                    <a:gd name="connsiteY111" fmla="*/ 3444240 h 4168140"/>
                    <a:gd name="connsiteX112" fmla="*/ 9860280 w 11737340"/>
                    <a:gd name="connsiteY112" fmla="*/ 3383280 h 4168140"/>
                    <a:gd name="connsiteX113" fmla="*/ 9921240 w 11737340"/>
                    <a:gd name="connsiteY113" fmla="*/ 3314700 h 4168140"/>
                    <a:gd name="connsiteX114" fmla="*/ 9997440 w 11737340"/>
                    <a:gd name="connsiteY114" fmla="*/ 3208020 h 4168140"/>
                    <a:gd name="connsiteX115" fmla="*/ 10043160 w 11737340"/>
                    <a:gd name="connsiteY115" fmla="*/ 3101340 h 4168140"/>
                    <a:gd name="connsiteX116" fmla="*/ 10104120 w 11737340"/>
                    <a:gd name="connsiteY116" fmla="*/ 3017520 h 4168140"/>
                    <a:gd name="connsiteX117" fmla="*/ 10157460 w 11737340"/>
                    <a:gd name="connsiteY117" fmla="*/ 2933700 h 4168140"/>
                    <a:gd name="connsiteX118" fmla="*/ 10218420 w 11737340"/>
                    <a:gd name="connsiteY118" fmla="*/ 2849880 h 4168140"/>
                    <a:gd name="connsiteX119" fmla="*/ 10294620 w 11737340"/>
                    <a:gd name="connsiteY119" fmla="*/ 2735580 h 4168140"/>
                    <a:gd name="connsiteX120" fmla="*/ 10347960 w 11737340"/>
                    <a:gd name="connsiteY120" fmla="*/ 2621280 h 4168140"/>
                    <a:gd name="connsiteX121" fmla="*/ 10431780 w 11737340"/>
                    <a:gd name="connsiteY121" fmla="*/ 2499360 h 4168140"/>
                    <a:gd name="connsiteX122" fmla="*/ 10500360 w 11737340"/>
                    <a:gd name="connsiteY122" fmla="*/ 2354580 h 4168140"/>
                    <a:gd name="connsiteX123" fmla="*/ 10553700 w 11737340"/>
                    <a:gd name="connsiteY123" fmla="*/ 2263140 h 4168140"/>
                    <a:gd name="connsiteX124" fmla="*/ 10584180 w 11737340"/>
                    <a:gd name="connsiteY124" fmla="*/ 2194560 h 4168140"/>
                    <a:gd name="connsiteX125" fmla="*/ 10624820 w 11737340"/>
                    <a:gd name="connsiteY125" fmla="*/ 2125980 h 4168140"/>
                    <a:gd name="connsiteX126" fmla="*/ 10675620 w 11737340"/>
                    <a:gd name="connsiteY126" fmla="*/ 2049780 h 4168140"/>
                    <a:gd name="connsiteX127" fmla="*/ 10690860 w 11737340"/>
                    <a:gd name="connsiteY127" fmla="*/ 1988820 h 4168140"/>
                    <a:gd name="connsiteX128" fmla="*/ 10713720 w 11737340"/>
                    <a:gd name="connsiteY128" fmla="*/ 1927860 h 4168140"/>
                    <a:gd name="connsiteX129" fmla="*/ 10767060 w 11737340"/>
                    <a:gd name="connsiteY129" fmla="*/ 1859280 h 4168140"/>
                    <a:gd name="connsiteX130" fmla="*/ 10873740 w 11737340"/>
                    <a:gd name="connsiteY130" fmla="*/ 1828800 h 4168140"/>
                    <a:gd name="connsiteX131" fmla="*/ 11079480 w 11737340"/>
                    <a:gd name="connsiteY131" fmla="*/ 1767840 h 4168140"/>
                    <a:gd name="connsiteX132" fmla="*/ 11247120 w 11737340"/>
                    <a:gd name="connsiteY132" fmla="*/ 1684020 h 4168140"/>
                    <a:gd name="connsiteX133" fmla="*/ 11407140 w 11737340"/>
                    <a:gd name="connsiteY133" fmla="*/ 1628140 h 4168140"/>
                    <a:gd name="connsiteX134" fmla="*/ 11490960 w 11737340"/>
                    <a:gd name="connsiteY134" fmla="*/ 1577340 h 4168140"/>
                    <a:gd name="connsiteX135" fmla="*/ 11635740 w 11737340"/>
                    <a:gd name="connsiteY135" fmla="*/ 1508760 h 4168140"/>
                    <a:gd name="connsiteX136" fmla="*/ 11737340 w 11737340"/>
                    <a:gd name="connsiteY136" fmla="*/ 1442720 h 4168140"/>
                    <a:gd name="connsiteX137" fmla="*/ 11620500 w 11737340"/>
                    <a:gd name="connsiteY137" fmla="*/ 1417320 h 4168140"/>
                    <a:gd name="connsiteX138" fmla="*/ 11567160 w 11737340"/>
                    <a:gd name="connsiteY138" fmla="*/ 1379220 h 4168140"/>
                    <a:gd name="connsiteX139" fmla="*/ 11498580 w 11737340"/>
                    <a:gd name="connsiteY139" fmla="*/ 1318260 h 4168140"/>
                    <a:gd name="connsiteX140" fmla="*/ 11468100 w 11737340"/>
                    <a:gd name="connsiteY140" fmla="*/ 1280160 h 4168140"/>
                    <a:gd name="connsiteX141" fmla="*/ 11442700 w 11737340"/>
                    <a:gd name="connsiteY141" fmla="*/ 1231900 h 4168140"/>
                    <a:gd name="connsiteX142" fmla="*/ 11384280 w 11737340"/>
                    <a:gd name="connsiteY142" fmla="*/ 1310640 h 4168140"/>
                    <a:gd name="connsiteX143" fmla="*/ 11353800 w 11737340"/>
                    <a:gd name="connsiteY143" fmla="*/ 1356360 h 4168140"/>
                    <a:gd name="connsiteX144" fmla="*/ 11224260 w 11737340"/>
                    <a:gd name="connsiteY144" fmla="*/ 1417320 h 4168140"/>
                    <a:gd name="connsiteX145" fmla="*/ 11109960 w 11737340"/>
                    <a:gd name="connsiteY145" fmla="*/ 1463040 h 4168140"/>
                    <a:gd name="connsiteX146" fmla="*/ 10911840 w 11737340"/>
                    <a:gd name="connsiteY146" fmla="*/ 1524000 h 4168140"/>
                    <a:gd name="connsiteX147" fmla="*/ 10774680 w 11737340"/>
                    <a:gd name="connsiteY147" fmla="*/ 1546860 h 4168140"/>
                    <a:gd name="connsiteX148" fmla="*/ 10675620 w 11737340"/>
                    <a:gd name="connsiteY148" fmla="*/ 1615440 h 4168140"/>
                    <a:gd name="connsiteX149" fmla="*/ 10568940 w 11737340"/>
                    <a:gd name="connsiteY149" fmla="*/ 1676400 h 4168140"/>
                    <a:gd name="connsiteX150" fmla="*/ 10485120 w 11737340"/>
                    <a:gd name="connsiteY150" fmla="*/ 1760220 h 4168140"/>
                    <a:gd name="connsiteX151" fmla="*/ 10454640 w 11737340"/>
                    <a:gd name="connsiteY151" fmla="*/ 1836420 h 4168140"/>
                    <a:gd name="connsiteX152" fmla="*/ 10416540 w 11737340"/>
                    <a:gd name="connsiteY152" fmla="*/ 1927860 h 4168140"/>
                    <a:gd name="connsiteX153" fmla="*/ 10401300 w 11737340"/>
                    <a:gd name="connsiteY153" fmla="*/ 2004060 h 4168140"/>
                    <a:gd name="connsiteX154" fmla="*/ 10363200 w 11737340"/>
                    <a:gd name="connsiteY154" fmla="*/ 2095500 h 4168140"/>
                    <a:gd name="connsiteX155" fmla="*/ 10317480 w 11737340"/>
                    <a:gd name="connsiteY155" fmla="*/ 2225040 h 4168140"/>
                    <a:gd name="connsiteX156" fmla="*/ 10287000 w 11737340"/>
                    <a:gd name="connsiteY156" fmla="*/ 2346960 h 4168140"/>
                    <a:gd name="connsiteX157" fmla="*/ 10218420 w 11737340"/>
                    <a:gd name="connsiteY157" fmla="*/ 2499360 h 4168140"/>
                    <a:gd name="connsiteX158" fmla="*/ 10134600 w 11737340"/>
                    <a:gd name="connsiteY158" fmla="*/ 2621280 h 4168140"/>
                    <a:gd name="connsiteX159" fmla="*/ 10043160 w 11737340"/>
                    <a:gd name="connsiteY159" fmla="*/ 2735580 h 4168140"/>
                    <a:gd name="connsiteX160" fmla="*/ 9974580 w 11737340"/>
                    <a:gd name="connsiteY160" fmla="*/ 2857500 h 4168140"/>
                    <a:gd name="connsiteX161" fmla="*/ 9906000 w 11737340"/>
                    <a:gd name="connsiteY161" fmla="*/ 2941320 h 4168140"/>
                    <a:gd name="connsiteX162" fmla="*/ 9860280 w 11737340"/>
                    <a:gd name="connsiteY162" fmla="*/ 3032760 h 4168140"/>
                    <a:gd name="connsiteX163" fmla="*/ 9806940 w 11737340"/>
                    <a:gd name="connsiteY163" fmla="*/ 3116580 h 4168140"/>
                    <a:gd name="connsiteX164" fmla="*/ 9715500 w 11737340"/>
                    <a:gd name="connsiteY164" fmla="*/ 3208020 h 4168140"/>
                    <a:gd name="connsiteX165" fmla="*/ 9616440 w 11737340"/>
                    <a:gd name="connsiteY165" fmla="*/ 3261360 h 4168140"/>
                    <a:gd name="connsiteX166" fmla="*/ 9532620 w 11737340"/>
                    <a:gd name="connsiteY166" fmla="*/ 3329940 h 4168140"/>
                    <a:gd name="connsiteX167" fmla="*/ 9471660 w 11737340"/>
                    <a:gd name="connsiteY167" fmla="*/ 3375660 h 4168140"/>
                    <a:gd name="connsiteX168" fmla="*/ 9410700 w 11737340"/>
                    <a:gd name="connsiteY168" fmla="*/ 3429000 h 4168140"/>
                    <a:gd name="connsiteX169" fmla="*/ 9288780 w 11737340"/>
                    <a:gd name="connsiteY169" fmla="*/ 3436620 h 4168140"/>
                    <a:gd name="connsiteX170" fmla="*/ 9166860 w 11737340"/>
                    <a:gd name="connsiteY170" fmla="*/ 3444240 h 4168140"/>
                    <a:gd name="connsiteX171" fmla="*/ 9029700 w 11737340"/>
                    <a:gd name="connsiteY171" fmla="*/ 3413760 h 4168140"/>
                    <a:gd name="connsiteX172" fmla="*/ 8823960 w 11737340"/>
                    <a:gd name="connsiteY172" fmla="*/ 3360420 h 4168140"/>
                    <a:gd name="connsiteX173" fmla="*/ 8679180 w 11737340"/>
                    <a:gd name="connsiteY173" fmla="*/ 3329940 h 4168140"/>
                    <a:gd name="connsiteX174" fmla="*/ 8572500 w 11737340"/>
                    <a:gd name="connsiteY174" fmla="*/ 3276600 h 4168140"/>
                    <a:gd name="connsiteX175" fmla="*/ 8465820 w 11737340"/>
                    <a:gd name="connsiteY175" fmla="*/ 3215640 h 4168140"/>
                    <a:gd name="connsiteX176" fmla="*/ 8321040 w 11737340"/>
                    <a:gd name="connsiteY176" fmla="*/ 3177540 h 4168140"/>
                    <a:gd name="connsiteX177" fmla="*/ 8199120 w 11737340"/>
                    <a:gd name="connsiteY177" fmla="*/ 3131820 h 4168140"/>
                    <a:gd name="connsiteX178" fmla="*/ 8069580 w 11737340"/>
                    <a:gd name="connsiteY178" fmla="*/ 3078480 h 4168140"/>
                    <a:gd name="connsiteX179" fmla="*/ 7917180 w 11737340"/>
                    <a:gd name="connsiteY179" fmla="*/ 2994660 h 4168140"/>
                    <a:gd name="connsiteX180" fmla="*/ 7787640 w 11737340"/>
                    <a:gd name="connsiteY180" fmla="*/ 2971800 h 4168140"/>
                    <a:gd name="connsiteX181" fmla="*/ 7719060 w 11737340"/>
                    <a:gd name="connsiteY181" fmla="*/ 2933700 h 4168140"/>
                    <a:gd name="connsiteX182" fmla="*/ 7612380 w 11737340"/>
                    <a:gd name="connsiteY182" fmla="*/ 2903220 h 4168140"/>
                    <a:gd name="connsiteX183" fmla="*/ 7566660 w 11737340"/>
                    <a:gd name="connsiteY183" fmla="*/ 2887980 h 4168140"/>
                    <a:gd name="connsiteX184" fmla="*/ 7551420 w 11737340"/>
                    <a:gd name="connsiteY184" fmla="*/ 2849880 h 4168140"/>
                    <a:gd name="connsiteX185" fmla="*/ 7533640 w 11737340"/>
                    <a:gd name="connsiteY185" fmla="*/ 2788920 h 4168140"/>
                    <a:gd name="connsiteX186" fmla="*/ 7475220 w 11737340"/>
                    <a:gd name="connsiteY186" fmla="*/ 2857500 h 4168140"/>
                    <a:gd name="connsiteX187" fmla="*/ 7414260 w 11737340"/>
                    <a:gd name="connsiteY187" fmla="*/ 2887980 h 4168140"/>
                    <a:gd name="connsiteX188" fmla="*/ 7345680 w 11737340"/>
                    <a:gd name="connsiteY188" fmla="*/ 2971800 h 4168140"/>
                    <a:gd name="connsiteX189" fmla="*/ 7315200 w 11737340"/>
                    <a:gd name="connsiteY189" fmla="*/ 2994660 h 4168140"/>
                    <a:gd name="connsiteX190" fmla="*/ 7261860 w 11737340"/>
                    <a:gd name="connsiteY190" fmla="*/ 3009900 h 4168140"/>
                    <a:gd name="connsiteX191" fmla="*/ 7193280 w 11737340"/>
                    <a:gd name="connsiteY191" fmla="*/ 3025140 h 4168140"/>
                    <a:gd name="connsiteX192" fmla="*/ 7155180 w 11737340"/>
                    <a:gd name="connsiteY192" fmla="*/ 3078480 h 4168140"/>
                    <a:gd name="connsiteX193" fmla="*/ 7109460 w 11737340"/>
                    <a:gd name="connsiteY193" fmla="*/ 3154680 h 4168140"/>
                    <a:gd name="connsiteX194" fmla="*/ 7048500 w 11737340"/>
                    <a:gd name="connsiteY194" fmla="*/ 3246120 h 4168140"/>
                    <a:gd name="connsiteX195" fmla="*/ 6995160 w 11737340"/>
                    <a:gd name="connsiteY195" fmla="*/ 3307080 h 4168140"/>
                    <a:gd name="connsiteX196" fmla="*/ 6972300 w 11737340"/>
                    <a:gd name="connsiteY196" fmla="*/ 3352800 h 4168140"/>
                    <a:gd name="connsiteX197" fmla="*/ 6949440 w 11737340"/>
                    <a:gd name="connsiteY197" fmla="*/ 3413760 h 4168140"/>
                    <a:gd name="connsiteX198" fmla="*/ 6949440 w 11737340"/>
                    <a:gd name="connsiteY198" fmla="*/ 3413760 h 4168140"/>
                    <a:gd name="connsiteX199" fmla="*/ 6911340 w 11737340"/>
                    <a:gd name="connsiteY199" fmla="*/ 3474720 h 4168140"/>
                    <a:gd name="connsiteX200" fmla="*/ 6888480 w 11737340"/>
                    <a:gd name="connsiteY200" fmla="*/ 3505200 h 4168140"/>
                    <a:gd name="connsiteX201" fmla="*/ 6819900 w 11737340"/>
                    <a:gd name="connsiteY201" fmla="*/ 3566160 h 4168140"/>
                    <a:gd name="connsiteX202" fmla="*/ 6743700 w 11737340"/>
                    <a:gd name="connsiteY202" fmla="*/ 3581400 h 4168140"/>
                    <a:gd name="connsiteX203" fmla="*/ 6675120 w 11737340"/>
                    <a:gd name="connsiteY203" fmla="*/ 3657600 h 4168140"/>
                    <a:gd name="connsiteX204" fmla="*/ 6629400 w 11737340"/>
                    <a:gd name="connsiteY204" fmla="*/ 3718560 h 4168140"/>
                    <a:gd name="connsiteX205" fmla="*/ 6576060 w 11737340"/>
                    <a:gd name="connsiteY205" fmla="*/ 3779520 h 4168140"/>
                    <a:gd name="connsiteX206" fmla="*/ 6484620 w 11737340"/>
                    <a:gd name="connsiteY206" fmla="*/ 3817620 h 4168140"/>
                    <a:gd name="connsiteX207" fmla="*/ 6400800 w 11737340"/>
                    <a:gd name="connsiteY207" fmla="*/ 3832860 h 4168140"/>
                    <a:gd name="connsiteX208" fmla="*/ 6263640 w 11737340"/>
                    <a:gd name="connsiteY208" fmla="*/ 3870960 h 4168140"/>
                    <a:gd name="connsiteX209" fmla="*/ 6126480 w 11737340"/>
                    <a:gd name="connsiteY209" fmla="*/ 3901440 h 4168140"/>
                    <a:gd name="connsiteX210" fmla="*/ 6027420 w 11737340"/>
                    <a:gd name="connsiteY210" fmla="*/ 3916680 h 4168140"/>
                    <a:gd name="connsiteX211" fmla="*/ 5890260 w 11737340"/>
                    <a:gd name="connsiteY211" fmla="*/ 3878580 h 4168140"/>
                    <a:gd name="connsiteX212" fmla="*/ 5821680 w 11737340"/>
                    <a:gd name="connsiteY212" fmla="*/ 3863340 h 4168140"/>
                    <a:gd name="connsiteX213" fmla="*/ 5737860 w 11737340"/>
                    <a:gd name="connsiteY213" fmla="*/ 3825240 h 4168140"/>
                    <a:gd name="connsiteX214" fmla="*/ 5638800 w 11737340"/>
                    <a:gd name="connsiteY214" fmla="*/ 3794760 h 4168140"/>
                    <a:gd name="connsiteX215" fmla="*/ 5524500 w 11737340"/>
                    <a:gd name="connsiteY215" fmla="*/ 3756660 h 4168140"/>
                    <a:gd name="connsiteX216" fmla="*/ 5448300 w 11737340"/>
                    <a:gd name="connsiteY216" fmla="*/ 3718560 h 4168140"/>
                    <a:gd name="connsiteX217" fmla="*/ 5349240 w 11737340"/>
                    <a:gd name="connsiteY217" fmla="*/ 3657600 h 4168140"/>
                    <a:gd name="connsiteX218" fmla="*/ 5295900 w 11737340"/>
                    <a:gd name="connsiteY218" fmla="*/ 3619500 h 4168140"/>
                    <a:gd name="connsiteX219" fmla="*/ 5234940 w 11737340"/>
                    <a:gd name="connsiteY219" fmla="*/ 3596640 h 4168140"/>
                    <a:gd name="connsiteX220" fmla="*/ 5135880 w 11737340"/>
                    <a:gd name="connsiteY220" fmla="*/ 3550920 h 4168140"/>
                    <a:gd name="connsiteX221" fmla="*/ 5059680 w 11737340"/>
                    <a:gd name="connsiteY221" fmla="*/ 3505200 h 4168140"/>
                    <a:gd name="connsiteX222" fmla="*/ 5029200 w 11737340"/>
                    <a:gd name="connsiteY222" fmla="*/ 3482340 h 4168140"/>
                    <a:gd name="connsiteX223" fmla="*/ 4960620 w 11737340"/>
                    <a:gd name="connsiteY223" fmla="*/ 3413760 h 4168140"/>
                    <a:gd name="connsiteX224" fmla="*/ 4876800 w 11737340"/>
                    <a:gd name="connsiteY224" fmla="*/ 3299460 h 4168140"/>
                    <a:gd name="connsiteX225" fmla="*/ 4808220 w 11737340"/>
                    <a:gd name="connsiteY225" fmla="*/ 3200400 h 4168140"/>
                    <a:gd name="connsiteX226" fmla="*/ 4777740 w 11737340"/>
                    <a:gd name="connsiteY226" fmla="*/ 3147060 h 4168140"/>
                    <a:gd name="connsiteX227" fmla="*/ 4724400 w 11737340"/>
                    <a:gd name="connsiteY227" fmla="*/ 3108960 h 4168140"/>
                    <a:gd name="connsiteX228" fmla="*/ 4648200 w 11737340"/>
                    <a:gd name="connsiteY228" fmla="*/ 3063240 h 4168140"/>
                    <a:gd name="connsiteX229" fmla="*/ 4533900 w 11737340"/>
                    <a:gd name="connsiteY229" fmla="*/ 2979420 h 4168140"/>
                    <a:gd name="connsiteX230" fmla="*/ 4427220 w 11737340"/>
                    <a:gd name="connsiteY230" fmla="*/ 2941320 h 4168140"/>
                    <a:gd name="connsiteX231" fmla="*/ 4366260 w 11737340"/>
                    <a:gd name="connsiteY231" fmla="*/ 2903220 h 4168140"/>
                    <a:gd name="connsiteX232" fmla="*/ 4244340 w 11737340"/>
                    <a:gd name="connsiteY232" fmla="*/ 2842260 h 4168140"/>
                    <a:gd name="connsiteX233" fmla="*/ 4145280 w 11737340"/>
                    <a:gd name="connsiteY233" fmla="*/ 2811780 h 4168140"/>
                    <a:gd name="connsiteX234" fmla="*/ 4038600 w 11737340"/>
                    <a:gd name="connsiteY234" fmla="*/ 2804160 h 4168140"/>
                    <a:gd name="connsiteX235" fmla="*/ 3954780 w 11737340"/>
                    <a:gd name="connsiteY235" fmla="*/ 2819400 h 4168140"/>
                    <a:gd name="connsiteX236" fmla="*/ 3863340 w 11737340"/>
                    <a:gd name="connsiteY236" fmla="*/ 2804160 h 4168140"/>
                    <a:gd name="connsiteX237" fmla="*/ 3741420 w 11737340"/>
                    <a:gd name="connsiteY237" fmla="*/ 2781300 h 4168140"/>
                    <a:gd name="connsiteX238" fmla="*/ 3649980 w 11737340"/>
                    <a:gd name="connsiteY238" fmla="*/ 2743200 h 4168140"/>
                    <a:gd name="connsiteX239" fmla="*/ 3573780 w 11737340"/>
                    <a:gd name="connsiteY239" fmla="*/ 2674620 h 4168140"/>
                    <a:gd name="connsiteX240" fmla="*/ 3482340 w 11737340"/>
                    <a:gd name="connsiteY240" fmla="*/ 2621280 h 4168140"/>
                    <a:gd name="connsiteX241" fmla="*/ 3436620 w 11737340"/>
                    <a:gd name="connsiteY241" fmla="*/ 2552700 h 4168140"/>
                    <a:gd name="connsiteX242" fmla="*/ 3329940 w 11737340"/>
                    <a:gd name="connsiteY242" fmla="*/ 2423160 h 4168140"/>
                    <a:gd name="connsiteX243" fmla="*/ 3261360 w 11737340"/>
                    <a:gd name="connsiteY243" fmla="*/ 2324100 h 4168140"/>
                    <a:gd name="connsiteX244" fmla="*/ 3131820 w 11737340"/>
                    <a:gd name="connsiteY244" fmla="*/ 2209800 h 4168140"/>
                    <a:gd name="connsiteX245" fmla="*/ 3040380 w 11737340"/>
                    <a:gd name="connsiteY245" fmla="*/ 2141220 h 4168140"/>
                    <a:gd name="connsiteX246" fmla="*/ 2910840 w 11737340"/>
                    <a:gd name="connsiteY246" fmla="*/ 2034540 h 4168140"/>
                    <a:gd name="connsiteX247" fmla="*/ 2849880 w 11737340"/>
                    <a:gd name="connsiteY247" fmla="*/ 1958340 h 4168140"/>
                    <a:gd name="connsiteX248" fmla="*/ 2743200 w 11737340"/>
                    <a:gd name="connsiteY248" fmla="*/ 1889760 h 4168140"/>
                    <a:gd name="connsiteX249" fmla="*/ 2659380 w 11737340"/>
                    <a:gd name="connsiteY249" fmla="*/ 1844040 h 4168140"/>
                    <a:gd name="connsiteX250" fmla="*/ 2575560 w 11737340"/>
                    <a:gd name="connsiteY250" fmla="*/ 1744980 h 4168140"/>
                    <a:gd name="connsiteX251" fmla="*/ 2468880 w 11737340"/>
                    <a:gd name="connsiteY251" fmla="*/ 1645920 h 4168140"/>
                    <a:gd name="connsiteX252" fmla="*/ 2400300 w 11737340"/>
                    <a:gd name="connsiteY252" fmla="*/ 1607820 h 4168140"/>
                    <a:gd name="connsiteX253" fmla="*/ 2263140 w 11737340"/>
                    <a:gd name="connsiteY253" fmla="*/ 1501140 h 4168140"/>
                    <a:gd name="connsiteX254" fmla="*/ 2171700 w 11737340"/>
                    <a:gd name="connsiteY254" fmla="*/ 1432560 h 4168140"/>
                    <a:gd name="connsiteX255" fmla="*/ 2087880 w 11737340"/>
                    <a:gd name="connsiteY255" fmla="*/ 1363980 h 4168140"/>
                    <a:gd name="connsiteX256" fmla="*/ 1950720 w 11737340"/>
                    <a:gd name="connsiteY256" fmla="*/ 1272540 h 4168140"/>
                    <a:gd name="connsiteX257" fmla="*/ 1805940 w 11737340"/>
                    <a:gd name="connsiteY257" fmla="*/ 1135380 h 4168140"/>
                    <a:gd name="connsiteX258" fmla="*/ 1729740 w 11737340"/>
                    <a:gd name="connsiteY258" fmla="*/ 1089660 h 4168140"/>
                    <a:gd name="connsiteX259" fmla="*/ 1668780 w 11737340"/>
                    <a:gd name="connsiteY259" fmla="*/ 1043940 h 4168140"/>
                    <a:gd name="connsiteX260" fmla="*/ 1592580 w 11737340"/>
                    <a:gd name="connsiteY260" fmla="*/ 990600 h 4168140"/>
                    <a:gd name="connsiteX261" fmla="*/ 1470660 w 11737340"/>
                    <a:gd name="connsiteY261" fmla="*/ 891540 h 4168140"/>
                    <a:gd name="connsiteX262" fmla="*/ 1386840 w 11737340"/>
                    <a:gd name="connsiteY262" fmla="*/ 845820 h 4168140"/>
                    <a:gd name="connsiteX263" fmla="*/ 1318260 w 11737340"/>
                    <a:gd name="connsiteY263" fmla="*/ 784860 h 4168140"/>
                    <a:gd name="connsiteX264" fmla="*/ 1264920 w 11737340"/>
                    <a:gd name="connsiteY264" fmla="*/ 723900 h 4168140"/>
                    <a:gd name="connsiteX265" fmla="*/ 1181100 w 11737340"/>
                    <a:gd name="connsiteY265" fmla="*/ 647700 h 4168140"/>
                    <a:gd name="connsiteX266" fmla="*/ 1089660 w 11737340"/>
                    <a:gd name="connsiteY266" fmla="*/ 624840 h 4168140"/>
                    <a:gd name="connsiteX267" fmla="*/ 1021080 w 11737340"/>
                    <a:gd name="connsiteY267" fmla="*/ 586740 h 4168140"/>
                    <a:gd name="connsiteX268" fmla="*/ 937260 w 11737340"/>
                    <a:gd name="connsiteY268" fmla="*/ 548640 h 4168140"/>
                    <a:gd name="connsiteX269" fmla="*/ 830580 w 11737340"/>
                    <a:gd name="connsiteY269" fmla="*/ 510540 h 4168140"/>
                    <a:gd name="connsiteX270" fmla="*/ 754380 w 11737340"/>
                    <a:gd name="connsiteY270" fmla="*/ 457200 h 4168140"/>
                    <a:gd name="connsiteX271" fmla="*/ 708660 w 11737340"/>
                    <a:gd name="connsiteY271" fmla="*/ 419100 h 4168140"/>
                    <a:gd name="connsiteX272" fmla="*/ 609600 w 11737340"/>
                    <a:gd name="connsiteY272" fmla="*/ 396240 h 4168140"/>
                    <a:gd name="connsiteX273" fmla="*/ 548640 w 11737340"/>
                    <a:gd name="connsiteY273" fmla="*/ 320040 h 4168140"/>
                    <a:gd name="connsiteX274" fmla="*/ 510540 w 11737340"/>
                    <a:gd name="connsiteY274" fmla="*/ 251460 h 4168140"/>
                    <a:gd name="connsiteX275" fmla="*/ 464820 w 11737340"/>
                    <a:gd name="connsiteY275" fmla="*/ 190500 h 4168140"/>
                    <a:gd name="connsiteX276" fmla="*/ 411480 w 11737340"/>
                    <a:gd name="connsiteY276" fmla="*/ 137160 h 4168140"/>
                    <a:gd name="connsiteX277" fmla="*/ 373380 w 11737340"/>
                    <a:gd name="connsiteY277" fmla="*/ 45720 h 4168140"/>
                    <a:gd name="connsiteX278" fmla="*/ 342900 w 11737340"/>
                    <a:gd name="connsiteY278" fmla="*/ 0 h 4168140"/>
                    <a:gd name="connsiteX279" fmla="*/ 327660 w 11737340"/>
                    <a:gd name="connsiteY279" fmla="*/ 60960 h 4168140"/>
                    <a:gd name="connsiteX280" fmla="*/ 289560 w 11737340"/>
                    <a:gd name="connsiteY280" fmla="*/ 91440 h 4168140"/>
                    <a:gd name="connsiteX281" fmla="*/ 236220 w 11737340"/>
                    <a:gd name="connsiteY281" fmla="*/ 114300 h 4168140"/>
                    <a:gd name="connsiteX282" fmla="*/ 198120 w 11737340"/>
                    <a:gd name="connsiteY282" fmla="*/ 175260 h 4168140"/>
                    <a:gd name="connsiteX283" fmla="*/ 175260 w 11737340"/>
                    <a:gd name="connsiteY283" fmla="*/ 228600 h 4168140"/>
                    <a:gd name="connsiteX284" fmla="*/ 114300 w 11737340"/>
                    <a:gd name="connsiteY284" fmla="*/ 236220 h 4168140"/>
                    <a:gd name="connsiteX285" fmla="*/ 45720 w 11737340"/>
                    <a:gd name="connsiteY285" fmla="*/ 251460 h 4168140"/>
                    <a:gd name="connsiteX286" fmla="*/ 0 w 11737340"/>
                    <a:gd name="connsiteY286" fmla="*/ 281940 h 4168140"/>
                    <a:gd name="connsiteX287" fmla="*/ 68580 w 11737340"/>
                    <a:gd name="connsiteY287" fmla="*/ 320040 h 4168140"/>
                    <a:gd name="connsiteX0" fmla="*/ 68580 w 11737340"/>
                    <a:gd name="connsiteY0" fmla="*/ 320040 h 4168140"/>
                    <a:gd name="connsiteX1" fmla="*/ 121920 w 11737340"/>
                    <a:gd name="connsiteY1" fmla="*/ 381000 h 4168140"/>
                    <a:gd name="connsiteX2" fmla="*/ 198120 w 11737340"/>
                    <a:gd name="connsiteY2" fmla="*/ 419100 h 4168140"/>
                    <a:gd name="connsiteX3" fmla="*/ 320040 w 11737340"/>
                    <a:gd name="connsiteY3" fmla="*/ 510540 h 4168140"/>
                    <a:gd name="connsiteX4" fmla="*/ 411480 w 11737340"/>
                    <a:gd name="connsiteY4" fmla="*/ 563880 h 4168140"/>
                    <a:gd name="connsiteX5" fmla="*/ 472440 w 11737340"/>
                    <a:gd name="connsiteY5" fmla="*/ 632460 h 4168140"/>
                    <a:gd name="connsiteX6" fmla="*/ 601980 w 11737340"/>
                    <a:gd name="connsiteY6" fmla="*/ 708660 h 4168140"/>
                    <a:gd name="connsiteX7" fmla="*/ 739140 w 11737340"/>
                    <a:gd name="connsiteY7" fmla="*/ 784860 h 4168140"/>
                    <a:gd name="connsiteX8" fmla="*/ 861060 w 11737340"/>
                    <a:gd name="connsiteY8" fmla="*/ 868680 h 4168140"/>
                    <a:gd name="connsiteX9" fmla="*/ 944880 w 11737340"/>
                    <a:gd name="connsiteY9" fmla="*/ 952500 h 4168140"/>
                    <a:gd name="connsiteX10" fmla="*/ 1021080 w 11737340"/>
                    <a:gd name="connsiteY10" fmla="*/ 1005840 h 4168140"/>
                    <a:gd name="connsiteX11" fmla="*/ 1097280 w 11737340"/>
                    <a:gd name="connsiteY11" fmla="*/ 1043940 h 4168140"/>
                    <a:gd name="connsiteX12" fmla="*/ 1181100 w 11737340"/>
                    <a:gd name="connsiteY12" fmla="*/ 1104900 h 4168140"/>
                    <a:gd name="connsiteX13" fmla="*/ 1249680 w 11737340"/>
                    <a:gd name="connsiteY13" fmla="*/ 1150620 h 4168140"/>
                    <a:gd name="connsiteX14" fmla="*/ 1341120 w 11737340"/>
                    <a:gd name="connsiteY14" fmla="*/ 1196340 h 4168140"/>
                    <a:gd name="connsiteX15" fmla="*/ 1417320 w 11737340"/>
                    <a:gd name="connsiteY15" fmla="*/ 1257300 h 4168140"/>
                    <a:gd name="connsiteX16" fmla="*/ 1493520 w 11737340"/>
                    <a:gd name="connsiteY16" fmla="*/ 1333500 h 4168140"/>
                    <a:gd name="connsiteX17" fmla="*/ 1569720 w 11737340"/>
                    <a:gd name="connsiteY17" fmla="*/ 1356360 h 4168140"/>
                    <a:gd name="connsiteX18" fmla="*/ 1684020 w 11737340"/>
                    <a:gd name="connsiteY18" fmla="*/ 1424940 h 4168140"/>
                    <a:gd name="connsiteX19" fmla="*/ 1729740 w 11737340"/>
                    <a:gd name="connsiteY19" fmla="*/ 1485900 h 4168140"/>
                    <a:gd name="connsiteX20" fmla="*/ 1844040 w 11737340"/>
                    <a:gd name="connsiteY20" fmla="*/ 1569720 h 4168140"/>
                    <a:gd name="connsiteX21" fmla="*/ 1935480 w 11737340"/>
                    <a:gd name="connsiteY21" fmla="*/ 1615440 h 4168140"/>
                    <a:gd name="connsiteX22" fmla="*/ 2049780 w 11737340"/>
                    <a:gd name="connsiteY22" fmla="*/ 1691640 h 4168140"/>
                    <a:gd name="connsiteX23" fmla="*/ 2133600 w 11737340"/>
                    <a:gd name="connsiteY23" fmla="*/ 1729740 h 4168140"/>
                    <a:gd name="connsiteX24" fmla="*/ 2202180 w 11737340"/>
                    <a:gd name="connsiteY24" fmla="*/ 1805940 h 4168140"/>
                    <a:gd name="connsiteX25" fmla="*/ 2255520 w 11737340"/>
                    <a:gd name="connsiteY25" fmla="*/ 1821180 h 4168140"/>
                    <a:gd name="connsiteX26" fmla="*/ 2316480 w 11737340"/>
                    <a:gd name="connsiteY26" fmla="*/ 1866900 h 4168140"/>
                    <a:gd name="connsiteX27" fmla="*/ 2423160 w 11737340"/>
                    <a:gd name="connsiteY27" fmla="*/ 2004060 h 4168140"/>
                    <a:gd name="connsiteX28" fmla="*/ 2476500 w 11737340"/>
                    <a:gd name="connsiteY28" fmla="*/ 2087880 h 4168140"/>
                    <a:gd name="connsiteX29" fmla="*/ 2567940 w 11737340"/>
                    <a:gd name="connsiteY29" fmla="*/ 2148840 h 4168140"/>
                    <a:gd name="connsiteX30" fmla="*/ 2682240 w 11737340"/>
                    <a:gd name="connsiteY30" fmla="*/ 2186940 h 4168140"/>
                    <a:gd name="connsiteX31" fmla="*/ 2743200 w 11737340"/>
                    <a:gd name="connsiteY31" fmla="*/ 2209800 h 4168140"/>
                    <a:gd name="connsiteX32" fmla="*/ 2811780 w 11737340"/>
                    <a:gd name="connsiteY32" fmla="*/ 2247900 h 4168140"/>
                    <a:gd name="connsiteX33" fmla="*/ 2887980 w 11737340"/>
                    <a:gd name="connsiteY33" fmla="*/ 2301240 h 4168140"/>
                    <a:gd name="connsiteX34" fmla="*/ 2979420 w 11737340"/>
                    <a:gd name="connsiteY34" fmla="*/ 2385060 h 4168140"/>
                    <a:gd name="connsiteX35" fmla="*/ 3055620 w 11737340"/>
                    <a:gd name="connsiteY35" fmla="*/ 2461260 h 4168140"/>
                    <a:gd name="connsiteX36" fmla="*/ 3139440 w 11737340"/>
                    <a:gd name="connsiteY36" fmla="*/ 2537460 h 4168140"/>
                    <a:gd name="connsiteX37" fmla="*/ 3261360 w 11737340"/>
                    <a:gd name="connsiteY37" fmla="*/ 2628900 h 4168140"/>
                    <a:gd name="connsiteX38" fmla="*/ 3345180 w 11737340"/>
                    <a:gd name="connsiteY38" fmla="*/ 2720340 h 4168140"/>
                    <a:gd name="connsiteX39" fmla="*/ 3444240 w 11737340"/>
                    <a:gd name="connsiteY39" fmla="*/ 2796540 h 4168140"/>
                    <a:gd name="connsiteX40" fmla="*/ 3558540 w 11737340"/>
                    <a:gd name="connsiteY40" fmla="*/ 2872740 h 4168140"/>
                    <a:gd name="connsiteX41" fmla="*/ 3619500 w 11737340"/>
                    <a:gd name="connsiteY41" fmla="*/ 2979420 h 4168140"/>
                    <a:gd name="connsiteX42" fmla="*/ 3619500 w 11737340"/>
                    <a:gd name="connsiteY42" fmla="*/ 2979420 h 4168140"/>
                    <a:gd name="connsiteX43" fmla="*/ 3649980 w 11737340"/>
                    <a:gd name="connsiteY43" fmla="*/ 3048000 h 4168140"/>
                    <a:gd name="connsiteX44" fmla="*/ 3703320 w 11737340"/>
                    <a:gd name="connsiteY44" fmla="*/ 3086100 h 4168140"/>
                    <a:gd name="connsiteX45" fmla="*/ 3764280 w 11737340"/>
                    <a:gd name="connsiteY45" fmla="*/ 3063240 h 4168140"/>
                    <a:gd name="connsiteX46" fmla="*/ 3848100 w 11737340"/>
                    <a:gd name="connsiteY46" fmla="*/ 3025140 h 4168140"/>
                    <a:gd name="connsiteX47" fmla="*/ 3916680 w 11737340"/>
                    <a:gd name="connsiteY47" fmla="*/ 3032760 h 4168140"/>
                    <a:gd name="connsiteX48" fmla="*/ 4030980 w 11737340"/>
                    <a:gd name="connsiteY48" fmla="*/ 3063240 h 4168140"/>
                    <a:gd name="connsiteX49" fmla="*/ 4137660 w 11737340"/>
                    <a:gd name="connsiteY49" fmla="*/ 3101340 h 4168140"/>
                    <a:gd name="connsiteX50" fmla="*/ 4259580 w 11737340"/>
                    <a:gd name="connsiteY50" fmla="*/ 3147060 h 4168140"/>
                    <a:gd name="connsiteX51" fmla="*/ 4381500 w 11737340"/>
                    <a:gd name="connsiteY51" fmla="*/ 3192780 h 4168140"/>
                    <a:gd name="connsiteX52" fmla="*/ 4526280 w 11737340"/>
                    <a:gd name="connsiteY52" fmla="*/ 3276600 h 4168140"/>
                    <a:gd name="connsiteX53" fmla="*/ 4587240 w 11737340"/>
                    <a:gd name="connsiteY53" fmla="*/ 3299460 h 4168140"/>
                    <a:gd name="connsiteX54" fmla="*/ 4610100 w 11737340"/>
                    <a:gd name="connsiteY54" fmla="*/ 3352800 h 4168140"/>
                    <a:gd name="connsiteX55" fmla="*/ 4648200 w 11737340"/>
                    <a:gd name="connsiteY55" fmla="*/ 3436620 h 4168140"/>
                    <a:gd name="connsiteX56" fmla="*/ 4671060 w 11737340"/>
                    <a:gd name="connsiteY56" fmla="*/ 3520440 h 4168140"/>
                    <a:gd name="connsiteX57" fmla="*/ 4678680 w 11737340"/>
                    <a:gd name="connsiteY57" fmla="*/ 3589020 h 4168140"/>
                    <a:gd name="connsiteX58" fmla="*/ 4686300 w 11737340"/>
                    <a:gd name="connsiteY58" fmla="*/ 3649980 h 4168140"/>
                    <a:gd name="connsiteX59" fmla="*/ 4724400 w 11737340"/>
                    <a:gd name="connsiteY59" fmla="*/ 3680460 h 4168140"/>
                    <a:gd name="connsiteX60" fmla="*/ 4785360 w 11737340"/>
                    <a:gd name="connsiteY60" fmla="*/ 3672840 h 4168140"/>
                    <a:gd name="connsiteX61" fmla="*/ 4869180 w 11737340"/>
                    <a:gd name="connsiteY61" fmla="*/ 3703320 h 4168140"/>
                    <a:gd name="connsiteX62" fmla="*/ 4914900 w 11737340"/>
                    <a:gd name="connsiteY62" fmla="*/ 3756660 h 4168140"/>
                    <a:gd name="connsiteX63" fmla="*/ 5105400 w 11737340"/>
                    <a:gd name="connsiteY63" fmla="*/ 3832860 h 4168140"/>
                    <a:gd name="connsiteX64" fmla="*/ 5173980 w 11737340"/>
                    <a:gd name="connsiteY64" fmla="*/ 3886200 h 4168140"/>
                    <a:gd name="connsiteX65" fmla="*/ 5242560 w 11737340"/>
                    <a:gd name="connsiteY65" fmla="*/ 3924300 h 4168140"/>
                    <a:gd name="connsiteX66" fmla="*/ 5364480 w 11737340"/>
                    <a:gd name="connsiteY66" fmla="*/ 3962400 h 4168140"/>
                    <a:gd name="connsiteX67" fmla="*/ 5516880 w 11737340"/>
                    <a:gd name="connsiteY67" fmla="*/ 4046220 h 4168140"/>
                    <a:gd name="connsiteX68" fmla="*/ 5585460 w 11737340"/>
                    <a:gd name="connsiteY68" fmla="*/ 4099560 h 4168140"/>
                    <a:gd name="connsiteX69" fmla="*/ 5661660 w 11737340"/>
                    <a:gd name="connsiteY69" fmla="*/ 4122420 h 4168140"/>
                    <a:gd name="connsiteX70" fmla="*/ 5745480 w 11737340"/>
                    <a:gd name="connsiteY70" fmla="*/ 4130040 h 4168140"/>
                    <a:gd name="connsiteX71" fmla="*/ 5836920 w 11737340"/>
                    <a:gd name="connsiteY71" fmla="*/ 4130040 h 4168140"/>
                    <a:gd name="connsiteX72" fmla="*/ 5951220 w 11737340"/>
                    <a:gd name="connsiteY72" fmla="*/ 4145280 h 4168140"/>
                    <a:gd name="connsiteX73" fmla="*/ 6035040 w 11737340"/>
                    <a:gd name="connsiteY73" fmla="*/ 4168140 h 4168140"/>
                    <a:gd name="connsiteX74" fmla="*/ 6149340 w 11737340"/>
                    <a:gd name="connsiteY74" fmla="*/ 4137660 h 4168140"/>
                    <a:gd name="connsiteX75" fmla="*/ 6286500 w 11737340"/>
                    <a:gd name="connsiteY75" fmla="*/ 4114800 h 4168140"/>
                    <a:gd name="connsiteX76" fmla="*/ 6393180 w 11737340"/>
                    <a:gd name="connsiteY76" fmla="*/ 4053840 h 4168140"/>
                    <a:gd name="connsiteX77" fmla="*/ 6484620 w 11737340"/>
                    <a:gd name="connsiteY77" fmla="*/ 4038600 h 4168140"/>
                    <a:gd name="connsiteX78" fmla="*/ 6583680 w 11737340"/>
                    <a:gd name="connsiteY78" fmla="*/ 3970020 h 4168140"/>
                    <a:gd name="connsiteX79" fmla="*/ 6697980 w 11737340"/>
                    <a:gd name="connsiteY79" fmla="*/ 3886200 h 4168140"/>
                    <a:gd name="connsiteX80" fmla="*/ 6728460 w 11737340"/>
                    <a:gd name="connsiteY80" fmla="*/ 3817620 h 4168140"/>
                    <a:gd name="connsiteX81" fmla="*/ 6842760 w 11737340"/>
                    <a:gd name="connsiteY81" fmla="*/ 3733800 h 4168140"/>
                    <a:gd name="connsiteX82" fmla="*/ 6972300 w 11737340"/>
                    <a:gd name="connsiteY82" fmla="*/ 3642360 h 4168140"/>
                    <a:gd name="connsiteX83" fmla="*/ 7078980 w 11737340"/>
                    <a:gd name="connsiteY83" fmla="*/ 3528060 h 4168140"/>
                    <a:gd name="connsiteX84" fmla="*/ 7139940 w 11737340"/>
                    <a:gd name="connsiteY84" fmla="*/ 3444240 h 4168140"/>
                    <a:gd name="connsiteX85" fmla="*/ 7269480 w 11737340"/>
                    <a:gd name="connsiteY85" fmla="*/ 3284220 h 4168140"/>
                    <a:gd name="connsiteX86" fmla="*/ 7330440 w 11737340"/>
                    <a:gd name="connsiteY86" fmla="*/ 3185160 h 4168140"/>
                    <a:gd name="connsiteX87" fmla="*/ 7376160 w 11737340"/>
                    <a:gd name="connsiteY87" fmla="*/ 3116580 h 4168140"/>
                    <a:gd name="connsiteX88" fmla="*/ 7444740 w 11737340"/>
                    <a:gd name="connsiteY88" fmla="*/ 3093720 h 4168140"/>
                    <a:gd name="connsiteX89" fmla="*/ 7513320 w 11737340"/>
                    <a:gd name="connsiteY89" fmla="*/ 3101340 h 4168140"/>
                    <a:gd name="connsiteX90" fmla="*/ 7576820 w 11737340"/>
                    <a:gd name="connsiteY90" fmla="*/ 3093720 h 4168140"/>
                    <a:gd name="connsiteX91" fmla="*/ 7729220 w 11737340"/>
                    <a:gd name="connsiteY91" fmla="*/ 3136900 h 4168140"/>
                    <a:gd name="connsiteX92" fmla="*/ 7833360 w 11737340"/>
                    <a:gd name="connsiteY92" fmla="*/ 3180080 h 4168140"/>
                    <a:gd name="connsiteX93" fmla="*/ 7967980 w 11737340"/>
                    <a:gd name="connsiteY93" fmla="*/ 3208020 h 4168140"/>
                    <a:gd name="connsiteX94" fmla="*/ 8161020 w 11737340"/>
                    <a:gd name="connsiteY94" fmla="*/ 3296920 h 4168140"/>
                    <a:gd name="connsiteX95" fmla="*/ 8293100 w 11737340"/>
                    <a:gd name="connsiteY95" fmla="*/ 3370580 h 4168140"/>
                    <a:gd name="connsiteX96" fmla="*/ 8371840 w 11737340"/>
                    <a:gd name="connsiteY96" fmla="*/ 3395980 h 4168140"/>
                    <a:gd name="connsiteX97" fmla="*/ 8458200 w 11737340"/>
                    <a:gd name="connsiteY97" fmla="*/ 3398520 h 4168140"/>
                    <a:gd name="connsiteX98" fmla="*/ 8595360 w 11737340"/>
                    <a:gd name="connsiteY98" fmla="*/ 3512820 h 4168140"/>
                    <a:gd name="connsiteX99" fmla="*/ 8641080 w 11737340"/>
                    <a:gd name="connsiteY99" fmla="*/ 3566160 h 4168140"/>
                    <a:gd name="connsiteX100" fmla="*/ 8702040 w 11737340"/>
                    <a:gd name="connsiteY100" fmla="*/ 3604260 h 4168140"/>
                    <a:gd name="connsiteX101" fmla="*/ 8763000 w 11737340"/>
                    <a:gd name="connsiteY101" fmla="*/ 3634740 h 4168140"/>
                    <a:gd name="connsiteX102" fmla="*/ 8846820 w 11737340"/>
                    <a:gd name="connsiteY102" fmla="*/ 3632200 h 4168140"/>
                    <a:gd name="connsiteX103" fmla="*/ 8968740 w 11737340"/>
                    <a:gd name="connsiteY103" fmla="*/ 3634740 h 4168140"/>
                    <a:gd name="connsiteX104" fmla="*/ 9060180 w 11737340"/>
                    <a:gd name="connsiteY104" fmla="*/ 3642360 h 4168140"/>
                    <a:gd name="connsiteX105" fmla="*/ 9151620 w 11737340"/>
                    <a:gd name="connsiteY105" fmla="*/ 3657600 h 4168140"/>
                    <a:gd name="connsiteX106" fmla="*/ 9230360 w 11737340"/>
                    <a:gd name="connsiteY106" fmla="*/ 3657600 h 4168140"/>
                    <a:gd name="connsiteX107" fmla="*/ 9331960 w 11737340"/>
                    <a:gd name="connsiteY107" fmla="*/ 3629660 h 4168140"/>
                    <a:gd name="connsiteX108" fmla="*/ 9433560 w 11737340"/>
                    <a:gd name="connsiteY108" fmla="*/ 3589020 h 4168140"/>
                    <a:gd name="connsiteX109" fmla="*/ 9535160 w 11737340"/>
                    <a:gd name="connsiteY109" fmla="*/ 3540760 h 4168140"/>
                    <a:gd name="connsiteX110" fmla="*/ 9646920 w 11737340"/>
                    <a:gd name="connsiteY110" fmla="*/ 3489960 h 4168140"/>
                    <a:gd name="connsiteX111" fmla="*/ 9784080 w 11737340"/>
                    <a:gd name="connsiteY111" fmla="*/ 3444240 h 4168140"/>
                    <a:gd name="connsiteX112" fmla="*/ 9860280 w 11737340"/>
                    <a:gd name="connsiteY112" fmla="*/ 3383280 h 4168140"/>
                    <a:gd name="connsiteX113" fmla="*/ 9921240 w 11737340"/>
                    <a:gd name="connsiteY113" fmla="*/ 3314700 h 4168140"/>
                    <a:gd name="connsiteX114" fmla="*/ 9997440 w 11737340"/>
                    <a:gd name="connsiteY114" fmla="*/ 3208020 h 4168140"/>
                    <a:gd name="connsiteX115" fmla="*/ 10043160 w 11737340"/>
                    <a:gd name="connsiteY115" fmla="*/ 3101340 h 4168140"/>
                    <a:gd name="connsiteX116" fmla="*/ 10104120 w 11737340"/>
                    <a:gd name="connsiteY116" fmla="*/ 3017520 h 4168140"/>
                    <a:gd name="connsiteX117" fmla="*/ 10157460 w 11737340"/>
                    <a:gd name="connsiteY117" fmla="*/ 2933700 h 4168140"/>
                    <a:gd name="connsiteX118" fmla="*/ 10218420 w 11737340"/>
                    <a:gd name="connsiteY118" fmla="*/ 2849880 h 4168140"/>
                    <a:gd name="connsiteX119" fmla="*/ 10294620 w 11737340"/>
                    <a:gd name="connsiteY119" fmla="*/ 2735580 h 4168140"/>
                    <a:gd name="connsiteX120" fmla="*/ 10347960 w 11737340"/>
                    <a:gd name="connsiteY120" fmla="*/ 2621280 h 4168140"/>
                    <a:gd name="connsiteX121" fmla="*/ 10431780 w 11737340"/>
                    <a:gd name="connsiteY121" fmla="*/ 2499360 h 4168140"/>
                    <a:gd name="connsiteX122" fmla="*/ 10500360 w 11737340"/>
                    <a:gd name="connsiteY122" fmla="*/ 2354580 h 4168140"/>
                    <a:gd name="connsiteX123" fmla="*/ 10553700 w 11737340"/>
                    <a:gd name="connsiteY123" fmla="*/ 2263140 h 4168140"/>
                    <a:gd name="connsiteX124" fmla="*/ 10584180 w 11737340"/>
                    <a:gd name="connsiteY124" fmla="*/ 2194560 h 4168140"/>
                    <a:gd name="connsiteX125" fmla="*/ 10624820 w 11737340"/>
                    <a:gd name="connsiteY125" fmla="*/ 2125980 h 4168140"/>
                    <a:gd name="connsiteX126" fmla="*/ 10675620 w 11737340"/>
                    <a:gd name="connsiteY126" fmla="*/ 2049780 h 4168140"/>
                    <a:gd name="connsiteX127" fmla="*/ 10690860 w 11737340"/>
                    <a:gd name="connsiteY127" fmla="*/ 1988820 h 4168140"/>
                    <a:gd name="connsiteX128" fmla="*/ 10713720 w 11737340"/>
                    <a:gd name="connsiteY128" fmla="*/ 1927860 h 4168140"/>
                    <a:gd name="connsiteX129" fmla="*/ 10767060 w 11737340"/>
                    <a:gd name="connsiteY129" fmla="*/ 1859280 h 4168140"/>
                    <a:gd name="connsiteX130" fmla="*/ 10873740 w 11737340"/>
                    <a:gd name="connsiteY130" fmla="*/ 1828800 h 4168140"/>
                    <a:gd name="connsiteX131" fmla="*/ 11079480 w 11737340"/>
                    <a:gd name="connsiteY131" fmla="*/ 1767840 h 4168140"/>
                    <a:gd name="connsiteX132" fmla="*/ 11247120 w 11737340"/>
                    <a:gd name="connsiteY132" fmla="*/ 1684020 h 4168140"/>
                    <a:gd name="connsiteX133" fmla="*/ 11407140 w 11737340"/>
                    <a:gd name="connsiteY133" fmla="*/ 1628140 h 4168140"/>
                    <a:gd name="connsiteX134" fmla="*/ 11490960 w 11737340"/>
                    <a:gd name="connsiteY134" fmla="*/ 1577340 h 4168140"/>
                    <a:gd name="connsiteX135" fmla="*/ 11635740 w 11737340"/>
                    <a:gd name="connsiteY135" fmla="*/ 1508760 h 4168140"/>
                    <a:gd name="connsiteX136" fmla="*/ 11737340 w 11737340"/>
                    <a:gd name="connsiteY136" fmla="*/ 1442720 h 4168140"/>
                    <a:gd name="connsiteX137" fmla="*/ 11620500 w 11737340"/>
                    <a:gd name="connsiteY137" fmla="*/ 1417320 h 4168140"/>
                    <a:gd name="connsiteX138" fmla="*/ 11567160 w 11737340"/>
                    <a:gd name="connsiteY138" fmla="*/ 1379220 h 4168140"/>
                    <a:gd name="connsiteX139" fmla="*/ 11498580 w 11737340"/>
                    <a:gd name="connsiteY139" fmla="*/ 1318260 h 4168140"/>
                    <a:gd name="connsiteX140" fmla="*/ 11468100 w 11737340"/>
                    <a:gd name="connsiteY140" fmla="*/ 1280160 h 4168140"/>
                    <a:gd name="connsiteX141" fmla="*/ 11442700 w 11737340"/>
                    <a:gd name="connsiteY141" fmla="*/ 1231900 h 4168140"/>
                    <a:gd name="connsiteX142" fmla="*/ 11384280 w 11737340"/>
                    <a:gd name="connsiteY142" fmla="*/ 1310640 h 4168140"/>
                    <a:gd name="connsiteX143" fmla="*/ 11353800 w 11737340"/>
                    <a:gd name="connsiteY143" fmla="*/ 1356360 h 4168140"/>
                    <a:gd name="connsiteX144" fmla="*/ 11224260 w 11737340"/>
                    <a:gd name="connsiteY144" fmla="*/ 1417320 h 4168140"/>
                    <a:gd name="connsiteX145" fmla="*/ 11109960 w 11737340"/>
                    <a:gd name="connsiteY145" fmla="*/ 1463040 h 4168140"/>
                    <a:gd name="connsiteX146" fmla="*/ 10911840 w 11737340"/>
                    <a:gd name="connsiteY146" fmla="*/ 1524000 h 4168140"/>
                    <a:gd name="connsiteX147" fmla="*/ 10774680 w 11737340"/>
                    <a:gd name="connsiteY147" fmla="*/ 1546860 h 4168140"/>
                    <a:gd name="connsiteX148" fmla="*/ 10675620 w 11737340"/>
                    <a:gd name="connsiteY148" fmla="*/ 1615440 h 4168140"/>
                    <a:gd name="connsiteX149" fmla="*/ 10568940 w 11737340"/>
                    <a:gd name="connsiteY149" fmla="*/ 1676400 h 4168140"/>
                    <a:gd name="connsiteX150" fmla="*/ 10485120 w 11737340"/>
                    <a:gd name="connsiteY150" fmla="*/ 1760220 h 4168140"/>
                    <a:gd name="connsiteX151" fmla="*/ 10454640 w 11737340"/>
                    <a:gd name="connsiteY151" fmla="*/ 1836420 h 4168140"/>
                    <a:gd name="connsiteX152" fmla="*/ 10416540 w 11737340"/>
                    <a:gd name="connsiteY152" fmla="*/ 1927860 h 4168140"/>
                    <a:gd name="connsiteX153" fmla="*/ 10401300 w 11737340"/>
                    <a:gd name="connsiteY153" fmla="*/ 2004060 h 4168140"/>
                    <a:gd name="connsiteX154" fmla="*/ 10363200 w 11737340"/>
                    <a:gd name="connsiteY154" fmla="*/ 2095500 h 4168140"/>
                    <a:gd name="connsiteX155" fmla="*/ 10317480 w 11737340"/>
                    <a:gd name="connsiteY155" fmla="*/ 2225040 h 4168140"/>
                    <a:gd name="connsiteX156" fmla="*/ 10287000 w 11737340"/>
                    <a:gd name="connsiteY156" fmla="*/ 2346960 h 4168140"/>
                    <a:gd name="connsiteX157" fmla="*/ 10218420 w 11737340"/>
                    <a:gd name="connsiteY157" fmla="*/ 2499360 h 4168140"/>
                    <a:gd name="connsiteX158" fmla="*/ 10134600 w 11737340"/>
                    <a:gd name="connsiteY158" fmla="*/ 2621280 h 4168140"/>
                    <a:gd name="connsiteX159" fmla="*/ 10043160 w 11737340"/>
                    <a:gd name="connsiteY159" fmla="*/ 2735580 h 4168140"/>
                    <a:gd name="connsiteX160" fmla="*/ 9974580 w 11737340"/>
                    <a:gd name="connsiteY160" fmla="*/ 2857500 h 4168140"/>
                    <a:gd name="connsiteX161" fmla="*/ 9906000 w 11737340"/>
                    <a:gd name="connsiteY161" fmla="*/ 2941320 h 4168140"/>
                    <a:gd name="connsiteX162" fmla="*/ 9860280 w 11737340"/>
                    <a:gd name="connsiteY162" fmla="*/ 3032760 h 4168140"/>
                    <a:gd name="connsiteX163" fmla="*/ 9806940 w 11737340"/>
                    <a:gd name="connsiteY163" fmla="*/ 3116580 h 4168140"/>
                    <a:gd name="connsiteX164" fmla="*/ 9715500 w 11737340"/>
                    <a:gd name="connsiteY164" fmla="*/ 3208020 h 4168140"/>
                    <a:gd name="connsiteX165" fmla="*/ 9616440 w 11737340"/>
                    <a:gd name="connsiteY165" fmla="*/ 3261360 h 4168140"/>
                    <a:gd name="connsiteX166" fmla="*/ 9532620 w 11737340"/>
                    <a:gd name="connsiteY166" fmla="*/ 3329940 h 4168140"/>
                    <a:gd name="connsiteX167" fmla="*/ 9471660 w 11737340"/>
                    <a:gd name="connsiteY167" fmla="*/ 3375660 h 4168140"/>
                    <a:gd name="connsiteX168" fmla="*/ 9410700 w 11737340"/>
                    <a:gd name="connsiteY168" fmla="*/ 3429000 h 4168140"/>
                    <a:gd name="connsiteX169" fmla="*/ 9288780 w 11737340"/>
                    <a:gd name="connsiteY169" fmla="*/ 3436620 h 4168140"/>
                    <a:gd name="connsiteX170" fmla="*/ 9166860 w 11737340"/>
                    <a:gd name="connsiteY170" fmla="*/ 3444240 h 4168140"/>
                    <a:gd name="connsiteX171" fmla="*/ 9029700 w 11737340"/>
                    <a:gd name="connsiteY171" fmla="*/ 3413760 h 4168140"/>
                    <a:gd name="connsiteX172" fmla="*/ 8823960 w 11737340"/>
                    <a:gd name="connsiteY172" fmla="*/ 3360420 h 4168140"/>
                    <a:gd name="connsiteX173" fmla="*/ 8679180 w 11737340"/>
                    <a:gd name="connsiteY173" fmla="*/ 3329940 h 4168140"/>
                    <a:gd name="connsiteX174" fmla="*/ 8572500 w 11737340"/>
                    <a:gd name="connsiteY174" fmla="*/ 3276600 h 4168140"/>
                    <a:gd name="connsiteX175" fmla="*/ 8465820 w 11737340"/>
                    <a:gd name="connsiteY175" fmla="*/ 3215640 h 4168140"/>
                    <a:gd name="connsiteX176" fmla="*/ 8321040 w 11737340"/>
                    <a:gd name="connsiteY176" fmla="*/ 3177540 h 4168140"/>
                    <a:gd name="connsiteX177" fmla="*/ 8199120 w 11737340"/>
                    <a:gd name="connsiteY177" fmla="*/ 3131820 h 4168140"/>
                    <a:gd name="connsiteX178" fmla="*/ 8069580 w 11737340"/>
                    <a:gd name="connsiteY178" fmla="*/ 3078480 h 4168140"/>
                    <a:gd name="connsiteX179" fmla="*/ 7917180 w 11737340"/>
                    <a:gd name="connsiteY179" fmla="*/ 2994660 h 4168140"/>
                    <a:gd name="connsiteX180" fmla="*/ 7787640 w 11737340"/>
                    <a:gd name="connsiteY180" fmla="*/ 2971800 h 4168140"/>
                    <a:gd name="connsiteX181" fmla="*/ 7719060 w 11737340"/>
                    <a:gd name="connsiteY181" fmla="*/ 2933700 h 4168140"/>
                    <a:gd name="connsiteX182" fmla="*/ 7612380 w 11737340"/>
                    <a:gd name="connsiteY182" fmla="*/ 2903220 h 4168140"/>
                    <a:gd name="connsiteX183" fmla="*/ 7566660 w 11737340"/>
                    <a:gd name="connsiteY183" fmla="*/ 2887980 h 4168140"/>
                    <a:gd name="connsiteX184" fmla="*/ 7551420 w 11737340"/>
                    <a:gd name="connsiteY184" fmla="*/ 2849880 h 4168140"/>
                    <a:gd name="connsiteX185" fmla="*/ 7533640 w 11737340"/>
                    <a:gd name="connsiteY185" fmla="*/ 2788920 h 4168140"/>
                    <a:gd name="connsiteX186" fmla="*/ 7475220 w 11737340"/>
                    <a:gd name="connsiteY186" fmla="*/ 2857500 h 4168140"/>
                    <a:gd name="connsiteX187" fmla="*/ 7414260 w 11737340"/>
                    <a:gd name="connsiteY187" fmla="*/ 2887980 h 4168140"/>
                    <a:gd name="connsiteX188" fmla="*/ 7345680 w 11737340"/>
                    <a:gd name="connsiteY188" fmla="*/ 2971800 h 4168140"/>
                    <a:gd name="connsiteX189" fmla="*/ 7315200 w 11737340"/>
                    <a:gd name="connsiteY189" fmla="*/ 2994660 h 4168140"/>
                    <a:gd name="connsiteX190" fmla="*/ 7261860 w 11737340"/>
                    <a:gd name="connsiteY190" fmla="*/ 3009900 h 4168140"/>
                    <a:gd name="connsiteX191" fmla="*/ 7193280 w 11737340"/>
                    <a:gd name="connsiteY191" fmla="*/ 3025140 h 4168140"/>
                    <a:gd name="connsiteX192" fmla="*/ 7155180 w 11737340"/>
                    <a:gd name="connsiteY192" fmla="*/ 3078480 h 4168140"/>
                    <a:gd name="connsiteX193" fmla="*/ 7109460 w 11737340"/>
                    <a:gd name="connsiteY193" fmla="*/ 3154680 h 4168140"/>
                    <a:gd name="connsiteX194" fmla="*/ 7048500 w 11737340"/>
                    <a:gd name="connsiteY194" fmla="*/ 3246120 h 4168140"/>
                    <a:gd name="connsiteX195" fmla="*/ 6995160 w 11737340"/>
                    <a:gd name="connsiteY195" fmla="*/ 3307080 h 4168140"/>
                    <a:gd name="connsiteX196" fmla="*/ 6972300 w 11737340"/>
                    <a:gd name="connsiteY196" fmla="*/ 3352800 h 4168140"/>
                    <a:gd name="connsiteX197" fmla="*/ 6949440 w 11737340"/>
                    <a:gd name="connsiteY197" fmla="*/ 3413760 h 4168140"/>
                    <a:gd name="connsiteX198" fmla="*/ 6949440 w 11737340"/>
                    <a:gd name="connsiteY198" fmla="*/ 3413760 h 4168140"/>
                    <a:gd name="connsiteX199" fmla="*/ 6911340 w 11737340"/>
                    <a:gd name="connsiteY199" fmla="*/ 3474720 h 4168140"/>
                    <a:gd name="connsiteX200" fmla="*/ 6888480 w 11737340"/>
                    <a:gd name="connsiteY200" fmla="*/ 3505200 h 4168140"/>
                    <a:gd name="connsiteX201" fmla="*/ 6819900 w 11737340"/>
                    <a:gd name="connsiteY201" fmla="*/ 3566160 h 4168140"/>
                    <a:gd name="connsiteX202" fmla="*/ 6743700 w 11737340"/>
                    <a:gd name="connsiteY202" fmla="*/ 3581400 h 4168140"/>
                    <a:gd name="connsiteX203" fmla="*/ 6675120 w 11737340"/>
                    <a:gd name="connsiteY203" fmla="*/ 3657600 h 4168140"/>
                    <a:gd name="connsiteX204" fmla="*/ 6629400 w 11737340"/>
                    <a:gd name="connsiteY204" fmla="*/ 3718560 h 4168140"/>
                    <a:gd name="connsiteX205" fmla="*/ 6576060 w 11737340"/>
                    <a:gd name="connsiteY205" fmla="*/ 3779520 h 4168140"/>
                    <a:gd name="connsiteX206" fmla="*/ 6484620 w 11737340"/>
                    <a:gd name="connsiteY206" fmla="*/ 3817620 h 4168140"/>
                    <a:gd name="connsiteX207" fmla="*/ 6400800 w 11737340"/>
                    <a:gd name="connsiteY207" fmla="*/ 3832860 h 4168140"/>
                    <a:gd name="connsiteX208" fmla="*/ 6263640 w 11737340"/>
                    <a:gd name="connsiteY208" fmla="*/ 3870960 h 4168140"/>
                    <a:gd name="connsiteX209" fmla="*/ 6126480 w 11737340"/>
                    <a:gd name="connsiteY209" fmla="*/ 3901440 h 4168140"/>
                    <a:gd name="connsiteX210" fmla="*/ 6027420 w 11737340"/>
                    <a:gd name="connsiteY210" fmla="*/ 3916680 h 4168140"/>
                    <a:gd name="connsiteX211" fmla="*/ 5890260 w 11737340"/>
                    <a:gd name="connsiteY211" fmla="*/ 3878580 h 4168140"/>
                    <a:gd name="connsiteX212" fmla="*/ 5821680 w 11737340"/>
                    <a:gd name="connsiteY212" fmla="*/ 3863340 h 4168140"/>
                    <a:gd name="connsiteX213" fmla="*/ 5737860 w 11737340"/>
                    <a:gd name="connsiteY213" fmla="*/ 3825240 h 4168140"/>
                    <a:gd name="connsiteX214" fmla="*/ 5638800 w 11737340"/>
                    <a:gd name="connsiteY214" fmla="*/ 3794760 h 4168140"/>
                    <a:gd name="connsiteX215" fmla="*/ 5524500 w 11737340"/>
                    <a:gd name="connsiteY215" fmla="*/ 3756660 h 4168140"/>
                    <a:gd name="connsiteX216" fmla="*/ 5448300 w 11737340"/>
                    <a:gd name="connsiteY216" fmla="*/ 3718560 h 4168140"/>
                    <a:gd name="connsiteX217" fmla="*/ 5349240 w 11737340"/>
                    <a:gd name="connsiteY217" fmla="*/ 3657600 h 4168140"/>
                    <a:gd name="connsiteX218" fmla="*/ 5295900 w 11737340"/>
                    <a:gd name="connsiteY218" fmla="*/ 3619500 h 4168140"/>
                    <a:gd name="connsiteX219" fmla="*/ 5234940 w 11737340"/>
                    <a:gd name="connsiteY219" fmla="*/ 3596640 h 4168140"/>
                    <a:gd name="connsiteX220" fmla="*/ 5135880 w 11737340"/>
                    <a:gd name="connsiteY220" fmla="*/ 3550920 h 4168140"/>
                    <a:gd name="connsiteX221" fmla="*/ 5059680 w 11737340"/>
                    <a:gd name="connsiteY221" fmla="*/ 3505200 h 4168140"/>
                    <a:gd name="connsiteX222" fmla="*/ 5029200 w 11737340"/>
                    <a:gd name="connsiteY222" fmla="*/ 3482340 h 4168140"/>
                    <a:gd name="connsiteX223" fmla="*/ 4960620 w 11737340"/>
                    <a:gd name="connsiteY223" fmla="*/ 3413760 h 4168140"/>
                    <a:gd name="connsiteX224" fmla="*/ 4876800 w 11737340"/>
                    <a:gd name="connsiteY224" fmla="*/ 3299460 h 4168140"/>
                    <a:gd name="connsiteX225" fmla="*/ 4808220 w 11737340"/>
                    <a:gd name="connsiteY225" fmla="*/ 3200400 h 4168140"/>
                    <a:gd name="connsiteX226" fmla="*/ 4777740 w 11737340"/>
                    <a:gd name="connsiteY226" fmla="*/ 3147060 h 4168140"/>
                    <a:gd name="connsiteX227" fmla="*/ 4724400 w 11737340"/>
                    <a:gd name="connsiteY227" fmla="*/ 3108960 h 4168140"/>
                    <a:gd name="connsiteX228" fmla="*/ 4648200 w 11737340"/>
                    <a:gd name="connsiteY228" fmla="*/ 3063240 h 4168140"/>
                    <a:gd name="connsiteX229" fmla="*/ 4533900 w 11737340"/>
                    <a:gd name="connsiteY229" fmla="*/ 2979420 h 4168140"/>
                    <a:gd name="connsiteX230" fmla="*/ 4427220 w 11737340"/>
                    <a:gd name="connsiteY230" fmla="*/ 2941320 h 4168140"/>
                    <a:gd name="connsiteX231" fmla="*/ 4366260 w 11737340"/>
                    <a:gd name="connsiteY231" fmla="*/ 2903220 h 4168140"/>
                    <a:gd name="connsiteX232" fmla="*/ 4244340 w 11737340"/>
                    <a:gd name="connsiteY232" fmla="*/ 2842260 h 4168140"/>
                    <a:gd name="connsiteX233" fmla="*/ 4145280 w 11737340"/>
                    <a:gd name="connsiteY233" fmla="*/ 2811780 h 4168140"/>
                    <a:gd name="connsiteX234" fmla="*/ 4038600 w 11737340"/>
                    <a:gd name="connsiteY234" fmla="*/ 2804160 h 4168140"/>
                    <a:gd name="connsiteX235" fmla="*/ 3954780 w 11737340"/>
                    <a:gd name="connsiteY235" fmla="*/ 2819400 h 4168140"/>
                    <a:gd name="connsiteX236" fmla="*/ 3863340 w 11737340"/>
                    <a:gd name="connsiteY236" fmla="*/ 2804160 h 4168140"/>
                    <a:gd name="connsiteX237" fmla="*/ 3741420 w 11737340"/>
                    <a:gd name="connsiteY237" fmla="*/ 2781300 h 4168140"/>
                    <a:gd name="connsiteX238" fmla="*/ 3649980 w 11737340"/>
                    <a:gd name="connsiteY238" fmla="*/ 2743200 h 4168140"/>
                    <a:gd name="connsiteX239" fmla="*/ 3573780 w 11737340"/>
                    <a:gd name="connsiteY239" fmla="*/ 2674620 h 4168140"/>
                    <a:gd name="connsiteX240" fmla="*/ 3482340 w 11737340"/>
                    <a:gd name="connsiteY240" fmla="*/ 2621280 h 4168140"/>
                    <a:gd name="connsiteX241" fmla="*/ 3436620 w 11737340"/>
                    <a:gd name="connsiteY241" fmla="*/ 2552700 h 4168140"/>
                    <a:gd name="connsiteX242" fmla="*/ 3329940 w 11737340"/>
                    <a:gd name="connsiteY242" fmla="*/ 2423160 h 4168140"/>
                    <a:gd name="connsiteX243" fmla="*/ 3261360 w 11737340"/>
                    <a:gd name="connsiteY243" fmla="*/ 2324100 h 4168140"/>
                    <a:gd name="connsiteX244" fmla="*/ 3131820 w 11737340"/>
                    <a:gd name="connsiteY244" fmla="*/ 2209800 h 4168140"/>
                    <a:gd name="connsiteX245" fmla="*/ 3040380 w 11737340"/>
                    <a:gd name="connsiteY245" fmla="*/ 2141220 h 4168140"/>
                    <a:gd name="connsiteX246" fmla="*/ 2910840 w 11737340"/>
                    <a:gd name="connsiteY246" fmla="*/ 2034540 h 4168140"/>
                    <a:gd name="connsiteX247" fmla="*/ 2849880 w 11737340"/>
                    <a:gd name="connsiteY247" fmla="*/ 1958340 h 4168140"/>
                    <a:gd name="connsiteX248" fmla="*/ 2743200 w 11737340"/>
                    <a:gd name="connsiteY248" fmla="*/ 1889760 h 4168140"/>
                    <a:gd name="connsiteX249" fmla="*/ 2659380 w 11737340"/>
                    <a:gd name="connsiteY249" fmla="*/ 1844040 h 4168140"/>
                    <a:gd name="connsiteX250" fmla="*/ 2575560 w 11737340"/>
                    <a:gd name="connsiteY250" fmla="*/ 1744980 h 4168140"/>
                    <a:gd name="connsiteX251" fmla="*/ 2468880 w 11737340"/>
                    <a:gd name="connsiteY251" fmla="*/ 1645920 h 4168140"/>
                    <a:gd name="connsiteX252" fmla="*/ 2400300 w 11737340"/>
                    <a:gd name="connsiteY252" fmla="*/ 1607820 h 4168140"/>
                    <a:gd name="connsiteX253" fmla="*/ 2263140 w 11737340"/>
                    <a:gd name="connsiteY253" fmla="*/ 1501140 h 4168140"/>
                    <a:gd name="connsiteX254" fmla="*/ 2171700 w 11737340"/>
                    <a:gd name="connsiteY254" fmla="*/ 1432560 h 4168140"/>
                    <a:gd name="connsiteX255" fmla="*/ 2087880 w 11737340"/>
                    <a:gd name="connsiteY255" fmla="*/ 1363980 h 4168140"/>
                    <a:gd name="connsiteX256" fmla="*/ 1950720 w 11737340"/>
                    <a:gd name="connsiteY256" fmla="*/ 1272540 h 4168140"/>
                    <a:gd name="connsiteX257" fmla="*/ 1805940 w 11737340"/>
                    <a:gd name="connsiteY257" fmla="*/ 1135380 h 4168140"/>
                    <a:gd name="connsiteX258" fmla="*/ 1729740 w 11737340"/>
                    <a:gd name="connsiteY258" fmla="*/ 1089660 h 4168140"/>
                    <a:gd name="connsiteX259" fmla="*/ 1668780 w 11737340"/>
                    <a:gd name="connsiteY259" fmla="*/ 1043940 h 4168140"/>
                    <a:gd name="connsiteX260" fmla="*/ 1592580 w 11737340"/>
                    <a:gd name="connsiteY260" fmla="*/ 990600 h 4168140"/>
                    <a:gd name="connsiteX261" fmla="*/ 1470660 w 11737340"/>
                    <a:gd name="connsiteY261" fmla="*/ 891540 h 4168140"/>
                    <a:gd name="connsiteX262" fmla="*/ 1386840 w 11737340"/>
                    <a:gd name="connsiteY262" fmla="*/ 845820 h 4168140"/>
                    <a:gd name="connsiteX263" fmla="*/ 1318260 w 11737340"/>
                    <a:gd name="connsiteY263" fmla="*/ 784860 h 4168140"/>
                    <a:gd name="connsiteX264" fmla="*/ 1264920 w 11737340"/>
                    <a:gd name="connsiteY264" fmla="*/ 723900 h 4168140"/>
                    <a:gd name="connsiteX265" fmla="*/ 1181100 w 11737340"/>
                    <a:gd name="connsiteY265" fmla="*/ 647700 h 4168140"/>
                    <a:gd name="connsiteX266" fmla="*/ 1089660 w 11737340"/>
                    <a:gd name="connsiteY266" fmla="*/ 624840 h 4168140"/>
                    <a:gd name="connsiteX267" fmla="*/ 1021080 w 11737340"/>
                    <a:gd name="connsiteY267" fmla="*/ 586740 h 4168140"/>
                    <a:gd name="connsiteX268" fmla="*/ 937260 w 11737340"/>
                    <a:gd name="connsiteY268" fmla="*/ 548640 h 4168140"/>
                    <a:gd name="connsiteX269" fmla="*/ 830580 w 11737340"/>
                    <a:gd name="connsiteY269" fmla="*/ 510540 h 4168140"/>
                    <a:gd name="connsiteX270" fmla="*/ 754380 w 11737340"/>
                    <a:gd name="connsiteY270" fmla="*/ 457200 h 4168140"/>
                    <a:gd name="connsiteX271" fmla="*/ 708660 w 11737340"/>
                    <a:gd name="connsiteY271" fmla="*/ 419100 h 4168140"/>
                    <a:gd name="connsiteX272" fmla="*/ 609600 w 11737340"/>
                    <a:gd name="connsiteY272" fmla="*/ 396240 h 4168140"/>
                    <a:gd name="connsiteX273" fmla="*/ 548640 w 11737340"/>
                    <a:gd name="connsiteY273" fmla="*/ 320040 h 4168140"/>
                    <a:gd name="connsiteX274" fmla="*/ 510540 w 11737340"/>
                    <a:gd name="connsiteY274" fmla="*/ 251460 h 4168140"/>
                    <a:gd name="connsiteX275" fmla="*/ 464820 w 11737340"/>
                    <a:gd name="connsiteY275" fmla="*/ 190500 h 4168140"/>
                    <a:gd name="connsiteX276" fmla="*/ 411480 w 11737340"/>
                    <a:gd name="connsiteY276" fmla="*/ 137160 h 4168140"/>
                    <a:gd name="connsiteX277" fmla="*/ 373380 w 11737340"/>
                    <a:gd name="connsiteY277" fmla="*/ 45720 h 4168140"/>
                    <a:gd name="connsiteX278" fmla="*/ 342900 w 11737340"/>
                    <a:gd name="connsiteY278" fmla="*/ 0 h 4168140"/>
                    <a:gd name="connsiteX279" fmla="*/ 327660 w 11737340"/>
                    <a:gd name="connsiteY279" fmla="*/ 60960 h 4168140"/>
                    <a:gd name="connsiteX280" fmla="*/ 289560 w 11737340"/>
                    <a:gd name="connsiteY280" fmla="*/ 91440 h 4168140"/>
                    <a:gd name="connsiteX281" fmla="*/ 236220 w 11737340"/>
                    <a:gd name="connsiteY281" fmla="*/ 114300 h 4168140"/>
                    <a:gd name="connsiteX282" fmla="*/ 198120 w 11737340"/>
                    <a:gd name="connsiteY282" fmla="*/ 175260 h 4168140"/>
                    <a:gd name="connsiteX283" fmla="*/ 175260 w 11737340"/>
                    <a:gd name="connsiteY283" fmla="*/ 228600 h 4168140"/>
                    <a:gd name="connsiteX284" fmla="*/ 114300 w 11737340"/>
                    <a:gd name="connsiteY284" fmla="*/ 236220 h 4168140"/>
                    <a:gd name="connsiteX285" fmla="*/ 45720 w 11737340"/>
                    <a:gd name="connsiteY285" fmla="*/ 251460 h 4168140"/>
                    <a:gd name="connsiteX286" fmla="*/ 0 w 11737340"/>
                    <a:gd name="connsiteY286" fmla="*/ 281940 h 4168140"/>
                    <a:gd name="connsiteX287" fmla="*/ 68580 w 11737340"/>
                    <a:gd name="connsiteY287" fmla="*/ 320040 h 4168140"/>
                    <a:gd name="connsiteX0" fmla="*/ 68580 w 11737340"/>
                    <a:gd name="connsiteY0" fmla="*/ 320040 h 4168140"/>
                    <a:gd name="connsiteX1" fmla="*/ 121920 w 11737340"/>
                    <a:gd name="connsiteY1" fmla="*/ 381000 h 4168140"/>
                    <a:gd name="connsiteX2" fmla="*/ 198120 w 11737340"/>
                    <a:gd name="connsiteY2" fmla="*/ 419100 h 4168140"/>
                    <a:gd name="connsiteX3" fmla="*/ 320040 w 11737340"/>
                    <a:gd name="connsiteY3" fmla="*/ 510540 h 4168140"/>
                    <a:gd name="connsiteX4" fmla="*/ 411480 w 11737340"/>
                    <a:gd name="connsiteY4" fmla="*/ 563880 h 4168140"/>
                    <a:gd name="connsiteX5" fmla="*/ 472440 w 11737340"/>
                    <a:gd name="connsiteY5" fmla="*/ 632460 h 4168140"/>
                    <a:gd name="connsiteX6" fmla="*/ 601980 w 11737340"/>
                    <a:gd name="connsiteY6" fmla="*/ 708660 h 4168140"/>
                    <a:gd name="connsiteX7" fmla="*/ 739140 w 11737340"/>
                    <a:gd name="connsiteY7" fmla="*/ 784860 h 4168140"/>
                    <a:gd name="connsiteX8" fmla="*/ 861060 w 11737340"/>
                    <a:gd name="connsiteY8" fmla="*/ 868680 h 4168140"/>
                    <a:gd name="connsiteX9" fmla="*/ 944880 w 11737340"/>
                    <a:gd name="connsiteY9" fmla="*/ 952500 h 4168140"/>
                    <a:gd name="connsiteX10" fmla="*/ 1021080 w 11737340"/>
                    <a:gd name="connsiteY10" fmla="*/ 1005840 h 4168140"/>
                    <a:gd name="connsiteX11" fmla="*/ 1097280 w 11737340"/>
                    <a:gd name="connsiteY11" fmla="*/ 1043940 h 4168140"/>
                    <a:gd name="connsiteX12" fmla="*/ 1181100 w 11737340"/>
                    <a:gd name="connsiteY12" fmla="*/ 1104900 h 4168140"/>
                    <a:gd name="connsiteX13" fmla="*/ 1249680 w 11737340"/>
                    <a:gd name="connsiteY13" fmla="*/ 1150620 h 4168140"/>
                    <a:gd name="connsiteX14" fmla="*/ 1341120 w 11737340"/>
                    <a:gd name="connsiteY14" fmla="*/ 1196340 h 4168140"/>
                    <a:gd name="connsiteX15" fmla="*/ 1417320 w 11737340"/>
                    <a:gd name="connsiteY15" fmla="*/ 1257300 h 4168140"/>
                    <a:gd name="connsiteX16" fmla="*/ 1493520 w 11737340"/>
                    <a:gd name="connsiteY16" fmla="*/ 1333500 h 4168140"/>
                    <a:gd name="connsiteX17" fmla="*/ 1569720 w 11737340"/>
                    <a:gd name="connsiteY17" fmla="*/ 1356360 h 4168140"/>
                    <a:gd name="connsiteX18" fmla="*/ 1684020 w 11737340"/>
                    <a:gd name="connsiteY18" fmla="*/ 1424940 h 4168140"/>
                    <a:gd name="connsiteX19" fmla="*/ 1729740 w 11737340"/>
                    <a:gd name="connsiteY19" fmla="*/ 1485900 h 4168140"/>
                    <a:gd name="connsiteX20" fmla="*/ 1844040 w 11737340"/>
                    <a:gd name="connsiteY20" fmla="*/ 1569720 h 4168140"/>
                    <a:gd name="connsiteX21" fmla="*/ 1935480 w 11737340"/>
                    <a:gd name="connsiteY21" fmla="*/ 1615440 h 4168140"/>
                    <a:gd name="connsiteX22" fmla="*/ 2049780 w 11737340"/>
                    <a:gd name="connsiteY22" fmla="*/ 1691640 h 4168140"/>
                    <a:gd name="connsiteX23" fmla="*/ 2133600 w 11737340"/>
                    <a:gd name="connsiteY23" fmla="*/ 1729740 h 4168140"/>
                    <a:gd name="connsiteX24" fmla="*/ 2202180 w 11737340"/>
                    <a:gd name="connsiteY24" fmla="*/ 1805940 h 4168140"/>
                    <a:gd name="connsiteX25" fmla="*/ 2255520 w 11737340"/>
                    <a:gd name="connsiteY25" fmla="*/ 1821180 h 4168140"/>
                    <a:gd name="connsiteX26" fmla="*/ 2316480 w 11737340"/>
                    <a:gd name="connsiteY26" fmla="*/ 1866900 h 4168140"/>
                    <a:gd name="connsiteX27" fmla="*/ 2423160 w 11737340"/>
                    <a:gd name="connsiteY27" fmla="*/ 2004060 h 4168140"/>
                    <a:gd name="connsiteX28" fmla="*/ 2476500 w 11737340"/>
                    <a:gd name="connsiteY28" fmla="*/ 2087880 h 4168140"/>
                    <a:gd name="connsiteX29" fmla="*/ 2567940 w 11737340"/>
                    <a:gd name="connsiteY29" fmla="*/ 2148840 h 4168140"/>
                    <a:gd name="connsiteX30" fmla="*/ 2682240 w 11737340"/>
                    <a:gd name="connsiteY30" fmla="*/ 2186940 h 4168140"/>
                    <a:gd name="connsiteX31" fmla="*/ 2743200 w 11737340"/>
                    <a:gd name="connsiteY31" fmla="*/ 2209800 h 4168140"/>
                    <a:gd name="connsiteX32" fmla="*/ 2811780 w 11737340"/>
                    <a:gd name="connsiteY32" fmla="*/ 2247900 h 4168140"/>
                    <a:gd name="connsiteX33" fmla="*/ 2887980 w 11737340"/>
                    <a:gd name="connsiteY33" fmla="*/ 2301240 h 4168140"/>
                    <a:gd name="connsiteX34" fmla="*/ 2979420 w 11737340"/>
                    <a:gd name="connsiteY34" fmla="*/ 2385060 h 4168140"/>
                    <a:gd name="connsiteX35" fmla="*/ 3055620 w 11737340"/>
                    <a:gd name="connsiteY35" fmla="*/ 2461260 h 4168140"/>
                    <a:gd name="connsiteX36" fmla="*/ 3139440 w 11737340"/>
                    <a:gd name="connsiteY36" fmla="*/ 2537460 h 4168140"/>
                    <a:gd name="connsiteX37" fmla="*/ 3261360 w 11737340"/>
                    <a:gd name="connsiteY37" fmla="*/ 2628900 h 4168140"/>
                    <a:gd name="connsiteX38" fmla="*/ 3345180 w 11737340"/>
                    <a:gd name="connsiteY38" fmla="*/ 2720340 h 4168140"/>
                    <a:gd name="connsiteX39" fmla="*/ 3444240 w 11737340"/>
                    <a:gd name="connsiteY39" fmla="*/ 2796540 h 4168140"/>
                    <a:gd name="connsiteX40" fmla="*/ 3558540 w 11737340"/>
                    <a:gd name="connsiteY40" fmla="*/ 2872740 h 4168140"/>
                    <a:gd name="connsiteX41" fmla="*/ 3619500 w 11737340"/>
                    <a:gd name="connsiteY41" fmla="*/ 2979420 h 4168140"/>
                    <a:gd name="connsiteX42" fmla="*/ 3619500 w 11737340"/>
                    <a:gd name="connsiteY42" fmla="*/ 2979420 h 4168140"/>
                    <a:gd name="connsiteX43" fmla="*/ 3649980 w 11737340"/>
                    <a:gd name="connsiteY43" fmla="*/ 3048000 h 4168140"/>
                    <a:gd name="connsiteX44" fmla="*/ 3703320 w 11737340"/>
                    <a:gd name="connsiteY44" fmla="*/ 3086100 h 4168140"/>
                    <a:gd name="connsiteX45" fmla="*/ 3764280 w 11737340"/>
                    <a:gd name="connsiteY45" fmla="*/ 3063240 h 4168140"/>
                    <a:gd name="connsiteX46" fmla="*/ 3848100 w 11737340"/>
                    <a:gd name="connsiteY46" fmla="*/ 3025140 h 4168140"/>
                    <a:gd name="connsiteX47" fmla="*/ 3916680 w 11737340"/>
                    <a:gd name="connsiteY47" fmla="*/ 3032760 h 4168140"/>
                    <a:gd name="connsiteX48" fmla="*/ 4030980 w 11737340"/>
                    <a:gd name="connsiteY48" fmla="*/ 3063240 h 4168140"/>
                    <a:gd name="connsiteX49" fmla="*/ 4137660 w 11737340"/>
                    <a:gd name="connsiteY49" fmla="*/ 3101340 h 4168140"/>
                    <a:gd name="connsiteX50" fmla="*/ 4259580 w 11737340"/>
                    <a:gd name="connsiteY50" fmla="*/ 3147060 h 4168140"/>
                    <a:gd name="connsiteX51" fmla="*/ 4381500 w 11737340"/>
                    <a:gd name="connsiteY51" fmla="*/ 3192780 h 4168140"/>
                    <a:gd name="connsiteX52" fmla="*/ 4526280 w 11737340"/>
                    <a:gd name="connsiteY52" fmla="*/ 3276600 h 4168140"/>
                    <a:gd name="connsiteX53" fmla="*/ 4587240 w 11737340"/>
                    <a:gd name="connsiteY53" fmla="*/ 3299460 h 4168140"/>
                    <a:gd name="connsiteX54" fmla="*/ 4610100 w 11737340"/>
                    <a:gd name="connsiteY54" fmla="*/ 3352800 h 4168140"/>
                    <a:gd name="connsiteX55" fmla="*/ 4648200 w 11737340"/>
                    <a:gd name="connsiteY55" fmla="*/ 3436620 h 4168140"/>
                    <a:gd name="connsiteX56" fmla="*/ 4671060 w 11737340"/>
                    <a:gd name="connsiteY56" fmla="*/ 3520440 h 4168140"/>
                    <a:gd name="connsiteX57" fmla="*/ 4678680 w 11737340"/>
                    <a:gd name="connsiteY57" fmla="*/ 3589020 h 4168140"/>
                    <a:gd name="connsiteX58" fmla="*/ 4686300 w 11737340"/>
                    <a:gd name="connsiteY58" fmla="*/ 3649980 h 4168140"/>
                    <a:gd name="connsiteX59" fmla="*/ 4724400 w 11737340"/>
                    <a:gd name="connsiteY59" fmla="*/ 3680460 h 4168140"/>
                    <a:gd name="connsiteX60" fmla="*/ 4785360 w 11737340"/>
                    <a:gd name="connsiteY60" fmla="*/ 3672840 h 4168140"/>
                    <a:gd name="connsiteX61" fmla="*/ 4869180 w 11737340"/>
                    <a:gd name="connsiteY61" fmla="*/ 3703320 h 4168140"/>
                    <a:gd name="connsiteX62" fmla="*/ 4914900 w 11737340"/>
                    <a:gd name="connsiteY62" fmla="*/ 3756660 h 4168140"/>
                    <a:gd name="connsiteX63" fmla="*/ 5105400 w 11737340"/>
                    <a:gd name="connsiteY63" fmla="*/ 3832860 h 4168140"/>
                    <a:gd name="connsiteX64" fmla="*/ 5173980 w 11737340"/>
                    <a:gd name="connsiteY64" fmla="*/ 3886200 h 4168140"/>
                    <a:gd name="connsiteX65" fmla="*/ 5242560 w 11737340"/>
                    <a:gd name="connsiteY65" fmla="*/ 3924300 h 4168140"/>
                    <a:gd name="connsiteX66" fmla="*/ 5364480 w 11737340"/>
                    <a:gd name="connsiteY66" fmla="*/ 3962400 h 4168140"/>
                    <a:gd name="connsiteX67" fmla="*/ 5516880 w 11737340"/>
                    <a:gd name="connsiteY67" fmla="*/ 4046220 h 4168140"/>
                    <a:gd name="connsiteX68" fmla="*/ 5585460 w 11737340"/>
                    <a:gd name="connsiteY68" fmla="*/ 4099560 h 4168140"/>
                    <a:gd name="connsiteX69" fmla="*/ 5661660 w 11737340"/>
                    <a:gd name="connsiteY69" fmla="*/ 4122420 h 4168140"/>
                    <a:gd name="connsiteX70" fmla="*/ 5745480 w 11737340"/>
                    <a:gd name="connsiteY70" fmla="*/ 4130040 h 4168140"/>
                    <a:gd name="connsiteX71" fmla="*/ 5836920 w 11737340"/>
                    <a:gd name="connsiteY71" fmla="*/ 4130040 h 4168140"/>
                    <a:gd name="connsiteX72" fmla="*/ 5951220 w 11737340"/>
                    <a:gd name="connsiteY72" fmla="*/ 4145280 h 4168140"/>
                    <a:gd name="connsiteX73" fmla="*/ 6035040 w 11737340"/>
                    <a:gd name="connsiteY73" fmla="*/ 4168140 h 4168140"/>
                    <a:gd name="connsiteX74" fmla="*/ 6149340 w 11737340"/>
                    <a:gd name="connsiteY74" fmla="*/ 4137660 h 4168140"/>
                    <a:gd name="connsiteX75" fmla="*/ 6286500 w 11737340"/>
                    <a:gd name="connsiteY75" fmla="*/ 4114800 h 4168140"/>
                    <a:gd name="connsiteX76" fmla="*/ 6393180 w 11737340"/>
                    <a:gd name="connsiteY76" fmla="*/ 4053840 h 4168140"/>
                    <a:gd name="connsiteX77" fmla="*/ 6484620 w 11737340"/>
                    <a:gd name="connsiteY77" fmla="*/ 4038600 h 4168140"/>
                    <a:gd name="connsiteX78" fmla="*/ 6583680 w 11737340"/>
                    <a:gd name="connsiteY78" fmla="*/ 3970020 h 4168140"/>
                    <a:gd name="connsiteX79" fmla="*/ 6697980 w 11737340"/>
                    <a:gd name="connsiteY79" fmla="*/ 3886200 h 4168140"/>
                    <a:gd name="connsiteX80" fmla="*/ 6728460 w 11737340"/>
                    <a:gd name="connsiteY80" fmla="*/ 3817620 h 4168140"/>
                    <a:gd name="connsiteX81" fmla="*/ 6842760 w 11737340"/>
                    <a:gd name="connsiteY81" fmla="*/ 3733800 h 4168140"/>
                    <a:gd name="connsiteX82" fmla="*/ 6972300 w 11737340"/>
                    <a:gd name="connsiteY82" fmla="*/ 3642360 h 4168140"/>
                    <a:gd name="connsiteX83" fmla="*/ 7078980 w 11737340"/>
                    <a:gd name="connsiteY83" fmla="*/ 3528060 h 4168140"/>
                    <a:gd name="connsiteX84" fmla="*/ 7139940 w 11737340"/>
                    <a:gd name="connsiteY84" fmla="*/ 3444240 h 4168140"/>
                    <a:gd name="connsiteX85" fmla="*/ 7269480 w 11737340"/>
                    <a:gd name="connsiteY85" fmla="*/ 3284220 h 4168140"/>
                    <a:gd name="connsiteX86" fmla="*/ 7330440 w 11737340"/>
                    <a:gd name="connsiteY86" fmla="*/ 3185160 h 4168140"/>
                    <a:gd name="connsiteX87" fmla="*/ 7376160 w 11737340"/>
                    <a:gd name="connsiteY87" fmla="*/ 3116580 h 4168140"/>
                    <a:gd name="connsiteX88" fmla="*/ 7444740 w 11737340"/>
                    <a:gd name="connsiteY88" fmla="*/ 3093720 h 4168140"/>
                    <a:gd name="connsiteX89" fmla="*/ 7513320 w 11737340"/>
                    <a:gd name="connsiteY89" fmla="*/ 3101340 h 4168140"/>
                    <a:gd name="connsiteX90" fmla="*/ 7576820 w 11737340"/>
                    <a:gd name="connsiteY90" fmla="*/ 3093720 h 4168140"/>
                    <a:gd name="connsiteX91" fmla="*/ 7729220 w 11737340"/>
                    <a:gd name="connsiteY91" fmla="*/ 3136900 h 4168140"/>
                    <a:gd name="connsiteX92" fmla="*/ 7833360 w 11737340"/>
                    <a:gd name="connsiteY92" fmla="*/ 3180080 h 4168140"/>
                    <a:gd name="connsiteX93" fmla="*/ 7967980 w 11737340"/>
                    <a:gd name="connsiteY93" fmla="*/ 3208020 h 4168140"/>
                    <a:gd name="connsiteX94" fmla="*/ 8161020 w 11737340"/>
                    <a:gd name="connsiteY94" fmla="*/ 3296920 h 4168140"/>
                    <a:gd name="connsiteX95" fmla="*/ 8293100 w 11737340"/>
                    <a:gd name="connsiteY95" fmla="*/ 3370580 h 4168140"/>
                    <a:gd name="connsiteX96" fmla="*/ 8371840 w 11737340"/>
                    <a:gd name="connsiteY96" fmla="*/ 3395980 h 4168140"/>
                    <a:gd name="connsiteX97" fmla="*/ 8468360 w 11737340"/>
                    <a:gd name="connsiteY97" fmla="*/ 3434080 h 4168140"/>
                    <a:gd name="connsiteX98" fmla="*/ 8595360 w 11737340"/>
                    <a:gd name="connsiteY98" fmla="*/ 3512820 h 4168140"/>
                    <a:gd name="connsiteX99" fmla="*/ 8641080 w 11737340"/>
                    <a:gd name="connsiteY99" fmla="*/ 3566160 h 4168140"/>
                    <a:gd name="connsiteX100" fmla="*/ 8702040 w 11737340"/>
                    <a:gd name="connsiteY100" fmla="*/ 3604260 h 4168140"/>
                    <a:gd name="connsiteX101" fmla="*/ 8763000 w 11737340"/>
                    <a:gd name="connsiteY101" fmla="*/ 3634740 h 4168140"/>
                    <a:gd name="connsiteX102" fmla="*/ 8846820 w 11737340"/>
                    <a:gd name="connsiteY102" fmla="*/ 3632200 h 4168140"/>
                    <a:gd name="connsiteX103" fmla="*/ 8968740 w 11737340"/>
                    <a:gd name="connsiteY103" fmla="*/ 3634740 h 4168140"/>
                    <a:gd name="connsiteX104" fmla="*/ 9060180 w 11737340"/>
                    <a:gd name="connsiteY104" fmla="*/ 3642360 h 4168140"/>
                    <a:gd name="connsiteX105" fmla="*/ 9151620 w 11737340"/>
                    <a:gd name="connsiteY105" fmla="*/ 3657600 h 4168140"/>
                    <a:gd name="connsiteX106" fmla="*/ 9230360 w 11737340"/>
                    <a:gd name="connsiteY106" fmla="*/ 3657600 h 4168140"/>
                    <a:gd name="connsiteX107" fmla="*/ 9331960 w 11737340"/>
                    <a:gd name="connsiteY107" fmla="*/ 3629660 h 4168140"/>
                    <a:gd name="connsiteX108" fmla="*/ 9433560 w 11737340"/>
                    <a:gd name="connsiteY108" fmla="*/ 3589020 h 4168140"/>
                    <a:gd name="connsiteX109" fmla="*/ 9535160 w 11737340"/>
                    <a:gd name="connsiteY109" fmla="*/ 3540760 h 4168140"/>
                    <a:gd name="connsiteX110" fmla="*/ 9646920 w 11737340"/>
                    <a:gd name="connsiteY110" fmla="*/ 3489960 h 4168140"/>
                    <a:gd name="connsiteX111" fmla="*/ 9784080 w 11737340"/>
                    <a:gd name="connsiteY111" fmla="*/ 3444240 h 4168140"/>
                    <a:gd name="connsiteX112" fmla="*/ 9860280 w 11737340"/>
                    <a:gd name="connsiteY112" fmla="*/ 3383280 h 4168140"/>
                    <a:gd name="connsiteX113" fmla="*/ 9921240 w 11737340"/>
                    <a:gd name="connsiteY113" fmla="*/ 3314700 h 4168140"/>
                    <a:gd name="connsiteX114" fmla="*/ 9997440 w 11737340"/>
                    <a:gd name="connsiteY114" fmla="*/ 3208020 h 4168140"/>
                    <a:gd name="connsiteX115" fmla="*/ 10043160 w 11737340"/>
                    <a:gd name="connsiteY115" fmla="*/ 3101340 h 4168140"/>
                    <a:gd name="connsiteX116" fmla="*/ 10104120 w 11737340"/>
                    <a:gd name="connsiteY116" fmla="*/ 3017520 h 4168140"/>
                    <a:gd name="connsiteX117" fmla="*/ 10157460 w 11737340"/>
                    <a:gd name="connsiteY117" fmla="*/ 2933700 h 4168140"/>
                    <a:gd name="connsiteX118" fmla="*/ 10218420 w 11737340"/>
                    <a:gd name="connsiteY118" fmla="*/ 2849880 h 4168140"/>
                    <a:gd name="connsiteX119" fmla="*/ 10294620 w 11737340"/>
                    <a:gd name="connsiteY119" fmla="*/ 2735580 h 4168140"/>
                    <a:gd name="connsiteX120" fmla="*/ 10347960 w 11737340"/>
                    <a:gd name="connsiteY120" fmla="*/ 2621280 h 4168140"/>
                    <a:gd name="connsiteX121" fmla="*/ 10431780 w 11737340"/>
                    <a:gd name="connsiteY121" fmla="*/ 2499360 h 4168140"/>
                    <a:gd name="connsiteX122" fmla="*/ 10500360 w 11737340"/>
                    <a:gd name="connsiteY122" fmla="*/ 2354580 h 4168140"/>
                    <a:gd name="connsiteX123" fmla="*/ 10553700 w 11737340"/>
                    <a:gd name="connsiteY123" fmla="*/ 2263140 h 4168140"/>
                    <a:gd name="connsiteX124" fmla="*/ 10584180 w 11737340"/>
                    <a:gd name="connsiteY124" fmla="*/ 2194560 h 4168140"/>
                    <a:gd name="connsiteX125" fmla="*/ 10624820 w 11737340"/>
                    <a:gd name="connsiteY125" fmla="*/ 2125980 h 4168140"/>
                    <a:gd name="connsiteX126" fmla="*/ 10675620 w 11737340"/>
                    <a:gd name="connsiteY126" fmla="*/ 2049780 h 4168140"/>
                    <a:gd name="connsiteX127" fmla="*/ 10690860 w 11737340"/>
                    <a:gd name="connsiteY127" fmla="*/ 1988820 h 4168140"/>
                    <a:gd name="connsiteX128" fmla="*/ 10713720 w 11737340"/>
                    <a:gd name="connsiteY128" fmla="*/ 1927860 h 4168140"/>
                    <a:gd name="connsiteX129" fmla="*/ 10767060 w 11737340"/>
                    <a:gd name="connsiteY129" fmla="*/ 1859280 h 4168140"/>
                    <a:gd name="connsiteX130" fmla="*/ 10873740 w 11737340"/>
                    <a:gd name="connsiteY130" fmla="*/ 1828800 h 4168140"/>
                    <a:gd name="connsiteX131" fmla="*/ 11079480 w 11737340"/>
                    <a:gd name="connsiteY131" fmla="*/ 1767840 h 4168140"/>
                    <a:gd name="connsiteX132" fmla="*/ 11247120 w 11737340"/>
                    <a:gd name="connsiteY132" fmla="*/ 1684020 h 4168140"/>
                    <a:gd name="connsiteX133" fmla="*/ 11407140 w 11737340"/>
                    <a:gd name="connsiteY133" fmla="*/ 1628140 h 4168140"/>
                    <a:gd name="connsiteX134" fmla="*/ 11490960 w 11737340"/>
                    <a:gd name="connsiteY134" fmla="*/ 1577340 h 4168140"/>
                    <a:gd name="connsiteX135" fmla="*/ 11635740 w 11737340"/>
                    <a:gd name="connsiteY135" fmla="*/ 1508760 h 4168140"/>
                    <a:gd name="connsiteX136" fmla="*/ 11737340 w 11737340"/>
                    <a:gd name="connsiteY136" fmla="*/ 1442720 h 4168140"/>
                    <a:gd name="connsiteX137" fmla="*/ 11620500 w 11737340"/>
                    <a:gd name="connsiteY137" fmla="*/ 1417320 h 4168140"/>
                    <a:gd name="connsiteX138" fmla="*/ 11567160 w 11737340"/>
                    <a:gd name="connsiteY138" fmla="*/ 1379220 h 4168140"/>
                    <a:gd name="connsiteX139" fmla="*/ 11498580 w 11737340"/>
                    <a:gd name="connsiteY139" fmla="*/ 1318260 h 4168140"/>
                    <a:gd name="connsiteX140" fmla="*/ 11468100 w 11737340"/>
                    <a:gd name="connsiteY140" fmla="*/ 1280160 h 4168140"/>
                    <a:gd name="connsiteX141" fmla="*/ 11442700 w 11737340"/>
                    <a:gd name="connsiteY141" fmla="*/ 1231900 h 4168140"/>
                    <a:gd name="connsiteX142" fmla="*/ 11384280 w 11737340"/>
                    <a:gd name="connsiteY142" fmla="*/ 1310640 h 4168140"/>
                    <a:gd name="connsiteX143" fmla="*/ 11353800 w 11737340"/>
                    <a:gd name="connsiteY143" fmla="*/ 1356360 h 4168140"/>
                    <a:gd name="connsiteX144" fmla="*/ 11224260 w 11737340"/>
                    <a:gd name="connsiteY144" fmla="*/ 1417320 h 4168140"/>
                    <a:gd name="connsiteX145" fmla="*/ 11109960 w 11737340"/>
                    <a:gd name="connsiteY145" fmla="*/ 1463040 h 4168140"/>
                    <a:gd name="connsiteX146" fmla="*/ 10911840 w 11737340"/>
                    <a:gd name="connsiteY146" fmla="*/ 1524000 h 4168140"/>
                    <a:gd name="connsiteX147" fmla="*/ 10774680 w 11737340"/>
                    <a:gd name="connsiteY147" fmla="*/ 1546860 h 4168140"/>
                    <a:gd name="connsiteX148" fmla="*/ 10675620 w 11737340"/>
                    <a:gd name="connsiteY148" fmla="*/ 1615440 h 4168140"/>
                    <a:gd name="connsiteX149" fmla="*/ 10568940 w 11737340"/>
                    <a:gd name="connsiteY149" fmla="*/ 1676400 h 4168140"/>
                    <a:gd name="connsiteX150" fmla="*/ 10485120 w 11737340"/>
                    <a:gd name="connsiteY150" fmla="*/ 1760220 h 4168140"/>
                    <a:gd name="connsiteX151" fmla="*/ 10454640 w 11737340"/>
                    <a:gd name="connsiteY151" fmla="*/ 1836420 h 4168140"/>
                    <a:gd name="connsiteX152" fmla="*/ 10416540 w 11737340"/>
                    <a:gd name="connsiteY152" fmla="*/ 1927860 h 4168140"/>
                    <a:gd name="connsiteX153" fmla="*/ 10401300 w 11737340"/>
                    <a:gd name="connsiteY153" fmla="*/ 2004060 h 4168140"/>
                    <a:gd name="connsiteX154" fmla="*/ 10363200 w 11737340"/>
                    <a:gd name="connsiteY154" fmla="*/ 2095500 h 4168140"/>
                    <a:gd name="connsiteX155" fmla="*/ 10317480 w 11737340"/>
                    <a:gd name="connsiteY155" fmla="*/ 2225040 h 4168140"/>
                    <a:gd name="connsiteX156" fmla="*/ 10287000 w 11737340"/>
                    <a:gd name="connsiteY156" fmla="*/ 2346960 h 4168140"/>
                    <a:gd name="connsiteX157" fmla="*/ 10218420 w 11737340"/>
                    <a:gd name="connsiteY157" fmla="*/ 2499360 h 4168140"/>
                    <a:gd name="connsiteX158" fmla="*/ 10134600 w 11737340"/>
                    <a:gd name="connsiteY158" fmla="*/ 2621280 h 4168140"/>
                    <a:gd name="connsiteX159" fmla="*/ 10043160 w 11737340"/>
                    <a:gd name="connsiteY159" fmla="*/ 2735580 h 4168140"/>
                    <a:gd name="connsiteX160" fmla="*/ 9974580 w 11737340"/>
                    <a:gd name="connsiteY160" fmla="*/ 2857500 h 4168140"/>
                    <a:gd name="connsiteX161" fmla="*/ 9906000 w 11737340"/>
                    <a:gd name="connsiteY161" fmla="*/ 2941320 h 4168140"/>
                    <a:gd name="connsiteX162" fmla="*/ 9860280 w 11737340"/>
                    <a:gd name="connsiteY162" fmla="*/ 3032760 h 4168140"/>
                    <a:gd name="connsiteX163" fmla="*/ 9806940 w 11737340"/>
                    <a:gd name="connsiteY163" fmla="*/ 3116580 h 4168140"/>
                    <a:gd name="connsiteX164" fmla="*/ 9715500 w 11737340"/>
                    <a:gd name="connsiteY164" fmla="*/ 3208020 h 4168140"/>
                    <a:gd name="connsiteX165" fmla="*/ 9616440 w 11737340"/>
                    <a:gd name="connsiteY165" fmla="*/ 3261360 h 4168140"/>
                    <a:gd name="connsiteX166" fmla="*/ 9532620 w 11737340"/>
                    <a:gd name="connsiteY166" fmla="*/ 3329940 h 4168140"/>
                    <a:gd name="connsiteX167" fmla="*/ 9471660 w 11737340"/>
                    <a:gd name="connsiteY167" fmla="*/ 3375660 h 4168140"/>
                    <a:gd name="connsiteX168" fmla="*/ 9410700 w 11737340"/>
                    <a:gd name="connsiteY168" fmla="*/ 3429000 h 4168140"/>
                    <a:gd name="connsiteX169" fmla="*/ 9288780 w 11737340"/>
                    <a:gd name="connsiteY169" fmla="*/ 3436620 h 4168140"/>
                    <a:gd name="connsiteX170" fmla="*/ 9166860 w 11737340"/>
                    <a:gd name="connsiteY170" fmla="*/ 3444240 h 4168140"/>
                    <a:gd name="connsiteX171" fmla="*/ 9029700 w 11737340"/>
                    <a:gd name="connsiteY171" fmla="*/ 3413760 h 4168140"/>
                    <a:gd name="connsiteX172" fmla="*/ 8823960 w 11737340"/>
                    <a:gd name="connsiteY172" fmla="*/ 3360420 h 4168140"/>
                    <a:gd name="connsiteX173" fmla="*/ 8679180 w 11737340"/>
                    <a:gd name="connsiteY173" fmla="*/ 3329940 h 4168140"/>
                    <a:gd name="connsiteX174" fmla="*/ 8572500 w 11737340"/>
                    <a:gd name="connsiteY174" fmla="*/ 3276600 h 4168140"/>
                    <a:gd name="connsiteX175" fmla="*/ 8465820 w 11737340"/>
                    <a:gd name="connsiteY175" fmla="*/ 3215640 h 4168140"/>
                    <a:gd name="connsiteX176" fmla="*/ 8321040 w 11737340"/>
                    <a:gd name="connsiteY176" fmla="*/ 3177540 h 4168140"/>
                    <a:gd name="connsiteX177" fmla="*/ 8199120 w 11737340"/>
                    <a:gd name="connsiteY177" fmla="*/ 3131820 h 4168140"/>
                    <a:gd name="connsiteX178" fmla="*/ 8069580 w 11737340"/>
                    <a:gd name="connsiteY178" fmla="*/ 3078480 h 4168140"/>
                    <a:gd name="connsiteX179" fmla="*/ 7917180 w 11737340"/>
                    <a:gd name="connsiteY179" fmla="*/ 2994660 h 4168140"/>
                    <a:gd name="connsiteX180" fmla="*/ 7787640 w 11737340"/>
                    <a:gd name="connsiteY180" fmla="*/ 2971800 h 4168140"/>
                    <a:gd name="connsiteX181" fmla="*/ 7719060 w 11737340"/>
                    <a:gd name="connsiteY181" fmla="*/ 2933700 h 4168140"/>
                    <a:gd name="connsiteX182" fmla="*/ 7612380 w 11737340"/>
                    <a:gd name="connsiteY182" fmla="*/ 2903220 h 4168140"/>
                    <a:gd name="connsiteX183" fmla="*/ 7566660 w 11737340"/>
                    <a:gd name="connsiteY183" fmla="*/ 2887980 h 4168140"/>
                    <a:gd name="connsiteX184" fmla="*/ 7551420 w 11737340"/>
                    <a:gd name="connsiteY184" fmla="*/ 2849880 h 4168140"/>
                    <a:gd name="connsiteX185" fmla="*/ 7533640 w 11737340"/>
                    <a:gd name="connsiteY185" fmla="*/ 2788920 h 4168140"/>
                    <a:gd name="connsiteX186" fmla="*/ 7475220 w 11737340"/>
                    <a:gd name="connsiteY186" fmla="*/ 2857500 h 4168140"/>
                    <a:gd name="connsiteX187" fmla="*/ 7414260 w 11737340"/>
                    <a:gd name="connsiteY187" fmla="*/ 2887980 h 4168140"/>
                    <a:gd name="connsiteX188" fmla="*/ 7345680 w 11737340"/>
                    <a:gd name="connsiteY188" fmla="*/ 2971800 h 4168140"/>
                    <a:gd name="connsiteX189" fmla="*/ 7315200 w 11737340"/>
                    <a:gd name="connsiteY189" fmla="*/ 2994660 h 4168140"/>
                    <a:gd name="connsiteX190" fmla="*/ 7261860 w 11737340"/>
                    <a:gd name="connsiteY190" fmla="*/ 3009900 h 4168140"/>
                    <a:gd name="connsiteX191" fmla="*/ 7193280 w 11737340"/>
                    <a:gd name="connsiteY191" fmla="*/ 3025140 h 4168140"/>
                    <a:gd name="connsiteX192" fmla="*/ 7155180 w 11737340"/>
                    <a:gd name="connsiteY192" fmla="*/ 3078480 h 4168140"/>
                    <a:gd name="connsiteX193" fmla="*/ 7109460 w 11737340"/>
                    <a:gd name="connsiteY193" fmla="*/ 3154680 h 4168140"/>
                    <a:gd name="connsiteX194" fmla="*/ 7048500 w 11737340"/>
                    <a:gd name="connsiteY194" fmla="*/ 3246120 h 4168140"/>
                    <a:gd name="connsiteX195" fmla="*/ 6995160 w 11737340"/>
                    <a:gd name="connsiteY195" fmla="*/ 3307080 h 4168140"/>
                    <a:gd name="connsiteX196" fmla="*/ 6972300 w 11737340"/>
                    <a:gd name="connsiteY196" fmla="*/ 3352800 h 4168140"/>
                    <a:gd name="connsiteX197" fmla="*/ 6949440 w 11737340"/>
                    <a:gd name="connsiteY197" fmla="*/ 3413760 h 4168140"/>
                    <a:gd name="connsiteX198" fmla="*/ 6949440 w 11737340"/>
                    <a:gd name="connsiteY198" fmla="*/ 3413760 h 4168140"/>
                    <a:gd name="connsiteX199" fmla="*/ 6911340 w 11737340"/>
                    <a:gd name="connsiteY199" fmla="*/ 3474720 h 4168140"/>
                    <a:gd name="connsiteX200" fmla="*/ 6888480 w 11737340"/>
                    <a:gd name="connsiteY200" fmla="*/ 3505200 h 4168140"/>
                    <a:gd name="connsiteX201" fmla="*/ 6819900 w 11737340"/>
                    <a:gd name="connsiteY201" fmla="*/ 3566160 h 4168140"/>
                    <a:gd name="connsiteX202" fmla="*/ 6743700 w 11737340"/>
                    <a:gd name="connsiteY202" fmla="*/ 3581400 h 4168140"/>
                    <a:gd name="connsiteX203" fmla="*/ 6675120 w 11737340"/>
                    <a:gd name="connsiteY203" fmla="*/ 3657600 h 4168140"/>
                    <a:gd name="connsiteX204" fmla="*/ 6629400 w 11737340"/>
                    <a:gd name="connsiteY204" fmla="*/ 3718560 h 4168140"/>
                    <a:gd name="connsiteX205" fmla="*/ 6576060 w 11737340"/>
                    <a:gd name="connsiteY205" fmla="*/ 3779520 h 4168140"/>
                    <a:gd name="connsiteX206" fmla="*/ 6484620 w 11737340"/>
                    <a:gd name="connsiteY206" fmla="*/ 3817620 h 4168140"/>
                    <a:gd name="connsiteX207" fmla="*/ 6400800 w 11737340"/>
                    <a:gd name="connsiteY207" fmla="*/ 3832860 h 4168140"/>
                    <a:gd name="connsiteX208" fmla="*/ 6263640 w 11737340"/>
                    <a:gd name="connsiteY208" fmla="*/ 3870960 h 4168140"/>
                    <a:gd name="connsiteX209" fmla="*/ 6126480 w 11737340"/>
                    <a:gd name="connsiteY209" fmla="*/ 3901440 h 4168140"/>
                    <a:gd name="connsiteX210" fmla="*/ 6027420 w 11737340"/>
                    <a:gd name="connsiteY210" fmla="*/ 3916680 h 4168140"/>
                    <a:gd name="connsiteX211" fmla="*/ 5890260 w 11737340"/>
                    <a:gd name="connsiteY211" fmla="*/ 3878580 h 4168140"/>
                    <a:gd name="connsiteX212" fmla="*/ 5821680 w 11737340"/>
                    <a:gd name="connsiteY212" fmla="*/ 3863340 h 4168140"/>
                    <a:gd name="connsiteX213" fmla="*/ 5737860 w 11737340"/>
                    <a:gd name="connsiteY213" fmla="*/ 3825240 h 4168140"/>
                    <a:gd name="connsiteX214" fmla="*/ 5638800 w 11737340"/>
                    <a:gd name="connsiteY214" fmla="*/ 3794760 h 4168140"/>
                    <a:gd name="connsiteX215" fmla="*/ 5524500 w 11737340"/>
                    <a:gd name="connsiteY215" fmla="*/ 3756660 h 4168140"/>
                    <a:gd name="connsiteX216" fmla="*/ 5448300 w 11737340"/>
                    <a:gd name="connsiteY216" fmla="*/ 3718560 h 4168140"/>
                    <a:gd name="connsiteX217" fmla="*/ 5349240 w 11737340"/>
                    <a:gd name="connsiteY217" fmla="*/ 3657600 h 4168140"/>
                    <a:gd name="connsiteX218" fmla="*/ 5295900 w 11737340"/>
                    <a:gd name="connsiteY218" fmla="*/ 3619500 h 4168140"/>
                    <a:gd name="connsiteX219" fmla="*/ 5234940 w 11737340"/>
                    <a:gd name="connsiteY219" fmla="*/ 3596640 h 4168140"/>
                    <a:gd name="connsiteX220" fmla="*/ 5135880 w 11737340"/>
                    <a:gd name="connsiteY220" fmla="*/ 3550920 h 4168140"/>
                    <a:gd name="connsiteX221" fmla="*/ 5059680 w 11737340"/>
                    <a:gd name="connsiteY221" fmla="*/ 3505200 h 4168140"/>
                    <a:gd name="connsiteX222" fmla="*/ 5029200 w 11737340"/>
                    <a:gd name="connsiteY222" fmla="*/ 3482340 h 4168140"/>
                    <a:gd name="connsiteX223" fmla="*/ 4960620 w 11737340"/>
                    <a:gd name="connsiteY223" fmla="*/ 3413760 h 4168140"/>
                    <a:gd name="connsiteX224" fmla="*/ 4876800 w 11737340"/>
                    <a:gd name="connsiteY224" fmla="*/ 3299460 h 4168140"/>
                    <a:gd name="connsiteX225" fmla="*/ 4808220 w 11737340"/>
                    <a:gd name="connsiteY225" fmla="*/ 3200400 h 4168140"/>
                    <a:gd name="connsiteX226" fmla="*/ 4777740 w 11737340"/>
                    <a:gd name="connsiteY226" fmla="*/ 3147060 h 4168140"/>
                    <a:gd name="connsiteX227" fmla="*/ 4724400 w 11737340"/>
                    <a:gd name="connsiteY227" fmla="*/ 3108960 h 4168140"/>
                    <a:gd name="connsiteX228" fmla="*/ 4648200 w 11737340"/>
                    <a:gd name="connsiteY228" fmla="*/ 3063240 h 4168140"/>
                    <a:gd name="connsiteX229" fmla="*/ 4533900 w 11737340"/>
                    <a:gd name="connsiteY229" fmla="*/ 2979420 h 4168140"/>
                    <a:gd name="connsiteX230" fmla="*/ 4427220 w 11737340"/>
                    <a:gd name="connsiteY230" fmla="*/ 2941320 h 4168140"/>
                    <a:gd name="connsiteX231" fmla="*/ 4366260 w 11737340"/>
                    <a:gd name="connsiteY231" fmla="*/ 2903220 h 4168140"/>
                    <a:gd name="connsiteX232" fmla="*/ 4244340 w 11737340"/>
                    <a:gd name="connsiteY232" fmla="*/ 2842260 h 4168140"/>
                    <a:gd name="connsiteX233" fmla="*/ 4145280 w 11737340"/>
                    <a:gd name="connsiteY233" fmla="*/ 2811780 h 4168140"/>
                    <a:gd name="connsiteX234" fmla="*/ 4038600 w 11737340"/>
                    <a:gd name="connsiteY234" fmla="*/ 2804160 h 4168140"/>
                    <a:gd name="connsiteX235" fmla="*/ 3954780 w 11737340"/>
                    <a:gd name="connsiteY235" fmla="*/ 2819400 h 4168140"/>
                    <a:gd name="connsiteX236" fmla="*/ 3863340 w 11737340"/>
                    <a:gd name="connsiteY236" fmla="*/ 2804160 h 4168140"/>
                    <a:gd name="connsiteX237" fmla="*/ 3741420 w 11737340"/>
                    <a:gd name="connsiteY237" fmla="*/ 2781300 h 4168140"/>
                    <a:gd name="connsiteX238" fmla="*/ 3649980 w 11737340"/>
                    <a:gd name="connsiteY238" fmla="*/ 2743200 h 4168140"/>
                    <a:gd name="connsiteX239" fmla="*/ 3573780 w 11737340"/>
                    <a:gd name="connsiteY239" fmla="*/ 2674620 h 4168140"/>
                    <a:gd name="connsiteX240" fmla="*/ 3482340 w 11737340"/>
                    <a:gd name="connsiteY240" fmla="*/ 2621280 h 4168140"/>
                    <a:gd name="connsiteX241" fmla="*/ 3436620 w 11737340"/>
                    <a:gd name="connsiteY241" fmla="*/ 2552700 h 4168140"/>
                    <a:gd name="connsiteX242" fmla="*/ 3329940 w 11737340"/>
                    <a:gd name="connsiteY242" fmla="*/ 2423160 h 4168140"/>
                    <a:gd name="connsiteX243" fmla="*/ 3261360 w 11737340"/>
                    <a:gd name="connsiteY243" fmla="*/ 2324100 h 4168140"/>
                    <a:gd name="connsiteX244" fmla="*/ 3131820 w 11737340"/>
                    <a:gd name="connsiteY244" fmla="*/ 2209800 h 4168140"/>
                    <a:gd name="connsiteX245" fmla="*/ 3040380 w 11737340"/>
                    <a:gd name="connsiteY245" fmla="*/ 2141220 h 4168140"/>
                    <a:gd name="connsiteX246" fmla="*/ 2910840 w 11737340"/>
                    <a:gd name="connsiteY246" fmla="*/ 2034540 h 4168140"/>
                    <a:gd name="connsiteX247" fmla="*/ 2849880 w 11737340"/>
                    <a:gd name="connsiteY247" fmla="*/ 1958340 h 4168140"/>
                    <a:gd name="connsiteX248" fmla="*/ 2743200 w 11737340"/>
                    <a:gd name="connsiteY248" fmla="*/ 1889760 h 4168140"/>
                    <a:gd name="connsiteX249" fmla="*/ 2659380 w 11737340"/>
                    <a:gd name="connsiteY249" fmla="*/ 1844040 h 4168140"/>
                    <a:gd name="connsiteX250" fmla="*/ 2575560 w 11737340"/>
                    <a:gd name="connsiteY250" fmla="*/ 1744980 h 4168140"/>
                    <a:gd name="connsiteX251" fmla="*/ 2468880 w 11737340"/>
                    <a:gd name="connsiteY251" fmla="*/ 1645920 h 4168140"/>
                    <a:gd name="connsiteX252" fmla="*/ 2400300 w 11737340"/>
                    <a:gd name="connsiteY252" fmla="*/ 1607820 h 4168140"/>
                    <a:gd name="connsiteX253" fmla="*/ 2263140 w 11737340"/>
                    <a:gd name="connsiteY253" fmla="*/ 1501140 h 4168140"/>
                    <a:gd name="connsiteX254" fmla="*/ 2171700 w 11737340"/>
                    <a:gd name="connsiteY254" fmla="*/ 1432560 h 4168140"/>
                    <a:gd name="connsiteX255" fmla="*/ 2087880 w 11737340"/>
                    <a:gd name="connsiteY255" fmla="*/ 1363980 h 4168140"/>
                    <a:gd name="connsiteX256" fmla="*/ 1950720 w 11737340"/>
                    <a:gd name="connsiteY256" fmla="*/ 1272540 h 4168140"/>
                    <a:gd name="connsiteX257" fmla="*/ 1805940 w 11737340"/>
                    <a:gd name="connsiteY257" fmla="*/ 1135380 h 4168140"/>
                    <a:gd name="connsiteX258" fmla="*/ 1729740 w 11737340"/>
                    <a:gd name="connsiteY258" fmla="*/ 1089660 h 4168140"/>
                    <a:gd name="connsiteX259" fmla="*/ 1668780 w 11737340"/>
                    <a:gd name="connsiteY259" fmla="*/ 1043940 h 4168140"/>
                    <a:gd name="connsiteX260" fmla="*/ 1592580 w 11737340"/>
                    <a:gd name="connsiteY260" fmla="*/ 990600 h 4168140"/>
                    <a:gd name="connsiteX261" fmla="*/ 1470660 w 11737340"/>
                    <a:gd name="connsiteY261" fmla="*/ 891540 h 4168140"/>
                    <a:gd name="connsiteX262" fmla="*/ 1386840 w 11737340"/>
                    <a:gd name="connsiteY262" fmla="*/ 845820 h 4168140"/>
                    <a:gd name="connsiteX263" fmla="*/ 1318260 w 11737340"/>
                    <a:gd name="connsiteY263" fmla="*/ 784860 h 4168140"/>
                    <a:gd name="connsiteX264" fmla="*/ 1264920 w 11737340"/>
                    <a:gd name="connsiteY264" fmla="*/ 723900 h 4168140"/>
                    <a:gd name="connsiteX265" fmla="*/ 1181100 w 11737340"/>
                    <a:gd name="connsiteY265" fmla="*/ 647700 h 4168140"/>
                    <a:gd name="connsiteX266" fmla="*/ 1089660 w 11737340"/>
                    <a:gd name="connsiteY266" fmla="*/ 624840 h 4168140"/>
                    <a:gd name="connsiteX267" fmla="*/ 1021080 w 11737340"/>
                    <a:gd name="connsiteY267" fmla="*/ 586740 h 4168140"/>
                    <a:gd name="connsiteX268" fmla="*/ 937260 w 11737340"/>
                    <a:gd name="connsiteY268" fmla="*/ 548640 h 4168140"/>
                    <a:gd name="connsiteX269" fmla="*/ 830580 w 11737340"/>
                    <a:gd name="connsiteY269" fmla="*/ 510540 h 4168140"/>
                    <a:gd name="connsiteX270" fmla="*/ 754380 w 11737340"/>
                    <a:gd name="connsiteY270" fmla="*/ 457200 h 4168140"/>
                    <a:gd name="connsiteX271" fmla="*/ 708660 w 11737340"/>
                    <a:gd name="connsiteY271" fmla="*/ 419100 h 4168140"/>
                    <a:gd name="connsiteX272" fmla="*/ 609600 w 11737340"/>
                    <a:gd name="connsiteY272" fmla="*/ 396240 h 4168140"/>
                    <a:gd name="connsiteX273" fmla="*/ 548640 w 11737340"/>
                    <a:gd name="connsiteY273" fmla="*/ 320040 h 4168140"/>
                    <a:gd name="connsiteX274" fmla="*/ 510540 w 11737340"/>
                    <a:gd name="connsiteY274" fmla="*/ 251460 h 4168140"/>
                    <a:gd name="connsiteX275" fmla="*/ 464820 w 11737340"/>
                    <a:gd name="connsiteY275" fmla="*/ 190500 h 4168140"/>
                    <a:gd name="connsiteX276" fmla="*/ 411480 w 11737340"/>
                    <a:gd name="connsiteY276" fmla="*/ 137160 h 4168140"/>
                    <a:gd name="connsiteX277" fmla="*/ 373380 w 11737340"/>
                    <a:gd name="connsiteY277" fmla="*/ 45720 h 4168140"/>
                    <a:gd name="connsiteX278" fmla="*/ 342900 w 11737340"/>
                    <a:gd name="connsiteY278" fmla="*/ 0 h 4168140"/>
                    <a:gd name="connsiteX279" fmla="*/ 327660 w 11737340"/>
                    <a:gd name="connsiteY279" fmla="*/ 60960 h 4168140"/>
                    <a:gd name="connsiteX280" fmla="*/ 289560 w 11737340"/>
                    <a:gd name="connsiteY280" fmla="*/ 91440 h 4168140"/>
                    <a:gd name="connsiteX281" fmla="*/ 236220 w 11737340"/>
                    <a:gd name="connsiteY281" fmla="*/ 114300 h 4168140"/>
                    <a:gd name="connsiteX282" fmla="*/ 198120 w 11737340"/>
                    <a:gd name="connsiteY282" fmla="*/ 175260 h 4168140"/>
                    <a:gd name="connsiteX283" fmla="*/ 175260 w 11737340"/>
                    <a:gd name="connsiteY283" fmla="*/ 228600 h 4168140"/>
                    <a:gd name="connsiteX284" fmla="*/ 114300 w 11737340"/>
                    <a:gd name="connsiteY284" fmla="*/ 236220 h 4168140"/>
                    <a:gd name="connsiteX285" fmla="*/ 45720 w 11737340"/>
                    <a:gd name="connsiteY285" fmla="*/ 251460 h 4168140"/>
                    <a:gd name="connsiteX286" fmla="*/ 0 w 11737340"/>
                    <a:gd name="connsiteY286" fmla="*/ 281940 h 4168140"/>
                    <a:gd name="connsiteX287" fmla="*/ 68580 w 11737340"/>
                    <a:gd name="connsiteY287" fmla="*/ 320040 h 4168140"/>
                    <a:gd name="connsiteX0" fmla="*/ 68580 w 11737340"/>
                    <a:gd name="connsiteY0" fmla="*/ 320040 h 4168140"/>
                    <a:gd name="connsiteX1" fmla="*/ 121920 w 11737340"/>
                    <a:gd name="connsiteY1" fmla="*/ 381000 h 4168140"/>
                    <a:gd name="connsiteX2" fmla="*/ 198120 w 11737340"/>
                    <a:gd name="connsiteY2" fmla="*/ 419100 h 4168140"/>
                    <a:gd name="connsiteX3" fmla="*/ 320040 w 11737340"/>
                    <a:gd name="connsiteY3" fmla="*/ 510540 h 4168140"/>
                    <a:gd name="connsiteX4" fmla="*/ 411480 w 11737340"/>
                    <a:gd name="connsiteY4" fmla="*/ 563880 h 4168140"/>
                    <a:gd name="connsiteX5" fmla="*/ 472440 w 11737340"/>
                    <a:gd name="connsiteY5" fmla="*/ 632460 h 4168140"/>
                    <a:gd name="connsiteX6" fmla="*/ 601980 w 11737340"/>
                    <a:gd name="connsiteY6" fmla="*/ 708660 h 4168140"/>
                    <a:gd name="connsiteX7" fmla="*/ 739140 w 11737340"/>
                    <a:gd name="connsiteY7" fmla="*/ 784860 h 4168140"/>
                    <a:gd name="connsiteX8" fmla="*/ 861060 w 11737340"/>
                    <a:gd name="connsiteY8" fmla="*/ 868680 h 4168140"/>
                    <a:gd name="connsiteX9" fmla="*/ 944880 w 11737340"/>
                    <a:gd name="connsiteY9" fmla="*/ 952500 h 4168140"/>
                    <a:gd name="connsiteX10" fmla="*/ 1021080 w 11737340"/>
                    <a:gd name="connsiteY10" fmla="*/ 1005840 h 4168140"/>
                    <a:gd name="connsiteX11" fmla="*/ 1097280 w 11737340"/>
                    <a:gd name="connsiteY11" fmla="*/ 1043940 h 4168140"/>
                    <a:gd name="connsiteX12" fmla="*/ 1181100 w 11737340"/>
                    <a:gd name="connsiteY12" fmla="*/ 1104900 h 4168140"/>
                    <a:gd name="connsiteX13" fmla="*/ 1249680 w 11737340"/>
                    <a:gd name="connsiteY13" fmla="*/ 1150620 h 4168140"/>
                    <a:gd name="connsiteX14" fmla="*/ 1341120 w 11737340"/>
                    <a:gd name="connsiteY14" fmla="*/ 1196340 h 4168140"/>
                    <a:gd name="connsiteX15" fmla="*/ 1417320 w 11737340"/>
                    <a:gd name="connsiteY15" fmla="*/ 1257300 h 4168140"/>
                    <a:gd name="connsiteX16" fmla="*/ 1493520 w 11737340"/>
                    <a:gd name="connsiteY16" fmla="*/ 1333500 h 4168140"/>
                    <a:gd name="connsiteX17" fmla="*/ 1569720 w 11737340"/>
                    <a:gd name="connsiteY17" fmla="*/ 1356360 h 4168140"/>
                    <a:gd name="connsiteX18" fmla="*/ 1684020 w 11737340"/>
                    <a:gd name="connsiteY18" fmla="*/ 1424940 h 4168140"/>
                    <a:gd name="connsiteX19" fmla="*/ 1729740 w 11737340"/>
                    <a:gd name="connsiteY19" fmla="*/ 1485900 h 4168140"/>
                    <a:gd name="connsiteX20" fmla="*/ 1844040 w 11737340"/>
                    <a:gd name="connsiteY20" fmla="*/ 1569720 h 4168140"/>
                    <a:gd name="connsiteX21" fmla="*/ 1935480 w 11737340"/>
                    <a:gd name="connsiteY21" fmla="*/ 1615440 h 4168140"/>
                    <a:gd name="connsiteX22" fmla="*/ 2049780 w 11737340"/>
                    <a:gd name="connsiteY22" fmla="*/ 1691640 h 4168140"/>
                    <a:gd name="connsiteX23" fmla="*/ 2133600 w 11737340"/>
                    <a:gd name="connsiteY23" fmla="*/ 1729740 h 4168140"/>
                    <a:gd name="connsiteX24" fmla="*/ 2202180 w 11737340"/>
                    <a:gd name="connsiteY24" fmla="*/ 1805940 h 4168140"/>
                    <a:gd name="connsiteX25" fmla="*/ 2255520 w 11737340"/>
                    <a:gd name="connsiteY25" fmla="*/ 1821180 h 4168140"/>
                    <a:gd name="connsiteX26" fmla="*/ 2316480 w 11737340"/>
                    <a:gd name="connsiteY26" fmla="*/ 1866900 h 4168140"/>
                    <a:gd name="connsiteX27" fmla="*/ 2423160 w 11737340"/>
                    <a:gd name="connsiteY27" fmla="*/ 2004060 h 4168140"/>
                    <a:gd name="connsiteX28" fmla="*/ 2476500 w 11737340"/>
                    <a:gd name="connsiteY28" fmla="*/ 2087880 h 4168140"/>
                    <a:gd name="connsiteX29" fmla="*/ 2567940 w 11737340"/>
                    <a:gd name="connsiteY29" fmla="*/ 2148840 h 4168140"/>
                    <a:gd name="connsiteX30" fmla="*/ 2682240 w 11737340"/>
                    <a:gd name="connsiteY30" fmla="*/ 2186940 h 4168140"/>
                    <a:gd name="connsiteX31" fmla="*/ 2743200 w 11737340"/>
                    <a:gd name="connsiteY31" fmla="*/ 2209800 h 4168140"/>
                    <a:gd name="connsiteX32" fmla="*/ 2811780 w 11737340"/>
                    <a:gd name="connsiteY32" fmla="*/ 2247900 h 4168140"/>
                    <a:gd name="connsiteX33" fmla="*/ 2887980 w 11737340"/>
                    <a:gd name="connsiteY33" fmla="*/ 2301240 h 4168140"/>
                    <a:gd name="connsiteX34" fmla="*/ 2979420 w 11737340"/>
                    <a:gd name="connsiteY34" fmla="*/ 2385060 h 4168140"/>
                    <a:gd name="connsiteX35" fmla="*/ 3055620 w 11737340"/>
                    <a:gd name="connsiteY35" fmla="*/ 2461260 h 4168140"/>
                    <a:gd name="connsiteX36" fmla="*/ 3139440 w 11737340"/>
                    <a:gd name="connsiteY36" fmla="*/ 2537460 h 4168140"/>
                    <a:gd name="connsiteX37" fmla="*/ 3261360 w 11737340"/>
                    <a:gd name="connsiteY37" fmla="*/ 2628900 h 4168140"/>
                    <a:gd name="connsiteX38" fmla="*/ 3345180 w 11737340"/>
                    <a:gd name="connsiteY38" fmla="*/ 2720340 h 4168140"/>
                    <a:gd name="connsiteX39" fmla="*/ 3444240 w 11737340"/>
                    <a:gd name="connsiteY39" fmla="*/ 2796540 h 4168140"/>
                    <a:gd name="connsiteX40" fmla="*/ 3558540 w 11737340"/>
                    <a:gd name="connsiteY40" fmla="*/ 2872740 h 4168140"/>
                    <a:gd name="connsiteX41" fmla="*/ 3619500 w 11737340"/>
                    <a:gd name="connsiteY41" fmla="*/ 2979420 h 4168140"/>
                    <a:gd name="connsiteX42" fmla="*/ 3619500 w 11737340"/>
                    <a:gd name="connsiteY42" fmla="*/ 2979420 h 4168140"/>
                    <a:gd name="connsiteX43" fmla="*/ 3649980 w 11737340"/>
                    <a:gd name="connsiteY43" fmla="*/ 3048000 h 4168140"/>
                    <a:gd name="connsiteX44" fmla="*/ 3703320 w 11737340"/>
                    <a:gd name="connsiteY44" fmla="*/ 3086100 h 4168140"/>
                    <a:gd name="connsiteX45" fmla="*/ 3764280 w 11737340"/>
                    <a:gd name="connsiteY45" fmla="*/ 3063240 h 4168140"/>
                    <a:gd name="connsiteX46" fmla="*/ 3848100 w 11737340"/>
                    <a:gd name="connsiteY46" fmla="*/ 3025140 h 4168140"/>
                    <a:gd name="connsiteX47" fmla="*/ 3916680 w 11737340"/>
                    <a:gd name="connsiteY47" fmla="*/ 3032760 h 4168140"/>
                    <a:gd name="connsiteX48" fmla="*/ 4030980 w 11737340"/>
                    <a:gd name="connsiteY48" fmla="*/ 3063240 h 4168140"/>
                    <a:gd name="connsiteX49" fmla="*/ 4137660 w 11737340"/>
                    <a:gd name="connsiteY49" fmla="*/ 3101340 h 4168140"/>
                    <a:gd name="connsiteX50" fmla="*/ 4259580 w 11737340"/>
                    <a:gd name="connsiteY50" fmla="*/ 3147060 h 4168140"/>
                    <a:gd name="connsiteX51" fmla="*/ 4381500 w 11737340"/>
                    <a:gd name="connsiteY51" fmla="*/ 3192780 h 4168140"/>
                    <a:gd name="connsiteX52" fmla="*/ 4526280 w 11737340"/>
                    <a:gd name="connsiteY52" fmla="*/ 3276600 h 4168140"/>
                    <a:gd name="connsiteX53" fmla="*/ 4587240 w 11737340"/>
                    <a:gd name="connsiteY53" fmla="*/ 3299460 h 4168140"/>
                    <a:gd name="connsiteX54" fmla="*/ 4610100 w 11737340"/>
                    <a:gd name="connsiteY54" fmla="*/ 3352800 h 4168140"/>
                    <a:gd name="connsiteX55" fmla="*/ 4648200 w 11737340"/>
                    <a:gd name="connsiteY55" fmla="*/ 3436620 h 4168140"/>
                    <a:gd name="connsiteX56" fmla="*/ 4671060 w 11737340"/>
                    <a:gd name="connsiteY56" fmla="*/ 3520440 h 4168140"/>
                    <a:gd name="connsiteX57" fmla="*/ 4678680 w 11737340"/>
                    <a:gd name="connsiteY57" fmla="*/ 3589020 h 4168140"/>
                    <a:gd name="connsiteX58" fmla="*/ 4686300 w 11737340"/>
                    <a:gd name="connsiteY58" fmla="*/ 3649980 h 4168140"/>
                    <a:gd name="connsiteX59" fmla="*/ 4724400 w 11737340"/>
                    <a:gd name="connsiteY59" fmla="*/ 3680460 h 4168140"/>
                    <a:gd name="connsiteX60" fmla="*/ 4785360 w 11737340"/>
                    <a:gd name="connsiteY60" fmla="*/ 3672840 h 4168140"/>
                    <a:gd name="connsiteX61" fmla="*/ 4869180 w 11737340"/>
                    <a:gd name="connsiteY61" fmla="*/ 3703320 h 4168140"/>
                    <a:gd name="connsiteX62" fmla="*/ 4914900 w 11737340"/>
                    <a:gd name="connsiteY62" fmla="*/ 3756660 h 4168140"/>
                    <a:gd name="connsiteX63" fmla="*/ 5105400 w 11737340"/>
                    <a:gd name="connsiteY63" fmla="*/ 3832860 h 4168140"/>
                    <a:gd name="connsiteX64" fmla="*/ 5173980 w 11737340"/>
                    <a:gd name="connsiteY64" fmla="*/ 3886200 h 4168140"/>
                    <a:gd name="connsiteX65" fmla="*/ 5242560 w 11737340"/>
                    <a:gd name="connsiteY65" fmla="*/ 3924300 h 4168140"/>
                    <a:gd name="connsiteX66" fmla="*/ 5364480 w 11737340"/>
                    <a:gd name="connsiteY66" fmla="*/ 3962400 h 4168140"/>
                    <a:gd name="connsiteX67" fmla="*/ 5516880 w 11737340"/>
                    <a:gd name="connsiteY67" fmla="*/ 4046220 h 4168140"/>
                    <a:gd name="connsiteX68" fmla="*/ 5585460 w 11737340"/>
                    <a:gd name="connsiteY68" fmla="*/ 4099560 h 4168140"/>
                    <a:gd name="connsiteX69" fmla="*/ 5661660 w 11737340"/>
                    <a:gd name="connsiteY69" fmla="*/ 4122420 h 4168140"/>
                    <a:gd name="connsiteX70" fmla="*/ 5745480 w 11737340"/>
                    <a:gd name="connsiteY70" fmla="*/ 4130040 h 4168140"/>
                    <a:gd name="connsiteX71" fmla="*/ 5836920 w 11737340"/>
                    <a:gd name="connsiteY71" fmla="*/ 4130040 h 4168140"/>
                    <a:gd name="connsiteX72" fmla="*/ 5951220 w 11737340"/>
                    <a:gd name="connsiteY72" fmla="*/ 4145280 h 4168140"/>
                    <a:gd name="connsiteX73" fmla="*/ 6035040 w 11737340"/>
                    <a:gd name="connsiteY73" fmla="*/ 4168140 h 4168140"/>
                    <a:gd name="connsiteX74" fmla="*/ 6149340 w 11737340"/>
                    <a:gd name="connsiteY74" fmla="*/ 4137660 h 4168140"/>
                    <a:gd name="connsiteX75" fmla="*/ 6286500 w 11737340"/>
                    <a:gd name="connsiteY75" fmla="*/ 4114800 h 4168140"/>
                    <a:gd name="connsiteX76" fmla="*/ 6393180 w 11737340"/>
                    <a:gd name="connsiteY76" fmla="*/ 4053840 h 4168140"/>
                    <a:gd name="connsiteX77" fmla="*/ 6484620 w 11737340"/>
                    <a:gd name="connsiteY77" fmla="*/ 4038600 h 4168140"/>
                    <a:gd name="connsiteX78" fmla="*/ 6583680 w 11737340"/>
                    <a:gd name="connsiteY78" fmla="*/ 3970020 h 4168140"/>
                    <a:gd name="connsiteX79" fmla="*/ 6697980 w 11737340"/>
                    <a:gd name="connsiteY79" fmla="*/ 3886200 h 4168140"/>
                    <a:gd name="connsiteX80" fmla="*/ 6728460 w 11737340"/>
                    <a:gd name="connsiteY80" fmla="*/ 3817620 h 4168140"/>
                    <a:gd name="connsiteX81" fmla="*/ 6842760 w 11737340"/>
                    <a:gd name="connsiteY81" fmla="*/ 3733800 h 4168140"/>
                    <a:gd name="connsiteX82" fmla="*/ 6972300 w 11737340"/>
                    <a:gd name="connsiteY82" fmla="*/ 3642360 h 4168140"/>
                    <a:gd name="connsiteX83" fmla="*/ 7078980 w 11737340"/>
                    <a:gd name="connsiteY83" fmla="*/ 3528060 h 4168140"/>
                    <a:gd name="connsiteX84" fmla="*/ 7139940 w 11737340"/>
                    <a:gd name="connsiteY84" fmla="*/ 3444240 h 4168140"/>
                    <a:gd name="connsiteX85" fmla="*/ 7269480 w 11737340"/>
                    <a:gd name="connsiteY85" fmla="*/ 3284220 h 4168140"/>
                    <a:gd name="connsiteX86" fmla="*/ 7330440 w 11737340"/>
                    <a:gd name="connsiteY86" fmla="*/ 3185160 h 4168140"/>
                    <a:gd name="connsiteX87" fmla="*/ 7376160 w 11737340"/>
                    <a:gd name="connsiteY87" fmla="*/ 3116580 h 4168140"/>
                    <a:gd name="connsiteX88" fmla="*/ 7444740 w 11737340"/>
                    <a:gd name="connsiteY88" fmla="*/ 3093720 h 4168140"/>
                    <a:gd name="connsiteX89" fmla="*/ 7513320 w 11737340"/>
                    <a:gd name="connsiteY89" fmla="*/ 3101340 h 4168140"/>
                    <a:gd name="connsiteX90" fmla="*/ 7576820 w 11737340"/>
                    <a:gd name="connsiteY90" fmla="*/ 3093720 h 4168140"/>
                    <a:gd name="connsiteX91" fmla="*/ 7729220 w 11737340"/>
                    <a:gd name="connsiteY91" fmla="*/ 3136900 h 4168140"/>
                    <a:gd name="connsiteX92" fmla="*/ 7833360 w 11737340"/>
                    <a:gd name="connsiteY92" fmla="*/ 3180080 h 4168140"/>
                    <a:gd name="connsiteX93" fmla="*/ 7967980 w 11737340"/>
                    <a:gd name="connsiteY93" fmla="*/ 3208020 h 4168140"/>
                    <a:gd name="connsiteX94" fmla="*/ 8161020 w 11737340"/>
                    <a:gd name="connsiteY94" fmla="*/ 3296920 h 4168140"/>
                    <a:gd name="connsiteX95" fmla="*/ 8293100 w 11737340"/>
                    <a:gd name="connsiteY95" fmla="*/ 3370580 h 4168140"/>
                    <a:gd name="connsiteX96" fmla="*/ 8371840 w 11737340"/>
                    <a:gd name="connsiteY96" fmla="*/ 3395980 h 4168140"/>
                    <a:gd name="connsiteX97" fmla="*/ 8468360 w 11737340"/>
                    <a:gd name="connsiteY97" fmla="*/ 3434080 h 4168140"/>
                    <a:gd name="connsiteX98" fmla="*/ 8582660 w 11737340"/>
                    <a:gd name="connsiteY98" fmla="*/ 3528060 h 4168140"/>
                    <a:gd name="connsiteX99" fmla="*/ 8641080 w 11737340"/>
                    <a:gd name="connsiteY99" fmla="*/ 3566160 h 4168140"/>
                    <a:gd name="connsiteX100" fmla="*/ 8702040 w 11737340"/>
                    <a:gd name="connsiteY100" fmla="*/ 3604260 h 4168140"/>
                    <a:gd name="connsiteX101" fmla="*/ 8763000 w 11737340"/>
                    <a:gd name="connsiteY101" fmla="*/ 3634740 h 4168140"/>
                    <a:gd name="connsiteX102" fmla="*/ 8846820 w 11737340"/>
                    <a:gd name="connsiteY102" fmla="*/ 3632200 h 4168140"/>
                    <a:gd name="connsiteX103" fmla="*/ 8968740 w 11737340"/>
                    <a:gd name="connsiteY103" fmla="*/ 3634740 h 4168140"/>
                    <a:gd name="connsiteX104" fmla="*/ 9060180 w 11737340"/>
                    <a:gd name="connsiteY104" fmla="*/ 3642360 h 4168140"/>
                    <a:gd name="connsiteX105" fmla="*/ 9151620 w 11737340"/>
                    <a:gd name="connsiteY105" fmla="*/ 3657600 h 4168140"/>
                    <a:gd name="connsiteX106" fmla="*/ 9230360 w 11737340"/>
                    <a:gd name="connsiteY106" fmla="*/ 3657600 h 4168140"/>
                    <a:gd name="connsiteX107" fmla="*/ 9331960 w 11737340"/>
                    <a:gd name="connsiteY107" fmla="*/ 3629660 h 4168140"/>
                    <a:gd name="connsiteX108" fmla="*/ 9433560 w 11737340"/>
                    <a:gd name="connsiteY108" fmla="*/ 3589020 h 4168140"/>
                    <a:gd name="connsiteX109" fmla="*/ 9535160 w 11737340"/>
                    <a:gd name="connsiteY109" fmla="*/ 3540760 h 4168140"/>
                    <a:gd name="connsiteX110" fmla="*/ 9646920 w 11737340"/>
                    <a:gd name="connsiteY110" fmla="*/ 3489960 h 4168140"/>
                    <a:gd name="connsiteX111" fmla="*/ 9784080 w 11737340"/>
                    <a:gd name="connsiteY111" fmla="*/ 3444240 h 4168140"/>
                    <a:gd name="connsiteX112" fmla="*/ 9860280 w 11737340"/>
                    <a:gd name="connsiteY112" fmla="*/ 3383280 h 4168140"/>
                    <a:gd name="connsiteX113" fmla="*/ 9921240 w 11737340"/>
                    <a:gd name="connsiteY113" fmla="*/ 3314700 h 4168140"/>
                    <a:gd name="connsiteX114" fmla="*/ 9997440 w 11737340"/>
                    <a:gd name="connsiteY114" fmla="*/ 3208020 h 4168140"/>
                    <a:gd name="connsiteX115" fmla="*/ 10043160 w 11737340"/>
                    <a:gd name="connsiteY115" fmla="*/ 3101340 h 4168140"/>
                    <a:gd name="connsiteX116" fmla="*/ 10104120 w 11737340"/>
                    <a:gd name="connsiteY116" fmla="*/ 3017520 h 4168140"/>
                    <a:gd name="connsiteX117" fmla="*/ 10157460 w 11737340"/>
                    <a:gd name="connsiteY117" fmla="*/ 2933700 h 4168140"/>
                    <a:gd name="connsiteX118" fmla="*/ 10218420 w 11737340"/>
                    <a:gd name="connsiteY118" fmla="*/ 2849880 h 4168140"/>
                    <a:gd name="connsiteX119" fmla="*/ 10294620 w 11737340"/>
                    <a:gd name="connsiteY119" fmla="*/ 2735580 h 4168140"/>
                    <a:gd name="connsiteX120" fmla="*/ 10347960 w 11737340"/>
                    <a:gd name="connsiteY120" fmla="*/ 2621280 h 4168140"/>
                    <a:gd name="connsiteX121" fmla="*/ 10431780 w 11737340"/>
                    <a:gd name="connsiteY121" fmla="*/ 2499360 h 4168140"/>
                    <a:gd name="connsiteX122" fmla="*/ 10500360 w 11737340"/>
                    <a:gd name="connsiteY122" fmla="*/ 2354580 h 4168140"/>
                    <a:gd name="connsiteX123" fmla="*/ 10553700 w 11737340"/>
                    <a:gd name="connsiteY123" fmla="*/ 2263140 h 4168140"/>
                    <a:gd name="connsiteX124" fmla="*/ 10584180 w 11737340"/>
                    <a:gd name="connsiteY124" fmla="*/ 2194560 h 4168140"/>
                    <a:gd name="connsiteX125" fmla="*/ 10624820 w 11737340"/>
                    <a:gd name="connsiteY125" fmla="*/ 2125980 h 4168140"/>
                    <a:gd name="connsiteX126" fmla="*/ 10675620 w 11737340"/>
                    <a:gd name="connsiteY126" fmla="*/ 2049780 h 4168140"/>
                    <a:gd name="connsiteX127" fmla="*/ 10690860 w 11737340"/>
                    <a:gd name="connsiteY127" fmla="*/ 1988820 h 4168140"/>
                    <a:gd name="connsiteX128" fmla="*/ 10713720 w 11737340"/>
                    <a:gd name="connsiteY128" fmla="*/ 1927860 h 4168140"/>
                    <a:gd name="connsiteX129" fmla="*/ 10767060 w 11737340"/>
                    <a:gd name="connsiteY129" fmla="*/ 1859280 h 4168140"/>
                    <a:gd name="connsiteX130" fmla="*/ 10873740 w 11737340"/>
                    <a:gd name="connsiteY130" fmla="*/ 1828800 h 4168140"/>
                    <a:gd name="connsiteX131" fmla="*/ 11079480 w 11737340"/>
                    <a:gd name="connsiteY131" fmla="*/ 1767840 h 4168140"/>
                    <a:gd name="connsiteX132" fmla="*/ 11247120 w 11737340"/>
                    <a:gd name="connsiteY132" fmla="*/ 1684020 h 4168140"/>
                    <a:gd name="connsiteX133" fmla="*/ 11407140 w 11737340"/>
                    <a:gd name="connsiteY133" fmla="*/ 1628140 h 4168140"/>
                    <a:gd name="connsiteX134" fmla="*/ 11490960 w 11737340"/>
                    <a:gd name="connsiteY134" fmla="*/ 1577340 h 4168140"/>
                    <a:gd name="connsiteX135" fmla="*/ 11635740 w 11737340"/>
                    <a:gd name="connsiteY135" fmla="*/ 1508760 h 4168140"/>
                    <a:gd name="connsiteX136" fmla="*/ 11737340 w 11737340"/>
                    <a:gd name="connsiteY136" fmla="*/ 1442720 h 4168140"/>
                    <a:gd name="connsiteX137" fmla="*/ 11620500 w 11737340"/>
                    <a:gd name="connsiteY137" fmla="*/ 1417320 h 4168140"/>
                    <a:gd name="connsiteX138" fmla="*/ 11567160 w 11737340"/>
                    <a:gd name="connsiteY138" fmla="*/ 1379220 h 4168140"/>
                    <a:gd name="connsiteX139" fmla="*/ 11498580 w 11737340"/>
                    <a:gd name="connsiteY139" fmla="*/ 1318260 h 4168140"/>
                    <a:gd name="connsiteX140" fmla="*/ 11468100 w 11737340"/>
                    <a:gd name="connsiteY140" fmla="*/ 1280160 h 4168140"/>
                    <a:gd name="connsiteX141" fmla="*/ 11442700 w 11737340"/>
                    <a:gd name="connsiteY141" fmla="*/ 1231900 h 4168140"/>
                    <a:gd name="connsiteX142" fmla="*/ 11384280 w 11737340"/>
                    <a:gd name="connsiteY142" fmla="*/ 1310640 h 4168140"/>
                    <a:gd name="connsiteX143" fmla="*/ 11353800 w 11737340"/>
                    <a:gd name="connsiteY143" fmla="*/ 1356360 h 4168140"/>
                    <a:gd name="connsiteX144" fmla="*/ 11224260 w 11737340"/>
                    <a:gd name="connsiteY144" fmla="*/ 1417320 h 4168140"/>
                    <a:gd name="connsiteX145" fmla="*/ 11109960 w 11737340"/>
                    <a:gd name="connsiteY145" fmla="*/ 1463040 h 4168140"/>
                    <a:gd name="connsiteX146" fmla="*/ 10911840 w 11737340"/>
                    <a:gd name="connsiteY146" fmla="*/ 1524000 h 4168140"/>
                    <a:gd name="connsiteX147" fmla="*/ 10774680 w 11737340"/>
                    <a:gd name="connsiteY147" fmla="*/ 1546860 h 4168140"/>
                    <a:gd name="connsiteX148" fmla="*/ 10675620 w 11737340"/>
                    <a:gd name="connsiteY148" fmla="*/ 1615440 h 4168140"/>
                    <a:gd name="connsiteX149" fmla="*/ 10568940 w 11737340"/>
                    <a:gd name="connsiteY149" fmla="*/ 1676400 h 4168140"/>
                    <a:gd name="connsiteX150" fmla="*/ 10485120 w 11737340"/>
                    <a:gd name="connsiteY150" fmla="*/ 1760220 h 4168140"/>
                    <a:gd name="connsiteX151" fmla="*/ 10454640 w 11737340"/>
                    <a:gd name="connsiteY151" fmla="*/ 1836420 h 4168140"/>
                    <a:gd name="connsiteX152" fmla="*/ 10416540 w 11737340"/>
                    <a:gd name="connsiteY152" fmla="*/ 1927860 h 4168140"/>
                    <a:gd name="connsiteX153" fmla="*/ 10401300 w 11737340"/>
                    <a:gd name="connsiteY153" fmla="*/ 2004060 h 4168140"/>
                    <a:gd name="connsiteX154" fmla="*/ 10363200 w 11737340"/>
                    <a:gd name="connsiteY154" fmla="*/ 2095500 h 4168140"/>
                    <a:gd name="connsiteX155" fmla="*/ 10317480 w 11737340"/>
                    <a:gd name="connsiteY155" fmla="*/ 2225040 h 4168140"/>
                    <a:gd name="connsiteX156" fmla="*/ 10287000 w 11737340"/>
                    <a:gd name="connsiteY156" fmla="*/ 2346960 h 4168140"/>
                    <a:gd name="connsiteX157" fmla="*/ 10218420 w 11737340"/>
                    <a:gd name="connsiteY157" fmla="*/ 2499360 h 4168140"/>
                    <a:gd name="connsiteX158" fmla="*/ 10134600 w 11737340"/>
                    <a:gd name="connsiteY158" fmla="*/ 2621280 h 4168140"/>
                    <a:gd name="connsiteX159" fmla="*/ 10043160 w 11737340"/>
                    <a:gd name="connsiteY159" fmla="*/ 2735580 h 4168140"/>
                    <a:gd name="connsiteX160" fmla="*/ 9974580 w 11737340"/>
                    <a:gd name="connsiteY160" fmla="*/ 2857500 h 4168140"/>
                    <a:gd name="connsiteX161" fmla="*/ 9906000 w 11737340"/>
                    <a:gd name="connsiteY161" fmla="*/ 2941320 h 4168140"/>
                    <a:gd name="connsiteX162" fmla="*/ 9860280 w 11737340"/>
                    <a:gd name="connsiteY162" fmla="*/ 3032760 h 4168140"/>
                    <a:gd name="connsiteX163" fmla="*/ 9806940 w 11737340"/>
                    <a:gd name="connsiteY163" fmla="*/ 3116580 h 4168140"/>
                    <a:gd name="connsiteX164" fmla="*/ 9715500 w 11737340"/>
                    <a:gd name="connsiteY164" fmla="*/ 3208020 h 4168140"/>
                    <a:gd name="connsiteX165" fmla="*/ 9616440 w 11737340"/>
                    <a:gd name="connsiteY165" fmla="*/ 3261360 h 4168140"/>
                    <a:gd name="connsiteX166" fmla="*/ 9532620 w 11737340"/>
                    <a:gd name="connsiteY166" fmla="*/ 3329940 h 4168140"/>
                    <a:gd name="connsiteX167" fmla="*/ 9471660 w 11737340"/>
                    <a:gd name="connsiteY167" fmla="*/ 3375660 h 4168140"/>
                    <a:gd name="connsiteX168" fmla="*/ 9410700 w 11737340"/>
                    <a:gd name="connsiteY168" fmla="*/ 3429000 h 4168140"/>
                    <a:gd name="connsiteX169" fmla="*/ 9288780 w 11737340"/>
                    <a:gd name="connsiteY169" fmla="*/ 3436620 h 4168140"/>
                    <a:gd name="connsiteX170" fmla="*/ 9166860 w 11737340"/>
                    <a:gd name="connsiteY170" fmla="*/ 3444240 h 4168140"/>
                    <a:gd name="connsiteX171" fmla="*/ 9029700 w 11737340"/>
                    <a:gd name="connsiteY171" fmla="*/ 3413760 h 4168140"/>
                    <a:gd name="connsiteX172" fmla="*/ 8823960 w 11737340"/>
                    <a:gd name="connsiteY172" fmla="*/ 3360420 h 4168140"/>
                    <a:gd name="connsiteX173" fmla="*/ 8679180 w 11737340"/>
                    <a:gd name="connsiteY173" fmla="*/ 3329940 h 4168140"/>
                    <a:gd name="connsiteX174" fmla="*/ 8572500 w 11737340"/>
                    <a:gd name="connsiteY174" fmla="*/ 3276600 h 4168140"/>
                    <a:gd name="connsiteX175" fmla="*/ 8465820 w 11737340"/>
                    <a:gd name="connsiteY175" fmla="*/ 3215640 h 4168140"/>
                    <a:gd name="connsiteX176" fmla="*/ 8321040 w 11737340"/>
                    <a:gd name="connsiteY176" fmla="*/ 3177540 h 4168140"/>
                    <a:gd name="connsiteX177" fmla="*/ 8199120 w 11737340"/>
                    <a:gd name="connsiteY177" fmla="*/ 3131820 h 4168140"/>
                    <a:gd name="connsiteX178" fmla="*/ 8069580 w 11737340"/>
                    <a:gd name="connsiteY178" fmla="*/ 3078480 h 4168140"/>
                    <a:gd name="connsiteX179" fmla="*/ 7917180 w 11737340"/>
                    <a:gd name="connsiteY179" fmla="*/ 2994660 h 4168140"/>
                    <a:gd name="connsiteX180" fmla="*/ 7787640 w 11737340"/>
                    <a:gd name="connsiteY180" fmla="*/ 2971800 h 4168140"/>
                    <a:gd name="connsiteX181" fmla="*/ 7719060 w 11737340"/>
                    <a:gd name="connsiteY181" fmla="*/ 2933700 h 4168140"/>
                    <a:gd name="connsiteX182" fmla="*/ 7612380 w 11737340"/>
                    <a:gd name="connsiteY182" fmla="*/ 2903220 h 4168140"/>
                    <a:gd name="connsiteX183" fmla="*/ 7566660 w 11737340"/>
                    <a:gd name="connsiteY183" fmla="*/ 2887980 h 4168140"/>
                    <a:gd name="connsiteX184" fmla="*/ 7551420 w 11737340"/>
                    <a:gd name="connsiteY184" fmla="*/ 2849880 h 4168140"/>
                    <a:gd name="connsiteX185" fmla="*/ 7533640 w 11737340"/>
                    <a:gd name="connsiteY185" fmla="*/ 2788920 h 4168140"/>
                    <a:gd name="connsiteX186" fmla="*/ 7475220 w 11737340"/>
                    <a:gd name="connsiteY186" fmla="*/ 2857500 h 4168140"/>
                    <a:gd name="connsiteX187" fmla="*/ 7414260 w 11737340"/>
                    <a:gd name="connsiteY187" fmla="*/ 2887980 h 4168140"/>
                    <a:gd name="connsiteX188" fmla="*/ 7345680 w 11737340"/>
                    <a:gd name="connsiteY188" fmla="*/ 2971800 h 4168140"/>
                    <a:gd name="connsiteX189" fmla="*/ 7315200 w 11737340"/>
                    <a:gd name="connsiteY189" fmla="*/ 2994660 h 4168140"/>
                    <a:gd name="connsiteX190" fmla="*/ 7261860 w 11737340"/>
                    <a:gd name="connsiteY190" fmla="*/ 3009900 h 4168140"/>
                    <a:gd name="connsiteX191" fmla="*/ 7193280 w 11737340"/>
                    <a:gd name="connsiteY191" fmla="*/ 3025140 h 4168140"/>
                    <a:gd name="connsiteX192" fmla="*/ 7155180 w 11737340"/>
                    <a:gd name="connsiteY192" fmla="*/ 3078480 h 4168140"/>
                    <a:gd name="connsiteX193" fmla="*/ 7109460 w 11737340"/>
                    <a:gd name="connsiteY193" fmla="*/ 3154680 h 4168140"/>
                    <a:gd name="connsiteX194" fmla="*/ 7048500 w 11737340"/>
                    <a:gd name="connsiteY194" fmla="*/ 3246120 h 4168140"/>
                    <a:gd name="connsiteX195" fmla="*/ 6995160 w 11737340"/>
                    <a:gd name="connsiteY195" fmla="*/ 3307080 h 4168140"/>
                    <a:gd name="connsiteX196" fmla="*/ 6972300 w 11737340"/>
                    <a:gd name="connsiteY196" fmla="*/ 3352800 h 4168140"/>
                    <a:gd name="connsiteX197" fmla="*/ 6949440 w 11737340"/>
                    <a:gd name="connsiteY197" fmla="*/ 3413760 h 4168140"/>
                    <a:gd name="connsiteX198" fmla="*/ 6949440 w 11737340"/>
                    <a:gd name="connsiteY198" fmla="*/ 3413760 h 4168140"/>
                    <a:gd name="connsiteX199" fmla="*/ 6911340 w 11737340"/>
                    <a:gd name="connsiteY199" fmla="*/ 3474720 h 4168140"/>
                    <a:gd name="connsiteX200" fmla="*/ 6888480 w 11737340"/>
                    <a:gd name="connsiteY200" fmla="*/ 3505200 h 4168140"/>
                    <a:gd name="connsiteX201" fmla="*/ 6819900 w 11737340"/>
                    <a:gd name="connsiteY201" fmla="*/ 3566160 h 4168140"/>
                    <a:gd name="connsiteX202" fmla="*/ 6743700 w 11737340"/>
                    <a:gd name="connsiteY202" fmla="*/ 3581400 h 4168140"/>
                    <a:gd name="connsiteX203" fmla="*/ 6675120 w 11737340"/>
                    <a:gd name="connsiteY203" fmla="*/ 3657600 h 4168140"/>
                    <a:gd name="connsiteX204" fmla="*/ 6629400 w 11737340"/>
                    <a:gd name="connsiteY204" fmla="*/ 3718560 h 4168140"/>
                    <a:gd name="connsiteX205" fmla="*/ 6576060 w 11737340"/>
                    <a:gd name="connsiteY205" fmla="*/ 3779520 h 4168140"/>
                    <a:gd name="connsiteX206" fmla="*/ 6484620 w 11737340"/>
                    <a:gd name="connsiteY206" fmla="*/ 3817620 h 4168140"/>
                    <a:gd name="connsiteX207" fmla="*/ 6400800 w 11737340"/>
                    <a:gd name="connsiteY207" fmla="*/ 3832860 h 4168140"/>
                    <a:gd name="connsiteX208" fmla="*/ 6263640 w 11737340"/>
                    <a:gd name="connsiteY208" fmla="*/ 3870960 h 4168140"/>
                    <a:gd name="connsiteX209" fmla="*/ 6126480 w 11737340"/>
                    <a:gd name="connsiteY209" fmla="*/ 3901440 h 4168140"/>
                    <a:gd name="connsiteX210" fmla="*/ 6027420 w 11737340"/>
                    <a:gd name="connsiteY210" fmla="*/ 3916680 h 4168140"/>
                    <a:gd name="connsiteX211" fmla="*/ 5890260 w 11737340"/>
                    <a:gd name="connsiteY211" fmla="*/ 3878580 h 4168140"/>
                    <a:gd name="connsiteX212" fmla="*/ 5821680 w 11737340"/>
                    <a:gd name="connsiteY212" fmla="*/ 3863340 h 4168140"/>
                    <a:gd name="connsiteX213" fmla="*/ 5737860 w 11737340"/>
                    <a:gd name="connsiteY213" fmla="*/ 3825240 h 4168140"/>
                    <a:gd name="connsiteX214" fmla="*/ 5638800 w 11737340"/>
                    <a:gd name="connsiteY214" fmla="*/ 3794760 h 4168140"/>
                    <a:gd name="connsiteX215" fmla="*/ 5524500 w 11737340"/>
                    <a:gd name="connsiteY215" fmla="*/ 3756660 h 4168140"/>
                    <a:gd name="connsiteX216" fmla="*/ 5448300 w 11737340"/>
                    <a:gd name="connsiteY216" fmla="*/ 3718560 h 4168140"/>
                    <a:gd name="connsiteX217" fmla="*/ 5349240 w 11737340"/>
                    <a:gd name="connsiteY217" fmla="*/ 3657600 h 4168140"/>
                    <a:gd name="connsiteX218" fmla="*/ 5295900 w 11737340"/>
                    <a:gd name="connsiteY218" fmla="*/ 3619500 h 4168140"/>
                    <a:gd name="connsiteX219" fmla="*/ 5234940 w 11737340"/>
                    <a:gd name="connsiteY219" fmla="*/ 3596640 h 4168140"/>
                    <a:gd name="connsiteX220" fmla="*/ 5135880 w 11737340"/>
                    <a:gd name="connsiteY220" fmla="*/ 3550920 h 4168140"/>
                    <a:gd name="connsiteX221" fmla="*/ 5059680 w 11737340"/>
                    <a:gd name="connsiteY221" fmla="*/ 3505200 h 4168140"/>
                    <a:gd name="connsiteX222" fmla="*/ 5029200 w 11737340"/>
                    <a:gd name="connsiteY222" fmla="*/ 3482340 h 4168140"/>
                    <a:gd name="connsiteX223" fmla="*/ 4960620 w 11737340"/>
                    <a:gd name="connsiteY223" fmla="*/ 3413760 h 4168140"/>
                    <a:gd name="connsiteX224" fmla="*/ 4876800 w 11737340"/>
                    <a:gd name="connsiteY224" fmla="*/ 3299460 h 4168140"/>
                    <a:gd name="connsiteX225" fmla="*/ 4808220 w 11737340"/>
                    <a:gd name="connsiteY225" fmla="*/ 3200400 h 4168140"/>
                    <a:gd name="connsiteX226" fmla="*/ 4777740 w 11737340"/>
                    <a:gd name="connsiteY226" fmla="*/ 3147060 h 4168140"/>
                    <a:gd name="connsiteX227" fmla="*/ 4724400 w 11737340"/>
                    <a:gd name="connsiteY227" fmla="*/ 3108960 h 4168140"/>
                    <a:gd name="connsiteX228" fmla="*/ 4648200 w 11737340"/>
                    <a:gd name="connsiteY228" fmla="*/ 3063240 h 4168140"/>
                    <a:gd name="connsiteX229" fmla="*/ 4533900 w 11737340"/>
                    <a:gd name="connsiteY229" fmla="*/ 2979420 h 4168140"/>
                    <a:gd name="connsiteX230" fmla="*/ 4427220 w 11737340"/>
                    <a:gd name="connsiteY230" fmla="*/ 2941320 h 4168140"/>
                    <a:gd name="connsiteX231" fmla="*/ 4366260 w 11737340"/>
                    <a:gd name="connsiteY231" fmla="*/ 2903220 h 4168140"/>
                    <a:gd name="connsiteX232" fmla="*/ 4244340 w 11737340"/>
                    <a:gd name="connsiteY232" fmla="*/ 2842260 h 4168140"/>
                    <a:gd name="connsiteX233" fmla="*/ 4145280 w 11737340"/>
                    <a:gd name="connsiteY233" fmla="*/ 2811780 h 4168140"/>
                    <a:gd name="connsiteX234" fmla="*/ 4038600 w 11737340"/>
                    <a:gd name="connsiteY234" fmla="*/ 2804160 h 4168140"/>
                    <a:gd name="connsiteX235" fmla="*/ 3954780 w 11737340"/>
                    <a:gd name="connsiteY235" fmla="*/ 2819400 h 4168140"/>
                    <a:gd name="connsiteX236" fmla="*/ 3863340 w 11737340"/>
                    <a:gd name="connsiteY236" fmla="*/ 2804160 h 4168140"/>
                    <a:gd name="connsiteX237" fmla="*/ 3741420 w 11737340"/>
                    <a:gd name="connsiteY237" fmla="*/ 2781300 h 4168140"/>
                    <a:gd name="connsiteX238" fmla="*/ 3649980 w 11737340"/>
                    <a:gd name="connsiteY238" fmla="*/ 2743200 h 4168140"/>
                    <a:gd name="connsiteX239" fmla="*/ 3573780 w 11737340"/>
                    <a:gd name="connsiteY239" fmla="*/ 2674620 h 4168140"/>
                    <a:gd name="connsiteX240" fmla="*/ 3482340 w 11737340"/>
                    <a:gd name="connsiteY240" fmla="*/ 2621280 h 4168140"/>
                    <a:gd name="connsiteX241" fmla="*/ 3436620 w 11737340"/>
                    <a:gd name="connsiteY241" fmla="*/ 2552700 h 4168140"/>
                    <a:gd name="connsiteX242" fmla="*/ 3329940 w 11737340"/>
                    <a:gd name="connsiteY242" fmla="*/ 2423160 h 4168140"/>
                    <a:gd name="connsiteX243" fmla="*/ 3261360 w 11737340"/>
                    <a:gd name="connsiteY243" fmla="*/ 2324100 h 4168140"/>
                    <a:gd name="connsiteX244" fmla="*/ 3131820 w 11737340"/>
                    <a:gd name="connsiteY244" fmla="*/ 2209800 h 4168140"/>
                    <a:gd name="connsiteX245" fmla="*/ 3040380 w 11737340"/>
                    <a:gd name="connsiteY245" fmla="*/ 2141220 h 4168140"/>
                    <a:gd name="connsiteX246" fmla="*/ 2910840 w 11737340"/>
                    <a:gd name="connsiteY246" fmla="*/ 2034540 h 4168140"/>
                    <a:gd name="connsiteX247" fmla="*/ 2849880 w 11737340"/>
                    <a:gd name="connsiteY247" fmla="*/ 1958340 h 4168140"/>
                    <a:gd name="connsiteX248" fmla="*/ 2743200 w 11737340"/>
                    <a:gd name="connsiteY248" fmla="*/ 1889760 h 4168140"/>
                    <a:gd name="connsiteX249" fmla="*/ 2659380 w 11737340"/>
                    <a:gd name="connsiteY249" fmla="*/ 1844040 h 4168140"/>
                    <a:gd name="connsiteX250" fmla="*/ 2575560 w 11737340"/>
                    <a:gd name="connsiteY250" fmla="*/ 1744980 h 4168140"/>
                    <a:gd name="connsiteX251" fmla="*/ 2468880 w 11737340"/>
                    <a:gd name="connsiteY251" fmla="*/ 1645920 h 4168140"/>
                    <a:gd name="connsiteX252" fmla="*/ 2400300 w 11737340"/>
                    <a:gd name="connsiteY252" fmla="*/ 1607820 h 4168140"/>
                    <a:gd name="connsiteX253" fmla="*/ 2263140 w 11737340"/>
                    <a:gd name="connsiteY253" fmla="*/ 1501140 h 4168140"/>
                    <a:gd name="connsiteX254" fmla="*/ 2171700 w 11737340"/>
                    <a:gd name="connsiteY254" fmla="*/ 1432560 h 4168140"/>
                    <a:gd name="connsiteX255" fmla="*/ 2087880 w 11737340"/>
                    <a:gd name="connsiteY255" fmla="*/ 1363980 h 4168140"/>
                    <a:gd name="connsiteX256" fmla="*/ 1950720 w 11737340"/>
                    <a:gd name="connsiteY256" fmla="*/ 1272540 h 4168140"/>
                    <a:gd name="connsiteX257" fmla="*/ 1805940 w 11737340"/>
                    <a:gd name="connsiteY257" fmla="*/ 1135380 h 4168140"/>
                    <a:gd name="connsiteX258" fmla="*/ 1729740 w 11737340"/>
                    <a:gd name="connsiteY258" fmla="*/ 1089660 h 4168140"/>
                    <a:gd name="connsiteX259" fmla="*/ 1668780 w 11737340"/>
                    <a:gd name="connsiteY259" fmla="*/ 1043940 h 4168140"/>
                    <a:gd name="connsiteX260" fmla="*/ 1592580 w 11737340"/>
                    <a:gd name="connsiteY260" fmla="*/ 990600 h 4168140"/>
                    <a:gd name="connsiteX261" fmla="*/ 1470660 w 11737340"/>
                    <a:gd name="connsiteY261" fmla="*/ 891540 h 4168140"/>
                    <a:gd name="connsiteX262" fmla="*/ 1386840 w 11737340"/>
                    <a:gd name="connsiteY262" fmla="*/ 845820 h 4168140"/>
                    <a:gd name="connsiteX263" fmla="*/ 1318260 w 11737340"/>
                    <a:gd name="connsiteY263" fmla="*/ 784860 h 4168140"/>
                    <a:gd name="connsiteX264" fmla="*/ 1264920 w 11737340"/>
                    <a:gd name="connsiteY264" fmla="*/ 723900 h 4168140"/>
                    <a:gd name="connsiteX265" fmla="*/ 1181100 w 11737340"/>
                    <a:gd name="connsiteY265" fmla="*/ 647700 h 4168140"/>
                    <a:gd name="connsiteX266" fmla="*/ 1089660 w 11737340"/>
                    <a:gd name="connsiteY266" fmla="*/ 624840 h 4168140"/>
                    <a:gd name="connsiteX267" fmla="*/ 1021080 w 11737340"/>
                    <a:gd name="connsiteY267" fmla="*/ 586740 h 4168140"/>
                    <a:gd name="connsiteX268" fmla="*/ 937260 w 11737340"/>
                    <a:gd name="connsiteY268" fmla="*/ 548640 h 4168140"/>
                    <a:gd name="connsiteX269" fmla="*/ 830580 w 11737340"/>
                    <a:gd name="connsiteY269" fmla="*/ 510540 h 4168140"/>
                    <a:gd name="connsiteX270" fmla="*/ 754380 w 11737340"/>
                    <a:gd name="connsiteY270" fmla="*/ 457200 h 4168140"/>
                    <a:gd name="connsiteX271" fmla="*/ 708660 w 11737340"/>
                    <a:gd name="connsiteY271" fmla="*/ 419100 h 4168140"/>
                    <a:gd name="connsiteX272" fmla="*/ 609600 w 11737340"/>
                    <a:gd name="connsiteY272" fmla="*/ 396240 h 4168140"/>
                    <a:gd name="connsiteX273" fmla="*/ 548640 w 11737340"/>
                    <a:gd name="connsiteY273" fmla="*/ 320040 h 4168140"/>
                    <a:gd name="connsiteX274" fmla="*/ 510540 w 11737340"/>
                    <a:gd name="connsiteY274" fmla="*/ 251460 h 4168140"/>
                    <a:gd name="connsiteX275" fmla="*/ 464820 w 11737340"/>
                    <a:gd name="connsiteY275" fmla="*/ 190500 h 4168140"/>
                    <a:gd name="connsiteX276" fmla="*/ 411480 w 11737340"/>
                    <a:gd name="connsiteY276" fmla="*/ 137160 h 4168140"/>
                    <a:gd name="connsiteX277" fmla="*/ 373380 w 11737340"/>
                    <a:gd name="connsiteY277" fmla="*/ 45720 h 4168140"/>
                    <a:gd name="connsiteX278" fmla="*/ 342900 w 11737340"/>
                    <a:gd name="connsiteY278" fmla="*/ 0 h 4168140"/>
                    <a:gd name="connsiteX279" fmla="*/ 327660 w 11737340"/>
                    <a:gd name="connsiteY279" fmla="*/ 60960 h 4168140"/>
                    <a:gd name="connsiteX280" fmla="*/ 289560 w 11737340"/>
                    <a:gd name="connsiteY280" fmla="*/ 91440 h 4168140"/>
                    <a:gd name="connsiteX281" fmla="*/ 236220 w 11737340"/>
                    <a:gd name="connsiteY281" fmla="*/ 114300 h 4168140"/>
                    <a:gd name="connsiteX282" fmla="*/ 198120 w 11737340"/>
                    <a:gd name="connsiteY282" fmla="*/ 175260 h 4168140"/>
                    <a:gd name="connsiteX283" fmla="*/ 175260 w 11737340"/>
                    <a:gd name="connsiteY283" fmla="*/ 228600 h 4168140"/>
                    <a:gd name="connsiteX284" fmla="*/ 114300 w 11737340"/>
                    <a:gd name="connsiteY284" fmla="*/ 236220 h 4168140"/>
                    <a:gd name="connsiteX285" fmla="*/ 45720 w 11737340"/>
                    <a:gd name="connsiteY285" fmla="*/ 251460 h 4168140"/>
                    <a:gd name="connsiteX286" fmla="*/ 0 w 11737340"/>
                    <a:gd name="connsiteY286" fmla="*/ 281940 h 4168140"/>
                    <a:gd name="connsiteX287" fmla="*/ 68580 w 11737340"/>
                    <a:gd name="connsiteY287" fmla="*/ 320040 h 4168140"/>
                    <a:gd name="connsiteX0" fmla="*/ 68580 w 11737340"/>
                    <a:gd name="connsiteY0" fmla="*/ 320040 h 4168140"/>
                    <a:gd name="connsiteX1" fmla="*/ 121920 w 11737340"/>
                    <a:gd name="connsiteY1" fmla="*/ 381000 h 4168140"/>
                    <a:gd name="connsiteX2" fmla="*/ 198120 w 11737340"/>
                    <a:gd name="connsiteY2" fmla="*/ 419100 h 4168140"/>
                    <a:gd name="connsiteX3" fmla="*/ 320040 w 11737340"/>
                    <a:gd name="connsiteY3" fmla="*/ 510540 h 4168140"/>
                    <a:gd name="connsiteX4" fmla="*/ 411480 w 11737340"/>
                    <a:gd name="connsiteY4" fmla="*/ 563880 h 4168140"/>
                    <a:gd name="connsiteX5" fmla="*/ 472440 w 11737340"/>
                    <a:gd name="connsiteY5" fmla="*/ 632460 h 4168140"/>
                    <a:gd name="connsiteX6" fmla="*/ 601980 w 11737340"/>
                    <a:gd name="connsiteY6" fmla="*/ 708660 h 4168140"/>
                    <a:gd name="connsiteX7" fmla="*/ 739140 w 11737340"/>
                    <a:gd name="connsiteY7" fmla="*/ 784860 h 4168140"/>
                    <a:gd name="connsiteX8" fmla="*/ 861060 w 11737340"/>
                    <a:gd name="connsiteY8" fmla="*/ 868680 h 4168140"/>
                    <a:gd name="connsiteX9" fmla="*/ 944880 w 11737340"/>
                    <a:gd name="connsiteY9" fmla="*/ 952500 h 4168140"/>
                    <a:gd name="connsiteX10" fmla="*/ 1021080 w 11737340"/>
                    <a:gd name="connsiteY10" fmla="*/ 1005840 h 4168140"/>
                    <a:gd name="connsiteX11" fmla="*/ 1097280 w 11737340"/>
                    <a:gd name="connsiteY11" fmla="*/ 1043940 h 4168140"/>
                    <a:gd name="connsiteX12" fmla="*/ 1181100 w 11737340"/>
                    <a:gd name="connsiteY12" fmla="*/ 1104900 h 4168140"/>
                    <a:gd name="connsiteX13" fmla="*/ 1249680 w 11737340"/>
                    <a:gd name="connsiteY13" fmla="*/ 1150620 h 4168140"/>
                    <a:gd name="connsiteX14" fmla="*/ 1341120 w 11737340"/>
                    <a:gd name="connsiteY14" fmla="*/ 1196340 h 4168140"/>
                    <a:gd name="connsiteX15" fmla="*/ 1417320 w 11737340"/>
                    <a:gd name="connsiteY15" fmla="*/ 1257300 h 4168140"/>
                    <a:gd name="connsiteX16" fmla="*/ 1493520 w 11737340"/>
                    <a:gd name="connsiteY16" fmla="*/ 1333500 h 4168140"/>
                    <a:gd name="connsiteX17" fmla="*/ 1569720 w 11737340"/>
                    <a:gd name="connsiteY17" fmla="*/ 1356360 h 4168140"/>
                    <a:gd name="connsiteX18" fmla="*/ 1684020 w 11737340"/>
                    <a:gd name="connsiteY18" fmla="*/ 1424940 h 4168140"/>
                    <a:gd name="connsiteX19" fmla="*/ 1729740 w 11737340"/>
                    <a:gd name="connsiteY19" fmla="*/ 1485900 h 4168140"/>
                    <a:gd name="connsiteX20" fmla="*/ 1844040 w 11737340"/>
                    <a:gd name="connsiteY20" fmla="*/ 1569720 h 4168140"/>
                    <a:gd name="connsiteX21" fmla="*/ 1935480 w 11737340"/>
                    <a:gd name="connsiteY21" fmla="*/ 1615440 h 4168140"/>
                    <a:gd name="connsiteX22" fmla="*/ 2049780 w 11737340"/>
                    <a:gd name="connsiteY22" fmla="*/ 1691640 h 4168140"/>
                    <a:gd name="connsiteX23" fmla="*/ 2133600 w 11737340"/>
                    <a:gd name="connsiteY23" fmla="*/ 1729740 h 4168140"/>
                    <a:gd name="connsiteX24" fmla="*/ 2202180 w 11737340"/>
                    <a:gd name="connsiteY24" fmla="*/ 1805940 h 4168140"/>
                    <a:gd name="connsiteX25" fmla="*/ 2255520 w 11737340"/>
                    <a:gd name="connsiteY25" fmla="*/ 1821180 h 4168140"/>
                    <a:gd name="connsiteX26" fmla="*/ 2316480 w 11737340"/>
                    <a:gd name="connsiteY26" fmla="*/ 1866900 h 4168140"/>
                    <a:gd name="connsiteX27" fmla="*/ 2423160 w 11737340"/>
                    <a:gd name="connsiteY27" fmla="*/ 2004060 h 4168140"/>
                    <a:gd name="connsiteX28" fmla="*/ 2476500 w 11737340"/>
                    <a:gd name="connsiteY28" fmla="*/ 2087880 h 4168140"/>
                    <a:gd name="connsiteX29" fmla="*/ 2567940 w 11737340"/>
                    <a:gd name="connsiteY29" fmla="*/ 2148840 h 4168140"/>
                    <a:gd name="connsiteX30" fmla="*/ 2682240 w 11737340"/>
                    <a:gd name="connsiteY30" fmla="*/ 2186940 h 4168140"/>
                    <a:gd name="connsiteX31" fmla="*/ 2743200 w 11737340"/>
                    <a:gd name="connsiteY31" fmla="*/ 2209800 h 4168140"/>
                    <a:gd name="connsiteX32" fmla="*/ 2811780 w 11737340"/>
                    <a:gd name="connsiteY32" fmla="*/ 2247900 h 4168140"/>
                    <a:gd name="connsiteX33" fmla="*/ 2887980 w 11737340"/>
                    <a:gd name="connsiteY33" fmla="*/ 2301240 h 4168140"/>
                    <a:gd name="connsiteX34" fmla="*/ 2979420 w 11737340"/>
                    <a:gd name="connsiteY34" fmla="*/ 2385060 h 4168140"/>
                    <a:gd name="connsiteX35" fmla="*/ 3055620 w 11737340"/>
                    <a:gd name="connsiteY35" fmla="*/ 2461260 h 4168140"/>
                    <a:gd name="connsiteX36" fmla="*/ 3139440 w 11737340"/>
                    <a:gd name="connsiteY36" fmla="*/ 2537460 h 4168140"/>
                    <a:gd name="connsiteX37" fmla="*/ 3261360 w 11737340"/>
                    <a:gd name="connsiteY37" fmla="*/ 2628900 h 4168140"/>
                    <a:gd name="connsiteX38" fmla="*/ 3345180 w 11737340"/>
                    <a:gd name="connsiteY38" fmla="*/ 2720340 h 4168140"/>
                    <a:gd name="connsiteX39" fmla="*/ 3444240 w 11737340"/>
                    <a:gd name="connsiteY39" fmla="*/ 2796540 h 4168140"/>
                    <a:gd name="connsiteX40" fmla="*/ 3558540 w 11737340"/>
                    <a:gd name="connsiteY40" fmla="*/ 2872740 h 4168140"/>
                    <a:gd name="connsiteX41" fmla="*/ 3619500 w 11737340"/>
                    <a:gd name="connsiteY41" fmla="*/ 2979420 h 4168140"/>
                    <a:gd name="connsiteX42" fmla="*/ 3619500 w 11737340"/>
                    <a:gd name="connsiteY42" fmla="*/ 2979420 h 4168140"/>
                    <a:gd name="connsiteX43" fmla="*/ 3649980 w 11737340"/>
                    <a:gd name="connsiteY43" fmla="*/ 3048000 h 4168140"/>
                    <a:gd name="connsiteX44" fmla="*/ 3703320 w 11737340"/>
                    <a:gd name="connsiteY44" fmla="*/ 3086100 h 4168140"/>
                    <a:gd name="connsiteX45" fmla="*/ 3764280 w 11737340"/>
                    <a:gd name="connsiteY45" fmla="*/ 3063240 h 4168140"/>
                    <a:gd name="connsiteX46" fmla="*/ 3848100 w 11737340"/>
                    <a:gd name="connsiteY46" fmla="*/ 3025140 h 4168140"/>
                    <a:gd name="connsiteX47" fmla="*/ 3916680 w 11737340"/>
                    <a:gd name="connsiteY47" fmla="*/ 3032760 h 4168140"/>
                    <a:gd name="connsiteX48" fmla="*/ 4030980 w 11737340"/>
                    <a:gd name="connsiteY48" fmla="*/ 3063240 h 4168140"/>
                    <a:gd name="connsiteX49" fmla="*/ 4137660 w 11737340"/>
                    <a:gd name="connsiteY49" fmla="*/ 3101340 h 4168140"/>
                    <a:gd name="connsiteX50" fmla="*/ 4259580 w 11737340"/>
                    <a:gd name="connsiteY50" fmla="*/ 3147060 h 4168140"/>
                    <a:gd name="connsiteX51" fmla="*/ 4381500 w 11737340"/>
                    <a:gd name="connsiteY51" fmla="*/ 3192780 h 4168140"/>
                    <a:gd name="connsiteX52" fmla="*/ 4526280 w 11737340"/>
                    <a:gd name="connsiteY52" fmla="*/ 3276600 h 4168140"/>
                    <a:gd name="connsiteX53" fmla="*/ 4587240 w 11737340"/>
                    <a:gd name="connsiteY53" fmla="*/ 3299460 h 4168140"/>
                    <a:gd name="connsiteX54" fmla="*/ 4610100 w 11737340"/>
                    <a:gd name="connsiteY54" fmla="*/ 3352800 h 4168140"/>
                    <a:gd name="connsiteX55" fmla="*/ 4648200 w 11737340"/>
                    <a:gd name="connsiteY55" fmla="*/ 3436620 h 4168140"/>
                    <a:gd name="connsiteX56" fmla="*/ 4671060 w 11737340"/>
                    <a:gd name="connsiteY56" fmla="*/ 3520440 h 4168140"/>
                    <a:gd name="connsiteX57" fmla="*/ 4678680 w 11737340"/>
                    <a:gd name="connsiteY57" fmla="*/ 3589020 h 4168140"/>
                    <a:gd name="connsiteX58" fmla="*/ 4686300 w 11737340"/>
                    <a:gd name="connsiteY58" fmla="*/ 3649980 h 4168140"/>
                    <a:gd name="connsiteX59" fmla="*/ 4724400 w 11737340"/>
                    <a:gd name="connsiteY59" fmla="*/ 3680460 h 4168140"/>
                    <a:gd name="connsiteX60" fmla="*/ 4785360 w 11737340"/>
                    <a:gd name="connsiteY60" fmla="*/ 3672840 h 4168140"/>
                    <a:gd name="connsiteX61" fmla="*/ 4869180 w 11737340"/>
                    <a:gd name="connsiteY61" fmla="*/ 3703320 h 4168140"/>
                    <a:gd name="connsiteX62" fmla="*/ 4914900 w 11737340"/>
                    <a:gd name="connsiteY62" fmla="*/ 3756660 h 4168140"/>
                    <a:gd name="connsiteX63" fmla="*/ 5105400 w 11737340"/>
                    <a:gd name="connsiteY63" fmla="*/ 3832860 h 4168140"/>
                    <a:gd name="connsiteX64" fmla="*/ 5173980 w 11737340"/>
                    <a:gd name="connsiteY64" fmla="*/ 3886200 h 4168140"/>
                    <a:gd name="connsiteX65" fmla="*/ 5242560 w 11737340"/>
                    <a:gd name="connsiteY65" fmla="*/ 3924300 h 4168140"/>
                    <a:gd name="connsiteX66" fmla="*/ 5364480 w 11737340"/>
                    <a:gd name="connsiteY66" fmla="*/ 3962400 h 4168140"/>
                    <a:gd name="connsiteX67" fmla="*/ 5516880 w 11737340"/>
                    <a:gd name="connsiteY67" fmla="*/ 4046220 h 4168140"/>
                    <a:gd name="connsiteX68" fmla="*/ 5585460 w 11737340"/>
                    <a:gd name="connsiteY68" fmla="*/ 4099560 h 4168140"/>
                    <a:gd name="connsiteX69" fmla="*/ 5661660 w 11737340"/>
                    <a:gd name="connsiteY69" fmla="*/ 4122420 h 4168140"/>
                    <a:gd name="connsiteX70" fmla="*/ 5745480 w 11737340"/>
                    <a:gd name="connsiteY70" fmla="*/ 4130040 h 4168140"/>
                    <a:gd name="connsiteX71" fmla="*/ 5836920 w 11737340"/>
                    <a:gd name="connsiteY71" fmla="*/ 4130040 h 4168140"/>
                    <a:gd name="connsiteX72" fmla="*/ 5951220 w 11737340"/>
                    <a:gd name="connsiteY72" fmla="*/ 4145280 h 4168140"/>
                    <a:gd name="connsiteX73" fmla="*/ 6035040 w 11737340"/>
                    <a:gd name="connsiteY73" fmla="*/ 4168140 h 4168140"/>
                    <a:gd name="connsiteX74" fmla="*/ 6149340 w 11737340"/>
                    <a:gd name="connsiteY74" fmla="*/ 4137660 h 4168140"/>
                    <a:gd name="connsiteX75" fmla="*/ 6286500 w 11737340"/>
                    <a:gd name="connsiteY75" fmla="*/ 4114800 h 4168140"/>
                    <a:gd name="connsiteX76" fmla="*/ 6393180 w 11737340"/>
                    <a:gd name="connsiteY76" fmla="*/ 4053840 h 4168140"/>
                    <a:gd name="connsiteX77" fmla="*/ 6484620 w 11737340"/>
                    <a:gd name="connsiteY77" fmla="*/ 4038600 h 4168140"/>
                    <a:gd name="connsiteX78" fmla="*/ 6583680 w 11737340"/>
                    <a:gd name="connsiteY78" fmla="*/ 3970020 h 4168140"/>
                    <a:gd name="connsiteX79" fmla="*/ 6697980 w 11737340"/>
                    <a:gd name="connsiteY79" fmla="*/ 3886200 h 4168140"/>
                    <a:gd name="connsiteX80" fmla="*/ 6728460 w 11737340"/>
                    <a:gd name="connsiteY80" fmla="*/ 3817620 h 4168140"/>
                    <a:gd name="connsiteX81" fmla="*/ 6842760 w 11737340"/>
                    <a:gd name="connsiteY81" fmla="*/ 3733800 h 4168140"/>
                    <a:gd name="connsiteX82" fmla="*/ 6972300 w 11737340"/>
                    <a:gd name="connsiteY82" fmla="*/ 3642360 h 4168140"/>
                    <a:gd name="connsiteX83" fmla="*/ 7078980 w 11737340"/>
                    <a:gd name="connsiteY83" fmla="*/ 3528060 h 4168140"/>
                    <a:gd name="connsiteX84" fmla="*/ 7165340 w 11737340"/>
                    <a:gd name="connsiteY84" fmla="*/ 3454400 h 4168140"/>
                    <a:gd name="connsiteX85" fmla="*/ 7269480 w 11737340"/>
                    <a:gd name="connsiteY85" fmla="*/ 3284220 h 4168140"/>
                    <a:gd name="connsiteX86" fmla="*/ 7330440 w 11737340"/>
                    <a:gd name="connsiteY86" fmla="*/ 3185160 h 4168140"/>
                    <a:gd name="connsiteX87" fmla="*/ 7376160 w 11737340"/>
                    <a:gd name="connsiteY87" fmla="*/ 3116580 h 4168140"/>
                    <a:gd name="connsiteX88" fmla="*/ 7444740 w 11737340"/>
                    <a:gd name="connsiteY88" fmla="*/ 3093720 h 4168140"/>
                    <a:gd name="connsiteX89" fmla="*/ 7513320 w 11737340"/>
                    <a:gd name="connsiteY89" fmla="*/ 3101340 h 4168140"/>
                    <a:gd name="connsiteX90" fmla="*/ 7576820 w 11737340"/>
                    <a:gd name="connsiteY90" fmla="*/ 3093720 h 4168140"/>
                    <a:gd name="connsiteX91" fmla="*/ 7729220 w 11737340"/>
                    <a:gd name="connsiteY91" fmla="*/ 3136900 h 4168140"/>
                    <a:gd name="connsiteX92" fmla="*/ 7833360 w 11737340"/>
                    <a:gd name="connsiteY92" fmla="*/ 3180080 h 4168140"/>
                    <a:gd name="connsiteX93" fmla="*/ 7967980 w 11737340"/>
                    <a:gd name="connsiteY93" fmla="*/ 3208020 h 4168140"/>
                    <a:gd name="connsiteX94" fmla="*/ 8161020 w 11737340"/>
                    <a:gd name="connsiteY94" fmla="*/ 3296920 h 4168140"/>
                    <a:gd name="connsiteX95" fmla="*/ 8293100 w 11737340"/>
                    <a:gd name="connsiteY95" fmla="*/ 3370580 h 4168140"/>
                    <a:gd name="connsiteX96" fmla="*/ 8371840 w 11737340"/>
                    <a:gd name="connsiteY96" fmla="*/ 3395980 h 4168140"/>
                    <a:gd name="connsiteX97" fmla="*/ 8468360 w 11737340"/>
                    <a:gd name="connsiteY97" fmla="*/ 3434080 h 4168140"/>
                    <a:gd name="connsiteX98" fmla="*/ 8582660 w 11737340"/>
                    <a:gd name="connsiteY98" fmla="*/ 3528060 h 4168140"/>
                    <a:gd name="connsiteX99" fmla="*/ 8641080 w 11737340"/>
                    <a:gd name="connsiteY99" fmla="*/ 3566160 h 4168140"/>
                    <a:gd name="connsiteX100" fmla="*/ 8702040 w 11737340"/>
                    <a:gd name="connsiteY100" fmla="*/ 3604260 h 4168140"/>
                    <a:gd name="connsiteX101" fmla="*/ 8763000 w 11737340"/>
                    <a:gd name="connsiteY101" fmla="*/ 3634740 h 4168140"/>
                    <a:gd name="connsiteX102" fmla="*/ 8846820 w 11737340"/>
                    <a:gd name="connsiteY102" fmla="*/ 3632200 h 4168140"/>
                    <a:gd name="connsiteX103" fmla="*/ 8968740 w 11737340"/>
                    <a:gd name="connsiteY103" fmla="*/ 3634740 h 4168140"/>
                    <a:gd name="connsiteX104" fmla="*/ 9060180 w 11737340"/>
                    <a:gd name="connsiteY104" fmla="*/ 3642360 h 4168140"/>
                    <a:gd name="connsiteX105" fmla="*/ 9151620 w 11737340"/>
                    <a:gd name="connsiteY105" fmla="*/ 3657600 h 4168140"/>
                    <a:gd name="connsiteX106" fmla="*/ 9230360 w 11737340"/>
                    <a:gd name="connsiteY106" fmla="*/ 3657600 h 4168140"/>
                    <a:gd name="connsiteX107" fmla="*/ 9331960 w 11737340"/>
                    <a:gd name="connsiteY107" fmla="*/ 3629660 h 4168140"/>
                    <a:gd name="connsiteX108" fmla="*/ 9433560 w 11737340"/>
                    <a:gd name="connsiteY108" fmla="*/ 3589020 h 4168140"/>
                    <a:gd name="connsiteX109" fmla="*/ 9535160 w 11737340"/>
                    <a:gd name="connsiteY109" fmla="*/ 3540760 h 4168140"/>
                    <a:gd name="connsiteX110" fmla="*/ 9646920 w 11737340"/>
                    <a:gd name="connsiteY110" fmla="*/ 3489960 h 4168140"/>
                    <a:gd name="connsiteX111" fmla="*/ 9784080 w 11737340"/>
                    <a:gd name="connsiteY111" fmla="*/ 3444240 h 4168140"/>
                    <a:gd name="connsiteX112" fmla="*/ 9860280 w 11737340"/>
                    <a:gd name="connsiteY112" fmla="*/ 3383280 h 4168140"/>
                    <a:gd name="connsiteX113" fmla="*/ 9921240 w 11737340"/>
                    <a:gd name="connsiteY113" fmla="*/ 3314700 h 4168140"/>
                    <a:gd name="connsiteX114" fmla="*/ 9997440 w 11737340"/>
                    <a:gd name="connsiteY114" fmla="*/ 3208020 h 4168140"/>
                    <a:gd name="connsiteX115" fmla="*/ 10043160 w 11737340"/>
                    <a:gd name="connsiteY115" fmla="*/ 3101340 h 4168140"/>
                    <a:gd name="connsiteX116" fmla="*/ 10104120 w 11737340"/>
                    <a:gd name="connsiteY116" fmla="*/ 3017520 h 4168140"/>
                    <a:gd name="connsiteX117" fmla="*/ 10157460 w 11737340"/>
                    <a:gd name="connsiteY117" fmla="*/ 2933700 h 4168140"/>
                    <a:gd name="connsiteX118" fmla="*/ 10218420 w 11737340"/>
                    <a:gd name="connsiteY118" fmla="*/ 2849880 h 4168140"/>
                    <a:gd name="connsiteX119" fmla="*/ 10294620 w 11737340"/>
                    <a:gd name="connsiteY119" fmla="*/ 2735580 h 4168140"/>
                    <a:gd name="connsiteX120" fmla="*/ 10347960 w 11737340"/>
                    <a:gd name="connsiteY120" fmla="*/ 2621280 h 4168140"/>
                    <a:gd name="connsiteX121" fmla="*/ 10431780 w 11737340"/>
                    <a:gd name="connsiteY121" fmla="*/ 2499360 h 4168140"/>
                    <a:gd name="connsiteX122" fmla="*/ 10500360 w 11737340"/>
                    <a:gd name="connsiteY122" fmla="*/ 2354580 h 4168140"/>
                    <a:gd name="connsiteX123" fmla="*/ 10553700 w 11737340"/>
                    <a:gd name="connsiteY123" fmla="*/ 2263140 h 4168140"/>
                    <a:gd name="connsiteX124" fmla="*/ 10584180 w 11737340"/>
                    <a:gd name="connsiteY124" fmla="*/ 2194560 h 4168140"/>
                    <a:gd name="connsiteX125" fmla="*/ 10624820 w 11737340"/>
                    <a:gd name="connsiteY125" fmla="*/ 2125980 h 4168140"/>
                    <a:gd name="connsiteX126" fmla="*/ 10675620 w 11737340"/>
                    <a:gd name="connsiteY126" fmla="*/ 2049780 h 4168140"/>
                    <a:gd name="connsiteX127" fmla="*/ 10690860 w 11737340"/>
                    <a:gd name="connsiteY127" fmla="*/ 1988820 h 4168140"/>
                    <a:gd name="connsiteX128" fmla="*/ 10713720 w 11737340"/>
                    <a:gd name="connsiteY128" fmla="*/ 1927860 h 4168140"/>
                    <a:gd name="connsiteX129" fmla="*/ 10767060 w 11737340"/>
                    <a:gd name="connsiteY129" fmla="*/ 1859280 h 4168140"/>
                    <a:gd name="connsiteX130" fmla="*/ 10873740 w 11737340"/>
                    <a:gd name="connsiteY130" fmla="*/ 1828800 h 4168140"/>
                    <a:gd name="connsiteX131" fmla="*/ 11079480 w 11737340"/>
                    <a:gd name="connsiteY131" fmla="*/ 1767840 h 4168140"/>
                    <a:gd name="connsiteX132" fmla="*/ 11247120 w 11737340"/>
                    <a:gd name="connsiteY132" fmla="*/ 1684020 h 4168140"/>
                    <a:gd name="connsiteX133" fmla="*/ 11407140 w 11737340"/>
                    <a:gd name="connsiteY133" fmla="*/ 1628140 h 4168140"/>
                    <a:gd name="connsiteX134" fmla="*/ 11490960 w 11737340"/>
                    <a:gd name="connsiteY134" fmla="*/ 1577340 h 4168140"/>
                    <a:gd name="connsiteX135" fmla="*/ 11635740 w 11737340"/>
                    <a:gd name="connsiteY135" fmla="*/ 1508760 h 4168140"/>
                    <a:gd name="connsiteX136" fmla="*/ 11737340 w 11737340"/>
                    <a:gd name="connsiteY136" fmla="*/ 1442720 h 4168140"/>
                    <a:gd name="connsiteX137" fmla="*/ 11620500 w 11737340"/>
                    <a:gd name="connsiteY137" fmla="*/ 1417320 h 4168140"/>
                    <a:gd name="connsiteX138" fmla="*/ 11567160 w 11737340"/>
                    <a:gd name="connsiteY138" fmla="*/ 1379220 h 4168140"/>
                    <a:gd name="connsiteX139" fmla="*/ 11498580 w 11737340"/>
                    <a:gd name="connsiteY139" fmla="*/ 1318260 h 4168140"/>
                    <a:gd name="connsiteX140" fmla="*/ 11468100 w 11737340"/>
                    <a:gd name="connsiteY140" fmla="*/ 1280160 h 4168140"/>
                    <a:gd name="connsiteX141" fmla="*/ 11442700 w 11737340"/>
                    <a:gd name="connsiteY141" fmla="*/ 1231900 h 4168140"/>
                    <a:gd name="connsiteX142" fmla="*/ 11384280 w 11737340"/>
                    <a:gd name="connsiteY142" fmla="*/ 1310640 h 4168140"/>
                    <a:gd name="connsiteX143" fmla="*/ 11353800 w 11737340"/>
                    <a:gd name="connsiteY143" fmla="*/ 1356360 h 4168140"/>
                    <a:gd name="connsiteX144" fmla="*/ 11224260 w 11737340"/>
                    <a:gd name="connsiteY144" fmla="*/ 1417320 h 4168140"/>
                    <a:gd name="connsiteX145" fmla="*/ 11109960 w 11737340"/>
                    <a:gd name="connsiteY145" fmla="*/ 1463040 h 4168140"/>
                    <a:gd name="connsiteX146" fmla="*/ 10911840 w 11737340"/>
                    <a:gd name="connsiteY146" fmla="*/ 1524000 h 4168140"/>
                    <a:gd name="connsiteX147" fmla="*/ 10774680 w 11737340"/>
                    <a:gd name="connsiteY147" fmla="*/ 1546860 h 4168140"/>
                    <a:gd name="connsiteX148" fmla="*/ 10675620 w 11737340"/>
                    <a:gd name="connsiteY148" fmla="*/ 1615440 h 4168140"/>
                    <a:gd name="connsiteX149" fmla="*/ 10568940 w 11737340"/>
                    <a:gd name="connsiteY149" fmla="*/ 1676400 h 4168140"/>
                    <a:gd name="connsiteX150" fmla="*/ 10485120 w 11737340"/>
                    <a:gd name="connsiteY150" fmla="*/ 1760220 h 4168140"/>
                    <a:gd name="connsiteX151" fmla="*/ 10454640 w 11737340"/>
                    <a:gd name="connsiteY151" fmla="*/ 1836420 h 4168140"/>
                    <a:gd name="connsiteX152" fmla="*/ 10416540 w 11737340"/>
                    <a:gd name="connsiteY152" fmla="*/ 1927860 h 4168140"/>
                    <a:gd name="connsiteX153" fmla="*/ 10401300 w 11737340"/>
                    <a:gd name="connsiteY153" fmla="*/ 2004060 h 4168140"/>
                    <a:gd name="connsiteX154" fmla="*/ 10363200 w 11737340"/>
                    <a:gd name="connsiteY154" fmla="*/ 2095500 h 4168140"/>
                    <a:gd name="connsiteX155" fmla="*/ 10317480 w 11737340"/>
                    <a:gd name="connsiteY155" fmla="*/ 2225040 h 4168140"/>
                    <a:gd name="connsiteX156" fmla="*/ 10287000 w 11737340"/>
                    <a:gd name="connsiteY156" fmla="*/ 2346960 h 4168140"/>
                    <a:gd name="connsiteX157" fmla="*/ 10218420 w 11737340"/>
                    <a:gd name="connsiteY157" fmla="*/ 2499360 h 4168140"/>
                    <a:gd name="connsiteX158" fmla="*/ 10134600 w 11737340"/>
                    <a:gd name="connsiteY158" fmla="*/ 2621280 h 4168140"/>
                    <a:gd name="connsiteX159" fmla="*/ 10043160 w 11737340"/>
                    <a:gd name="connsiteY159" fmla="*/ 2735580 h 4168140"/>
                    <a:gd name="connsiteX160" fmla="*/ 9974580 w 11737340"/>
                    <a:gd name="connsiteY160" fmla="*/ 2857500 h 4168140"/>
                    <a:gd name="connsiteX161" fmla="*/ 9906000 w 11737340"/>
                    <a:gd name="connsiteY161" fmla="*/ 2941320 h 4168140"/>
                    <a:gd name="connsiteX162" fmla="*/ 9860280 w 11737340"/>
                    <a:gd name="connsiteY162" fmla="*/ 3032760 h 4168140"/>
                    <a:gd name="connsiteX163" fmla="*/ 9806940 w 11737340"/>
                    <a:gd name="connsiteY163" fmla="*/ 3116580 h 4168140"/>
                    <a:gd name="connsiteX164" fmla="*/ 9715500 w 11737340"/>
                    <a:gd name="connsiteY164" fmla="*/ 3208020 h 4168140"/>
                    <a:gd name="connsiteX165" fmla="*/ 9616440 w 11737340"/>
                    <a:gd name="connsiteY165" fmla="*/ 3261360 h 4168140"/>
                    <a:gd name="connsiteX166" fmla="*/ 9532620 w 11737340"/>
                    <a:gd name="connsiteY166" fmla="*/ 3329940 h 4168140"/>
                    <a:gd name="connsiteX167" fmla="*/ 9471660 w 11737340"/>
                    <a:gd name="connsiteY167" fmla="*/ 3375660 h 4168140"/>
                    <a:gd name="connsiteX168" fmla="*/ 9410700 w 11737340"/>
                    <a:gd name="connsiteY168" fmla="*/ 3429000 h 4168140"/>
                    <a:gd name="connsiteX169" fmla="*/ 9288780 w 11737340"/>
                    <a:gd name="connsiteY169" fmla="*/ 3436620 h 4168140"/>
                    <a:gd name="connsiteX170" fmla="*/ 9166860 w 11737340"/>
                    <a:gd name="connsiteY170" fmla="*/ 3444240 h 4168140"/>
                    <a:gd name="connsiteX171" fmla="*/ 9029700 w 11737340"/>
                    <a:gd name="connsiteY171" fmla="*/ 3413760 h 4168140"/>
                    <a:gd name="connsiteX172" fmla="*/ 8823960 w 11737340"/>
                    <a:gd name="connsiteY172" fmla="*/ 3360420 h 4168140"/>
                    <a:gd name="connsiteX173" fmla="*/ 8679180 w 11737340"/>
                    <a:gd name="connsiteY173" fmla="*/ 3329940 h 4168140"/>
                    <a:gd name="connsiteX174" fmla="*/ 8572500 w 11737340"/>
                    <a:gd name="connsiteY174" fmla="*/ 3276600 h 4168140"/>
                    <a:gd name="connsiteX175" fmla="*/ 8465820 w 11737340"/>
                    <a:gd name="connsiteY175" fmla="*/ 3215640 h 4168140"/>
                    <a:gd name="connsiteX176" fmla="*/ 8321040 w 11737340"/>
                    <a:gd name="connsiteY176" fmla="*/ 3177540 h 4168140"/>
                    <a:gd name="connsiteX177" fmla="*/ 8199120 w 11737340"/>
                    <a:gd name="connsiteY177" fmla="*/ 3131820 h 4168140"/>
                    <a:gd name="connsiteX178" fmla="*/ 8069580 w 11737340"/>
                    <a:gd name="connsiteY178" fmla="*/ 3078480 h 4168140"/>
                    <a:gd name="connsiteX179" fmla="*/ 7917180 w 11737340"/>
                    <a:gd name="connsiteY179" fmla="*/ 2994660 h 4168140"/>
                    <a:gd name="connsiteX180" fmla="*/ 7787640 w 11737340"/>
                    <a:gd name="connsiteY180" fmla="*/ 2971800 h 4168140"/>
                    <a:gd name="connsiteX181" fmla="*/ 7719060 w 11737340"/>
                    <a:gd name="connsiteY181" fmla="*/ 2933700 h 4168140"/>
                    <a:gd name="connsiteX182" fmla="*/ 7612380 w 11737340"/>
                    <a:gd name="connsiteY182" fmla="*/ 2903220 h 4168140"/>
                    <a:gd name="connsiteX183" fmla="*/ 7566660 w 11737340"/>
                    <a:gd name="connsiteY183" fmla="*/ 2887980 h 4168140"/>
                    <a:gd name="connsiteX184" fmla="*/ 7551420 w 11737340"/>
                    <a:gd name="connsiteY184" fmla="*/ 2849880 h 4168140"/>
                    <a:gd name="connsiteX185" fmla="*/ 7533640 w 11737340"/>
                    <a:gd name="connsiteY185" fmla="*/ 2788920 h 4168140"/>
                    <a:gd name="connsiteX186" fmla="*/ 7475220 w 11737340"/>
                    <a:gd name="connsiteY186" fmla="*/ 2857500 h 4168140"/>
                    <a:gd name="connsiteX187" fmla="*/ 7414260 w 11737340"/>
                    <a:gd name="connsiteY187" fmla="*/ 2887980 h 4168140"/>
                    <a:gd name="connsiteX188" fmla="*/ 7345680 w 11737340"/>
                    <a:gd name="connsiteY188" fmla="*/ 2971800 h 4168140"/>
                    <a:gd name="connsiteX189" fmla="*/ 7315200 w 11737340"/>
                    <a:gd name="connsiteY189" fmla="*/ 2994660 h 4168140"/>
                    <a:gd name="connsiteX190" fmla="*/ 7261860 w 11737340"/>
                    <a:gd name="connsiteY190" fmla="*/ 3009900 h 4168140"/>
                    <a:gd name="connsiteX191" fmla="*/ 7193280 w 11737340"/>
                    <a:gd name="connsiteY191" fmla="*/ 3025140 h 4168140"/>
                    <a:gd name="connsiteX192" fmla="*/ 7155180 w 11737340"/>
                    <a:gd name="connsiteY192" fmla="*/ 3078480 h 4168140"/>
                    <a:gd name="connsiteX193" fmla="*/ 7109460 w 11737340"/>
                    <a:gd name="connsiteY193" fmla="*/ 3154680 h 4168140"/>
                    <a:gd name="connsiteX194" fmla="*/ 7048500 w 11737340"/>
                    <a:gd name="connsiteY194" fmla="*/ 3246120 h 4168140"/>
                    <a:gd name="connsiteX195" fmla="*/ 6995160 w 11737340"/>
                    <a:gd name="connsiteY195" fmla="*/ 3307080 h 4168140"/>
                    <a:gd name="connsiteX196" fmla="*/ 6972300 w 11737340"/>
                    <a:gd name="connsiteY196" fmla="*/ 3352800 h 4168140"/>
                    <a:gd name="connsiteX197" fmla="*/ 6949440 w 11737340"/>
                    <a:gd name="connsiteY197" fmla="*/ 3413760 h 4168140"/>
                    <a:gd name="connsiteX198" fmla="*/ 6949440 w 11737340"/>
                    <a:gd name="connsiteY198" fmla="*/ 3413760 h 4168140"/>
                    <a:gd name="connsiteX199" fmla="*/ 6911340 w 11737340"/>
                    <a:gd name="connsiteY199" fmla="*/ 3474720 h 4168140"/>
                    <a:gd name="connsiteX200" fmla="*/ 6888480 w 11737340"/>
                    <a:gd name="connsiteY200" fmla="*/ 3505200 h 4168140"/>
                    <a:gd name="connsiteX201" fmla="*/ 6819900 w 11737340"/>
                    <a:gd name="connsiteY201" fmla="*/ 3566160 h 4168140"/>
                    <a:gd name="connsiteX202" fmla="*/ 6743700 w 11737340"/>
                    <a:gd name="connsiteY202" fmla="*/ 3581400 h 4168140"/>
                    <a:gd name="connsiteX203" fmla="*/ 6675120 w 11737340"/>
                    <a:gd name="connsiteY203" fmla="*/ 3657600 h 4168140"/>
                    <a:gd name="connsiteX204" fmla="*/ 6629400 w 11737340"/>
                    <a:gd name="connsiteY204" fmla="*/ 3718560 h 4168140"/>
                    <a:gd name="connsiteX205" fmla="*/ 6576060 w 11737340"/>
                    <a:gd name="connsiteY205" fmla="*/ 3779520 h 4168140"/>
                    <a:gd name="connsiteX206" fmla="*/ 6484620 w 11737340"/>
                    <a:gd name="connsiteY206" fmla="*/ 3817620 h 4168140"/>
                    <a:gd name="connsiteX207" fmla="*/ 6400800 w 11737340"/>
                    <a:gd name="connsiteY207" fmla="*/ 3832860 h 4168140"/>
                    <a:gd name="connsiteX208" fmla="*/ 6263640 w 11737340"/>
                    <a:gd name="connsiteY208" fmla="*/ 3870960 h 4168140"/>
                    <a:gd name="connsiteX209" fmla="*/ 6126480 w 11737340"/>
                    <a:gd name="connsiteY209" fmla="*/ 3901440 h 4168140"/>
                    <a:gd name="connsiteX210" fmla="*/ 6027420 w 11737340"/>
                    <a:gd name="connsiteY210" fmla="*/ 3916680 h 4168140"/>
                    <a:gd name="connsiteX211" fmla="*/ 5890260 w 11737340"/>
                    <a:gd name="connsiteY211" fmla="*/ 3878580 h 4168140"/>
                    <a:gd name="connsiteX212" fmla="*/ 5821680 w 11737340"/>
                    <a:gd name="connsiteY212" fmla="*/ 3863340 h 4168140"/>
                    <a:gd name="connsiteX213" fmla="*/ 5737860 w 11737340"/>
                    <a:gd name="connsiteY213" fmla="*/ 3825240 h 4168140"/>
                    <a:gd name="connsiteX214" fmla="*/ 5638800 w 11737340"/>
                    <a:gd name="connsiteY214" fmla="*/ 3794760 h 4168140"/>
                    <a:gd name="connsiteX215" fmla="*/ 5524500 w 11737340"/>
                    <a:gd name="connsiteY215" fmla="*/ 3756660 h 4168140"/>
                    <a:gd name="connsiteX216" fmla="*/ 5448300 w 11737340"/>
                    <a:gd name="connsiteY216" fmla="*/ 3718560 h 4168140"/>
                    <a:gd name="connsiteX217" fmla="*/ 5349240 w 11737340"/>
                    <a:gd name="connsiteY217" fmla="*/ 3657600 h 4168140"/>
                    <a:gd name="connsiteX218" fmla="*/ 5295900 w 11737340"/>
                    <a:gd name="connsiteY218" fmla="*/ 3619500 h 4168140"/>
                    <a:gd name="connsiteX219" fmla="*/ 5234940 w 11737340"/>
                    <a:gd name="connsiteY219" fmla="*/ 3596640 h 4168140"/>
                    <a:gd name="connsiteX220" fmla="*/ 5135880 w 11737340"/>
                    <a:gd name="connsiteY220" fmla="*/ 3550920 h 4168140"/>
                    <a:gd name="connsiteX221" fmla="*/ 5059680 w 11737340"/>
                    <a:gd name="connsiteY221" fmla="*/ 3505200 h 4168140"/>
                    <a:gd name="connsiteX222" fmla="*/ 5029200 w 11737340"/>
                    <a:gd name="connsiteY222" fmla="*/ 3482340 h 4168140"/>
                    <a:gd name="connsiteX223" fmla="*/ 4960620 w 11737340"/>
                    <a:gd name="connsiteY223" fmla="*/ 3413760 h 4168140"/>
                    <a:gd name="connsiteX224" fmla="*/ 4876800 w 11737340"/>
                    <a:gd name="connsiteY224" fmla="*/ 3299460 h 4168140"/>
                    <a:gd name="connsiteX225" fmla="*/ 4808220 w 11737340"/>
                    <a:gd name="connsiteY225" fmla="*/ 3200400 h 4168140"/>
                    <a:gd name="connsiteX226" fmla="*/ 4777740 w 11737340"/>
                    <a:gd name="connsiteY226" fmla="*/ 3147060 h 4168140"/>
                    <a:gd name="connsiteX227" fmla="*/ 4724400 w 11737340"/>
                    <a:gd name="connsiteY227" fmla="*/ 3108960 h 4168140"/>
                    <a:gd name="connsiteX228" fmla="*/ 4648200 w 11737340"/>
                    <a:gd name="connsiteY228" fmla="*/ 3063240 h 4168140"/>
                    <a:gd name="connsiteX229" fmla="*/ 4533900 w 11737340"/>
                    <a:gd name="connsiteY229" fmla="*/ 2979420 h 4168140"/>
                    <a:gd name="connsiteX230" fmla="*/ 4427220 w 11737340"/>
                    <a:gd name="connsiteY230" fmla="*/ 2941320 h 4168140"/>
                    <a:gd name="connsiteX231" fmla="*/ 4366260 w 11737340"/>
                    <a:gd name="connsiteY231" fmla="*/ 2903220 h 4168140"/>
                    <a:gd name="connsiteX232" fmla="*/ 4244340 w 11737340"/>
                    <a:gd name="connsiteY232" fmla="*/ 2842260 h 4168140"/>
                    <a:gd name="connsiteX233" fmla="*/ 4145280 w 11737340"/>
                    <a:gd name="connsiteY233" fmla="*/ 2811780 h 4168140"/>
                    <a:gd name="connsiteX234" fmla="*/ 4038600 w 11737340"/>
                    <a:gd name="connsiteY234" fmla="*/ 2804160 h 4168140"/>
                    <a:gd name="connsiteX235" fmla="*/ 3954780 w 11737340"/>
                    <a:gd name="connsiteY235" fmla="*/ 2819400 h 4168140"/>
                    <a:gd name="connsiteX236" fmla="*/ 3863340 w 11737340"/>
                    <a:gd name="connsiteY236" fmla="*/ 2804160 h 4168140"/>
                    <a:gd name="connsiteX237" fmla="*/ 3741420 w 11737340"/>
                    <a:gd name="connsiteY237" fmla="*/ 2781300 h 4168140"/>
                    <a:gd name="connsiteX238" fmla="*/ 3649980 w 11737340"/>
                    <a:gd name="connsiteY238" fmla="*/ 2743200 h 4168140"/>
                    <a:gd name="connsiteX239" fmla="*/ 3573780 w 11737340"/>
                    <a:gd name="connsiteY239" fmla="*/ 2674620 h 4168140"/>
                    <a:gd name="connsiteX240" fmla="*/ 3482340 w 11737340"/>
                    <a:gd name="connsiteY240" fmla="*/ 2621280 h 4168140"/>
                    <a:gd name="connsiteX241" fmla="*/ 3436620 w 11737340"/>
                    <a:gd name="connsiteY241" fmla="*/ 2552700 h 4168140"/>
                    <a:gd name="connsiteX242" fmla="*/ 3329940 w 11737340"/>
                    <a:gd name="connsiteY242" fmla="*/ 2423160 h 4168140"/>
                    <a:gd name="connsiteX243" fmla="*/ 3261360 w 11737340"/>
                    <a:gd name="connsiteY243" fmla="*/ 2324100 h 4168140"/>
                    <a:gd name="connsiteX244" fmla="*/ 3131820 w 11737340"/>
                    <a:gd name="connsiteY244" fmla="*/ 2209800 h 4168140"/>
                    <a:gd name="connsiteX245" fmla="*/ 3040380 w 11737340"/>
                    <a:gd name="connsiteY245" fmla="*/ 2141220 h 4168140"/>
                    <a:gd name="connsiteX246" fmla="*/ 2910840 w 11737340"/>
                    <a:gd name="connsiteY246" fmla="*/ 2034540 h 4168140"/>
                    <a:gd name="connsiteX247" fmla="*/ 2849880 w 11737340"/>
                    <a:gd name="connsiteY247" fmla="*/ 1958340 h 4168140"/>
                    <a:gd name="connsiteX248" fmla="*/ 2743200 w 11737340"/>
                    <a:gd name="connsiteY248" fmla="*/ 1889760 h 4168140"/>
                    <a:gd name="connsiteX249" fmla="*/ 2659380 w 11737340"/>
                    <a:gd name="connsiteY249" fmla="*/ 1844040 h 4168140"/>
                    <a:gd name="connsiteX250" fmla="*/ 2575560 w 11737340"/>
                    <a:gd name="connsiteY250" fmla="*/ 1744980 h 4168140"/>
                    <a:gd name="connsiteX251" fmla="*/ 2468880 w 11737340"/>
                    <a:gd name="connsiteY251" fmla="*/ 1645920 h 4168140"/>
                    <a:gd name="connsiteX252" fmla="*/ 2400300 w 11737340"/>
                    <a:gd name="connsiteY252" fmla="*/ 1607820 h 4168140"/>
                    <a:gd name="connsiteX253" fmla="*/ 2263140 w 11737340"/>
                    <a:gd name="connsiteY253" fmla="*/ 1501140 h 4168140"/>
                    <a:gd name="connsiteX254" fmla="*/ 2171700 w 11737340"/>
                    <a:gd name="connsiteY254" fmla="*/ 1432560 h 4168140"/>
                    <a:gd name="connsiteX255" fmla="*/ 2087880 w 11737340"/>
                    <a:gd name="connsiteY255" fmla="*/ 1363980 h 4168140"/>
                    <a:gd name="connsiteX256" fmla="*/ 1950720 w 11737340"/>
                    <a:gd name="connsiteY256" fmla="*/ 1272540 h 4168140"/>
                    <a:gd name="connsiteX257" fmla="*/ 1805940 w 11737340"/>
                    <a:gd name="connsiteY257" fmla="*/ 1135380 h 4168140"/>
                    <a:gd name="connsiteX258" fmla="*/ 1729740 w 11737340"/>
                    <a:gd name="connsiteY258" fmla="*/ 1089660 h 4168140"/>
                    <a:gd name="connsiteX259" fmla="*/ 1668780 w 11737340"/>
                    <a:gd name="connsiteY259" fmla="*/ 1043940 h 4168140"/>
                    <a:gd name="connsiteX260" fmla="*/ 1592580 w 11737340"/>
                    <a:gd name="connsiteY260" fmla="*/ 990600 h 4168140"/>
                    <a:gd name="connsiteX261" fmla="*/ 1470660 w 11737340"/>
                    <a:gd name="connsiteY261" fmla="*/ 891540 h 4168140"/>
                    <a:gd name="connsiteX262" fmla="*/ 1386840 w 11737340"/>
                    <a:gd name="connsiteY262" fmla="*/ 845820 h 4168140"/>
                    <a:gd name="connsiteX263" fmla="*/ 1318260 w 11737340"/>
                    <a:gd name="connsiteY263" fmla="*/ 784860 h 4168140"/>
                    <a:gd name="connsiteX264" fmla="*/ 1264920 w 11737340"/>
                    <a:gd name="connsiteY264" fmla="*/ 723900 h 4168140"/>
                    <a:gd name="connsiteX265" fmla="*/ 1181100 w 11737340"/>
                    <a:gd name="connsiteY265" fmla="*/ 647700 h 4168140"/>
                    <a:gd name="connsiteX266" fmla="*/ 1089660 w 11737340"/>
                    <a:gd name="connsiteY266" fmla="*/ 624840 h 4168140"/>
                    <a:gd name="connsiteX267" fmla="*/ 1021080 w 11737340"/>
                    <a:gd name="connsiteY267" fmla="*/ 586740 h 4168140"/>
                    <a:gd name="connsiteX268" fmla="*/ 937260 w 11737340"/>
                    <a:gd name="connsiteY268" fmla="*/ 548640 h 4168140"/>
                    <a:gd name="connsiteX269" fmla="*/ 830580 w 11737340"/>
                    <a:gd name="connsiteY269" fmla="*/ 510540 h 4168140"/>
                    <a:gd name="connsiteX270" fmla="*/ 754380 w 11737340"/>
                    <a:gd name="connsiteY270" fmla="*/ 457200 h 4168140"/>
                    <a:gd name="connsiteX271" fmla="*/ 708660 w 11737340"/>
                    <a:gd name="connsiteY271" fmla="*/ 419100 h 4168140"/>
                    <a:gd name="connsiteX272" fmla="*/ 609600 w 11737340"/>
                    <a:gd name="connsiteY272" fmla="*/ 396240 h 4168140"/>
                    <a:gd name="connsiteX273" fmla="*/ 548640 w 11737340"/>
                    <a:gd name="connsiteY273" fmla="*/ 320040 h 4168140"/>
                    <a:gd name="connsiteX274" fmla="*/ 510540 w 11737340"/>
                    <a:gd name="connsiteY274" fmla="*/ 251460 h 4168140"/>
                    <a:gd name="connsiteX275" fmla="*/ 464820 w 11737340"/>
                    <a:gd name="connsiteY275" fmla="*/ 190500 h 4168140"/>
                    <a:gd name="connsiteX276" fmla="*/ 411480 w 11737340"/>
                    <a:gd name="connsiteY276" fmla="*/ 137160 h 4168140"/>
                    <a:gd name="connsiteX277" fmla="*/ 373380 w 11737340"/>
                    <a:gd name="connsiteY277" fmla="*/ 45720 h 4168140"/>
                    <a:gd name="connsiteX278" fmla="*/ 342900 w 11737340"/>
                    <a:gd name="connsiteY278" fmla="*/ 0 h 4168140"/>
                    <a:gd name="connsiteX279" fmla="*/ 327660 w 11737340"/>
                    <a:gd name="connsiteY279" fmla="*/ 60960 h 4168140"/>
                    <a:gd name="connsiteX280" fmla="*/ 289560 w 11737340"/>
                    <a:gd name="connsiteY280" fmla="*/ 91440 h 4168140"/>
                    <a:gd name="connsiteX281" fmla="*/ 236220 w 11737340"/>
                    <a:gd name="connsiteY281" fmla="*/ 114300 h 4168140"/>
                    <a:gd name="connsiteX282" fmla="*/ 198120 w 11737340"/>
                    <a:gd name="connsiteY282" fmla="*/ 175260 h 4168140"/>
                    <a:gd name="connsiteX283" fmla="*/ 175260 w 11737340"/>
                    <a:gd name="connsiteY283" fmla="*/ 228600 h 4168140"/>
                    <a:gd name="connsiteX284" fmla="*/ 114300 w 11737340"/>
                    <a:gd name="connsiteY284" fmla="*/ 236220 h 4168140"/>
                    <a:gd name="connsiteX285" fmla="*/ 45720 w 11737340"/>
                    <a:gd name="connsiteY285" fmla="*/ 251460 h 4168140"/>
                    <a:gd name="connsiteX286" fmla="*/ 0 w 11737340"/>
                    <a:gd name="connsiteY286" fmla="*/ 281940 h 4168140"/>
                    <a:gd name="connsiteX287" fmla="*/ 68580 w 11737340"/>
                    <a:gd name="connsiteY287" fmla="*/ 320040 h 4168140"/>
                    <a:gd name="connsiteX0" fmla="*/ 68580 w 11737340"/>
                    <a:gd name="connsiteY0" fmla="*/ 320040 h 4168140"/>
                    <a:gd name="connsiteX1" fmla="*/ 121920 w 11737340"/>
                    <a:gd name="connsiteY1" fmla="*/ 381000 h 4168140"/>
                    <a:gd name="connsiteX2" fmla="*/ 198120 w 11737340"/>
                    <a:gd name="connsiteY2" fmla="*/ 419100 h 4168140"/>
                    <a:gd name="connsiteX3" fmla="*/ 320040 w 11737340"/>
                    <a:gd name="connsiteY3" fmla="*/ 510540 h 4168140"/>
                    <a:gd name="connsiteX4" fmla="*/ 411480 w 11737340"/>
                    <a:gd name="connsiteY4" fmla="*/ 563880 h 4168140"/>
                    <a:gd name="connsiteX5" fmla="*/ 472440 w 11737340"/>
                    <a:gd name="connsiteY5" fmla="*/ 632460 h 4168140"/>
                    <a:gd name="connsiteX6" fmla="*/ 601980 w 11737340"/>
                    <a:gd name="connsiteY6" fmla="*/ 708660 h 4168140"/>
                    <a:gd name="connsiteX7" fmla="*/ 739140 w 11737340"/>
                    <a:gd name="connsiteY7" fmla="*/ 784860 h 4168140"/>
                    <a:gd name="connsiteX8" fmla="*/ 861060 w 11737340"/>
                    <a:gd name="connsiteY8" fmla="*/ 868680 h 4168140"/>
                    <a:gd name="connsiteX9" fmla="*/ 944880 w 11737340"/>
                    <a:gd name="connsiteY9" fmla="*/ 952500 h 4168140"/>
                    <a:gd name="connsiteX10" fmla="*/ 1021080 w 11737340"/>
                    <a:gd name="connsiteY10" fmla="*/ 1005840 h 4168140"/>
                    <a:gd name="connsiteX11" fmla="*/ 1097280 w 11737340"/>
                    <a:gd name="connsiteY11" fmla="*/ 1043940 h 4168140"/>
                    <a:gd name="connsiteX12" fmla="*/ 1181100 w 11737340"/>
                    <a:gd name="connsiteY12" fmla="*/ 1104900 h 4168140"/>
                    <a:gd name="connsiteX13" fmla="*/ 1249680 w 11737340"/>
                    <a:gd name="connsiteY13" fmla="*/ 1150620 h 4168140"/>
                    <a:gd name="connsiteX14" fmla="*/ 1341120 w 11737340"/>
                    <a:gd name="connsiteY14" fmla="*/ 1196340 h 4168140"/>
                    <a:gd name="connsiteX15" fmla="*/ 1417320 w 11737340"/>
                    <a:gd name="connsiteY15" fmla="*/ 1257300 h 4168140"/>
                    <a:gd name="connsiteX16" fmla="*/ 1493520 w 11737340"/>
                    <a:gd name="connsiteY16" fmla="*/ 1333500 h 4168140"/>
                    <a:gd name="connsiteX17" fmla="*/ 1569720 w 11737340"/>
                    <a:gd name="connsiteY17" fmla="*/ 1356360 h 4168140"/>
                    <a:gd name="connsiteX18" fmla="*/ 1684020 w 11737340"/>
                    <a:gd name="connsiteY18" fmla="*/ 1424940 h 4168140"/>
                    <a:gd name="connsiteX19" fmla="*/ 1729740 w 11737340"/>
                    <a:gd name="connsiteY19" fmla="*/ 1485900 h 4168140"/>
                    <a:gd name="connsiteX20" fmla="*/ 1844040 w 11737340"/>
                    <a:gd name="connsiteY20" fmla="*/ 1569720 h 4168140"/>
                    <a:gd name="connsiteX21" fmla="*/ 1935480 w 11737340"/>
                    <a:gd name="connsiteY21" fmla="*/ 1615440 h 4168140"/>
                    <a:gd name="connsiteX22" fmla="*/ 2049780 w 11737340"/>
                    <a:gd name="connsiteY22" fmla="*/ 1691640 h 4168140"/>
                    <a:gd name="connsiteX23" fmla="*/ 2133600 w 11737340"/>
                    <a:gd name="connsiteY23" fmla="*/ 1729740 h 4168140"/>
                    <a:gd name="connsiteX24" fmla="*/ 2202180 w 11737340"/>
                    <a:gd name="connsiteY24" fmla="*/ 1805940 h 4168140"/>
                    <a:gd name="connsiteX25" fmla="*/ 2255520 w 11737340"/>
                    <a:gd name="connsiteY25" fmla="*/ 1821180 h 4168140"/>
                    <a:gd name="connsiteX26" fmla="*/ 2316480 w 11737340"/>
                    <a:gd name="connsiteY26" fmla="*/ 1866900 h 4168140"/>
                    <a:gd name="connsiteX27" fmla="*/ 2423160 w 11737340"/>
                    <a:gd name="connsiteY27" fmla="*/ 2004060 h 4168140"/>
                    <a:gd name="connsiteX28" fmla="*/ 2476500 w 11737340"/>
                    <a:gd name="connsiteY28" fmla="*/ 2087880 h 4168140"/>
                    <a:gd name="connsiteX29" fmla="*/ 2567940 w 11737340"/>
                    <a:gd name="connsiteY29" fmla="*/ 2148840 h 4168140"/>
                    <a:gd name="connsiteX30" fmla="*/ 2682240 w 11737340"/>
                    <a:gd name="connsiteY30" fmla="*/ 2186940 h 4168140"/>
                    <a:gd name="connsiteX31" fmla="*/ 2743200 w 11737340"/>
                    <a:gd name="connsiteY31" fmla="*/ 2209800 h 4168140"/>
                    <a:gd name="connsiteX32" fmla="*/ 2811780 w 11737340"/>
                    <a:gd name="connsiteY32" fmla="*/ 2247900 h 4168140"/>
                    <a:gd name="connsiteX33" fmla="*/ 2887980 w 11737340"/>
                    <a:gd name="connsiteY33" fmla="*/ 2301240 h 4168140"/>
                    <a:gd name="connsiteX34" fmla="*/ 2979420 w 11737340"/>
                    <a:gd name="connsiteY34" fmla="*/ 2385060 h 4168140"/>
                    <a:gd name="connsiteX35" fmla="*/ 3055620 w 11737340"/>
                    <a:gd name="connsiteY35" fmla="*/ 2461260 h 4168140"/>
                    <a:gd name="connsiteX36" fmla="*/ 3139440 w 11737340"/>
                    <a:gd name="connsiteY36" fmla="*/ 2537460 h 4168140"/>
                    <a:gd name="connsiteX37" fmla="*/ 3261360 w 11737340"/>
                    <a:gd name="connsiteY37" fmla="*/ 2628900 h 4168140"/>
                    <a:gd name="connsiteX38" fmla="*/ 3345180 w 11737340"/>
                    <a:gd name="connsiteY38" fmla="*/ 2720340 h 4168140"/>
                    <a:gd name="connsiteX39" fmla="*/ 3444240 w 11737340"/>
                    <a:gd name="connsiteY39" fmla="*/ 2796540 h 4168140"/>
                    <a:gd name="connsiteX40" fmla="*/ 3558540 w 11737340"/>
                    <a:gd name="connsiteY40" fmla="*/ 2872740 h 4168140"/>
                    <a:gd name="connsiteX41" fmla="*/ 3619500 w 11737340"/>
                    <a:gd name="connsiteY41" fmla="*/ 2979420 h 4168140"/>
                    <a:gd name="connsiteX42" fmla="*/ 3619500 w 11737340"/>
                    <a:gd name="connsiteY42" fmla="*/ 2979420 h 4168140"/>
                    <a:gd name="connsiteX43" fmla="*/ 3649980 w 11737340"/>
                    <a:gd name="connsiteY43" fmla="*/ 3048000 h 4168140"/>
                    <a:gd name="connsiteX44" fmla="*/ 3703320 w 11737340"/>
                    <a:gd name="connsiteY44" fmla="*/ 3086100 h 4168140"/>
                    <a:gd name="connsiteX45" fmla="*/ 3764280 w 11737340"/>
                    <a:gd name="connsiteY45" fmla="*/ 3063240 h 4168140"/>
                    <a:gd name="connsiteX46" fmla="*/ 3848100 w 11737340"/>
                    <a:gd name="connsiteY46" fmla="*/ 3025140 h 4168140"/>
                    <a:gd name="connsiteX47" fmla="*/ 3916680 w 11737340"/>
                    <a:gd name="connsiteY47" fmla="*/ 3032760 h 4168140"/>
                    <a:gd name="connsiteX48" fmla="*/ 4030980 w 11737340"/>
                    <a:gd name="connsiteY48" fmla="*/ 3063240 h 4168140"/>
                    <a:gd name="connsiteX49" fmla="*/ 4137660 w 11737340"/>
                    <a:gd name="connsiteY49" fmla="*/ 3101340 h 4168140"/>
                    <a:gd name="connsiteX50" fmla="*/ 4259580 w 11737340"/>
                    <a:gd name="connsiteY50" fmla="*/ 3147060 h 4168140"/>
                    <a:gd name="connsiteX51" fmla="*/ 4381500 w 11737340"/>
                    <a:gd name="connsiteY51" fmla="*/ 3192780 h 4168140"/>
                    <a:gd name="connsiteX52" fmla="*/ 4526280 w 11737340"/>
                    <a:gd name="connsiteY52" fmla="*/ 3276600 h 4168140"/>
                    <a:gd name="connsiteX53" fmla="*/ 4587240 w 11737340"/>
                    <a:gd name="connsiteY53" fmla="*/ 3299460 h 4168140"/>
                    <a:gd name="connsiteX54" fmla="*/ 4610100 w 11737340"/>
                    <a:gd name="connsiteY54" fmla="*/ 3352800 h 4168140"/>
                    <a:gd name="connsiteX55" fmla="*/ 4648200 w 11737340"/>
                    <a:gd name="connsiteY55" fmla="*/ 3436620 h 4168140"/>
                    <a:gd name="connsiteX56" fmla="*/ 4671060 w 11737340"/>
                    <a:gd name="connsiteY56" fmla="*/ 3520440 h 4168140"/>
                    <a:gd name="connsiteX57" fmla="*/ 4678680 w 11737340"/>
                    <a:gd name="connsiteY57" fmla="*/ 3589020 h 4168140"/>
                    <a:gd name="connsiteX58" fmla="*/ 4686300 w 11737340"/>
                    <a:gd name="connsiteY58" fmla="*/ 3649980 h 4168140"/>
                    <a:gd name="connsiteX59" fmla="*/ 4724400 w 11737340"/>
                    <a:gd name="connsiteY59" fmla="*/ 3680460 h 4168140"/>
                    <a:gd name="connsiteX60" fmla="*/ 4785360 w 11737340"/>
                    <a:gd name="connsiteY60" fmla="*/ 3672840 h 4168140"/>
                    <a:gd name="connsiteX61" fmla="*/ 4869180 w 11737340"/>
                    <a:gd name="connsiteY61" fmla="*/ 3703320 h 4168140"/>
                    <a:gd name="connsiteX62" fmla="*/ 4914900 w 11737340"/>
                    <a:gd name="connsiteY62" fmla="*/ 3756660 h 4168140"/>
                    <a:gd name="connsiteX63" fmla="*/ 5105400 w 11737340"/>
                    <a:gd name="connsiteY63" fmla="*/ 3832860 h 4168140"/>
                    <a:gd name="connsiteX64" fmla="*/ 5173980 w 11737340"/>
                    <a:gd name="connsiteY64" fmla="*/ 3886200 h 4168140"/>
                    <a:gd name="connsiteX65" fmla="*/ 5242560 w 11737340"/>
                    <a:gd name="connsiteY65" fmla="*/ 3924300 h 4168140"/>
                    <a:gd name="connsiteX66" fmla="*/ 5364480 w 11737340"/>
                    <a:gd name="connsiteY66" fmla="*/ 3962400 h 4168140"/>
                    <a:gd name="connsiteX67" fmla="*/ 5516880 w 11737340"/>
                    <a:gd name="connsiteY67" fmla="*/ 4046220 h 4168140"/>
                    <a:gd name="connsiteX68" fmla="*/ 5585460 w 11737340"/>
                    <a:gd name="connsiteY68" fmla="*/ 4099560 h 4168140"/>
                    <a:gd name="connsiteX69" fmla="*/ 5661660 w 11737340"/>
                    <a:gd name="connsiteY69" fmla="*/ 4122420 h 4168140"/>
                    <a:gd name="connsiteX70" fmla="*/ 5745480 w 11737340"/>
                    <a:gd name="connsiteY70" fmla="*/ 4130040 h 4168140"/>
                    <a:gd name="connsiteX71" fmla="*/ 5836920 w 11737340"/>
                    <a:gd name="connsiteY71" fmla="*/ 4130040 h 4168140"/>
                    <a:gd name="connsiteX72" fmla="*/ 5951220 w 11737340"/>
                    <a:gd name="connsiteY72" fmla="*/ 4145280 h 4168140"/>
                    <a:gd name="connsiteX73" fmla="*/ 6035040 w 11737340"/>
                    <a:gd name="connsiteY73" fmla="*/ 4168140 h 4168140"/>
                    <a:gd name="connsiteX74" fmla="*/ 6149340 w 11737340"/>
                    <a:gd name="connsiteY74" fmla="*/ 4137660 h 4168140"/>
                    <a:gd name="connsiteX75" fmla="*/ 6286500 w 11737340"/>
                    <a:gd name="connsiteY75" fmla="*/ 4114800 h 4168140"/>
                    <a:gd name="connsiteX76" fmla="*/ 6393180 w 11737340"/>
                    <a:gd name="connsiteY76" fmla="*/ 4053840 h 4168140"/>
                    <a:gd name="connsiteX77" fmla="*/ 6484620 w 11737340"/>
                    <a:gd name="connsiteY77" fmla="*/ 4038600 h 4168140"/>
                    <a:gd name="connsiteX78" fmla="*/ 6583680 w 11737340"/>
                    <a:gd name="connsiteY78" fmla="*/ 3970020 h 4168140"/>
                    <a:gd name="connsiteX79" fmla="*/ 6697980 w 11737340"/>
                    <a:gd name="connsiteY79" fmla="*/ 3886200 h 4168140"/>
                    <a:gd name="connsiteX80" fmla="*/ 6728460 w 11737340"/>
                    <a:gd name="connsiteY80" fmla="*/ 3817620 h 4168140"/>
                    <a:gd name="connsiteX81" fmla="*/ 6842760 w 11737340"/>
                    <a:gd name="connsiteY81" fmla="*/ 3733800 h 4168140"/>
                    <a:gd name="connsiteX82" fmla="*/ 6972300 w 11737340"/>
                    <a:gd name="connsiteY82" fmla="*/ 3642360 h 4168140"/>
                    <a:gd name="connsiteX83" fmla="*/ 7078980 w 11737340"/>
                    <a:gd name="connsiteY83" fmla="*/ 3528060 h 4168140"/>
                    <a:gd name="connsiteX84" fmla="*/ 7165340 w 11737340"/>
                    <a:gd name="connsiteY84" fmla="*/ 3454400 h 4168140"/>
                    <a:gd name="connsiteX85" fmla="*/ 7287260 w 11737340"/>
                    <a:gd name="connsiteY85" fmla="*/ 3296920 h 4168140"/>
                    <a:gd name="connsiteX86" fmla="*/ 7330440 w 11737340"/>
                    <a:gd name="connsiteY86" fmla="*/ 3185160 h 4168140"/>
                    <a:gd name="connsiteX87" fmla="*/ 7376160 w 11737340"/>
                    <a:gd name="connsiteY87" fmla="*/ 3116580 h 4168140"/>
                    <a:gd name="connsiteX88" fmla="*/ 7444740 w 11737340"/>
                    <a:gd name="connsiteY88" fmla="*/ 3093720 h 4168140"/>
                    <a:gd name="connsiteX89" fmla="*/ 7513320 w 11737340"/>
                    <a:gd name="connsiteY89" fmla="*/ 3101340 h 4168140"/>
                    <a:gd name="connsiteX90" fmla="*/ 7576820 w 11737340"/>
                    <a:gd name="connsiteY90" fmla="*/ 3093720 h 4168140"/>
                    <a:gd name="connsiteX91" fmla="*/ 7729220 w 11737340"/>
                    <a:gd name="connsiteY91" fmla="*/ 3136900 h 4168140"/>
                    <a:gd name="connsiteX92" fmla="*/ 7833360 w 11737340"/>
                    <a:gd name="connsiteY92" fmla="*/ 3180080 h 4168140"/>
                    <a:gd name="connsiteX93" fmla="*/ 7967980 w 11737340"/>
                    <a:gd name="connsiteY93" fmla="*/ 3208020 h 4168140"/>
                    <a:gd name="connsiteX94" fmla="*/ 8161020 w 11737340"/>
                    <a:gd name="connsiteY94" fmla="*/ 3296920 h 4168140"/>
                    <a:gd name="connsiteX95" fmla="*/ 8293100 w 11737340"/>
                    <a:gd name="connsiteY95" fmla="*/ 3370580 h 4168140"/>
                    <a:gd name="connsiteX96" fmla="*/ 8371840 w 11737340"/>
                    <a:gd name="connsiteY96" fmla="*/ 3395980 h 4168140"/>
                    <a:gd name="connsiteX97" fmla="*/ 8468360 w 11737340"/>
                    <a:gd name="connsiteY97" fmla="*/ 3434080 h 4168140"/>
                    <a:gd name="connsiteX98" fmla="*/ 8582660 w 11737340"/>
                    <a:gd name="connsiteY98" fmla="*/ 3528060 h 4168140"/>
                    <a:gd name="connsiteX99" fmla="*/ 8641080 w 11737340"/>
                    <a:gd name="connsiteY99" fmla="*/ 3566160 h 4168140"/>
                    <a:gd name="connsiteX100" fmla="*/ 8702040 w 11737340"/>
                    <a:gd name="connsiteY100" fmla="*/ 3604260 h 4168140"/>
                    <a:gd name="connsiteX101" fmla="*/ 8763000 w 11737340"/>
                    <a:gd name="connsiteY101" fmla="*/ 3634740 h 4168140"/>
                    <a:gd name="connsiteX102" fmla="*/ 8846820 w 11737340"/>
                    <a:gd name="connsiteY102" fmla="*/ 3632200 h 4168140"/>
                    <a:gd name="connsiteX103" fmla="*/ 8968740 w 11737340"/>
                    <a:gd name="connsiteY103" fmla="*/ 3634740 h 4168140"/>
                    <a:gd name="connsiteX104" fmla="*/ 9060180 w 11737340"/>
                    <a:gd name="connsiteY104" fmla="*/ 3642360 h 4168140"/>
                    <a:gd name="connsiteX105" fmla="*/ 9151620 w 11737340"/>
                    <a:gd name="connsiteY105" fmla="*/ 3657600 h 4168140"/>
                    <a:gd name="connsiteX106" fmla="*/ 9230360 w 11737340"/>
                    <a:gd name="connsiteY106" fmla="*/ 3657600 h 4168140"/>
                    <a:gd name="connsiteX107" fmla="*/ 9331960 w 11737340"/>
                    <a:gd name="connsiteY107" fmla="*/ 3629660 h 4168140"/>
                    <a:gd name="connsiteX108" fmla="*/ 9433560 w 11737340"/>
                    <a:gd name="connsiteY108" fmla="*/ 3589020 h 4168140"/>
                    <a:gd name="connsiteX109" fmla="*/ 9535160 w 11737340"/>
                    <a:gd name="connsiteY109" fmla="*/ 3540760 h 4168140"/>
                    <a:gd name="connsiteX110" fmla="*/ 9646920 w 11737340"/>
                    <a:gd name="connsiteY110" fmla="*/ 3489960 h 4168140"/>
                    <a:gd name="connsiteX111" fmla="*/ 9784080 w 11737340"/>
                    <a:gd name="connsiteY111" fmla="*/ 3444240 h 4168140"/>
                    <a:gd name="connsiteX112" fmla="*/ 9860280 w 11737340"/>
                    <a:gd name="connsiteY112" fmla="*/ 3383280 h 4168140"/>
                    <a:gd name="connsiteX113" fmla="*/ 9921240 w 11737340"/>
                    <a:gd name="connsiteY113" fmla="*/ 3314700 h 4168140"/>
                    <a:gd name="connsiteX114" fmla="*/ 9997440 w 11737340"/>
                    <a:gd name="connsiteY114" fmla="*/ 3208020 h 4168140"/>
                    <a:gd name="connsiteX115" fmla="*/ 10043160 w 11737340"/>
                    <a:gd name="connsiteY115" fmla="*/ 3101340 h 4168140"/>
                    <a:gd name="connsiteX116" fmla="*/ 10104120 w 11737340"/>
                    <a:gd name="connsiteY116" fmla="*/ 3017520 h 4168140"/>
                    <a:gd name="connsiteX117" fmla="*/ 10157460 w 11737340"/>
                    <a:gd name="connsiteY117" fmla="*/ 2933700 h 4168140"/>
                    <a:gd name="connsiteX118" fmla="*/ 10218420 w 11737340"/>
                    <a:gd name="connsiteY118" fmla="*/ 2849880 h 4168140"/>
                    <a:gd name="connsiteX119" fmla="*/ 10294620 w 11737340"/>
                    <a:gd name="connsiteY119" fmla="*/ 2735580 h 4168140"/>
                    <a:gd name="connsiteX120" fmla="*/ 10347960 w 11737340"/>
                    <a:gd name="connsiteY120" fmla="*/ 2621280 h 4168140"/>
                    <a:gd name="connsiteX121" fmla="*/ 10431780 w 11737340"/>
                    <a:gd name="connsiteY121" fmla="*/ 2499360 h 4168140"/>
                    <a:gd name="connsiteX122" fmla="*/ 10500360 w 11737340"/>
                    <a:gd name="connsiteY122" fmla="*/ 2354580 h 4168140"/>
                    <a:gd name="connsiteX123" fmla="*/ 10553700 w 11737340"/>
                    <a:gd name="connsiteY123" fmla="*/ 2263140 h 4168140"/>
                    <a:gd name="connsiteX124" fmla="*/ 10584180 w 11737340"/>
                    <a:gd name="connsiteY124" fmla="*/ 2194560 h 4168140"/>
                    <a:gd name="connsiteX125" fmla="*/ 10624820 w 11737340"/>
                    <a:gd name="connsiteY125" fmla="*/ 2125980 h 4168140"/>
                    <a:gd name="connsiteX126" fmla="*/ 10675620 w 11737340"/>
                    <a:gd name="connsiteY126" fmla="*/ 2049780 h 4168140"/>
                    <a:gd name="connsiteX127" fmla="*/ 10690860 w 11737340"/>
                    <a:gd name="connsiteY127" fmla="*/ 1988820 h 4168140"/>
                    <a:gd name="connsiteX128" fmla="*/ 10713720 w 11737340"/>
                    <a:gd name="connsiteY128" fmla="*/ 1927860 h 4168140"/>
                    <a:gd name="connsiteX129" fmla="*/ 10767060 w 11737340"/>
                    <a:gd name="connsiteY129" fmla="*/ 1859280 h 4168140"/>
                    <a:gd name="connsiteX130" fmla="*/ 10873740 w 11737340"/>
                    <a:gd name="connsiteY130" fmla="*/ 1828800 h 4168140"/>
                    <a:gd name="connsiteX131" fmla="*/ 11079480 w 11737340"/>
                    <a:gd name="connsiteY131" fmla="*/ 1767840 h 4168140"/>
                    <a:gd name="connsiteX132" fmla="*/ 11247120 w 11737340"/>
                    <a:gd name="connsiteY132" fmla="*/ 1684020 h 4168140"/>
                    <a:gd name="connsiteX133" fmla="*/ 11407140 w 11737340"/>
                    <a:gd name="connsiteY133" fmla="*/ 1628140 h 4168140"/>
                    <a:gd name="connsiteX134" fmla="*/ 11490960 w 11737340"/>
                    <a:gd name="connsiteY134" fmla="*/ 1577340 h 4168140"/>
                    <a:gd name="connsiteX135" fmla="*/ 11635740 w 11737340"/>
                    <a:gd name="connsiteY135" fmla="*/ 1508760 h 4168140"/>
                    <a:gd name="connsiteX136" fmla="*/ 11737340 w 11737340"/>
                    <a:gd name="connsiteY136" fmla="*/ 1442720 h 4168140"/>
                    <a:gd name="connsiteX137" fmla="*/ 11620500 w 11737340"/>
                    <a:gd name="connsiteY137" fmla="*/ 1417320 h 4168140"/>
                    <a:gd name="connsiteX138" fmla="*/ 11567160 w 11737340"/>
                    <a:gd name="connsiteY138" fmla="*/ 1379220 h 4168140"/>
                    <a:gd name="connsiteX139" fmla="*/ 11498580 w 11737340"/>
                    <a:gd name="connsiteY139" fmla="*/ 1318260 h 4168140"/>
                    <a:gd name="connsiteX140" fmla="*/ 11468100 w 11737340"/>
                    <a:gd name="connsiteY140" fmla="*/ 1280160 h 4168140"/>
                    <a:gd name="connsiteX141" fmla="*/ 11442700 w 11737340"/>
                    <a:gd name="connsiteY141" fmla="*/ 1231900 h 4168140"/>
                    <a:gd name="connsiteX142" fmla="*/ 11384280 w 11737340"/>
                    <a:gd name="connsiteY142" fmla="*/ 1310640 h 4168140"/>
                    <a:gd name="connsiteX143" fmla="*/ 11353800 w 11737340"/>
                    <a:gd name="connsiteY143" fmla="*/ 1356360 h 4168140"/>
                    <a:gd name="connsiteX144" fmla="*/ 11224260 w 11737340"/>
                    <a:gd name="connsiteY144" fmla="*/ 1417320 h 4168140"/>
                    <a:gd name="connsiteX145" fmla="*/ 11109960 w 11737340"/>
                    <a:gd name="connsiteY145" fmla="*/ 1463040 h 4168140"/>
                    <a:gd name="connsiteX146" fmla="*/ 10911840 w 11737340"/>
                    <a:gd name="connsiteY146" fmla="*/ 1524000 h 4168140"/>
                    <a:gd name="connsiteX147" fmla="*/ 10774680 w 11737340"/>
                    <a:gd name="connsiteY147" fmla="*/ 1546860 h 4168140"/>
                    <a:gd name="connsiteX148" fmla="*/ 10675620 w 11737340"/>
                    <a:gd name="connsiteY148" fmla="*/ 1615440 h 4168140"/>
                    <a:gd name="connsiteX149" fmla="*/ 10568940 w 11737340"/>
                    <a:gd name="connsiteY149" fmla="*/ 1676400 h 4168140"/>
                    <a:gd name="connsiteX150" fmla="*/ 10485120 w 11737340"/>
                    <a:gd name="connsiteY150" fmla="*/ 1760220 h 4168140"/>
                    <a:gd name="connsiteX151" fmla="*/ 10454640 w 11737340"/>
                    <a:gd name="connsiteY151" fmla="*/ 1836420 h 4168140"/>
                    <a:gd name="connsiteX152" fmla="*/ 10416540 w 11737340"/>
                    <a:gd name="connsiteY152" fmla="*/ 1927860 h 4168140"/>
                    <a:gd name="connsiteX153" fmla="*/ 10401300 w 11737340"/>
                    <a:gd name="connsiteY153" fmla="*/ 2004060 h 4168140"/>
                    <a:gd name="connsiteX154" fmla="*/ 10363200 w 11737340"/>
                    <a:gd name="connsiteY154" fmla="*/ 2095500 h 4168140"/>
                    <a:gd name="connsiteX155" fmla="*/ 10317480 w 11737340"/>
                    <a:gd name="connsiteY155" fmla="*/ 2225040 h 4168140"/>
                    <a:gd name="connsiteX156" fmla="*/ 10287000 w 11737340"/>
                    <a:gd name="connsiteY156" fmla="*/ 2346960 h 4168140"/>
                    <a:gd name="connsiteX157" fmla="*/ 10218420 w 11737340"/>
                    <a:gd name="connsiteY157" fmla="*/ 2499360 h 4168140"/>
                    <a:gd name="connsiteX158" fmla="*/ 10134600 w 11737340"/>
                    <a:gd name="connsiteY158" fmla="*/ 2621280 h 4168140"/>
                    <a:gd name="connsiteX159" fmla="*/ 10043160 w 11737340"/>
                    <a:gd name="connsiteY159" fmla="*/ 2735580 h 4168140"/>
                    <a:gd name="connsiteX160" fmla="*/ 9974580 w 11737340"/>
                    <a:gd name="connsiteY160" fmla="*/ 2857500 h 4168140"/>
                    <a:gd name="connsiteX161" fmla="*/ 9906000 w 11737340"/>
                    <a:gd name="connsiteY161" fmla="*/ 2941320 h 4168140"/>
                    <a:gd name="connsiteX162" fmla="*/ 9860280 w 11737340"/>
                    <a:gd name="connsiteY162" fmla="*/ 3032760 h 4168140"/>
                    <a:gd name="connsiteX163" fmla="*/ 9806940 w 11737340"/>
                    <a:gd name="connsiteY163" fmla="*/ 3116580 h 4168140"/>
                    <a:gd name="connsiteX164" fmla="*/ 9715500 w 11737340"/>
                    <a:gd name="connsiteY164" fmla="*/ 3208020 h 4168140"/>
                    <a:gd name="connsiteX165" fmla="*/ 9616440 w 11737340"/>
                    <a:gd name="connsiteY165" fmla="*/ 3261360 h 4168140"/>
                    <a:gd name="connsiteX166" fmla="*/ 9532620 w 11737340"/>
                    <a:gd name="connsiteY166" fmla="*/ 3329940 h 4168140"/>
                    <a:gd name="connsiteX167" fmla="*/ 9471660 w 11737340"/>
                    <a:gd name="connsiteY167" fmla="*/ 3375660 h 4168140"/>
                    <a:gd name="connsiteX168" fmla="*/ 9410700 w 11737340"/>
                    <a:gd name="connsiteY168" fmla="*/ 3429000 h 4168140"/>
                    <a:gd name="connsiteX169" fmla="*/ 9288780 w 11737340"/>
                    <a:gd name="connsiteY169" fmla="*/ 3436620 h 4168140"/>
                    <a:gd name="connsiteX170" fmla="*/ 9166860 w 11737340"/>
                    <a:gd name="connsiteY170" fmla="*/ 3444240 h 4168140"/>
                    <a:gd name="connsiteX171" fmla="*/ 9029700 w 11737340"/>
                    <a:gd name="connsiteY171" fmla="*/ 3413760 h 4168140"/>
                    <a:gd name="connsiteX172" fmla="*/ 8823960 w 11737340"/>
                    <a:gd name="connsiteY172" fmla="*/ 3360420 h 4168140"/>
                    <a:gd name="connsiteX173" fmla="*/ 8679180 w 11737340"/>
                    <a:gd name="connsiteY173" fmla="*/ 3329940 h 4168140"/>
                    <a:gd name="connsiteX174" fmla="*/ 8572500 w 11737340"/>
                    <a:gd name="connsiteY174" fmla="*/ 3276600 h 4168140"/>
                    <a:gd name="connsiteX175" fmla="*/ 8465820 w 11737340"/>
                    <a:gd name="connsiteY175" fmla="*/ 3215640 h 4168140"/>
                    <a:gd name="connsiteX176" fmla="*/ 8321040 w 11737340"/>
                    <a:gd name="connsiteY176" fmla="*/ 3177540 h 4168140"/>
                    <a:gd name="connsiteX177" fmla="*/ 8199120 w 11737340"/>
                    <a:gd name="connsiteY177" fmla="*/ 3131820 h 4168140"/>
                    <a:gd name="connsiteX178" fmla="*/ 8069580 w 11737340"/>
                    <a:gd name="connsiteY178" fmla="*/ 3078480 h 4168140"/>
                    <a:gd name="connsiteX179" fmla="*/ 7917180 w 11737340"/>
                    <a:gd name="connsiteY179" fmla="*/ 2994660 h 4168140"/>
                    <a:gd name="connsiteX180" fmla="*/ 7787640 w 11737340"/>
                    <a:gd name="connsiteY180" fmla="*/ 2971800 h 4168140"/>
                    <a:gd name="connsiteX181" fmla="*/ 7719060 w 11737340"/>
                    <a:gd name="connsiteY181" fmla="*/ 2933700 h 4168140"/>
                    <a:gd name="connsiteX182" fmla="*/ 7612380 w 11737340"/>
                    <a:gd name="connsiteY182" fmla="*/ 2903220 h 4168140"/>
                    <a:gd name="connsiteX183" fmla="*/ 7566660 w 11737340"/>
                    <a:gd name="connsiteY183" fmla="*/ 2887980 h 4168140"/>
                    <a:gd name="connsiteX184" fmla="*/ 7551420 w 11737340"/>
                    <a:gd name="connsiteY184" fmla="*/ 2849880 h 4168140"/>
                    <a:gd name="connsiteX185" fmla="*/ 7533640 w 11737340"/>
                    <a:gd name="connsiteY185" fmla="*/ 2788920 h 4168140"/>
                    <a:gd name="connsiteX186" fmla="*/ 7475220 w 11737340"/>
                    <a:gd name="connsiteY186" fmla="*/ 2857500 h 4168140"/>
                    <a:gd name="connsiteX187" fmla="*/ 7414260 w 11737340"/>
                    <a:gd name="connsiteY187" fmla="*/ 2887980 h 4168140"/>
                    <a:gd name="connsiteX188" fmla="*/ 7345680 w 11737340"/>
                    <a:gd name="connsiteY188" fmla="*/ 2971800 h 4168140"/>
                    <a:gd name="connsiteX189" fmla="*/ 7315200 w 11737340"/>
                    <a:gd name="connsiteY189" fmla="*/ 2994660 h 4168140"/>
                    <a:gd name="connsiteX190" fmla="*/ 7261860 w 11737340"/>
                    <a:gd name="connsiteY190" fmla="*/ 3009900 h 4168140"/>
                    <a:gd name="connsiteX191" fmla="*/ 7193280 w 11737340"/>
                    <a:gd name="connsiteY191" fmla="*/ 3025140 h 4168140"/>
                    <a:gd name="connsiteX192" fmla="*/ 7155180 w 11737340"/>
                    <a:gd name="connsiteY192" fmla="*/ 3078480 h 4168140"/>
                    <a:gd name="connsiteX193" fmla="*/ 7109460 w 11737340"/>
                    <a:gd name="connsiteY193" fmla="*/ 3154680 h 4168140"/>
                    <a:gd name="connsiteX194" fmla="*/ 7048500 w 11737340"/>
                    <a:gd name="connsiteY194" fmla="*/ 3246120 h 4168140"/>
                    <a:gd name="connsiteX195" fmla="*/ 6995160 w 11737340"/>
                    <a:gd name="connsiteY195" fmla="*/ 3307080 h 4168140"/>
                    <a:gd name="connsiteX196" fmla="*/ 6972300 w 11737340"/>
                    <a:gd name="connsiteY196" fmla="*/ 3352800 h 4168140"/>
                    <a:gd name="connsiteX197" fmla="*/ 6949440 w 11737340"/>
                    <a:gd name="connsiteY197" fmla="*/ 3413760 h 4168140"/>
                    <a:gd name="connsiteX198" fmla="*/ 6949440 w 11737340"/>
                    <a:gd name="connsiteY198" fmla="*/ 3413760 h 4168140"/>
                    <a:gd name="connsiteX199" fmla="*/ 6911340 w 11737340"/>
                    <a:gd name="connsiteY199" fmla="*/ 3474720 h 4168140"/>
                    <a:gd name="connsiteX200" fmla="*/ 6888480 w 11737340"/>
                    <a:gd name="connsiteY200" fmla="*/ 3505200 h 4168140"/>
                    <a:gd name="connsiteX201" fmla="*/ 6819900 w 11737340"/>
                    <a:gd name="connsiteY201" fmla="*/ 3566160 h 4168140"/>
                    <a:gd name="connsiteX202" fmla="*/ 6743700 w 11737340"/>
                    <a:gd name="connsiteY202" fmla="*/ 3581400 h 4168140"/>
                    <a:gd name="connsiteX203" fmla="*/ 6675120 w 11737340"/>
                    <a:gd name="connsiteY203" fmla="*/ 3657600 h 4168140"/>
                    <a:gd name="connsiteX204" fmla="*/ 6629400 w 11737340"/>
                    <a:gd name="connsiteY204" fmla="*/ 3718560 h 4168140"/>
                    <a:gd name="connsiteX205" fmla="*/ 6576060 w 11737340"/>
                    <a:gd name="connsiteY205" fmla="*/ 3779520 h 4168140"/>
                    <a:gd name="connsiteX206" fmla="*/ 6484620 w 11737340"/>
                    <a:gd name="connsiteY206" fmla="*/ 3817620 h 4168140"/>
                    <a:gd name="connsiteX207" fmla="*/ 6400800 w 11737340"/>
                    <a:gd name="connsiteY207" fmla="*/ 3832860 h 4168140"/>
                    <a:gd name="connsiteX208" fmla="*/ 6263640 w 11737340"/>
                    <a:gd name="connsiteY208" fmla="*/ 3870960 h 4168140"/>
                    <a:gd name="connsiteX209" fmla="*/ 6126480 w 11737340"/>
                    <a:gd name="connsiteY209" fmla="*/ 3901440 h 4168140"/>
                    <a:gd name="connsiteX210" fmla="*/ 6027420 w 11737340"/>
                    <a:gd name="connsiteY210" fmla="*/ 3916680 h 4168140"/>
                    <a:gd name="connsiteX211" fmla="*/ 5890260 w 11737340"/>
                    <a:gd name="connsiteY211" fmla="*/ 3878580 h 4168140"/>
                    <a:gd name="connsiteX212" fmla="*/ 5821680 w 11737340"/>
                    <a:gd name="connsiteY212" fmla="*/ 3863340 h 4168140"/>
                    <a:gd name="connsiteX213" fmla="*/ 5737860 w 11737340"/>
                    <a:gd name="connsiteY213" fmla="*/ 3825240 h 4168140"/>
                    <a:gd name="connsiteX214" fmla="*/ 5638800 w 11737340"/>
                    <a:gd name="connsiteY214" fmla="*/ 3794760 h 4168140"/>
                    <a:gd name="connsiteX215" fmla="*/ 5524500 w 11737340"/>
                    <a:gd name="connsiteY215" fmla="*/ 3756660 h 4168140"/>
                    <a:gd name="connsiteX216" fmla="*/ 5448300 w 11737340"/>
                    <a:gd name="connsiteY216" fmla="*/ 3718560 h 4168140"/>
                    <a:gd name="connsiteX217" fmla="*/ 5349240 w 11737340"/>
                    <a:gd name="connsiteY217" fmla="*/ 3657600 h 4168140"/>
                    <a:gd name="connsiteX218" fmla="*/ 5295900 w 11737340"/>
                    <a:gd name="connsiteY218" fmla="*/ 3619500 h 4168140"/>
                    <a:gd name="connsiteX219" fmla="*/ 5234940 w 11737340"/>
                    <a:gd name="connsiteY219" fmla="*/ 3596640 h 4168140"/>
                    <a:gd name="connsiteX220" fmla="*/ 5135880 w 11737340"/>
                    <a:gd name="connsiteY220" fmla="*/ 3550920 h 4168140"/>
                    <a:gd name="connsiteX221" fmla="*/ 5059680 w 11737340"/>
                    <a:gd name="connsiteY221" fmla="*/ 3505200 h 4168140"/>
                    <a:gd name="connsiteX222" fmla="*/ 5029200 w 11737340"/>
                    <a:gd name="connsiteY222" fmla="*/ 3482340 h 4168140"/>
                    <a:gd name="connsiteX223" fmla="*/ 4960620 w 11737340"/>
                    <a:gd name="connsiteY223" fmla="*/ 3413760 h 4168140"/>
                    <a:gd name="connsiteX224" fmla="*/ 4876800 w 11737340"/>
                    <a:gd name="connsiteY224" fmla="*/ 3299460 h 4168140"/>
                    <a:gd name="connsiteX225" fmla="*/ 4808220 w 11737340"/>
                    <a:gd name="connsiteY225" fmla="*/ 3200400 h 4168140"/>
                    <a:gd name="connsiteX226" fmla="*/ 4777740 w 11737340"/>
                    <a:gd name="connsiteY226" fmla="*/ 3147060 h 4168140"/>
                    <a:gd name="connsiteX227" fmla="*/ 4724400 w 11737340"/>
                    <a:gd name="connsiteY227" fmla="*/ 3108960 h 4168140"/>
                    <a:gd name="connsiteX228" fmla="*/ 4648200 w 11737340"/>
                    <a:gd name="connsiteY228" fmla="*/ 3063240 h 4168140"/>
                    <a:gd name="connsiteX229" fmla="*/ 4533900 w 11737340"/>
                    <a:gd name="connsiteY229" fmla="*/ 2979420 h 4168140"/>
                    <a:gd name="connsiteX230" fmla="*/ 4427220 w 11737340"/>
                    <a:gd name="connsiteY230" fmla="*/ 2941320 h 4168140"/>
                    <a:gd name="connsiteX231" fmla="*/ 4366260 w 11737340"/>
                    <a:gd name="connsiteY231" fmla="*/ 2903220 h 4168140"/>
                    <a:gd name="connsiteX232" fmla="*/ 4244340 w 11737340"/>
                    <a:gd name="connsiteY232" fmla="*/ 2842260 h 4168140"/>
                    <a:gd name="connsiteX233" fmla="*/ 4145280 w 11737340"/>
                    <a:gd name="connsiteY233" fmla="*/ 2811780 h 4168140"/>
                    <a:gd name="connsiteX234" fmla="*/ 4038600 w 11737340"/>
                    <a:gd name="connsiteY234" fmla="*/ 2804160 h 4168140"/>
                    <a:gd name="connsiteX235" fmla="*/ 3954780 w 11737340"/>
                    <a:gd name="connsiteY235" fmla="*/ 2819400 h 4168140"/>
                    <a:gd name="connsiteX236" fmla="*/ 3863340 w 11737340"/>
                    <a:gd name="connsiteY236" fmla="*/ 2804160 h 4168140"/>
                    <a:gd name="connsiteX237" fmla="*/ 3741420 w 11737340"/>
                    <a:gd name="connsiteY237" fmla="*/ 2781300 h 4168140"/>
                    <a:gd name="connsiteX238" fmla="*/ 3649980 w 11737340"/>
                    <a:gd name="connsiteY238" fmla="*/ 2743200 h 4168140"/>
                    <a:gd name="connsiteX239" fmla="*/ 3573780 w 11737340"/>
                    <a:gd name="connsiteY239" fmla="*/ 2674620 h 4168140"/>
                    <a:gd name="connsiteX240" fmla="*/ 3482340 w 11737340"/>
                    <a:gd name="connsiteY240" fmla="*/ 2621280 h 4168140"/>
                    <a:gd name="connsiteX241" fmla="*/ 3436620 w 11737340"/>
                    <a:gd name="connsiteY241" fmla="*/ 2552700 h 4168140"/>
                    <a:gd name="connsiteX242" fmla="*/ 3329940 w 11737340"/>
                    <a:gd name="connsiteY242" fmla="*/ 2423160 h 4168140"/>
                    <a:gd name="connsiteX243" fmla="*/ 3261360 w 11737340"/>
                    <a:gd name="connsiteY243" fmla="*/ 2324100 h 4168140"/>
                    <a:gd name="connsiteX244" fmla="*/ 3131820 w 11737340"/>
                    <a:gd name="connsiteY244" fmla="*/ 2209800 h 4168140"/>
                    <a:gd name="connsiteX245" fmla="*/ 3040380 w 11737340"/>
                    <a:gd name="connsiteY245" fmla="*/ 2141220 h 4168140"/>
                    <a:gd name="connsiteX246" fmla="*/ 2910840 w 11737340"/>
                    <a:gd name="connsiteY246" fmla="*/ 2034540 h 4168140"/>
                    <a:gd name="connsiteX247" fmla="*/ 2849880 w 11737340"/>
                    <a:gd name="connsiteY247" fmla="*/ 1958340 h 4168140"/>
                    <a:gd name="connsiteX248" fmla="*/ 2743200 w 11737340"/>
                    <a:gd name="connsiteY248" fmla="*/ 1889760 h 4168140"/>
                    <a:gd name="connsiteX249" fmla="*/ 2659380 w 11737340"/>
                    <a:gd name="connsiteY249" fmla="*/ 1844040 h 4168140"/>
                    <a:gd name="connsiteX250" fmla="*/ 2575560 w 11737340"/>
                    <a:gd name="connsiteY250" fmla="*/ 1744980 h 4168140"/>
                    <a:gd name="connsiteX251" fmla="*/ 2468880 w 11737340"/>
                    <a:gd name="connsiteY251" fmla="*/ 1645920 h 4168140"/>
                    <a:gd name="connsiteX252" fmla="*/ 2400300 w 11737340"/>
                    <a:gd name="connsiteY252" fmla="*/ 1607820 h 4168140"/>
                    <a:gd name="connsiteX253" fmla="*/ 2263140 w 11737340"/>
                    <a:gd name="connsiteY253" fmla="*/ 1501140 h 4168140"/>
                    <a:gd name="connsiteX254" fmla="*/ 2171700 w 11737340"/>
                    <a:gd name="connsiteY254" fmla="*/ 1432560 h 4168140"/>
                    <a:gd name="connsiteX255" fmla="*/ 2087880 w 11737340"/>
                    <a:gd name="connsiteY255" fmla="*/ 1363980 h 4168140"/>
                    <a:gd name="connsiteX256" fmla="*/ 1950720 w 11737340"/>
                    <a:gd name="connsiteY256" fmla="*/ 1272540 h 4168140"/>
                    <a:gd name="connsiteX257" fmla="*/ 1805940 w 11737340"/>
                    <a:gd name="connsiteY257" fmla="*/ 1135380 h 4168140"/>
                    <a:gd name="connsiteX258" fmla="*/ 1729740 w 11737340"/>
                    <a:gd name="connsiteY258" fmla="*/ 1089660 h 4168140"/>
                    <a:gd name="connsiteX259" fmla="*/ 1668780 w 11737340"/>
                    <a:gd name="connsiteY259" fmla="*/ 1043940 h 4168140"/>
                    <a:gd name="connsiteX260" fmla="*/ 1592580 w 11737340"/>
                    <a:gd name="connsiteY260" fmla="*/ 990600 h 4168140"/>
                    <a:gd name="connsiteX261" fmla="*/ 1470660 w 11737340"/>
                    <a:gd name="connsiteY261" fmla="*/ 891540 h 4168140"/>
                    <a:gd name="connsiteX262" fmla="*/ 1386840 w 11737340"/>
                    <a:gd name="connsiteY262" fmla="*/ 845820 h 4168140"/>
                    <a:gd name="connsiteX263" fmla="*/ 1318260 w 11737340"/>
                    <a:gd name="connsiteY263" fmla="*/ 784860 h 4168140"/>
                    <a:gd name="connsiteX264" fmla="*/ 1264920 w 11737340"/>
                    <a:gd name="connsiteY264" fmla="*/ 723900 h 4168140"/>
                    <a:gd name="connsiteX265" fmla="*/ 1181100 w 11737340"/>
                    <a:gd name="connsiteY265" fmla="*/ 647700 h 4168140"/>
                    <a:gd name="connsiteX266" fmla="*/ 1089660 w 11737340"/>
                    <a:gd name="connsiteY266" fmla="*/ 624840 h 4168140"/>
                    <a:gd name="connsiteX267" fmla="*/ 1021080 w 11737340"/>
                    <a:gd name="connsiteY267" fmla="*/ 586740 h 4168140"/>
                    <a:gd name="connsiteX268" fmla="*/ 937260 w 11737340"/>
                    <a:gd name="connsiteY268" fmla="*/ 548640 h 4168140"/>
                    <a:gd name="connsiteX269" fmla="*/ 830580 w 11737340"/>
                    <a:gd name="connsiteY269" fmla="*/ 510540 h 4168140"/>
                    <a:gd name="connsiteX270" fmla="*/ 754380 w 11737340"/>
                    <a:gd name="connsiteY270" fmla="*/ 457200 h 4168140"/>
                    <a:gd name="connsiteX271" fmla="*/ 708660 w 11737340"/>
                    <a:gd name="connsiteY271" fmla="*/ 419100 h 4168140"/>
                    <a:gd name="connsiteX272" fmla="*/ 609600 w 11737340"/>
                    <a:gd name="connsiteY272" fmla="*/ 396240 h 4168140"/>
                    <a:gd name="connsiteX273" fmla="*/ 548640 w 11737340"/>
                    <a:gd name="connsiteY273" fmla="*/ 320040 h 4168140"/>
                    <a:gd name="connsiteX274" fmla="*/ 510540 w 11737340"/>
                    <a:gd name="connsiteY274" fmla="*/ 251460 h 4168140"/>
                    <a:gd name="connsiteX275" fmla="*/ 464820 w 11737340"/>
                    <a:gd name="connsiteY275" fmla="*/ 190500 h 4168140"/>
                    <a:gd name="connsiteX276" fmla="*/ 411480 w 11737340"/>
                    <a:gd name="connsiteY276" fmla="*/ 137160 h 4168140"/>
                    <a:gd name="connsiteX277" fmla="*/ 373380 w 11737340"/>
                    <a:gd name="connsiteY277" fmla="*/ 45720 h 4168140"/>
                    <a:gd name="connsiteX278" fmla="*/ 342900 w 11737340"/>
                    <a:gd name="connsiteY278" fmla="*/ 0 h 4168140"/>
                    <a:gd name="connsiteX279" fmla="*/ 327660 w 11737340"/>
                    <a:gd name="connsiteY279" fmla="*/ 60960 h 4168140"/>
                    <a:gd name="connsiteX280" fmla="*/ 289560 w 11737340"/>
                    <a:gd name="connsiteY280" fmla="*/ 91440 h 4168140"/>
                    <a:gd name="connsiteX281" fmla="*/ 236220 w 11737340"/>
                    <a:gd name="connsiteY281" fmla="*/ 114300 h 4168140"/>
                    <a:gd name="connsiteX282" fmla="*/ 198120 w 11737340"/>
                    <a:gd name="connsiteY282" fmla="*/ 175260 h 4168140"/>
                    <a:gd name="connsiteX283" fmla="*/ 175260 w 11737340"/>
                    <a:gd name="connsiteY283" fmla="*/ 228600 h 4168140"/>
                    <a:gd name="connsiteX284" fmla="*/ 114300 w 11737340"/>
                    <a:gd name="connsiteY284" fmla="*/ 236220 h 4168140"/>
                    <a:gd name="connsiteX285" fmla="*/ 45720 w 11737340"/>
                    <a:gd name="connsiteY285" fmla="*/ 251460 h 4168140"/>
                    <a:gd name="connsiteX286" fmla="*/ 0 w 11737340"/>
                    <a:gd name="connsiteY286" fmla="*/ 281940 h 4168140"/>
                    <a:gd name="connsiteX287" fmla="*/ 68580 w 11737340"/>
                    <a:gd name="connsiteY287" fmla="*/ 320040 h 4168140"/>
                    <a:gd name="connsiteX0" fmla="*/ 68580 w 11737340"/>
                    <a:gd name="connsiteY0" fmla="*/ 320040 h 4168140"/>
                    <a:gd name="connsiteX1" fmla="*/ 121920 w 11737340"/>
                    <a:gd name="connsiteY1" fmla="*/ 381000 h 4168140"/>
                    <a:gd name="connsiteX2" fmla="*/ 198120 w 11737340"/>
                    <a:gd name="connsiteY2" fmla="*/ 419100 h 4168140"/>
                    <a:gd name="connsiteX3" fmla="*/ 320040 w 11737340"/>
                    <a:gd name="connsiteY3" fmla="*/ 510540 h 4168140"/>
                    <a:gd name="connsiteX4" fmla="*/ 411480 w 11737340"/>
                    <a:gd name="connsiteY4" fmla="*/ 563880 h 4168140"/>
                    <a:gd name="connsiteX5" fmla="*/ 472440 w 11737340"/>
                    <a:gd name="connsiteY5" fmla="*/ 632460 h 4168140"/>
                    <a:gd name="connsiteX6" fmla="*/ 601980 w 11737340"/>
                    <a:gd name="connsiteY6" fmla="*/ 708660 h 4168140"/>
                    <a:gd name="connsiteX7" fmla="*/ 739140 w 11737340"/>
                    <a:gd name="connsiteY7" fmla="*/ 784860 h 4168140"/>
                    <a:gd name="connsiteX8" fmla="*/ 861060 w 11737340"/>
                    <a:gd name="connsiteY8" fmla="*/ 868680 h 4168140"/>
                    <a:gd name="connsiteX9" fmla="*/ 944880 w 11737340"/>
                    <a:gd name="connsiteY9" fmla="*/ 952500 h 4168140"/>
                    <a:gd name="connsiteX10" fmla="*/ 1021080 w 11737340"/>
                    <a:gd name="connsiteY10" fmla="*/ 1005840 h 4168140"/>
                    <a:gd name="connsiteX11" fmla="*/ 1097280 w 11737340"/>
                    <a:gd name="connsiteY11" fmla="*/ 1043940 h 4168140"/>
                    <a:gd name="connsiteX12" fmla="*/ 1181100 w 11737340"/>
                    <a:gd name="connsiteY12" fmla="*/ 1104900 h 4168140"/>
                    <a:gd name="connsiteX13" fmla="*/ 1249680 w 11737340"/>
                    <a:gd name="connsiteY13" fmla="*/ 1150620 h 4168140"/>
                    <a:gd name="connsiteX14" fmla="*/ 1341120 w 11737340"/>
                    <a:gd name="connsiteY14" fmla="*/ 1196340 h 4168140"/>
                    <a:gd name="connsiteX15" fmla="*/ 1417320 w 11737340"/>
                    <a:gd name="connsiteY15" fmla="*/ 1257300 h 4168140"/>
                    <a:gd name="connsiteX16" fmla="*/ 1493520 w 11737340"/>
                    <a:gd name="connsiteY16" fmla="*/ 1333500 h 4168140"/>
                    <a:gd name="connsiteX17" fmla="*/ 1569720 w 11737340"/>
                    <a:gd name="connsiteY17" fmla="*/ 1356360 h 4168140"/>
                    <a:gd name="connsiteX18" fmla="*/ 1684020 w 11737340"/>
                    <a:gd name="connsiteY18" fmla="*/ 1424940 h 4168140"/>
                    <a:gd name="connsiteX19" fmla="*/ 1729740 w 11737340"/>
                    <a:gd name="connsiteY19" fmla="*/ 1485900 h 4168140"/>
                    <a:gd name="connsiteX20" fmla="*/ 1844040 w 11737340"/>
                    <a:gd name="connsiteY20" fmla="*/ 1569720 h 4168140"/>
                    <a:gd name="connsiteX21" fmla="*/ 1935480 w 11737340"/>
                    <a:gd name="connsiteY21" fmla="*/ 1615440 h 4168140"/>
                    <a:gd name="connsiteX22" fmla="*/ 2049780 w 11737340"/>
                    <a:gd name="connsiteY22" fmla="*/ 1691640 h 4168140"/>
                    <a:gd name="connsiteX23" fmla="*/ 2133600 w 11737340"/>
                    <a:gd name="connsiteY23" fmla="*/ 1729740 h 4168140"/>
                    <a:gd name="connsiteX24" fmla="*/ 2202180 w 11737340"/>
                    <a:gd name="connsiteY24" fmla="*/ 1805940 h 4168140"/>
                    <a:gd name="connsiteX25" fmla="*/ 2255520 w 11737340"/>
                    <a:gd name="connsiteY25" fmla="*/ 1821180 h 4168140"/>
                    <a:gd name="connsiteX26" fmla="*/ 2316480 w 11737340"/>
                    <a:gd name="connsiteY26" fmla="*/ 1866900 h 4168140"/>
                    <a:gd name="connsiteX27" fmla="*/ 2423160 w 11737340"/>
                    <a:gd name="connsiteY27" fmla="*/ 2004060 h 4168140"/>
                    <a:gd name="connsiteX28" fmla="*/ 2476500 w 11737340"/>
                    <a:gd name="connsiteY28" fmla="*/ 2087880 h 4168140"/>
                    <a:gd name="connsiteX29" fmla="*/ 2567940 w 11737340"/>
                    <a:gd name="connsiteY29" fmla="*/ 2148840 h 4168140"/>
                    <a:gd name="connsiteX30" fmla="*/ 2682240 w 11737340"/>
                    <a:gd name="connsiteY30" fmla="*/ 2186940 h 4168140"/>
                    <a:gd name="connsiteX31" fmla="*/ 2743200 w 11737340"/>
                    <a:gd name="connsiteY31" fmla="*/ 2209800 h 4168140"/>
                    <a:gd name="connsiteX32" fmla="*/ 2811780 w 11737340"/>
                    <a:gd name="connsiteY32" fmla="*/ 2247900 h 4168140"/>
                    <a:gd name="connsiteX33" fmla="*/ 2887980 w 11737340"/>
                    <a:gd name="connsiteY33" fmla="*/ 2301240 h 4168140"/>
                    <a:gd name="connsiteX34" fmla="*/ 2979420 w 11737340"/>
                    <a:gd name="connsiteY34" fmla="*/ 2385060 h 4168140"/>
                    <a:gd name="connsiteX35" fmla="*/ 3055620 w 11737340"/>
                    <a:gd name="connsiteY35" fmla="*/ 2461260 h 4168140"/>
                    <a:gd name="connsiteX36" fmla="*/ 3139440 w 11737340"/>
                    <a:gd name="connsiteY36" fmla="*/ 2537460 h 4168140"/>
                    <a:gd name="connsiteX37" fmla="*/ 3261360 w 11737340"/>
                    <a:gd name="connsiteY37" fmla="*/ 2628900 h 4168140"/>
                    <a:gd name="connsiteX38" fmla="*/ 3345180 w 11737340"/>
                    <a:gd name="connsiteY38" fmla="*/ 2720340 h 4168140"/>
                    <a:gd name="connsiteX39" fmla="*/ 3444240 w 11737340"/>
                    <a:gd name="connsiteY39" fmla="*/ 2796540 h 4168140"/>
                    <a:gd name="connsiteX40" fmla="*/ 3558540 w 11737340"/>
                    <a:gd name="connsiteY40" fmla="*/ 2872740 h 4168140"/>
                    <a:gd name="connsiteX41" fmla="*/ 3619500 w 11737340"/>
                    <a:gd name="connsiteY41" fmla="*/ 2979420 h 4168140"/>
                    <a:gd name="connsiteX42" fmla="*/ 3619500 w 11737340"/>
                    <a:gd name="connsiteY42" fmla="*/ 2979420 h 4168140"/>
                    <a:gd name="connsiteX43" fmla="*/ 3649980 w 11737340"/>
                    <a:gd name="connsiteY43" fmla="*/ 3048000 h 4168140"/>
                    <a:gd name="connsiteX44" fmla="*/ 3703320 w 11737340"/>
                    <a:gd name="connsiteY44" fmla="*/ 3086100 h 4168140"/>
                    <a:gd name="connsiteX45" fmla="*/ 3764280 w 11737340"/>
                    <a:gd name="connsiteY45" fmla="*/ 3063240 h 4168140"/>
                    <a:gd name="connsiteX46" fmla="*/ 3848100 w 11737340"/>
                    <a:gd name="connsiteY46" fmla="*/ 3025140 h 4168140"/>
                    <a:gd name="connsiteX47" fmla="*/ 3916680 w 11737340"/>
                    <a:gd name="connsiteY47" fmla="*/ 3032760 h 4168140"/>
                    <a:gd name="connsiteX48" fmla="*/ 4030980 w 11737340"/>
                    <a:gd name="connsiteY48" fmla="*/ 3063240 h 4168140"/>
                    <a:gd name="connsiteX49" fmla="*/ 4137660 w 11737340"/>
                    <a:gd name="connsiteY49" fmla="*/ 3101340 h 4168140"/>
                    <a:gd name="connsiteX50" fmla="*/ 4259580 w 11737340"/>
                    <a:gd name="connsiteY50" fmla="*/ 3147060 h 4168140"/>
                    <a:gd name="connsiteX51" fmla="*/ 4381500 w 11737340"/>
                    <a:gd name="connsiteY51" fmla="*/ 3192780 h 4168140"/>
                    <a:gd name="connsiteX52" fmla="*/ 4526280 w 11737340"/>
                    <a:gd name="connsiteY52" fmla="*/ 3276600 h 4168140"/>
                    <a:gd name="connsiteX53" fmla="*/ 4587240 w 11737340"/>
                    <a:gd name="connsiteY53" fmla="*/ 3299460 h 4168140"/>
                    <a:gd name="connsiteX54" fmla="*/ 4610100 w 11737340"/>
                    <a:gd name="connsiteY54" fmla="*/ 3352800 h 4168140"/>
                    <a:gd name="connsiteX55" fmla="*/ 4648200 w 11737340"/>
                    <a:gd name="connsiteY55" fmla="*/ 3436620 h 4168140"/>
                    <a:gd name="connsiteX56" fmla="*/ 4671060 w 11737340"/>
                    <a:gd name="connsiteY56" fmla="*/ 3520440 h 4168140"/>
                    <a:gd name="connsiteX57" fmla="*/ 4678680 w 11737340"/>
                    <a:gd name="connsiteY57" fmla="*/ 3589020 h 4168140"/>
                    <a:gd name="connsiteX58" fmla="*/ 4686300 w 11737340"/>
                    <a:gd name="connsiteY58" fmla="*/ 3649980 h 4168140"/>
                    <a:gd name="connsiteX59" fmla="*/ 4724400 w 11737340"/>
                    <a:gd name="connsiteY59" fmla="*/ 3680460 h 4168140"/>
                    <a:gd name="connsiteX60" fmla="*/ 4785360 w 11737340"/>
                    <a:gd name="connsiteY60" fmla="*/ 3672840 h 4168140"/>
                    <a:gd name="connsiteX61" fmla="*/ 4869180 w 11737340"/>
                    <a:gd name="connsiteY61" fmla="*/ 3703320 h 4168140"/>
                    <a:gd name="connsiteX62" fmla="*/ 4914900 w 11737340"/>
                    <a:gd name="connsiteY62" fmla="*/ 3756660 h 4168140"/>
                    <a:gd name="connsiteX63" fmla="*/ 5105400 w 11737340"/>
                    <a:gd name="connsiteY63" fmla="*/ 3832860 h 4168140"/>
                    <a:gd name="connsiteX64" fmla="*/ 5173980 w 11737340"/>
                    <a:gd name="connsiteY64" fmla="*/ 3886200 h 4168140"/>
                    <a:gd name="connsiteX65" fmla="*/ 5242560 w 11737340"/>
                    <a:gd name="connsiteY65" fmla="*/ 3924300 h 4168140"/>
                    <a:gd name="connsiteX66" fmla="*/ 5364480 w 11737340"/>
                    <a:gd name="connsiteY66" fmla="*/ 3962400 h 4168140"/>
                    <a:gd name="connsiteX67" fmla="*/ 5516880 w 11737340"/>
                    <a:gd name="connsiteY67" fmla="*/ 4046220 h 4168140"/>
                    <a:gd name="connsiteX68" fmla="*/ 5585460 w 11737340"/>
                    <a:gd name="connsiteY68" fmla="*/ 4099560 h 4168140"/>
                    <a:gd name="connsiteX69" fmla="*/ 5661660 w 11737340"/>
                    <a:gd name="connsiteY69" fmla="*/ 4122420 h 4168140"/>
                    <a:gd name="connsiteX70" fmla="*/ 5745480 w 11737340"/>
                    <a:gd name="connsiteY70" fmla="*/ 4130040 h 4168140"/>
                    <a:gd name="connsiteX71" fmla="*/ 5836920 w 11737340"/>
                    <a:gd name="connsiteY71" fmla="*/ 4130040 h 4168140"/>
                    <a:gd name="connsiteX72" fmla="*/ 5951220 w 11737340"/>
                    <a:gd name="connsiteY72" fmla="*/ 4145280 h 4168140"/>
                    <a:gd name="connsiteX73" fmla="*/ 6035040 w 11737340"/>
                    <a:gd name="connsiteY73" fmla="*/ 4168140 h 4168140"/>
                    <a:gd name="connsiteX74" fmla="*/ 6149340 w 11737340"/>
                    <a:gd name="connsiteY74" fmla="*/ 4137660 h 4168140"/>
                    <a:gd name="connsiteX75" fmla="*/ 6286500 w 11737340"/>
                    <a:gd name="connsiteY75" fmla="*/ 4114800 h 4168140"/>
                    <a:gd name="connsiteX76" fmla="*/ 6393180 w 11737340"/>
                    <a:gd name="connsiteY76" fmla="*/ 4053840 h 4168140"/>
                    <a:gd name="connsiteX77" fmla="*/ 6484620 w 11737340"/>
                    <a:gd name="connsiteY77" fmla="*/ 4038600 h 4168140"/>
                    <a:gd name="connsiteX78" fmla="*/ 6583680 w 11737340"/>
                    <a:gd name="connsiteY78" fmla="*/ 3970020 h 4168140"/>
                    <a:gd name="connsiteX79" fmla="*/ 6697980 w 11737340"/>
                    <a:gd name="connsiteY79" fmla="*/ 3886200 h 4168140"/>
                    <a:gd name="connsiteX80" fmla="*/ 6728460 w 11737340"/>
                    <a:gd name="connsiteY80" fmla="*/ 3817620 h 4168140"/>
                    <a:gd name="connsiteX81" fmla="*/ 6842760 w 11737340"/>
                    <a:gd name="connsiteY81" fmla="*/ 3733800 h 4168140"/>
                    <a:gd name="connsiteX82" fmla="*/ 6972300 w 11737340"/>
                    <a:gd name="connsiteY82" fmla="*/ 3642360 h 4168140"/>
                    <a:gd name="connsiteX83" fmla="*/ 7078980 w 11737340"/>
                    <a:gd name="connsiteY83" fmla="*/ 3528060 h 4168140"/>
                    <a:gd name="connsiteX84" fmla="*/ 7165340 w 11737340"/>
                    <a:gd name="connsiteY84" fmla="*/ 3454400 h 4168140"/>
                    <a:gd name="connsiteX85" fmla="*/ 7287260 w 11737340"/>
                    <a:gd name="connsiteY85" fmla="*/ 3296920 h 4168140"/>
                    <a:gd name="connsiteX86" fmla="*/ 7338060 w 11737340"/>
                    <a:gd name="connsiteY86" fmla="*/ 3200400 h 4168140"/>
                    <a:gd name="connsiteX87" fmla="*/ 7376160 w 11737340"/>
                    <a:gd name="connsiteY87" fmla="*/ 3116580 h 4168140"/>
                    <a:gd name="connsiteX88" fmla="*/ 7444740 w 11737340"/>
                    <a:gd name="connsiteY88" fmla="*/ 3093720 h 4168140"/>
                    <a:gd name="connsiteX89" fmla="*/ 7513320 w 11737340"/>
                    <a:gd name="connsiteY89" fmla="*/ 3101340 h 4168140"/>
                    <a:gd name="connsiteX90" fmla="*/ 7576820 w 11737340"/>
                    <a:gd name="connsiteY90" fmla="*/ 3093720 h 4168140"/>
                    <a:gd name="connsiteX91" fmla="*/ 7729220 w 11737340"/>
                    <a:gd name="connsiteY91" fmla="*/ 3136900 h 4168140"/>
                    <a:gd name="connsiteX92" fmla="*/ 7833360 w 11737340"/>
                    <a:gd name="connsiteY92" fmla="*/ 3180080 h 4168140"/>
                    <a:gd name="connsiteX93" fmla="*/ 7967980 w 11737340"/>
                    <a:gd name="connsiteY93" fmla="*/ 3208020 h 4168140"/>
                    <a:gd name="connsiteX94" fmla="*/ 8161020 w 11737340"/>
                    <a:gd name="connsiteY94" fmla="*/ 3296920 h 4168140"/>
                    <a:gd name="connsiteX95" fmla="*/ 8293100 w 11737340"/>
                    <a:gd name="connsiteY95" fmla="*/ 3370580 h 4168140"/>
                    <a:gd name="connsiteX96" fmla="*/ 8371840 w 11737340"/>
                    <a:gd name="connsiteY96" fmla="*/ 3395980 h 4168140"/>
                    <a:gd name="connsiteX97" fmla="*/ 8468360 w 11737340"/>
                    <a:gd name="connsiteY97" fmla="*/ 3434080 h 4168140"/>
                    <a:gd name="connsiteX98" fmla="*/ 8582660 w 11737340"/>
                    <a:gd name="connsiteY98" fmla="*/ 3528060 h 4168140"/>
                    <a:gd name="connsiteX99" fmla="*/ 8641080 w 11737340"/>
                    <a:gd name="connsiteY99" fmla="*/ 3566160 h 4168140"/>
                    <a:gd name="connsiteX100" fmla="*/ 8702040 w 11737340"/>
                    <a:gd name="connsiteY100" fmla="*/ 3604260 h 4168140"/>
                    <a:gd name="connsiteX101" fmla="*/ 8763000 w 11737340"/>
                    <a:gd name="connsiteY101" fmla="*/ 3634740 h 4168140"/>
                    <a:gd name="connsiteX102" fmla="*/ 8846820 w 11737340"/>
                    <a:gd name="connsiteY102" fmla="*/ 3632200 h 4168140"/>
                    <a:gd name="connsiteX103" fmla="*/ 8968740 w 11737340"/>
                    <a:gd name="connsiteY103" fmla="*/ 3634740 h 4168140"/>
                    <a:gd name="connsiteX104" fmla="*/ 9060180 w 11737340"/>
                    <a:gd name="connsiteY104" fmla="*/ 3642360 h 4168140"/>
                    <a:gd name="connsiteX105" fmla="*/ 9151620 w 11737340"/>
                    <a:gd name="connsiteY105" fmla="*/ 3657600 h 4168140"/>
                    <a:gd name="connsiteX106" fmla="*/ 9230360 w 11737340"/>
                    <a:gd name="connsiteY106" fmla="*/ 3657600 h 4168140"/>
                    <a:gd name="connsiteX107" fmla="*/ 9331960 w 11737340"/>
                    <a:gd name="connsiteY107" fmla="*/ 3629660 h 4168140"/>
                    <a:gd name="connsiteX108" fmla="*/ 9433560 w 11737340"/>
                    <a:gd name="connsiteY108" fmla="*/ 3589020 h 4168140"/>
                    <a:gd name="connsiteX109" fmla="*/ 9535160 w 11737340"/>
                    <a:gd name="connsiteY109" fmla="*/ 3540760 h 4168140"/>
                    <a:gd name="connsiteX110" fmla="*/ 9646920 w 11737340"/>
                    <a:gd name="connsiteY110" fmla="*/ 3489960 h 4168140"/>
                    <a:gd name="connsiteX111" fmla="*/ 9784080 w 11737340"/>
                    <a:gd name="connsiteY111" fmla="*/ 3444240 h 4168140"/>
                    <a:gd name="connsiteX112" fmla="*/ 9860280 w 11737340"/>
                    <a:gd name="connsiteY112" fmla="*/ 3383280 h 4168140"/>
                    <a:gd name="connsiteX113" fmla="*/ 9921240 w 11737340"/>
                    <a:gd name="connsiteY113" fmla="*/ 3314700 h 4168140"/>
                    <a:gd name="connsiteX114" fmla="*/ 9997440 w 11737340"/>
                    <a:gd name="connsiteY114" fmla="*/ 3208020 h 4168140"/>
                    <a:gd name="connsiteX115" fmla="*/ 10043160 w 11737340"/>
                    <a:gd name="connsiteY115" fmla="*/ 3101340 h 4168140"/>
                    <a:gd name="connsiteX116" fmla="*/ 10104120 w 11737340"/>
                    <a:gd name="connsiteY116" fmla="*/ 3017520 h 4168140"/>
                    <a:gd name="connsiteX117" fmla="*/ 10157460 w 11737340"/>
                    <a:gd name="connsiteY117" fmla="*/ 2933700 h 4168140"/>
                    <a:gd name="connsiteX118" fmla="*/ 10218420 w 11737340"/>
                    <a:gd name="connsiteY118" fmla="*/ 2849880 h 4168140"/>
                    <a:gd name="connsiteX119" fmla="*/ 10294620 w 11737340"/>
                    <a:gd name="connsiteY119" fmla="*/ 2735580 h 4168140"/>
                    <a:gd name="connsiteX120" fmla="*/ 10347960 w 11737340"/>
                    <a:gd name="connsiteY120" fmla="*/ 2621280 h 4168140"/>
                    <a:gd name="connsiteX121" fmla="*/ 10431780 w 11737340"/>
                    <a:gd name="connsiteY121" fmla="*/ 2499360 h 4168140"/>
                    <a:gd name="connsiteX122" fmla="*/ 10500360 w 11737340"/>
                    <a:gd name="connsiteY122" fmla="*/ 2354580 h 4168140"/>
                    <a:gd name="connsiteX123" fmla="*/ 10553700 w 11737340"/>
                    <a:gd name="connsiteY123" fmla="*/ 2263140 h 4168140"/>
                    <a:gd name="connsiteX124" fmla="*/ 10584180 w 11737340"/>
                    <a:gd name="connsiteY124" fmla="*/ 2194560 h 4168140"/>
                    <a:gd name="connsiteX125" fmla="*/ 10624820 w 11737340"/>
                    <a:gd name="connsiteY125" fmla="*/ 2125980 h 4168140"/>
                    <a:gd name="connsiteX126" fmla="*/ 10675620 w 11737340"/>
                    <a:gd name="connsiteY126" fmla="*/ 2049780 h 4168140"/>
                    <a:gd name="connsiteX127" fmla="*/ 10690860 w 11737340"/>
                    <a:gd name="connsiteY127" fmla="*/ 1988820 h 4168140"/>
                    <a:gd name="connsiteX128" fmla="*/ 10713720 w 11737340"/>
                    <a:gd name="connsiteY128" fmla="*/ 1927860 h 4168140"/>
                    <a:gd name="connsiteX129" fmla="*/ 10767060 w 11737340"/>
                    <a:gd name="connsiteY129" fmla="*/ 1859280 h 4168140"/>
                    <a:gd name="connsiteX130" fmla="*/ 10873740 w 11737340"/>
                    <a:gd name="connsiteY130" fmla="*/ 1828800 h 4168140"/>
                    <a:gd name="connsiteX131" fmla="*/ 11079480 w 11737340"/>
                    <a:gd name="connsiteY131" fmla="*/ 1767840 h 4168140"/>
                    <a:gd name="connsiteX132" fmla="*/ 11247120 w 11737340"/>
                    <a:gd name="connsiteY132" fmla="*/ 1684020 h 4168140"/>
                    <a:gd name="connsiteX133" fmla="*/ 11407140 w 11737340"/>
                    <a:gd name="connsiteY133" fmla="*/ 1628140 h 4168140"/>
                    <a:gd name="connsiteX134" fmla="*/ 11490960 w 11737340"/>
                    <a:gd name="connsiteY134" fmla="*/ 1577340 h 4168140"/>
                    <a:gd name="connsiteX135" fmla="*/ 11635740 w 11737340"/>
                    <a:gd name="connsiteY135" fmla="*/ 1508760 h 4168140"/>
                    <a:gd name="connsiteX136" fmla="*/ 11737340 w 11737340"/>
                    <a:gd name="connsiteY136" fmla="*/ 1442720 h 4168140"/>
                    <a:gd name="connsiteX137" fmla="*/ 11620500 w 11737340"/>
                    <a:gd name="connsiteY137" fmla="*/ 1417320 h 4168140"/>
                    <a:gd name="connsiteX138" fmla="*/ 11567160 w 11737340"/>
                    <a:gd name="connsiteY138" fmla="*/ 1379220 h 4168140"/>
                    <a:gd name="connsiteX139" fmla="*/ 11498580 w 11737340"/>
                    <a:gd name="connsiteY139" fmla="*/ 1318260 h 4168140"/>
                    <a:gd name="connsiteX140" fmla="*/ 11468100 w 11737340"/>
                    <a:gd name="connsiteY140" fmla="*/ 1280160 h 4168140"/>
                    <a:gd name="connsiteX141" fmla="*/ 11442700 w 11737340"/>
                    <a:gd name="connsiteY141" fmla="*/ 1231900 h 4168140"/>
                    <a:gd name="connsiteX142" fmla="*/ 11384280 w 11737340"/>
                    <a:gd name="connsiteY142" fmla="*/ 1310640 h 4168140"/>
                    <a:gd name="connsiteX143" fmla="*/ 11353800 w 11737340"/>
                    <a:gd name="connsiteY143" fmla="*/ 1356360 h 4168140"/>
                    <a:gd name="connsiteX144" fmla="*/ 11224260 w 11737340"/>
                    <a:gd name="connsiteY144" fmla="*/ 1417320 h 4168140"/>
                    <a:gd name="connsiteX145" fmla="*/ 11109960 w 11737340"/>
                    <a:gd name="connsiteY145" fmla="*/ 1463040 h 4168140"/>
                    <a:gd name="connsiteX146" fmla="*/ 10911840 w 11737340"/>
                    <a:gd name="connsiteY146" fmla="*/ 1524000 h 4168140"/>
                    <a:gd name="connsiteX147" fmla="*/ 10774680 w 11737340"/>
                    <a:gd name="connsiteY147" fmla="*/ 1546860 h 4168140"/>
                    <a:gd name="connsiteX148" fmla="*/ 10675620 w 11737340"/>
                    <a:gd name="connsiteY148" fmla="*/ 1615440 h 4168140"/>
                    <a:gd name="connsiteX149" fmla="*/ 10568940 w 11737340"/>
                    <a:gd name="connsiteY149" fmla="*/ 1676400 h 4168140"/>
                    <a:gd name="connsiteX150" fmla="*/ 10485120 w 11737340"/>
                    <a:gd name="connsiteY150" fmla="*/ 1760220 h 4168140"/>
                    <a:gd name="connsiteX151" fmla="*/ 10454640 w 11737340"/>
                    <a:gd name="connsiteY151" fmla="*/ 1836420 h 4168140"/>
                    <a:gd name="connsiteX152" fmla="*/ 10416540 w 11737340"/>
                    <a:gd name="connsiteY152" fmla="*/ 1927860 h 4168140"/>
                    <a:gd name="connsiteX153" fmla="*/ 10401300 w 11737340"/>
                    <a:gd name="connsiteY153" fmla="*/ 2004060 h 4168140"/>
                    <a:gd name="connsiteX154" fmla="*/ 10363200 w 11737340"/>
                    <a:gd name="connsiteY154" fmla="*/ 2095500 h 4168140"/>
                    <a:gd name="connsiteX155" fmla="*/ 10317480 w 11737340"/>
                    <a:gd name="connsiteY155" fmla="*/ 2225040 h 4168140"/>
                    <a:gd name="connsiteX156" fmla="*/ 10287000 w 11737340"/>
                    <a:gd name="connsiteY156" fmla="*/ 2346960 h 4168140"/>
                    <a:gd name="connsiteX157" fmla="*/ 10218420 w 11737340"/>
                    <a:gd name="connsiteY157" fmla="*/ 2499360 h 4168140"/>
                    <a:gd name="connsiteX158" fmla="*/ 10134600 w 11737340"/>
                    <a:gd name="connsiteY158" fmla="*/ 2621280 h 4168140"/>
                    <a:gd name="connsiteX159" fmla="*/ 10043160 w 11737340"/>
                    <a:gd name="connsiteY159" fmla="*/ 2735580 h 4168140"/>
                    <a:gd name="connsiteX160" fmla="*/ 9974580 w 11737340"/>
                    <a:gd name="connsiteY160" fmla="*/ 2857500 h 4168140"/>
                    <a:gd name="connsiteX161" fmla="*/ 9906000 w 11737340"/>
                    <a:gd name="connsiteY161" fmla="*/ 2941320 h 4168140"/>
                    <a:gd name="connsiteX162" fmla="*/ 9860280 w 11737340"/>
                    <a:gd name="connsiteY162" fmla="*/ 3032760 h 4168140"/>
                    <a:gd name="connsiteX163" fmla="*/ 9806940 w 11737340"/>
                    <a:gd name="connsiteY163" fmla="*/ 3116580 h 4168140"/>
                    <a:gd name="connsiteX164" fmla="*/ 9715500 w 11737340"/>
                    <a:gd name="connsiteY164" fmla="*/ 3208020 h 4168140"/>
                    <a:gd name="connsiteX165" fmla="*/ 9616440 w 11737340"/>
                    <a:gd name="connsiteY165" fmla="*/ 3261360 h 4168140"/>
                    <a:gd name="connsiteX166" fmla="*/ 9532620 w 11737340"/>
                    <a:gd name="connsiteY166" fmla="*/ 3329940 h 4168140"/>
                    <a:gd name="connsiteX167" fmla="*/ 9471660 w 11737340"/>
                    <a:gd name="connsiteY167" fmla="*/ 3375660 h 4168140"/>
                    <a:gd name="connsiteX168" fmla="*/ 9410700 w 11737340"/>
                    <a:gd name="connsiteY168" fmla="*/ 3429000 h 4168140"/>
                    <a:gd name="connsiteX169" fmla="*/ 9288780 w 11737340"/>
                    <a:gd name="connsiteY169" fmla="*/ 3436620 h 4168140"/>
                    <a:gd name="connsiteX170" fmla="*/ 9166860 w 11737340"/>
                    <a:gd name="connsiteY170" fmla="*/ 3444240 h 4168140"/>
                    <a:gd name="connsiteX171" fmla="*/ 9029700 w 11737340"/>
                    <a:gd name="connsiteY171" fmla="*/ 3413760 h 4168140"/>
                    <a:gd name="connsiteX172" fmla="*/ 8823960 w 11737340"/>
                    <a:gd name="connsiteY172" fmla="*/ 3360420 h 4168140"/>
                    <a:gd name="connsiteX173" fmla="*/ 8679180 w 11737340"/>
                    <a:gd name="connsiteY173" fmla="*/ 3329940 h 4168140"/>
                    <a:gd name="connsiteX174" fmla="*/ 8572500 w 11737340"/>
                    <a:gd name="connsiteY174" fmla="*/ 3276600 h 4168140"/>
                    <a:gd name="connsiteX175" fmla="*/ 8465820 w 11737340"/>
                    <a:gd name="connsiteY175" fmla="*/ 3215640 h 4168140"/>
                    <a:gd name="connsiteX176" fmla="*/ 8321040 w 11737340"/>
                    <a:gd name="connsiteY176" fmla="*/ 3177540 h 4168140"/>
                    <a:gd name="connsiteX177" fmla="*/ 8199120 w 11737340"/>
                    <a:gd name="connsiteY177" fmla="*/ 3131820 h 4168140"/>
                    <a:gd name="connsiteX178" fmla="*/ 8069580 w 11737340"/>
                    <a:gd name="connsiteY178" fmla="*/ 3078480 h 4168140"/>
                    <a:gd name="connsiteX179" fmla="*/ 7917180 w 11737340"/>
                    <a:gd name="connsiteY179" fmla="*/ 2994660 h 4168140"/>
                    <a:gd name="connsiteX180" fmla="*/ 7787640 w 11737340"/>
                    <a:gd name="connsiteY180" fmla="*/ 2971800 h 4168140"/>
                    <a:gd name="connsiteX181" fmla="*/ 7719060 w 11737340"/>
                    <a:gd name="connsiteY181" fmla="*/ 2933700 h 4168140"/>
                    <a:gd name="connsiteX182" fmla="*/ 7612380 w 11737340"/>
                    <a:gd name="connsiteY182" fmla="*/ 2903220 h 4168140"/>
                    <a:gd name="connsiteX183" fmla="*/ 7566660 w 11737340"/>
                    <a:gd name="connsiteY183" fmla="*/ 2887980 h 4168140"/>
                    <a:gd name="connsiteX184" fmla="*/ 7551420 w 11737340"/>
                    <a:gd name="connsiteY184" fmla="*/ 2849880 h 4168140"/>
                    <a:gd name="connsiteX185" fmla="*/ 7533640 w 11737340"/>
                    <a:gd name="connsiteY185" fmla="*/ 2788920 h 4168140"/>
                    <a:gd name="connsiteX186" fmla="*/ 7475220 w 11737340"/>
                    <a:gd name="connsiteY186" fmla="*/ 2857500 h 4168140"/>
                    <a:gd name="connsiteX187" fmla="*/ 7414260 w 11737340"/>
                    <a:gd name="connsiteY187" fmla="*/ 2887980 h 4168140"/>
                    <a:gd name="connsiteX188" fmla="*/ 7345680 w 11737340"/>
                    <a:gd name="connsiteY188" fmla="*/ 2971800 h 4168140"/>
                    <a:gd name="connsiteX189" fmla="*/ 7315200 w 11737340"/>
                    <a:gd name="connsiteY189" fmla="*/ 2994660 h 4168140"/>
                    <a:gd name="connsiteX190" fmla="*/ 7261860 w 11737340"/>
                    <a:gd name="connsiteY190" fmla="*/ 3009900 h 4168140"/>
                    <a:gd name="connsiteX191" fmla="*/ 7193280 w 11737340"/>
                    <a:gd name="connsiteY191" fmla="*/ 3025140 h 4168140"/>
                    <a:gd name="connsiteX192" fmla="*/ 7155180 w 11737340"/>
                    <a:gd name="connsiteY192" fmla="*/ 3078480 h 4168140"/>
                    <a:gd name="connsiteX193" fmla="*/ 7109460 w 11737340"/>
                    <a:gd name="connsiteY193" fmla="*/ 3154680 h 4168140"/>
                    <a:gd name="connsiteX194" fmla="*/ 7048500 w 11737340"/>
                    <a:gd name="connsiteY194" fmla="*/ 3246120 h 4168140"/>
                    <a:gd name="connsiteX195" fmla="*/ 6995160 w 11737340"/>
                    <a:gd name="connsiteY195" fmla="*/ 3307080 h 4168140"/>
                    <a:gd name="connsiteX196" fmla="*/ 6972300 w 11737340"/>
                    <a:gd name="connsiteY196" fmla="*/ 3352800 h 4168140"/>
                    <a:gd name="connsiteX197" fmla="*/ 6949440 w 11737340"/>
                    <a:gd name="connsiteY197" fmla="*/ 3413760 h 4168140"/>
                    <a:gd name="connsiteX198" fmla="*/ 6949440 w 11737340"/>
                    <a:gd name="connsiteY198" fmla="*/ 3413760 h 4168140"/>
                    <a:gd name="connsiteX199" fmla="*/ 6911340 w 11737340"/>
                    <a:gd name="connsiteY199" fmla="*/ 3474720 h 4168140"/>
                    <a:gd name="connsiteX200" fmla="*/ 6888480 w 11737340"/>
                    <a:gd name="connsiteY200" fmla="*/ 3505200 h 4168140"/>
                    <a:gd name="connsiteX201" fmla="*/ 6819900 w 11737340"/>
                    <a:gd name="connsiteY201" fmla="*/ 3566160 h 4168140"/>
                    <a:gd name="connsiteX202" fmla="*/ 6743700 w 11737340"/>
                    <a:gd name="connsiteY202" fmla="*/ 3581400 h 4168140"/>
                    <a:gd name="connsiteX203" fmla="*/ 6675120 w 11737340"/>
                    <a:gd name="connsiteY203" fmla="*/ 3657600 h 4168140"/>
                    <a:gd name="connsiteX204" fmla="*/ 6629400 w 11737340"/>
                    <a:gd name="connsiteY204" fmla="*/ 3718560 h 4168140"/>
                    <a:gd name="connsiteX205" fmla="*/ 6576060 w 11737340"/>
                    <a:gd name="connsiteY205" fmla="*/ 3779520 h 4168140"/>
                    <a:gd name="connsiteX206" fmla="*/ 6484620 w 11737340"/>
                    <a:gd name="connsiteY206" fmla="*/ 3817620 h 4168140"/>
                    <a:gd name="connsiteX207" fmla="*/ 6400800 w 11737340"/>
                    <a:gd name="connsiteY207" fmla="*/ 3832860 h 4168140"/>
                    <a:gd name="connsiteX208" fmla="*/ 6263640 w 11737340"/>
                    <a:gd name="connsiteY208" fmla="*/ 3870960 h 4168140"/>
                    <a:gd name="connsiteX209" fmla="*/ 6126480 w 11737340"/>
                    <a:gd name="connsiteY209" fmla="*/ 3901440 h 4168140"/>
                    <a:gd name="connsiteX210" fmla="*/ 6027420 w 11737340"/>
                    <a:gd name="connsiteY210" fmla="*/ 3916680 h 4168140"/>
                    <a:gd name="connsiteX211" fmla="*/ 5890260 w 11737340"/>
                    <a:gd name="connsiteY211" fmla="*/ 3878580 h 4168140"/>
                    <a:gd name="connsiteX212" fmla="*/ 5821680 w 11737340"/>
                    <a:gd name="connsiteY212" fmla="*/ 3863340 h 4168140"/>
                    <a:gd name="connsiteX213" fmla="*/ 5737860 w 11737340"/>
                    <a:gd name="connsiteY213" fmla="*/ 3825240 h 4168140"/>
                    <a:gd name="connsiteX214" fmla="*/ 5638800 w 11737340"/>
                    <a:gd name="connsiteY214" fmla="*/ 3794760 h 4168140"/>
                    <a:gd name="connsiteX215" fmla="*/ 5524500 w 11737340"/>
                    <a:gd name="connsiteY215" fmla="*/ 3756660 h 4168140"/>
                    <a:gd name="connsiteX216" fmla="*/ 5448300 w 11737340"/>
                    <a:gd name="connsiteY216" fmla="*/ 3718560 h 4168140"/>
                    <a:gd name="connsiteX217" fmla="*/ 5349240 w 11737340"/>
                    <a:gd name="connsiteY217" fmla="*/ 3657600 h 4168140"/>
                    <a:gd name="connsiteX218" fmla="*/ 5295900 w 11737340"/>
                    <a:gd name="connsiteY218" fmla="*/ 3619500 h 4168140"/>
                    <a:gd name="connsiteX219" fmla="*/ 5234940 w 11737340"/>
                    <a:gd name="connsiteY219" fmla="*/ 3596640 h 4168140"/>
                    <a:gd name="connsiteX220" fmla="*/ 5135880 w 11737340"/>
                    <a:gd name="connsiteY220" fmla="*/ 3550920 h 4168140"/>
                    <a:gd name="connsiteX221" fmla="*/ 5059680 w 11737340"/>
                    <a:gd name="connsiteY221" fmla="*/ 3505200 h 4168140"/>
                    <a:gd name="connsiteX222" fmla="*/ 5029200 w 11737340"/>
                    <a:gd name="connsiteY222" fmla="*/ 3482340 h 4168140"/>
                    <a:gd name="connsiteX223" fmla="*/ 4960620 w 11737340"/>
                    <a:gd name="connsiteY223" fmla="*/ 3413760 h 4168140"/>
                    <a:gd name="connsiteX224" fmla="*/ 4876800 w 11737340"/>
                    <a:gd name="connsiteY224" fmla="*/ 3299460 h 4168140"/>
                    <a:gd name="connsiteX225" fmla="*/ 4808220 w 11737340"/>
                    <a:gd name="connsiteY225" fmla="*/ 3200400 h 4168140"/>
                    <a:gd name="connsiteX226" fmla="*/ 4777740 w 11737340"/>
                    <a:gd name="connsiteY226" fmla="*/ 3147060 h 4168140"/>
                    <a:gd name="connsiteX227" fmla="*/ 4724400 w 11737340"/>
                    <a:gd name="connsiteY227" fmla="*/ 3108960 h 4168140"/>
                    <a:gd name="connsiteX228" fmla="*/ 4648200 w 11737340"/>
                    <a:gd name="connsiteY228" fmla="*/ 3063240 h 4168140"/>
                    <a:gd name="connsiteX229" fmla="*/ 4533900 w 11737340"/>
                    <a:gd name="connsiteY229" fmla="*/ 2979420 h 4168140"/>
                    <a:gd name="connsiteX230" fmla="*/ 4427220 w 11737340"/>
                    <a:gd name="connsiteY230" fmla="*/ 2941320 h 4168140"/>
                    <a:gd name="connsiteX231" fmla="*/ 4366260 w 11737340"/>
                    <a:gd name="connsiteY231" fmla="*/ 2903220 h 4168140"/>
                    <a:gd name="connsiteX232" fmla="*/ 4244340 w 11737340"/>
                    <a:gd name="connsiteY232" fmla="*/ 2842260 h 4168140"/>
                    <a:gd name="connsiteX233" fmla="*/ 4145280 w 11737340"/>
                    <a:gd name="connsiteY233" fmla="*/ 2811780 h 4168140"/>
                    <a:gd name="connsiteX234" fmla="*/ 4038600 w 11737340"/>
                    <a:gd name="connsiteY234" fmla="*/ 2804160 h 4168140"/>
                    <a:gd name="connsiteX235" fmla="*/ 3954780 w 11737340"/>
                    <a:gd name="connsiteY235" fmla="*/ 2819400 h 4168140"/>
                    <a:gd name="connsiteX236" fmla="*/ 3863340 w 11737340"/>
                    <a:gd name="connsiteY236" fmla="*/ 2804160 h 4168140"/>
                    <a:gd name="connsiteX237" fmla="*/ 3741420 w 11737340"/>
                    <a:gd name="connsiteY237" fmla="*/ 2781300 h 4168140"/>
                    <a:gd name="connsiteX238" fmla="*/ 3649980 w 11737340"/>
                    <a:gd name="connsiteY238" fmla="*/ 2743200 h 4168140"/>
                    <a:gd name="connsiteX239" fmla="*/ 3573780 w 11737340"/>
                    <a:gd name="connsiteY239" fmla="*/ 2674620 h 4168140"/>
                    <a:gd name="connsiteX240" fmla="*/ 3482340 w 11737340"/>
                    <a:gd name="connsiteY240" fmla="*/ 2621280 h 4168140"/>
                    <a:gd name="connsiteX241" fmla="*/ 3436620 w 11737340"/>
                    <a:gd name="connsiteY241" fmla="*/ 2552700 h 4168140"/>
                    <a:gd name="connsiteX242" fmla="*/ 3329940 w 11737340"/>
                    <a:gd name="connsiteY242" fmla="*/ 2423160 h 4168140"/>
                    <a:gd name="connsiteX243" fmla="*/ 3261360 w 11737340"/>
                    <a:gd name="connsiteY243" fmla="*/ 2324100 h 4168140"/>
                    <a:gd name="connsiteX244" fmla="*/ 3131820 w 11737340"/>
                    <a:gd name="connsiteY244" fmla="*/ 2209800 h 4168140"/>
                    <a:gd name="connsiteX245" fmla="*/ 3040380 w 11737340"/>
                    <a:gd name="connsiteY245" fmla="*/ 2141220 h 4168140"/>
                    <a:gd name="connsiteX246" fmla="*/ 2910840 w 11737340"/>
                    <a:gd name="connsiteY246" fmla="*/ 2034540 h 4168140"/>
                    <a:gd name="connsiteX247" fmla="*/ 2849880 w 11737340"/>
                    <a:gd name="connsiteY247" fmla="*/ 1958340 h 4168140"/>
                    <a:gd name="connsiteX248" fmla="*/ 2743200 w 11737340"/>
                    <a:gd name="connsiteY248" fmla="*/ 1889760 h 4168140"/>
                    <a:gd name="connsiteX249" fmla="*/ 2659380 w 11737340"/>
                    <a:gd name="connsiteY249" fmla="*/ 1844040 h 4168140"/>
                    <a:gd name="connsiteX250" fmla="*/ 2575560 w 11737340"/>
                    <a:gd name="connsiteY250" fmla="*/ 1744980 h 4168140"/>
                    <a:gd name="connsiteX251" fmla="*/ 2468880 w 11737340"/>
                    <a:gd name="connsiteY251" fmla="*/ 1645920 h 4168140"/>
                    <a:gd name="connsiteX252" fmla="*/ 2400300 w 11737340"/>
                    <a:gd name="connsiteY252" fmla="*/ 1607820 h 4168140"/>
                    <a:gd name="connsiteX253" fmla="*/ 2263140 w 11737340"/>
                    <a:gd name="connsiteY253" fmla="*/ 1501140 h 4168140"/>
                    <a:gd name="connsiteX254" fmla="*/ 2171700 w 11737340"/>
                    <a:gd name="connsiteY254" fmla="*/ 1432560 h 4168140"/>
                    <a:gd name="connsiteX255" fmla="*/ 2087880 w 11737340"/>
                    <a:gd name="connsiteY255" fmla="*/ 1363980 h 4168140"/>
                    <a:gd name="connsiteX256" fmla="*/ 1950720 w 11737340"/>
                    <a:gd name="connsiteY256" fmla="*/ 1272540 h 4168140"/>
                    <a:gd name="connsiteX257" fmla="*/ 1805940 w 11737340"/>
                    <a:gd name="connsiteY257" fmla="*/ 1135380 h 4168140"/>
                    <a:gd name="connsiteX258" fmla="*/ 1729740 w 11737340"/>
                    <a:gd name="connsiteY258" fmla="*/ 1089660 h 4168140"/>
                    <a:gd name="connsiteX259" fmla="*/ 1668780 w 11737340"/>
                    <a:gd name="connsiteY259" fmla="*/ 1043940 h 4168140"/>
                    <a:gd name="connsiteX260" fmla="*/ 1592580 w 11737340"/>
                    <a:gd name="connsiteY260" fmla="*/ 990600 h 4168140"/>
                    <a:gd name="connsiteX261" fmla="*/ 1470660 w 11737340"/>
                    <a:gd name="connsiteY261" fmla="*/ 891540 h 4168140"/>
                    <a:gd name="connsiteX262" fmla="*/ 1386840 w 11737340"/>
                    <a:gd name="connsiteY262" fmla="*/ 845820 h 4168140"/>
                    <a:gd name="connsiteX263" fmla="*/ 1318260 w 11737340"/>
                    <a:gd name="connsiteY263" fmla="*/ 784860 h 4168140"/>
                    <a:gd name="connsiteX264" fmla="*/ 1264920 w 11737340"/>
                    <a:gd name="connsiteY264" fmla="*/ 723900 h 4168140"/>
                    <a:gd name="connsiteX265" fmla="*/ 1181100 w 11737340"/>
                    <a:gd name="connsiteY265" fmla="*/ 647700 h 4168140"/>
                    <a:gd name="connsiteX266" fmla="*/ 1089660 w 11737340"/>
                    <a:gd name="connsiteY266" fmla="*/ 624840 h 4168140"/>
                    <a:gd name="connsiteX267" fmla="*/ 1021080 w 11737340"/>
                    <a:gd name="connsiteY267" fmla="*/ 586740 h 4168140"/>
                    <a:gd name="connsiteX268" fmla="*/ 937260 w 11737340"/>
                    <a:gd name="connsiteY268" fmla="*/ 548640 h 4168140"/>
                    <a:gd name="connsiteX269" fmla="*/ 830580 w 11737340"/>
                    <a:gd name="connsiteY269" fmla="*/ 510540 h 4168140"/>
                    <a:gd name="connsiteX270" fmla="*/ 754380 w 11737340"/>
                    <a:gd name="connsiteY270" fmla="*/ 457200 h 4168140"/>
                    <a:gd name="connsiteX271" fmla="*/ 708660 w 11737340"/>
                    <a:gd name="connsiteY271" fmla="*/ 419100 h 4168140"/>
                    <a:gd name="connsiteX272" fmla="*/ 609600 w 11737340"/>
                    <a:gd name="connsiteY272" fmla="*/ 396240 h 4168140"/>
                    <a:gd name="connsiteX273" fmla="*/ 548640 w 11737340"/>
                    <a:gd name="connsiteY273" fmla="*/ 320040 h 4168140"/>
                    <a:gd name="connsiteX274" fmla="*/ 510540 w 11737340"/>
                    <a:gd name="connsiteY274" fmla="*/ 251460 h 4168140"/>
                    <a:gd name="connsiteX275" fmla="*/ 464820 w 11737340"/>
                    <a:gd name="connsiteY275" fmla="*/ 190500 h 4168140"/>
                    <a:gd name="connsiteX276" fmla="*/ 411480 w 11737340"/>
                    <a:gd name="connsiteY276" fmla="*/ 137160 h 4168140"/>
                    <a:gd name="connsiteX277" fmla="*/ 373380 w 11737340"/>
                    <a:gd name="connsiteY277" fmla="*/ 45720 h 4168140"/>
                    <a:gd name="connsiteX278" fmla="*/ 342900 w 11737340"/>
                    <a:gd name="connsiteY278" fmla="*/ 0 h 4168140"/>
                    <a:gd name="connsiteX279" fmla="*/ 327660 w 11737340"/>
                    <a:gd name="connsiteY279" fmla="*/ 60960 h 4168140"/>
                    <a:gd name="connsiteX280" fmla="*/ 289560 w 11737340"/>
                    <a:gd name="connsiteY280" fmla="*/ 91440 h 4168140"/>
                    <a:gd name="connsiteX281" fmla="*/ 236220 w 11737340"/>
                    <a:gd name="connsiteY281" fmla="*/ 114300 h 4168140"/>
                    <a:gd name="connsiteX282" fmla="*/ 198120 w 11737340"/>
                    <a:gd name="connsiteY282" fmla="*/ 175260 h 4168140"/>
                    <a:gd name="connsiteX283" fmla="*/ 175260 w 11737340"/>
                    <a:gd name="connsiteY283" fmla="*/ 228600 h 4168140"/>
                    <a:gd name="connsiteX284" fmla="*/ 114300 w 11737340"/>
                    <a:gd name="connsiteY284" fmla="*/ 236220 h 4168140"/>
                    <a:gd name="connsiteX285" fmla="*/ 45720 w 11737340"/>
                    <a:gd name="connsiteY285" fmla="*/ 251460 h 4168140"/>
                    <a:gd name="connsiteX286" fmla="*/ 0 w 11737340"/>
                    <a:gd name="connsiteY286" fmla="*/ 281940 h 4168140"/>
                    <a:gd name="connsiteX287" fmla="*/ 68580 w 11737340"/>
                    <a:gd name="connsiteY287" fmla="*/ 320040 h 4168140"/>
                    <a:gd name="connsiteX0" fmla="*/ 68580 w 11737340"/>
                    <a:gd name="connsiteY0" fmla="*/ 320040 h 4168140"/>
                    <a:gd name="connsiteX1" fmla="*/ 121920 w 11737340"/>
                    <a:gd name="connsiteY1" fmla="*/ 381000 h 4168140"/>
                    <a:gd name="connsiteX2" fmla="*/ 198120 w 11737340"/>
                    <a:gd name="connsiteY2" fmla="*/ 419100 h 4168140"/>
                    <a:gd name="connsiteX3" fmla="*/ 320040 w 11737340"/>
                    <a:gd name="connsiteY3" fmla="*/ 510540 h 4168140"/>
                    <a:gd name="connsiteX4" fmla="*/ 411480 w 11737340"/>
                    <a:gd name="connsiteY4" fmla="*/ 563880 h 4168140"/>
                    <a:gd name="connsiteX5" fmla="*/ 472440 w 11737340"/>
                    <a:gd name="connsiteY5" fmla="*/ 632460 h 4168140"/>
                    <a:gd name="connsiteX6" fmla="*/ 601980 w 11737340"/>
                    <a:gd name="connsiteY6" fmla="*/ 708660 h 4168140"/>
                    <a:gd name="connsiteX7" fmla="*/ 739140 w 11737340"/>
                    <a:gd name="connsiteY7" fmla="*/ 784860 h 4168140"/>
                    <a:gd name="connsiteX8" fmla="*/ 861060 w 11737340"/>
                    <a:gd name="connsiteY8" fmla="*/ 868680 h 4168140"/>
                    <a:gd name="connsiteX9" fmla="*/ 944880 w 11737340"/>
                    <a:gd name="connsiteY9" fmla="*/ 952500 h 4168140"/>
                    <a:gd name="connsiteX10" fmla="*/ 1021080 w 11737340"/>
                    <a:gd name="connsiteY10" fmla="*/ 1005840 h 4168140"/>
                    <a:gd name="connsiteX11" fmla="*/ 1097280 w 11737340"/>
                    <a:gd name="connsiteY11" fmla="*/ 1043940 h 4168140"/>
                    <a:gd name="connsiteX12" fmla="*/ 1181100 w 11737340"/>
                    <a:gd name="connsiteY12" fmla="*/ 1104900 h 4168140"/>
                    <a:gd name="connsiteX13" fmla="*/ 1249680 w 11737340"/>
                    <a:gd name="connsiteY13" fmla="*/ 1150620 h 4168140"/>
                    <a:gd name="connsiteX14" fmla="*/ 1341120 w 11737340"/>
                    <a:gd name="connsiteY14" fmla="*/ 1196340 h 4168140"/>
                    <a:gd name="connsiteX15" fmla="*/ 1417320 w 11737340"/>
                    <a:gd name="connsiteY15" fmla="*/ 1257300 h 4168140"/>
                    <a:gd name="connsiteX16" fmla="*/ 1493520 w 11737340"/>
                    <a:gd name="connsiteY16" fmla="*/ 1333500 h 4168140"/>
                    <a:gd name="connsiteX17" fmla="*/ 1569720 w 11737340"/>
                    <a:gd name="connsiteY17" fmla="*/ 1356360 h 4168140"/>
                    <a:gd name="connsiteX18" fmla="*/ 1684020 w 11737340"/>
                    <a:gd name="connsiteY18" fmla="*/ 1424940 h 4168140"/>
                    <a:gd name="connsiteX19" fmla="*/ 1729740 w 11737340"/>
                    <a:gd name="connsiteY19" fmla="*/ 1485900 h 4168140"/>
                    <a:gd name="connsiteX20" fmla="*/ 1844040 w 11737340"/>
                    <a:gd name="connsiteY20" fmla="*/ 1569720 h 4168140"/>
                    <a:gd name="connsiteX21" fmla="*/ 1935480 w 11737340"/>
                    <a:gd name="connsiteY21" fmla="*/ 1615440 h 4168140"/>
                    <a:gd name="connsiteX22" fmla="*/ 2049780 w 11737340"/>
                    <a:gd name="connsiteY22" fmla="*/ 1691640 h 4168140"/>
                    <a:gd name="connsiteX23" fmla="*/ 2133600 w 11737340"/>
                    <a:gd name="connsiteY23" fmla="*/ 1729740 h 4168140"/>
                    <a:gd name="connsiteX24" fmla="*/ 2202180 w 11737340"/>
                    <a:gd name="connsiteY24" fmla="*/ 1805940 h 4168140"/>
                    <a:gd name="connsiteX25" fmla="*/ 2255520 w 11737340"/>
                    <a:gd name="connsiteY25" fmla="*/ 1821180 h 4168140"/>
                    <a:gd name="connsiteX26" fmla="*/ 2316480 w 11737340"/>
                    <a:gd name="connsiteY26" fmla="*/ 1866900 h 4168140"/>
                    <a:gd name="connsiteX27" fmla="*/ 2423160 w 11737340"/>
                    <a:gd name="connsiteY27" fmla="*/ 2004060 h 4168140"/>
                    <a:gd name="connsiteX28" fmla="*/ 2476500 w 11737340"/>
                    <a:gd name="connsiteY28" fmla="*/ 2087880 h 4168140"/>
                    <a:gd name="connsiteX29" fmla="*/ 2567940 w 11737340"/>
                    <a:gd name="connsiteY29" fmla="*/ 2148840 h 4168140"/>
                    <a:gd name="connsiteX30" fmla="*/ 2682240 w 11737340"/>
                    <a:gd name="connsiteY30" fmla="*/ 2186940 h 4168140"/>
                    <a:gd name="connsiteX31" fmla="*/ 2743200 w 11737340"/>
                    <a:gd name="connsiteY31" fmla="*/ 2209800 h 4168140"/>
                    <a:gd name="connsiteX32" fmla="*/ 2811780 w 11737340"/>
                    <a:gd name="connsiteY32" fmla="*/ 2247900 h 4168140"/>
                    <a:gd name="connsiteX33" fmla="*/ 2887980 w 11737340"/>
                    <a:gd name="connsiteY33" fmla="*/ 2301240 h 4168140"/>
                    <a:gd name="connsiteX34" fmla="*/ 2979420 w 11737340"/>
                    <a:gd name="connsiteY34" fmla="*/ 2385060 h 4168140"/>
                    <a:gd name="connsiteX35" fmla="*/ 3055620 w 11737340"/>
                    <a:gd name="connsiteY35" fmla="*/ 2461260 h 4168140"/>
                    <a:gd name="connsiteX36" fmla="*/ 3139440 w 11737340"/>
                    <a:gd name="connsiteY36" fmla="*/ 2537460 h 4168140"/>
                    <a:gd name="connsiteX37" fmla="*/ 3261360 w 11737340"/>
                    <a:gd name="connsiteY37" fmla="*/ 2628900 h 4168140"/>
                    <a:gd name="connsiteX38" fmla="*/ 3345180 w 11737340"/>
                    <a:gd name="connsiteY38" fmla="*/ 2720340 h 4168140"/>
                    <a:gd name="connsiteX39" fmla="*/ 3444240 w 11737340"/>
                    <a:gd name="connsiteY39" fmla="*/ 2796540 h 4168140"/>
                    <a:gd name="connsiteX40" fmla="*/ 3558540 w 11737340"/>
                    <a:gd name="connsiteY40" fmla="*/ 2872740 h 4168140"/>
                    <a:gd name="connsiteX41" fmla="*/ 3619500 w 11737340"/>
                    <a:gd name="connsiteY41" fmla="*/ 2979420 h 4168140"/>
                    <a:gd name="connsiteX42" fmla="*/ 3619500 w 11737340"/>
                    <a:gd name="connsiteY42" fmla="*/ 2979420 h 4168140"/>
                    <a:gd name="connsiteX43" fmla="*/ 3649980 w 11737340"/>
                    <a:gd name="connsiteY43" fmla="*/ 3048000 h 4168140"/>
                    <a:gd name="connsiteX44" fmla="*/ 3703320 w 11737340"/>
                    <a:gd name="connsiteY44" fmla="*/ 3086100 h 4168140"/>
                    <a:gd name="connsiteX45" fmla="*/ 3764280 w 11737340"/>
                    <a:gd name="connsiteY45" fmla="*/ 3063240 h 4168140"/>
                    <a:gd name="connsiteX46" fmla="*/ 3848100 w 11737340"/>
                    <a:gd name="connsiteY46" fmla="*/ 3025140 h 4168140"/>
                    <a:gd name="connsiteX47" fmla="*/ 3916680 w 11737340"/>
                    <a:gd name="connsiteY47" fmla="*/ 3032760 h 4168140"/>
                    <a:gd name="connsiteX48" fmla="*/ 4030980 w 11737340"/>
                    <a:gd name="connsiteY48" fmla="*/ 3063240 h 4168140"/>
                    <a:gd name="connsiteX49" fmla="*/ 4137660 w 11737340"/>
                    <a:gd name="connsiteY49" fmla="*/ 3101340 h 4168140"/>
                    <a:gd name="connsiteX50" fmla="*/ 4259580 w 11737340"/>
                    <a:gd name="connsiteY50" fmla="*/ 3147060 h 4168140"/>
                    <a:gd name="connsiteX51" fmla="*/ 4381500 w 11737340"/>
                    <a:gd name="connsiteY51" fmla="*/ 3192780 h 4168140"/>
                    <a:gd name="connsiteX52" fmla="*/ 4526280 w 11737340"/>
                    <a:gd name="connsiteY52" fmla="*/ 3276600 h 4168140"/>
                    <a:gd name="connsiteX53" fmla="*/ 4587240 w 11737340"/>
                    <a:gd name="connsiteY53" fmla="*/ 3299460 h 4168140"/>
                    <a:gd name="connsiteX54" fmla="*/ 4610100 w 11737340"/>
                    <a:gd name="connsiteY54" fmla="*/ 3352800 h 4168140"/>
                    <a:gd name="connsiteX55" fmla="*/ 4648200 w 11737340"/>
                    <a:gd name="connsiteY55" fmla="*/ 3436620 h 4168140"/>
                    <a:gd name="connsiteX56" fmla="*/ 4671060 w 11737340"/>
                    <a:gd name="connsiteY56" fmla="*/ 3520440 h 4168140"/>
                    <a:gd name="connsiteX57" fmla="*/ 4678680 w 11737340"/>
                    <a:gd name="connsiteY57" fmla="*/ 3589020 h 4168140"/>
                    <a:gd name="connsiteX58" fmla="*/ 4686300 w 11737340"/>
                    <a:gd name="connsiteY58" fmla="*/ 3649980 h 4168140"/>
                    <a:gd name="connsiteX59" fmla="*/ 4724400 w 11737340"/>
                    <a:gd name="connsiteY59" fmla="*/ 3680460 h 4168140"/>
                    <a:gd name="connsiteX60" fmla="*/ 4785360 w 11737340"/>
                    <a:gd name="connsiteY60" fmla="*/ 3672840 h 4168140"/>
                    <a:gd name="connsiteX61" fmla="*/ 4869180 w 11737340"/>
                    <a:gd name="connsiteY61" fmla="*/ 3703320 h 4168140"/>
                    <a:gd name="connsiteX62" fmla="*/ 4914900 w 11737340"/>
                    <a:gd name="connsiteY62" fmla="*/ 3756660 h 4168140"/>
                    <a:gd name="connsiteX63" fmla="*/ 5105400 w 11737340"/>
                    <a:gd name="connsiteY63" fmla="*/ 3832860 h 4168140"/>
                    <a:gd name="connsiteX64" fmla="*/ 5173980 w 11737340"/>
                    <a:gd name="connsiteY64" fmla="*/ 3886200 h 4168140"/>
                    <a:gd name="connsiteX65" fmla="*/ 5242560 w 11737340"/>
                    <a:gd name="connsiteY65" fmla="*/ 3924300 h 4168140"/>
                    <a:gd name="connsiteX66" fmla="*/ 5364480 w 11737340"/>
                    <a:gd name="connsiteY66" fmla="*/ 3962400 h 4168140"/>
                    <a:gd name="connsiteX67" fmla="*/ 5516880 w 11737340"/>
                    <a:gd name="connsiteY67" fmla="*/ 4046220 h 4168140"/>
                    <a:gd name="connsiteX68" fmla="*/ 5585460 w 11737340"/>
                    <a:gd name="connsiteY68" fmla="*/ 4099560 h 4168140"/>
                    <a:gd name="connsiteX69" fmla="*/ 5661660 w 11737340"/>
                    <a:gd name="connsiteY69" fmla="*/ 4122420 h 4168140"/>
                    <a:gd name="connsiteX70" fmla="*/ 5745480 w 11737340"/>
                    <a:gd name="connsiteY70" fmla="*/ 4130040 h 4168140"/>
                    <a:gd name="connsiteX71" fmla="*/ 5836920 w 11737340"/>
                    <a:gd name="connsiteY71" fmla="*/ 4130040 h 4168140"/>
                    <a:gd name="connsiteX72" fmla="*/ 5951220 w 11737340"/>
                    <a:gd name="connsiteY72" fmla="*/ 4145280 h 4168140"/>
                    <a:gd name="connsiteX73" fmla="*/ 6035040 w 11737340"/>
                    <a:gd name="connsiteY73" fmla="*/ 4168140 h 4168140"/>
                    <a:gd name="connsiteX74" fmla="*/ 6149340 w 11737340"/>
                    <a:gd name="connsiteY74" fmla="*/ 4137660 h 4168140"/>
                    <a:gd name="connsiteX75" fmla="*/ 6286500 w 11737340"/>
                    <a:gd name="connsiteY75" fmla="*/ 4114800 h 4168140"/>
                    <a:gd name="connsiteX76" fmla="*/ 6393180 w 11737340"/>
                    <a:gd name="connsiteY76" fmla="*/ 4053840 h 4168140"/>
                    <a:gd name="connsiteX77" fmla="*/ 6484620 w 11737340"/>
                    <a:gd name="connsiteY77" fmla="*/ 4038600 h 4168140"/>
                    <a:gd name="connsiteX78" fmla="*/ 6583680 w 11737340"/>
                    <a:gd name="connsiteY78" fmla="*/ 3970020 h 4168140"/>
                    <a:gd name="connsiteX79" fmla="*/ 6697980 w 11737340"/>
                    <a:gd name="connsiteY79" fmla="*/ 3886200 h 4168140"/>
                    <a:gd name="connsiteX80" fmla="*/ 6728460 w 11737340"/>
                    <a:gd name="connsiteY80" fmla="*/ 3817620 h 4168140"/>
                    <a:gd name="connsiteX81" fmla="*/ 6842760 w 11737340"/>
                    <a:gd name="connsiteY81" fmla="*/ 3733800 h 4168140"/>
                    <a:gd name="connsiteX82" fmla="*/ 6972300 w 11737340"/>
                    <a:gd name="connsiteY82" fmla="*/ 3642360 h 4168140"/>
                    <a:gd name="connsiteX83" fmla="*/ 7078980 w 11737340"/>
                    <a:gd name="connsiteY83" fmla="*/ 3528060 h 4168140"/>
                    <a:gd name="connsiteX84" fmla="*/ 7165340 w 11737340"/>
                    <a:gd name="connsiteY84" fmla="*/ 3454400 h 4168140"/>
                    <a:gd name="connsiteX85" fmla="*/ 7287260 w 11737340"/>
                    <a:gd name="connsiteY85" fmla="*/ 3296920 h 4168140"/>
                    <a:gd name="connsiteX86" fmla="*/ 7338060 w 11737340"/>
                    <a:gd name="connsiteY86" fmla="*/ 3200400 h 4168140"/>
                    <a:gd name="connsiteX87" fmla="*/ 7381240 w 11737340"/>
                    <a:gd name="connsiteY87" fmla="*/ 3129280 h 4168140"/>
                    <a:gd name="connsiteX88" fmla="*/ 7444740 w 11737340"/>
                    <a:gd name="connsiteY88" fmla="*/ 3093720 h 4168140"/>
                    <a:gd name="connsiteX89" fmla="*/ 7513320 w 11737340"/>
                    <a:gd name="connsiteY89" fmla="*/ 3101340 h 4168140"/>
                    <a:gd name="connsiteX90" fmla="*/ 7576820 w 11737340"/>
                    <a:gd name="connsiteY90" fmla="*/ 3093720 h 4168140"/>
                    <a:gd name="connsiteX91" fmla="*/ 7729220 w 11737340"/>
                    <a:gd name="connsiteY91" fmla="*/ 3136900 h 4168140"/>
                    <a:gd name="connsiteX92" fmla="*/ 7833360 w 11737340"/>
                    <a:gd name="connsiteY92" fmla="*/ 3180080 h 4168140"/>
                    <a:gd name="connsiteX93" fmla="*/ 7967980 w 11737340"/>
                    <a:gd name="connsiteY93" fmla="*/ 3208020 h 4168140"/>
                    <a:gd name="connsiteX94" fmla="*/ 8161020 w 11737340"/>
                    <a:gd name="connsiteY94" fmla="*/ 3296920 h 4168140"/>
                    <a:gd name="connsiteX95" fmla="*/ 8293100 w 11737340"/>
                    <a:gd name="connsiteY95" fmla="*/ 3370580 h 4168140"/>
                    <a:gd name="connsiteX96" fmla="*/ 8371840 w 11737340"/>
                    <a:gd name="connsiteY96" fmla="*/ 3395980 h 4168140"/>
                    <a:gd name="connsiteX97" fmla="*/ 8468360 w 11737340"/>
                    <a:gd name="connsiteY97" fmla="*/ 3434080 h 4168140"/>
                    <a:gd name="connsiteX98" fmla="*/ 8582660 w 11737340"/>
                    <a:gd name="connsiteY98" fmla="*/ 3528060 h 4168140"/>
                    <a:gd name="connsiteX99" fmla="*/ 8641080 w 11737340"/>
                    <a:gd name="connsiteY99" fmla="*/ 3566160 h 4168140"/>
                    <a:gd name="connsiteX100" fmla="*/ 8702040 w 11737340"/>
                    <a:gd name="connsiteY100" fmla="*/ 3604260 h 4168140"/>
                    <a:gd name="connsiteX101" fmla="*/ 8763000 w 11737340"/>
                    <a:gd name="connsiteY101" fmla="*/ 3634740 h 4168140"/>
                    <a:gd name="connsiteX102" fmla="*/ 8846820 w 11737340"/>
                    <a:gd name="connsiteY102" fmla="*/ 3632200 h 4168140"/>
                    <a:gd name="connsiteX103" fmla="*/ 8968740 w 11737340"/>
                    <a:gd name="connsiteY103" fmla="*/ 3634740 h 4168140"/>
                    <a:gd name="connsiteX104" fmla="*/ 9060180 w 11737340"/>
                    <a:gd name="connsiteY104" fmla="*/ 3642360 h 4168140"/>
                    <a:gd name="connsiteX105" fmla="*/ 9151620 w 11737340"/>
                    <a:gd name="connsiteY105" fmla="*/ 3657600 h 4168140"/>
                    <a:gd name="connsiteX106" fmla="*/ 9230360 w 11737340"/>
                    <a:gd name="connsiteY106" fmla="*/ 3657600 h 4168140"/>
                    <a:gd name="connsiteX107" fmla="*/ 9331960 w 11737340"/>
                    <a:gd name="connsiteY107" fmla="*/ 3629660 h 4168140"/>
                    <a:gd name="connsiteX108" fmla="*/ 9433560 w 11737340"/>
                    <a:gd name="connsiteY108" fmla="*/ 3589020 h 4168140"/>
                    <a:gd name="connsiteX109" fmla="*/ 9535160 w 11737340"/>
                    <a:gd name="connsiteY109" fmla="*/ 3540760 h 4168140"/>
                    <a:gd name="connsiteX110" fmla="*/ 9646920 w 11737340"/>
                    <a:gd name="connsiteY110" fmla="*/ 3489960 h 4168140"/>
                    <a:gd name="connsiteX111" fmla="*/ 9784080 w 11737340"/>
                    <a:gd name="connsiteY111" fmla="*/ 3444240 h 4168140"/>
                    <a:gd name="connsiteX112" fmla="*/ 9860280 w 11737340"/>
                    <a:gd name="connsiteY112" fmla="*/ 3383280 h 4168140"/>
                    <a:gd name="connsiteX113" fmla="*/ 9921240 w 11737340"/>
                    <a:gd name="connsiteY113" fmla="*/ 3314700 h 4168140"/>
                    <a:gd name="connsiteX114" fmla="*/ 9997440 w 11737340"/>
                    <a:gd name="connsiteY114" fmla="*/ 3208020 h 4168140"/>
                    <a:gd name="connsiteX115" fmla="*/ 10043160 w 11737340"/>
                    <a:gd name="connsiteY115" fmla="*/ 3101340 h 4168140"/>
                    <a:gd name="connsiteX116" fmla="*/ 10104120 w 11737340"/>
                    <a:gd name="connsiteY116" fmla="*/ 3017520 h 4168140"/>
                    <a:gd name="connsiteX117" fmla="*/ 10157460 w 11737340"/>
                    <a:gd name="connsiteY117" fmla="*/ 2933700 h 4168140"/>
                    <a:gd name="connsiteX118" fmla="*/ 10218420 w 11737340"/>
                    <a:gd name="connsiteY118" fmla="*/ 2849880 h 4168140"/>
                    <a:gd name="connsiteX119" fmla="*/ 10294620 w 11737340"/>
                    <a:gd name="connsiteY119" fmla="*/ 2735580 h 4168140"/>
                    <a:gd name="connsiteX120" fmla="*/ 10347960 w 11737340"/>
                    <a:gd name="connsiteY120" fmla="*/ 2621280 h 4168140"/>
                    <a:gd name="connsiteX121" fmla="*/ 10431780 w 11737340"/>
                    <a:gd name="connsiteY121" fmla="*/ 2499360 h 4168140"/>
                    <a:gd name="connsiteX122" fmla="*/ 10500360 w 11737340"/>
                    <a:gd name="connsiteY122" fmla="*/ 2354580 h 4168140"/>
                    <a:gd name="connsiteX123" fmla="*/ 10553700 w 11737340"/>
                    <a:gd name="connsiteY123" fmla="*/ 2263140 h 4168140"/>
                    <a:gd name="connsiteX124" fmla="*/ 10584180 w 11737340"/>
                    <a:gd name="connsiteY124" fmla="*/ 2194560 h 4168140"/>
                    <a:gd name="connsiteX125" fmla="*/ 10624820 w 11737340"/>
                    <a:gd name="connsiteY125" fmla="*/ 2125980 h 4168140"/>
                    <a:gd name="connsiteX126" fmla="*/ 10675620 w 11737340"/>
                    <a:gd name="connsiteY126" fmla="*/ 2049780 h 4168140"/>
                    <a:gd name="connsiteX127" fmla="*/ 10690860 w 11737340"/>
                    <a:gd name="connsiteY127" fmla="*/ 1988820 h 4168140"/>
                    <a:gd name="connsiteX128" fmla="*/ 10713720 w 11737340"/>
                    <a:gd name="connsiteY128" fmla="*/ 1927860 h 4168140"/>
                    <a:gd name="connsiteX129" fmla="*/ 10767060 w 11737340"/>
                    <a:gd name="connsiteY129" fmla="*/ 1859280 h 4168140"/>
                    <a:gd name="connsiteX130" fmla="*/ 10873740 w 11737340"/>
                    <a:gd name="connsiteY130" fmla="*/ 1828800 h 4168140"/>
                    <a:gd name="connsiteX131" fmla="*/ 11079480 w 11737340"/>
                    <a:gd name="connsiteY131" fmla="*/ 1767840 h 4168140"/>
                    <a:gd name="connsiteX132" fmla="*/ 11247120 w 11737340"/>
                    <a:gd name="connsiteY132" fmla="*/ 1684020 h 4168140"/>
                    <a:gd name="connsiteX133" fmla="*/ 11407140 w 11737340"/>
                    <a:gd name="connsiteY133" fmla="*/ 1628140 h 4168140"/>
                    <a:gd name="connsiteX134" fmla="*/ 11490960 w 11737340"/>
                    <a:gd name="connsiteY134" fmla="*/ 1577340 h 4168140"/>
                    <a:gd name="connsiteX135" fmla="*/ 11635740 w 11737340"/>
                    <a:gd name="connsiteY135" fmla="*/ 1508760 h 4168140"/>
                    <a:gd name="connsiteX136" fmla="*/ 11737340 w 11737340"/>
                    <a:gd name="connsiteY136" fmla="*/ 1442720 h 4168140"/>
                    <a:gd name="connsiteX137" fmla="*/ 11620500 w 11737340"/>
                    <a:gd name="connsiteY137" fmla="*/ 1417320 h 4168140"/>
                    <a:gd name="connsiteX138" fmla="*/ 11567160 w 11737340"/>
                    <a:gd name="connsiteY138" fmla="*/ 1379220 h 4168140"/>
                    <a:gd name="connsiteX139" fmla="*/ 11498580 w 11737340"/>
                    <a:gd name="connsiteY139" fmla="*/ 1318260 h 4168140"/>
                    <a:gd name="connsiteX140" fmla="*/ 11468100 w 11737340"/>
                    <a:gd name="connsiteY140" fmla="*/ 1280160 h 4168140"/>
                    <a:gd name="connsiteX141" fmla="*/ 11442700 w 11737340"/>
                    <a:gd name="connsiteY141" fmla="*/ 1231900 h 4168140"/>
                    <a:gd name="connsiteX142" fmla="*/ 11384280 w 11737340"/>
                    <a:gd name="connsiteY142" fmla="*/ 1310640 h 4168140"/>
                    <a:gd name="connsiteX143" fmla="*/ 11353800 w 11737340"/>
                    <a:gd name="connsiteY143" fmla="*/ 1356360 h 4168140"/>
                    <a:gd name="connsiteX144" fmla="*/ 11224260 w 11737340"/>
                    <a:gd name="connsiteY144" fmla="*/ 1417320 h 4168140"/>
                    <a:gd name="connsiteX145" fmla="*/ 11109960 w 11737340"/>
                    <a:gd name="connsiteY145" fmla="*/ 1463040 h 4168140"/>
                    <a:gd name="connsiteX146" fmla="*/ 10911840 w 11737340"/>
                    <a:gd name="connsiteY146" fmla="*/ 1524000 h 4168140"/>
                    <a:gd name="connsiteX147" fmla="*/ 10774680 w 11737340"/>
                    <a:gd name="connsiteY147" fmla="*/ 1546860 h 4168140"/>
                    <a:gd name="connsiteX148" fmla="*/ 10675620 w 11737340"/>
                    <a:gd name="connsiteY148" fmla="*/ 1615440 h 4168140"/>
                    <a:gd name="connsiteX149" fmla="*/ 10568940 w 11737340"/>
                    <a:gd name="connsiteY149" fmla="*/ 1676400 h 4168140"/>
                    <a:gd name="connsiteX150" fmla="*/ 10485120 w 11737340"/>
                    <a:gd name="connsiteY150" fmla="*/ 1760220 h 4168140"/>
                    <a:gd name="connsiteX151" fmla="*/ 10454640 w 11737340"/>
                    <a:gd name="connsiteY151" fmla="*/ 1836420 h 4168140"/>
                    <a:gd name="connsiteX152" fmla="*/ 10416540 w 11737340"/>
                    <a:gd name="connsiteY152" fmla="*/ 1927860 h 4168140"/>
                    <a:gd name="connsiteX153" fmla="*/ 10401300 w 11737340"/>
                    <a:gd name="connsiteY153" fmla="*/ 2004060 h 4168140"/>
                    <a:gd name="connsiteX154" fmla="*/ 10363200 w 11737340"/>
                    <a:gd name="connsiteY154" fmla="*/ 2095500 h 4168140"/>
                    <a:gd name="connsiteX155" fmla="*/ 10317480 w 11737340"/>
                    <a:gd name="connsiteY155" fmla="*/ 2225040 h 4168140"/>
                    <a:gd name="connsiteX156" fmla="*/ 10287000 w 11737340"/>
                    <a:gd name="connsiteY156" fmla="*/ 2346960 h 4168140"/>
                    <a:gd name="connsiteX157" fmla="*/ 10218420 w 11737340"/>
                    <a:gd name="connsiteY157" fmla="*/ 2499360 h 4168140"/>
                    <a:gd name="connsiteX158" fmla="*/ 10134600 w 11737340"/>
                    <a:gd name="connsiteY158" fmla="*/ 2621280 h 4168140"/>
                    <a:gd name="connsiteX159" fmla="*/ 10043160 w 11737340"/>
                    <a:gd name="connsiteY159" fmla="*/ 2735580 h 4168140"/>
                    <a:gd name="connsiteX160" fmla="*/ 9974580 w 11737340"/>
                    <a:gd name="connsiteY160" fmla="*/ 2857500 h 4168140"/>
                    <a:gd name="connsiteX161" fmla="*/ 9906000 w 11737340"/>
                    <a:gd name="connsiteY161" fmla="*/ 2941320 h 4168140"/>
                    <a:gd name="connsiteX162" fmla="*/ 9860280 w 11737340"/>
                    <a:gd name="connsiteY162" fmla="*/ 3032760 h 4168140"/>
                    <a:gd name="connsiteX163" fmla="*/ 9806940 w 11737340"/>
                    <a:gd name="connsiteY163" fmla="*/ 3116580 h 4168140"/>
                    <a:gd name="connsiteX164" fmla="*/ 9715500 w 11737340"/>
                    <a:gd name="connsiteY164" fmla="*/ 3208020 h 4168140"/>
                    <a:gd name="connsiteX165" fmla="*/ 9616440 w 11737340"/>
                    <a:gd name="connsiteY165" fmla="*/ 3261360 h 4168140"/>
                    <a:gd name="connsiteX166" fmla="*/ 9532620 w 11737340"/>
                    <a:gd name="connsiteY166" fmla="*/ 3329940 h 4168140"/>
                    <a:gd name="connsiteX167" fmla="*/ 9471660 w 11737340"/>
                    <a:gd name="connsiteY167" fmla="*/ 3375660 h 4168140"/>
                    <a:gd name="connsiteX168" fmla="*/ 9410700 w 11737340"/>
                    <a:gd name="connsiteY168" fmla="*/ 3429000 h 4168140"/>
                    <a:gd name="connsiteX169" fmla="*/ 9288780 w 11737340"/>
                    <a:gd name="connsiteY169" fmla="*/ 3436620 h 4168140"/>
                    <a:gd name="connsiteX170" fmla="*/ 9166860 w 11737340"/>
                    <a:gd name="connsiteY170" fmla="*/ 3444240 h 4168140"/>
                    <a:gd name="connsiteX171" fmla="*/ 9029700 w 11737340"/>
                    <a:gd name="connsiteY171" fmla="*/ 3413760 h 4168140"/>
                    <a:gd name="connsiteX172" fmla="*/ 8823960 w 11737340"/>
                    <a:gd name="connsiteY172" fmla="*/ 3360420 h 4168140"/>
                    <a:gd name="connsiteX173" fmla="*/ 8679180 w 11737340"/>
                    <a:gd name="connsiteY173" fmla="*/ 3329940 h 4168140"/>
                    <a:gd name="connsiteX174" fmla="*/ 8572500 w 11737340"/>
                    <a:gd name="connsiteY174" fmla="*/ 3276600 h 4168140"/>
                    <a:gd name="connsiteX175" fmla="*/ 8465820 w 11737340"/>
                    <a:gd name="connsiteY175" fmla="*/ 3215640 h 4168140"/>
                    <a:gd name="connsiteX176" fmla="*/ 8321040 w 11737340"/>
                    <a:gd name="connsiteY176" fmla="*/ 3177540 h 4168140"/>
                    <a:gd name="connsiteX177" fmla="*/ 8199120 w 11737340"/>
                    <a:gd name="connsiteY177" fmla="*/ 3131820 h 4168140"/>
                    <a:gd name="connsiteX178" fmla="*/ 8069580 w 11737340"/>
                    <a:gd name="connsiteY178" fmla="*/ 3078480 h 4168140"/>
                    <a:gd name="connsiteX179" fmla="*/ 7917180 w 11737340"/>
                    <a:gd name="connsiteY179" fmla="*/ 2994660 h 4168140"/>
                    <a:gd name="connsiteX180" fmla="*/ 7787640 w 11737340"/>
                    <a:gd name="connsiteY180" fmla="*/ 2971800 h 4168140"/>
                    <a:gd name="connsiteX181" fmla="*/ 7719060 w 11737340"/>
                    <a:gd name="connsiteY181" fmla="*/ 2933700 h 4168140"/>
                    <a:gd name="connsiteX182" fmla="*/ 7612380 w 11737340"/>
                    <a:gd name="connsiteY182" fmla="*/ 2903220 h 4168140"/>
                    <a:gd name="connsiteX183" fmla="*/ 7566660 w 11737340"/>
                    <a:gd name="connsiteY183" fmla="*/ 2887980 h 4168140"/>
                    <a:gd name="connsiteX184" fmla="*/ 7551420 w 11737340"/>
                    <a:gd name="connsiteY184" fmla="*/ 2849880 h 4168140"/>
                    <a:gd name="connsiteX185" fmla="*/ 7533640 w 11737340"/>
                    <a:gd name="connsiteY185" fmla="*/ 2788920 h 4168140"/>
                    <a:gd name="connsiteX186" fmla="*/ 7475220 w 11737340"/>
                    <a:gd name="connsiteY186" fmla="*/ 2857500 h 4168140"/>
                    <a:gd name="connsiteX187" fmla="*/ 7414260 w 11737340"/>
                    <a:gd name="connsiteY187" fmla="*/ 2887980 h 4168140"/>
                    <a:gd name="connsiteX188" fmla="*/ 7345680 w 11737340"/>
                    <a:gd name="connsiteY188" fmla="*/ 2971800 h 4168140"/>
                    <a:gd name="connsiteX189" fmla="*/ 7315200 w 11737340"/>
                    <a:gd name="connsiteY189" fmla="*/ 2994660 h 4168140"/>
                    <a:gd name="connsiteX190" fmla="*/ 7261860 w 11737340"/>
                    <a:gd name="connsiteY190" fmla="*/ 3009900 h 4168140"/>
                    <a:gd name="connsiteX191" fmla="*/ 7193280 w 11737340"/>
                    <a:gd name="connsiteY191" fmla="*/ 3025140 h 4168140"/>
                    <a:gd name="connsiteX192" fmla="*/ 7155180 w 11737340"/>
                    <a:gd name="connsiteY192" fmla="*/ 3078480 h 4168140"/>
                    <a:gd name="connsiteX193" fmla="*/ 7109460 w 11737340"/>
                    <a:gd name="connsiteY193" fmla="*/ 3154680 h 4168140"/>
                    <a:gd name="connsiteX194" fmla="*/ 7048500 w 11737340"/>
                    <a:gd name="connsiteY194" fmla="*/ 3246120 h 4168140"/>
                    <a:gd name="connsiteX195" fmla="*/ 6995160 w 11737340"/>
                    <a:gd name="connsiteY195" fmla="*/ 3307080 h 4168140"/>
                    <a:gd name="connsiteX196" fmla="*/ 6972300 w 11737340"/>
                    <a:gd name="connsiteY196" fmla="*/ 3352800 h 4168140"/>
                    <a:gd name="connsiteX197" fmla="*/ 6949440 w 11737340"/>
                    <a:gd name="connsiteY197" fmla="*/ 3413760 h 4168140"/>
                    <a:gd name="connsiteX198" fmla="*/ 6949440 w 11737340"/>
                    <a:gd name="connsiteY198" fmla="*/ 3413760 h 4168140"/>
                    <a:gd name="connsiteX199" fmla="*/ 6911340 w 11737340"/>
                    <a:gd name="connsiteY199" fmla="*/ 3474720 h 4168140"/>
                    <a:gd name="connsiteX200" fmla="*/ 6888480 w 11737340"/>
                    <a:gd name="connsiteY200" fmla="*/ 3505200 h 4168140"/>
                    <a:gd name="connsiteX201" fmla="*/ 6819900 w 11737340"/>
                    <a:gd name="connsiteY201" fmla="*/ 3566160 h 4168140"/>
                    <a:gd name="connsiteX202" fmla="*/ 6743700 w 11737340"/>
                    <a:gd name="connsiteY202" fmla="*/ 3581400 h 4168140"/>
                    <a:gd name="connsiteX203" fmla="*/ 6675120 w 11737340"/>
                    <a:gd name="connsiteY203" fmla="*/ 3657600 h 4168140"/>
                    <a:gd name="connsiteX204" fmla="*/ 6629400 w 11737340"/>
                    <a:gd name="connsiteY204" fmla="*/ 3718560 h 4168140"/>
                    <a:gd name="connsiteX205" fmla="*/ 6576060 w 11737340"/>
                    <a:gd name="connsiteY205" fmla="*/ 3779520 h 4168140"/>
                    <a:gd name="connsiteX206" fmla="*/ 6484620 w 11737340"/>
                    <a:gd name="connsiteY206" fmla="*/ 3817620 h 4168140"/>
                    <a:gd name="connsiteX207" fmla="*/ 6400800 w 11737340"/>
                    <a:gd name="connsiteY207" fmla="*/ 3832860 h 4168140"/>
                    <a:gd name="connsiteX208" fmla="*/ 6263640 w 11737340"/>
                    <a:gd name="connsiteY208" fmla="*/ 3870960 h 4168140"/>
                    <a:gd name="connsiteX209" fmla="*/ 6126480 w 11737340"/>
                    <a:gd name="connsiteY209" fmla="*/ 3901440 h 4168140"/>
                    <a:gd name="connsiteX210" fmla="*/ 6027420 w 11737340"/>
                    <a:gd name="connsiteY210" fmla="*/ 3916680 h 4168140"/>
                    <a:gd name="connsiteX211" fmla="*/ 5890260 w 11737340"/>
                    <a:gd name="connsiteY211" fmla="*/ 3878580 h 4168140"/>
                    <a:gd name="connsiteX212" fmla="*/ 5821680 w 11737340"/>
                    <a:gd name="connsiteY212" fmla="*/ 3863340 h 4168140"/>
                    <a:gd name="connsiteX213" fmla="*/ 5737860 w 11737340"/>
                    <a:gd name="connsiteY213" fmla="*/ 3825240 h 4168140"/>
                    <a:gd name="connsiteX214" fmla="*/ 5638800 w 11737340"/>
                    <a:gd name="connsiteY214" fmla="*/ 3794760 h 4168140"/>
                    <a:gd name="connsiteX215" fmla="*/ 5524500 w 11737340"/>
                    <a:gd name="connsiteY215" fmla="*/ 3756660 h 4168140"/>
                    <a:gd name="connsiteX216" fmla="*/ 5448300 w 11737340"/>
                    <a:gd name="connsiteY216" fmla="*/ 3718560 h 4168140"/>
                    <a:gd name="connsiteX217" fmla="*/ 5349240 w 11737340"/>
                    <a:gd name="connsiteY217" fmla="*/ 3657600 h 4168140"/>
                    <a:gd name="connsiteX218" fmla="*/ 5295900 w 11737340"/>
                    <a:gd name="connsiteY218" fmla="*/ 3619500 h 4168140"/>
                    <a:gd name="connsiteX219" fmla="*/ 5234940 w 11737340"/>
                    <a:gd name="connsiteY219" fmla="*/ 3596640 h 4168140"/>
                    <a:gd name="connsiteX220" fmla="*/ 5135880 w 11737340"/>
                    <a:gd name="connsiteY220" fmla="*/ 3550920 h 4168140"/>
                    <a:gd name="connsiteX221" fmla="*/ 5059680 w 11737340"/>
                    <a:gd name="connsiteY221" fmla="*/ 3505200 h 4168140"/>
                    <a:gd name="connsiteX222" fmla="*/ 5029200 w 11737340"/>
                    <a:gd name="connsiteY222" fmla="*/ 3482340 h 4168140"/>
                    <a:gd name="connsiteX223" fmla="*/ 4960620 w 11737340"/>
                    <a:gd name="connsiteY223" fmla="*/ 3413760 h 4168140"/>
                    <a:gd name="connsiteX224" fmla="*/ 4876800 w 11737340"/>
                    <a:gd name="connsiteY224" fmla="*/ 3299460 h 4168140"/>
                    <a:gd name="connsiteX225" fmla="*/ 4808220 w 11737340"/>
                    <a:gd name="connsiteY225" fmla="*/ 3200400 h 4168140"/>
                    <a:gd name="connsiteX226" fmla="*/ 4777740 w 11737340"/>
                    <a:gd name="connsiteY226" fmla="*/ 3147060 h 4168140"/>
                    <a:gd name="connsiteX227" fmla="*/ 4724400 w 11737340"/>
                    <a:gd name="connsiteY227" fmla="*/ 3108960 h 4168140"/>
                    <a:gd name="connsiteX228" fmla="*/ 4648200 w 11737340"/>
                    <a:gd name="connsiteY228" fmla="*/ 3063240 h 4168140"/>
                    <a:gd name="connsiteX229" fmla="*/ 4533900 w 11737340"/>
                    <a:gd name="connsiteY229" fmla="*/ 2979420 h 4168140"/>
                    <a:gd name="connsiteX230" fmla="*/ 4427220 w 11737340"/>
                    <a:gd name="connsiteY230" fmla="*/ 2941320 h 4168140"/>
                    <a:gd name="connsiteX231" fmla="*/ 4366260 w 11737340"/>
                    <a:gd name="connsiteY231" fmla="*/ 2903220 h 4168140"/>
                    <a:gd name="connsiteX232" fmla="*/ 4244340 w 11737340"/>
                    <a:gd name="connsiteY232" fmla="*/ 2842260 h 4168140"/>
                    <a:gd name="connsiteX233" fmla="*/ 4145280 w 11737340"/>
                    <a:gd name="connsiteY233" fmla="*/ 2811780 h 4168140"/>
                    <a:gd name="connsiteX234" fmla="*/ 4038600 w 11737340"/>
                    <a:gd name="connsiteY234" fmla="*/ 2804160 h 4168140"/>
                    <a:gd name="connsiteX235" fmla="*/ 3954780 w 11737340"/>
                    <a:gd name="connsiteY235" fmla="*/ 2819400 h 4168140"/>
                    <a:gd name="connsiteX236" fmla="*/ 3863340 w 11737340"/>
                    <a:gd name="connsiteY236" fmla="*/ 2804160 h 4168140"/>
                    <a:gd name="connsiteX237" fmla="*/ 3741420 w 11737340"/>
                    <a:gd name="connsiteY237" fmla="*/ 2781300 h 4168140"/>
                    <a:gd name="connsiteX238" fmla="*/ 3649980 w 11737340"/>
                    <a:gd name="connsiteY238" fmla="*/ 2743200 h 4168140"/>
                    <a:gd name="connsiteX239" fmla="*/ 3573780 w 11737340"/>
                    <a:gd name="connsiteY239" fmla="*/ 2674620 h 4168140"/>
                    <a:gd name="connsiteX240" fmla="*/ 3482340 w 11737340"/>
                    <a:gd name="connsiteY240" fmla="*/ 2621280 h 4168140"/>
                    <a:gd name="connsiteX241" fmla="*/ 3436620 w 11737340"/>
                    <a:gd name="connsiteY241" fmla="*/ 2552700 h 4168140"/>
                    <a:gd name="connsiteX242" fmla="*/ 3329940 w 11737340"/>
                    <a:gd name="connsiteY242" fmla="*/ 2423160 h 4168140"/>
                    <a:gd name="connsiteX243" fmla="*/ 3261360 w 11737340"/>
                    <a:gd name="connsiteY243" fmla="*/ 2324100 h 4168140"/>
                    <a:gd name="connsiteX244" fmla="*/ 3131820 w 11737340"/>
                    <a:gd name="connsiteY244" fmla="*/ 2209800 h 4168140"/>
                    <a:gd name="connsiteX245" fmla="*/ 3040380 w 11737340"/>
                    <a:gd name="connsiteY245" fmla="*/ 2141220 h 4168140"/>
                    <a:gd name="connsiteX246" fmla="*/ 2910840 w 11737340"/>
                    <a:gd name="connsiteY246" fmla="*/ 2034540 h 4168140"/>
                    <a:gd name="connsiteX247" fmla="*/ 2849880 w 11737340"/>
                    <a:gd name="connsiteY247" fmla="*/ 1958340 h 4168140"/>
                    <a:gd name="connsiteX248" fmla="*/ 2743200 w 11737340"/>
                    <a:gd name="connsiteY248" fmla="*/ 1889760 h 4168140"/>
                    <a:gd name="connsiteX249" fmla="*/ 2659380 w 11737340"/>
                    <a:gd name="connsiteY249" fmla="*/ 1844040 h 4168140"/>
                    <a:gd name="connsiteX250" fmla="*/ 2575560 w 11737340"/>
                    <a:gd name="connsiteY250" fmla="*/ 1744980 h 4168140"/>
                    <a:gd name="connsiteX251" fmla="*/ 2468880 w 11737340"/>
                    <a:gd name="connsiteY251" fmla="*/ 1645920 h 4168140"/>
                    <a:gd name="connsiteX252" fmla="*/ 2400300 w 11737340"/>
                    <a:gd name="connsiteY252" fmla="*/ 1607820 h 4168140"/>
                    <a:gd name="connsiteX253" fmla="*/ 2263140 w 11737340"/>
                    <a:gd name="connsiteY253" fmla="*/ 1501140 h 4168140"/>
                    <a:gd name="connsiteX254" fmla="*/ 2171700 w 11737340"/>
                    <a:gd name="connsiteY254" fmla="*/ 1432560 h 4168140"/>
                    <a:gd name="connsiteX255" fmla="*/ 2087880 w 11737340"/>
                    <a:gd name="connsiteY255" fmla="*/ 1363980 h 4168140"/>
                    <a:gd name="connsiteX256" fmla="*/ 1950720 w 11737340"/>
                    <a:gd name="connsiteY256" fmla="*/ 1272540 h 4168140"/>
                    <a:gd name="connsiteX257" fmla="*/ 1805940 w 11737340"/>
                    <a:gd name="connsiteY257" fmla="*/ 1135380 h 4168140"/>
                    <a:gd name="connsiteX258" fmla="*/ 1729740 w 11737340"/>
                    <a:gd name="connsiteY258" fmla="*/ 1089660 h 4168140"/>
                    <a:gd name="connsiteX259" fmla="*/ 1668780 w 11737340"/>
                    <a:gd name="connsiteY259" fmla="*/ 1043940 h 4168140"/>
                    <a:gd name="connsiteX260" fmla="*/ 1592580 w 11737340"/>
                    <a:gd name="connsiteY260" fmla="*/ 990600 h 4168140"/>
                    <a:gd name="connsiteX261" fmla="*/ 1470660 w 11737340"/>
                    <a:gd name="connsiteY261" fmla="*/ 891540 h 4168140"/>
                    <a:gd name="connsiteX262" fmla="*/ 1386840 w 11737340"/>
                    <a:gd name="connsiteY262" fmla="*/ 845820 h 4168140"/>
                    <a:gd name="connsiteX263" fmla="*/ 1318260 w 11737340"/>
                    <a:gd name="connsiteY263" fmla="*/ 784860 h 4168140"/>
                    <a:gd name="connsiteX264" fmla="*/ 1264920 w 11737340"/>
                    <a:gd name="connsiteY264" fmla="*/ 723900 h 4168140"/>
                    <a:gd name="connsiteX265" fmla="*/ 1181100 w 11737340"/>
                    <a:gd name="connsiteY265" fmla="*/ 647700 h 4168140"/>
                    <a:gd name="connsiteX266" fmla="*/ 1089660 w 11737340"/>
                    <a:gd name="connsiteY266" fmla="*/ 624840 h 4168140"/>
                    <a:gd name="connsiteX267" fmla="*/ 1021080 w 11737340"/>
                    <a:gd name="connsiteY267" fmla="*/ 586740 h 4168140"/>
                    <a:gd name="connsiteX268" fmla="*/ 937260 w 11737340"/>
                    <a:gd name="connsiteY268" fmla="*/ 548640 h 4168140"/>
                    <a:gd name="connsiteX269" fmla="*/ 830580 w 11737340"/>
                    <a:gd name="connsiteY269" fmla="*/ 510540 h 4168140"/>
                    <a:gd name="connsiteX270" fmla="*/ 754380 w 11737340"/>
                    <a:gd name="connsiteY270" fmla="*/ 457200 h 4168140"/>
                    <a:gd name="connsiteX271" fmla="*/ 708660 w 11737340"/>
                    <a:gd name="connsiteY271" fmla="*/ 419100 h 4168140"/>
                    <a:gd name="connsiteX272" fmla="*/ 609600 w 11737340"/>
                    <a:gd name="connsiteY272" fmla="*/ 396240 h 4168140"/>
                    <a:gd name="connsiteX273" fmla="*/ 548640 w 11737340"/>
                    <a:gd name="connsiteY273" fmla="*/ 320040 h 4168140"/>
                    <a:gd name="connsiteX274" fmla="*/ 510540 w 11737340"/>
                    <a:gd name="connsiteY274" fmla="*/ 251460 h 4168140"/>
                    <a:gd name="connsiteX275" fmla="*/ 464820 w 11737340"/>
                    <a:gd name="connsiteY275" fmla="*/ 190500 h 4168140"/>
                    <a:gd name="connsiteX276" fmla="*/ 411480 w 11737340"/>
                    <a:gd name="connsiteY276" fmla="*/ 137160 h 4168140"/>
                    <a:gd name="connsiteX277" fmla="*/ 373380 w 11737340"/>
                    <a:gd name="connsiteY277" fmla="*/ 45720 h 4168140"/>
                    <a:gd name="connsiteX278" fmla="*/ 342900 w 11737340"/>
                    <a:gd name="connsiteY278" fmla="*/ 0 h 4168140"/>
                    <a:gd name="connsiteX279" fmla="*/ 327660 w 11737340"/>
                    <a:gd name="connsiteY279" fmla="*/ 60960 h 4168140"/>
                    <a:gd name="connsiteX280" fmla="*/ 289560 w 11737340"/>
                    <a:gd name="connsiteY280" fmla="*/ 91440 h 4168140"/>
                    <a:gd name="connsiteX281" fmla="*/ 236220 w 11737340"/>
                    <a:gd name="connsiteY281" fmla="*/ 114300 h 4168140"/>
                    <a:gd name="connsiteX282" fmla="*/ 198120 w 11737340"/>
                    <a:gd name="connsiteY282" fmla="*/ 175260 h 4168140"/>
                    <a:gd name="connsiteX283" fmla="*/ 175260 w 11737340"/>
                    <a:gd name="connsiteY283" fmla="*/ 228600 h 4168140"/>
                    <a:gd name="connsiteX284" fmla="*/ 114300 w 11737340"/>
                    <a:gd name="connsiteY284" fmla="*/ 236220 h 4168140"/>
                    <a:gd name="connsiteX285" fmla="*/ 45720 w 11737340"/>
                    <a:gd name="connsiteY285" fmla="*/ 251460 h 4168140"/>
                    <a:gd name="connsiteX286" fmla="*/ 0 w 11737340"/>
                    <a:gd name="connsiteY286" fmla="*/ 281940 h 4168140"/>
                    <a:gd name="connsiteX287" fmla="*/ 68580 w 11737340"/>
                    <a:gd name="connsiteY287" fmla="*/ 320040 h 4168140"/>
                    <a:gd name="connsiteX0" fmla="*/ 68580 w 11737340"/>
                    <a:gd name="connsiteY0" fmla="*/ 320040 h 4168140"/>
                    <a:gd name="connsiteX1" fmla="*/ 121920 w 11737340"/>
                    <a:gd name="connsiteY1" fmla="*/ 381000 h 4168140"/>
                    <a:gd name="connsiteX2" fmla="*/ 198120 w 11737340"/>
                    <a:gd name="connsiteY2" fmla="*/ 419100 h 4168140"/>
                    <a:gd name="connsiteX3" fmla="*/ 320040 w 11737340"/>
                    <a:gd name="connsiteY3" fmla="*/ 510540 h 4168140"/>
                    <a:gd name="connsiteX4" fmla="*/ 411480 w 11737340"/>
                    <a:gd name="connsiteY4" fmla="*/ 563880 h 4168140"/>
                    <a:gd name="connsiteX5" fmla="*/ 472440 w 11737340"/>
                    <a:gd name="connsiteY5" fmla="*/ 632460 h 4168140"/>
                    <a:gd name="connsiteX6" fmla="*/ 601980 w 11737340"/>
                    <a:gd name="connsiteY6" fmla="*/ 708660 h 4168140"/>
                    <a:gd name="connsiteX7" fmla="*/ 739140 w 11737340"/>
                    <a:gd name="connsiteY7" fmla="*/ 784860 h 4168140"/>
                    <a:gd name="connsiteX8" fmla="*/ 861060 w 11737340"/>
                    <a:gd name="connsiteY8" fmla="*/ 868680 h 4168140"/>
                    <a:gd name="connsiteX9" fmla="*/ 944880 w 11737340"/>
                    <a:gd name="connsiteY9" fmla="*/ 952500 h 4168140"/>
                    <a:gd name="connsiteX10" fmla="*/ 1021080 w 11737340"/>
                    <a:gd name="connsiteY10" fmla="*/ 1005840 h 4168140"/>
                    <a:gd name="connsiteX11" fmla="*/ 1097280 w 11737340"/>
                    <a:gd name="connsiteY11" fmla="*/ 1043940 h 4168140"/>
                    <a:gd name="connsiteX12" fmla="*/ 1181100 w 11737340"/>
                    <a:gd name="connsiteY12" fmla="*/ 1104900 h 4168140"/>
                    <a:gd name="connsiteX13" fmla="*/ 1249680 w 11737340"/>
                    <a:gd name="connsiteY13" fmla="*/ 1150620 h 4168140"/>
                    <a:gd name="connsiteX14" fmla="*/ 1341120 w 11737340"/>
                    <a:gd name="connsiteY14" fmla="*/ 1196340 h 4168140"/>
                    <a:gd name="connsiteX15" fmla="*/ 1417320 w 11737340"/>
                    <a:gd name="connsiteY15" fmla="*/ 1257300 h 4168140"/>
                    <a:gd name="connsiteX16" fmla="*/ 1493520 w 11737340"/>
                    <a:gd name="connsiteY16" fmla="*/ 1333500 h 4168140"/>
                    <a:gd name="connsiteX17" fmla="*/ 1569720 w 11737340"/>
                    <a:gd name="connsiteY17" fmla="*/ 1356360 h 4168140"/>
                    <a:gd name="connsiteX18" fmla="*/ 1684020 w 11737340"/>
                    <a:gd name="connsiteY18" fmla="*/ 1424940 h 4168140"/>
                    <a:gd name="connsiteX19" fmla="*/ 1729740 w 11737340"/>
                    <a:gd name="connsiteY19" fmla="*/ 1485900 h 4168140"/>
                    <a:gd name="connsiteX20" fmla="*/ 1844040 w 11737340"/>
                    <a:gd name="connsiteY20" fmla="*/ 1569720 h 4168140"/>
                    <a:gd name="connsiteX21" fmla="*/ 1935480 w 11737340"/>
                    <a:gd name="connsiteY21" fmla="*/ 1615440 h 4168140"/>
                    <a:gd name="connsiteX22" fmla="*/ 2049780 w 11737340"/>
                    <a:gd name="connsiteY22" fmla="*/ 1691640 h 4168140"/>
                    <a:gd name="connsiteX23" fmla="*/ 2133600 w 11737340"/>
                    <a:gd name="connsiteY23" fmla="*/ 1729740 h 4168140"/>
                    <a:gd name="connsiteX24" fmla="*/ 2202180 w 11737340"/>
                    <a:gd name="connsiteY24" fmla="*/ 1805940 h 4168140"/>
                    <a:gd name="connsiteX25" fmla="*/ 2255520 w 11737340"/>
                    <a:gd name="connsiteY25" fmla="*/ 1821180 h 4168140"/>
                    <a:gd name="connsiteX26" fmla="*/ 2316480 w 11737340"/>
                    <a:gd name="connsiteY26" fmla="*/ 1866900 h 4168140"/>
                    <a:gd name="connsiteX27" fmla="*/ 2423160 w 11737340"/>
                    <a:gd name="connsiteY27" fmla="*/ 2004060 h 4168140"/>
                    <a:gd name="connsiteX28" fmla="*/ 2476500 w 11737340"/>
                    <a:gd name="connsiteY28" fmla="*/ 2087880 h 4168140"/>
                    <a:gd name="connsiteX29" fmla="*/ 2567940 w 11737340"/>
                    <a:gd name="connsiteY29" fmla="*/ 2148840 h 4168140"/>
                    <a:gd name="connsiteX30" fmla="*/ 2682240 w 11737340"/>
                    <a:gd name="connsiteY30" fmla="*/ 2186940 h 4168140"/>
                    <a:gd name="connsiteX31" fmla="*/ 2743200 w 11737340"/>
                    <a:gd name="connsiteY31" fmla="*/ 2209800 h 4168140"/>
                    <a:gd name="connsiteX32" fmla="*/ 2811780 w 11737340"/>
                    <a:gd name="connsiteY32" fmla="*/ 2247900 h 4168140"/>
                    <a:gd name="connsiteX33" fmla="*/ 2887980 w 11737340"/>
                    <a:gd name="connsiteY33" fmla="*/ 2301240 h 4168140"/>
                    <a:gd name="connsiteX34" fmla="*/ 2979420 w 11737340"/>
                    <a:gd name="connsiteY34" fmla="*/ 2385060 h 4168140"/>
                    <a:gd name="connsiteX35" fmla="*/ 3055620 w 11737340"/>
                    <a:gd name="connsiteY35" fmla="*/ 2461260 h 4168140"/>
                    <a:gd name="connsiteX36" fmla="*/ 3139440 w 11737340"/>
                    <a:gd name="connsiteY36" fmla="*/ 2537460 h 4168140"/>
                    <a:gd name="connsiteX37" fmla="*/ 3261360 w 11737340"/>
                    <a:gd name="connsiteY37" fmla="*/ 2628900 h 4168140"/>
                    <a:gd name="connsiteX38" fmla="*/ 3345180 w 11737340"/>
                    <a:gd name="connsiteY38" fmla="*/ 2720340 h 4168140"/>
                    <a:gd name="connsiteX39" fmla="*/ 3444240 w 11737340"/>
                    <a:gd name="connsiteY39" fmla="*/ 2796540 h 4168140"/>
                    <a:gd name="connsiteX40" fmla="*/ 3558540 w 11737340"/>
                    <a:gd name="connsiteY40" fmla="*/ 2872740 h 4168140"/>
                    <a:gd name="connsiteX41" fmla="*/ 3619500 w 11737340"/>
                    <a:gd name="connsiteY41" fmla="*/ 2979420 h 4168140"/>
                    <a:gd name="connsiteX42" fmla="*/ 3619500 w 11737340"/>
                    <a:gd name="connsiteY42" fmla="*/ 2979420 h 4168140"/>
                    <a:gd name="connsiteX43" fmla="*/ 3649980 w 11737340"/>
                    <a:gd name="connsiteY43" fmla="*/ 3048000 h 4168140"/>
                    <a:gd name="connsiteX44" fmla="*/ 3703320 w 11737340"/>
                    <a:gd name="connsiteY44" fmla="*/ 3086100 h 4168140"/>
                    <a:gd name="connsiteX45" fmla="*/ 3764280 w 11737340"/>
                    <a:gd name="connsiteY45" fmla="*/ 3063240 h 4168140"/>
                    <a:gd name="connsiteX46" fmla="*/ 3848100 w 11737340"/>
                    <a:gd name="connsiteY46" fmla="*/ 3025140 h 4168140"/>
                    <a:gd name="connsiteX47" fmla="*/ 3916680 w 11737340"/>
                    <a:gd name="connsiteY47" fmla="*/ 3032760 h 4168140"/>
                    <a:gd name="connsiteX48" fmla="*/ 4030980 w 11737340"/>
                    <a:gd name="connsiteY48" fmla="*/ 3063240 h 4168140"/>
                    <a:gd name="connsiteX49" fmla="*/ 4137660 w 11737340"/>
                    <a:gd name="connsiteY49" fmla="*/ 3101340 h 4168140"/>
                    <a:gd name="connsiteX50" fmla="*/ 4259580 w 11737340"/>
                    <a:gd name="connsiteY50" fmla="*/ 3147060 h 4168140"/>
                    <a:gd name="connsiteX51" fmla="*/ 4381500 w 11737340"/>
                    <a:gd name="connsiteY51" fmla="*/ 3192780 h 4168140"/>
                    <a:gd name="connsiteX52" fmla="*/ 4526280 w 11737340"/>
                    <a:gd name="connsiteY52" fmla="*/ 3276600 h 4168140"/>
                    <a:gd name="connsiteX53" fmla="*/ 4587240 w 11737340"/>
                    <a:gd name="connsiteY53" fmla="*/ 3299460 h 4168140"/>
                    <a:gd name="connsiteX54" fmla="*/ 4610100 w 11737340"/>
                    <a:gd name="connsiteY54" fmla="*/ 3352800 h 4168140"/>
                    <a:gd name="connsiteX55" fmla="*/ 4648200 w 11737340"/>
                    <a:gd name="connsiteY55" fmla="*/ 3436620 h 4168140"/>
                    <a:gd name="connsiteX56" fmla="*/ 4671060 w 11737340"/>
                    <a:gd name="connsiteY56" fmla="*/ 3520440 h 4168140"/>
                    <a:gd name="connsiteX57" fmla="*/ 4678680 w 11737340"/>
                    <a:gd name="connsiteY57" fmla="*/ 3589020 h 4168140"/>
                    <a:gd name="connsiteX58" fmla="*/ 4686300 w 11737340"/>
                    <a:gd name="connsiteY58" fmla="*/ 3649980 h 4168140"/>
                    <a:gd name="connsiteX59" fmla="*/ 4724400 w 11737340"/>
                    <a:gd name="connsiteY59" fmla="*/ 3680460 h 4168140"/>
                    <a:gd name="connsiteX60" fmla="*/ 4785360 w 11737340"/>
                    <a:gd name="connsiteY60" fmla="*/ 3672840 h 4168140"/>
                    <a:gd name="connsiteX61" fmla="*/ 4869180 w 11737340"/>
                    <a:gd name="connsiteY61" fmla="*/ 3703320 h 4168140"/>
                    <a:gd name="connsiteX62" fmla="*/ 4914900 w 11737340"/>
                    <a:gd name="connsiteY62" fmla="*/ 3756660 h 4168140"/>
                    <a:gd name="connsiteX63" fmla="*/ 5105400 w 11737340"/>
                    <a:gd name="connsiteY63" fmla="*/ 3832860 h 4168140"/>
                    <a:gd name="connsiteX64" fmla="*/ 5173980 w 11737340"/>
                    <a:gd name="connsiteY64" fmla="*/ 3886200 h 4168140"/>
                    <a:gd name="connsiteX65" fmla="*/ 5242560 w 11737340"/>
                    <a:gd name="connsiteY65" fmla="*/ 3924300 h 4168140"/>
                    <a:gd name="connsiteX66" fmla="*/ 5364480 w 11737340"/>
                    <a:gd name="connsiteY66" fmla="*/ 3962400 h 4168140"/>
                    <a:gd name="connsiteX67" fmla="*/ 5516880 w 11737340"/>
                    <a:gd name="connsiteY67" fmla="*/ 4046220 h 4168140"/>
                    <a:gd name="connsiteX68" fmla="*/ 5585460 w 11737340"/>
                    <a:gd name="connsiteY68" fmla="*/ 4099560 h 4168140"/>
                    <a:gd name="connsiteX69" fmla="*/ 5661660 w 11737340"/>
                    <a:gd name="connsiteY69" fmla="*/ 4122420 h 4168140"/>
                    <a:gd name="connsiteX70" fmla="*/ 5745480 w 11737340"/>
                    <a:gd name="connsiteY70" fmla="*/ 4130040 h 4168140"/>
                    <a:gd name="connsiteX71" fmla="*/ 5836920 w 11737340"/>
                    <a:gd name="connsiteY71" fmla="*/ 4130040 h 4168140"/>
                    <a:gd name="connsiteX72" fmla="*/ 5951220 w 11737340"/>
                    <a:gd name="connsiteY72" fmla="*/ 4145280 h 4168140"/>
                    <a:gd name="connsiteX73" fmla="*/ 6035040 w 11737340"/>
                    <a:gd name="connsiteY73" fmla="*/ 4168140 h 4168140"/>
                    <a:gd name="connsiteX74" fmla="*/ 6149340 w 11737340"/>
                    <a:gd name="connsiteY74" fmla="*/ 4137660 h 4168140"/>
                    <a:gd name="connsiteX75" fmla="*/ 6286500 w 11737340"/>
                    <a:gd name="connsiteY75" fmla="*/ 4114800 h 4168140"/>
                    <a:gd name="connsiteX76" fmla="*/ 6393180 w 11737340"/>
                    <a:gd name="connsiteY76" fmla="*/ 4053840 h 4168140"/>
                    <a:gd name="connsiteX77" fmla="*/ 6484620 w 11737340"/>
                    <a:gd name="connsiteY77" fmla="*/ 4038600 h 4168140"/>
                    <a:gd name="connsiteX78" fmla="*/ 6583680 w 11737340"/>
                    <a:gd name="connsiteY78" fmla="*/ 3970020 h 4168140"/>
                    <a:gd name="connsiteX79" fmla="*/ 6697980 w 11737340"/>
                    <a:gd name="connsiteY79" fmla="*/ 3886200 h 4168140"/>
                    <a:gd name="connsiteX80" fmla="*/ 6728460 w 11737340"/>
                    <a:gd name="connsiteY80" fmla="*/ 3817620 h 4168140"/>
                    <a:gd name="connsiteX81" fmla="*/ 6842760 w 11737340"/>
                    <a:gd name="connsiteY81" fmla="*/ 3733800 h 4168140"/>
                    <a:gd name="connsiteX82" fmla="*/ 6972300 w 11737340"/>
                    <a:gd name="connsiteY82" fmla="*/ 3642360 h 4168140"/>
                    <a:gd name="connsiteX83" fmla="*/ 7078980 w 11737340"/>
                    <a:gd name="connsiteY83" fmla="*/ 3528060 h 4168140"/>
                    <a:gd name="connsiteX84" fmla="*/ 7165340 w 11737340"/>
                    <a:gd name="connsiteY84" fmla="*/ 3454400 h 4168140"/>
                    <a:gd name="connsiteX85" fmla="*/ 7287260 w 11737340"/>
                    <a:gd name="connsiteY85" fmla="*/ 3296920 h 4168140"/>
                    <a:gd name="connsiteX86" fmla="*/ 7338060 w 11737340"/>
                    <a:gd name="connsiteY86" fmla="*/ 3200400 h 4168140"/>
                    <a:gd name="connsiteX87" fmla="*/ 7383780 w 11737340"/>
                    <a:gd name="connsiteY87" fmla="*/ 3144520 h 4168140"/>
                    <a:gd name="connsiteX88" fmla="*/ 7444740 w 11737340"/>
                    <a:gd name="connsiteY88" fmla="*/ 3093720 h 4168140"/>
                    <a:gd name="connsiteX89" fmla="*/ 7513320 w 11737340"/>
                    <a:gd name="connsiteY89" fmla="*/ 3101340 h 4168140"/>
                    <a:gd name="connsiteX90" fmla="*/ 7576820 w 11737340"/>
                    <a:gd name="connsiteY90" fmla="*/ 3093720 h 4168140"/>
                    <a:gd name="connsiteX91" fmla="*/ 7729220 w 11737340"/>
                    <a:gd name="connsiteY91" fmla="*/ 3136900 h 4168140"/>
                    <a:gd name="connsiteX92" fmla="*/ 7833360 w 11737340"/>
                    <a:gd name="connsiteY92" fmla="*/ 3180080 h 4168140"/>
                    <a:gd name="connsiteX93" fmla="*/ 7967980 w 11737340"/>
                    <a:gd name="connsiteY93" fmla="*/ 3208020 h 4168140"/>
                    <a:gd name="connsiteX94" fmla="*/ 8161020 w 11737340"/>
                    <a:gd name="connsiteY94" fmla="*/ 3296920 h 4168140"/>
                    <a:gd name="connsiteX95" fmla="*/ 8293100 w 11737340"/>
                    <a:gd name="connsiteY95" fmla="*/ 3370580 h 4168140"/>
                    <a:gd name="connsiteX96" fmla="*/ 8371840 w 11737340"/>
                    <a:gd name="connsiteY96" fmla="*/ 3395980 h 4168140"/>
                    <a:gd name="connsiteX97" fmla="*/ 8468360 w 11737340"/>
                    <a:gd name="connsiteY97" fmla="*/ 3434080 h 4168140"/>
                    <a:gd name="connsiteX98" fmla="*/ 8582660 w 11737340"/>
                    <a:gd name="connsiteY98" fmla="*/ 3528060 h 4168140"/>
                    <a:gd name="connsiteX99" fmla="*/ 8641080 w 11737340"/>
                    <a:gd name="connsiteY99" fmla="*/ 3566160 h 4168140"/>
                    <a:gd name="connsiteX100" fmla="*/ 8702040 w 11737340"/>
                    <a:gd name="connsiteY100" fmla="*/ 3604260 h 4168140"/>
                    <a:gd name="connsiteX101" fmla="*/ 8763000 w 11737340"/>
                    <a:gd name="connsiteY101" fmla="*/ 3634740 h 4168140"/>
                    <a:gd name="connsiteX102" fmla="*/ 8846820 w 11737340"/>
                    <a:gd name="connsiteY102" fmla="*/ 3632200 h 4168140"/>
                    <a:gd name="connsiteX103" fmla="*/ 8968740 w 11737340"/>
                    <a:gd name="connsiteY103" fmla="*/ 3634740 h 4168140"/>
                    <a:gd name="connsiteX104" fmla="*/ 9060180 w 11737340"/>
                    <a:gd name="connsiteY104" fmla="*/ 3642360 h 4168140"/>
                    <a:gd name="connsiteX105" fmla="*/ 9151620 w 11737340"/>
                    <a:gd name="connsiteY105" fmla="*/ 3657600 h 4168140"/>
                    <a:gd name="connsiteX106" fmla="*/ 9230360 w 11737340"/>
                    <a:gd name="connsiteY106" fmla="*/ 3657600 h 4168140"/>
                    <a:gd name="connsiteX107" fmla="*/ 9331960 w 11737340"/>
                    <a:gd name="connsiteY107" fmla="*/ 3629660 h 4168140"/>
                    <a:gd name="connsiteX108" fmla="*/ 9433560 w 11737340"/>
                    <a:gd name="connsiteY108" fmla="*/ 3589020 h 4168140"/>
                    <a:gd name="connsiteX109" fmla="*/ 9535160 w 11737340"/>
                    <a:gd name="connsiteY109" fmla="*/ 3540760 h 4168140"/>
                    <a:gd name="connsiteX110" fmla="*/ 9646920 w 11737340"/>
                    <a:gd name="connsiteY110" fmla="*/ 3489960 h 4168140"/>
                    <a:gd name="connsiteX111" fmla="*/ 9784080 w 11737340"/>
                    <a:gd name="connsiteY111" fmla="*/ 3444240 h 4168140"/>
                    <a:gd name="connsiteX112" fmla="*/ 9860280 w 11737340"/>
                    <a:gd name="connsiteY112" fmla="*/ 3383280 h 4168140"/>
                    <a:gd name="connsiteX113" fmla="*/ 9921240 w 11737340"/>
                    <a:gd name="connsiteY113" fmla="*/ 3314700 h 4168140"/>
                    <a:gd name="connsiteX114" fmla="*/ 9997440 w 11737340"/>
                    <a:gd name="connsiteY114" fmla="*/ 3208020 h 4168140"/>
                    <a:gd name="connsiteX115" fmla="*/ 10043160 w 11737340"/>
                    <a:gd name="connsiteY115" fmla="*/ 3101340 h 4168140"/>
                    <a:gd name="connsiteX116" fmla="*/ 10104120 w 11737340"/>
                    <a:gd name="connsiteY116" fmla="*/ 3017520 h 4168140"/>
                    <a:gd name="connsiteX117" fmla="*/ 10157460 w 11737340"/>
                    <a:gd name="connsiteY117" fmla="*/ 2933700 h 4168140"/>
                    <a:gd name="connsiteX118" fmla="*/ 10218420 w 11737340"/>
                    <a:gd name="connsiteY118" fmla="*/ 2849880 h 4168140"/>
                    <a:gd name="connsiteX119" fmla="*/ 10294620 w 11737340"/>
                    <a:gd name="connsiteY119" fmla="*/ 2735580 h 4168140"/>
                    <a:gd name="connsiteX120" fmla="*/ 10347960 w 11737340"/>
                    <a:gd name="connsiteY120" fmla="*/ 2621280 h 4168140"/>
                    <a:gd name="connsiteX121" fmla="*/ 10431780 w 11737340"/>
                    <a:gd name="connsiteY121" fmla="*/ 2499360 h 4168140"/>
                    <a:gd name="connsiteX122" fmla="*/ 10500360 w 11737340"/>
                    <a:gd name="connsiteY122" fmla="*/ 2354580 h 4168140"/>
                    <a:gd name="connsiteX123" fmla="*/ 10553700 w 11737340"/>
                    <a:gd name="connsiteY123" fmla="*/ 2263140 h 4168140"/>
                    <a:gd name="connsiteX124" fmla="*/ 10584180 w 11737340"/>
                    <a:gd name="connsiteY124" fmla="*/ 2194560 h 4168140"/>
                    <a:gd name="connsiteX125" fmla="*/ 10624820 w 11737340"/>
                    <a:gd name="connsiteY125" fmla="*/ 2125980 h 4168140"/>
                    <a:gd name="connsiteX126" fmla="*/ 10675620 w 11737340"/>
                    <a:gd name="connsiteY126" fmla="*/ 2049780 h 4168140"/>
                    <a:gd name="connsiteX127" fmla="*/ 10690860 w 11737340"/>
                    <a:gd name="connsiteY127" fmla="*/ 1988820 h 4168140"/>
                    <a:gd name="connsiteX128" fmla="*/ 10713720 w 11737340"/>
                    <a:gd name="connsiteY128" fmla="*/ 1927860 h 4168140"/>
                    <a:gd name="connsiteX129" fmla="*/ 10767060 w 11737340"/>
                    <a:gd name="connsiteY129" fmla="*/ 1859280 h 4168140"/>
                    <a:gd name="connsiteX130" fmla="*/ 10873740 w 11737340"/>
                    <a:gd name="connsiteY130" fmla="*/ 1828800 h 4168140"/>
                    <a:gd name="connsiteX131" fmla="*/ 11079480 w 11737340"/>
                    <a:gd name="connsiteY131" fmla="*/ 1767840 h 4168140"/>
                    <a:gd name="connsiteX132" fmla="*/ 11247120 w 11737340"/>
                    <a:gd name="connsiteY132" fmla="*/ 1684020 h 4168140"/>
                    <a:gd name="connsiteX133" fmla="*/ 11407140 w 11737340"/>
                    <a:gd name="connsiteY133" fmla="*/ 1628140 h 4168140"/>
                    <a:gd name="connsiteX134" fmla="*/ 11490960 w 11737340"/>
                    <a:gd name="connsiteY134" fmla="*/ 1577340 h 4168140"/>
                    <a:gd name="connsiteX135" fmla="*/ 11635740 w 11737340"/>
                    <a:gd name="connsiteY135" fmla="*/ 1508760 h 4168140"/>
                    <a:gd name="connsiteX136" fmla="*/ 11737340 w 11737340"/>
                    <a:gd name="connsiteY136" fmla="*/ 1442720 h 4168140"/>
                    <a:gd name="connsiteX137" fmla="*/ 11620500 w 11737340"/>
                    <a:gd name="connsiteY137" fmla="*/ 1417320 h 4168140"/>
                    <a:gd name="connsiteX138" fmla="*/ 11567160 w 11737340"/>
                    <a:gd name="connsiteY138" fmla="*/ 1379220 h 4168140"/>
                    <a:gd name="connsiteX139" fmla="*/ 11498580 w 11737340"/>
                    <a:gd name="connsiteY139" fmla="*/ 1318260 h 4168140"/>
                    <a:gd name="connsiteX140" fmla="*/ 11468100 w 11737340"/>
                    <a:gd name="connsiteY140" fmla="*/ 1280160 h 4168140"/>
                    <a:gd name="connsiteX141" fmla="*/ 11442700 w 11737340"/>
                    <a:gd name="connsiteY141" fmla="*/ 1231900 h 4168140"/>
                    <a:gd name="connsiteX142" fmla="*/ 11384280 w 11737340"/>
                    <a:gd name="connsiteY142" fmla="*/ 1310640 h 4168140"/>
                    <a:gd name="connsiteX143" fmla="*/ 11353800 w 11737340"/>
                    <a:gd name="connsiteY143" fmla="*/ 1356360 h 4168140"/>
                    <a:gd name="connsiteX144" fmla="*/ 11224260 w 11737340"/>
                    <a:gd name="connsiteY144" fmla="*/ 1417320 h 4168140"/>
                    <a:gd name="connsiteX145" fmla="*/ 11109960 w 11737340"/>
                    <a:gd name="connsiteY145" fmla="*/ 1463040 h 4168140"/>
                    <a:gd name="connsiteX146" fmla="*/ 10911840 w 11737340"/>
                    <a:gd name="connsiteY146" fmla="*/ 1524000 h 4168140"/>
                    <a:gd name="connsiteX147" fmla="*/ 10774680 w 11737340"/>
                    <a:gd name="connsiteY147" fmla="*/ 1546860 h 4168140"/>
                    <a:gd name="connsiteX148" fmla="*/ 10675620 w 11737340"/>
                    <a:gd name="connsiteY148" fmla="*/ 1615440 h 4168140"/>
                    <a:gd name="connsiteX149" fmla="*/ 10568940 w 11737340"/>
                    <a:gd name="connsiteY149" fmla="*/ 1676400 h 4168140"/>
                    <a:gd name="connsiteX150" fmla="*/ 10485120 w 11737340"/>
                    <a:gd name="connsiteY150" fmla="*/ 1760220 h 4168140"/>
                    <a:gd name="connsiteX151" fmla="*/ 10454640 w 11737340"/>
                    <a:gd name="connsiteY151" fmla="*/ 1836420 h 4168140"/>
                    <a:gd name="connsiteX152" fmla="*/ 10416540 w 11737340"/>
                    <a:gd name="connsiteY152" fmla="*/ 1927860 h 4168140"/>
                    <a:gd name="connsiteX153" fmla="*/ 10401300 w 11737340"/>
                    <a:gd name="connsiteY153" fmla="*/ 2004060 h 4168140"/>
                    <a:gd name="connsiteX154" fmla="*/ 10363200 w 11737340"/>
                    <a:gd name="connsiteY154" fmla="*/ 2095500 h 4168140"/>
                    <a:gd name="connsiteX155" fmla="*/ 10317480 w 11737340"/>
                    <a:gd name="connsiteY155" fmla="*/ 2225040 h 4168140"/>
                    <a:gd name="connsiteX156" fmla="*/ 10287000 w 11737340"/>
                    <a:gd name="connsiteY156" fmla="*/ 2346960 h 4168140"/>
                    <a:gd name="connsiteX157" fmla="*/ 10218420 w 11737340"/>
                    <a:gd name="connsiteY157" fmla="*/ 2499360 h 4168140"/>
                    <a:gd name="connsiteX158" fmla="*/ 10134600 w 11737340"/>
                    <a:gd name="connsiteY158" fmla="*/ 2621280 h 4168140"/>
                    <a:gd name="connsiteX159" fmla="*/ 10043160 w 11737340"/>
                    <a:gd name="connsiteY159" fmla="*/ 2735580 h 4168140"/>
                    <a:gd name="connsiteX160" fmla="*/ 9974580 w 11737340"/>
                    <a:gd name="connsiteY160" fmla="*/ 2857500 h 4168140"/>
                    <a:gd name="connsiteX161" fmla="*/ 9906000 w 11737340"/>
                    <a:gd name="connsiteY161" fmla="*/ 2941320 h 4168140"/>
                    <a:gd name="connsiteX162" fmla="*/ 9860280 w 11737340"/>
                    <a:gd name="connsiteY162" fmla="*/ 3032760 h 4168140"/>
                    <a:gd name="connsiteX163" fmla="*/ 9806940 w 11737340"/>
                    <a:gd name="connsiteY163" fmla="*/ 3116580 h 4168140"/>
                    <a:gd name="connsiteX164" fmla="*/ 9715500 w 11737340"/>
                    <a:gd name="connsiteY164" fmla="*/ 3208020 h 4168140"/>
                    <a:gd name="connsiteX165" fmla="*/ 9616440 w 11737340"/>
                    <a:gd name="connsiteY165" fmla="*/ 3261360 h 4168140"/>
                    <a:gd name="connsiteX166" fmla="*/ 9532620 w 11737340"/>
                    <a:gd name="connsiteY166" fmla="*/ 3329940 h 4168140"/>
                    <a:gd name="connsiteX167" fmla="*/ 9471660 w 11737340"/>
                    <a:gd name="connsiteY167" fmla="*/ 3375660 h 4168140"/>
                    <a:gd name="connsiteX168" fmla="*/ 9410700 w 11737340"/>
                    <a:gd name="connsiteY168" fmla="*/ 3429000 h 4168140"/>
                    <a:gd name="connsiteX169" fmla="*/ 9288780 w 11737340"/>
                    <a:gd name="connsiteY169" fmla="*/ 3436620 h 4168140"/>
                    <a:gd name="connsiteX170" fmla="*/ 9166860 w 11737340"/>
                    <a:gd name="connsiteY170" fmla="*/ 3444240 h 4168140"/>
                    <a:gd name="connsiteX171" fmla="*/ 9029700 w 11737340"/>
                    <a:gd name="connsiteY171" fmla="*/ 3413760 h 4168140"/>
                    <a:gd name="connsiteX172" fmla="*/ 8823960 w 11737340"/>
                    <a:gd name="connsiteY172" fmla="*/ 3360420 h 4168140"/>
                    <a:gd name="connsiteX173" fmla="*/ 8679180 w 11737340"/>
                    <a:gd name="connsiteY173" fmla="*/ 3329940 h 4168140"/>
                    <a:gd name="connsiteX174" fmla="*/ 8572500 w 11737340"/>
                    <a:gd name="connsiteY174" fmla="*/ 3276600 h 4168140"/>
                    <a:gd name="connsiteX175" fmla="*/ 8465820 w 11737340"/>
                    <a:gd name="connsiteY175" fmla="*/ 3215640 h 4168140"/>
                    <a:gd name="connsiteX176" fmla="*/ 8321040 w 11737340"/>
                    <a:gd name="connsiteY176" fmla="*/ 3177540 h 4168140"/>
                    <a:gd name="connsiteX177" fmla="*/ 8199120 w 11737340"/>
                    <a:gd name="connsiteY177" fmla="*/ 3131820 h 4168140"/>
                    <a:gd name="connsiteX178" fmla="*/ 8069580 w 11737340"/>
                    <a:gd name="connsiteY178" fmla="*/ 3078480 h 4168140"/>
                    <a:gd name="connsiteX179" fmla="*/ 7917180 w 11737340"/>
                    <a:gd name="connsiteY179" fmla="*/ 2994660 h 4168140"/>
                    <a:gd name="connsiteX180" fmla="*/ 7787640 w 11737340"/>
                    <a:gd name="connsiteY180" fmla="*/ 2971800 h 4168140"/>
                    <a:gd name="connsiteX181" fmla="*/ 7719060 w 11737340"/>
                    <a:gd name="connsiteY181" fmla="*/ 2933700 h 4168140"/>
                    <a:gd name="connsiteX182" fmla="*/ 7612380 w 11737340"/>
                    <a:gd name="connsiteY182" fmla="*/ 2903220 h 4168140"/>
                    <a:gd name="connsiteX183" fmla="*/ 7566660 w 11737340"/>
                    <a:gd name="connsiteY183" fmla="*/ 2887980 h 4168140"/>
                    <a:gd name="connsiteX184" fmla="*/ 7551420 w 11737340"/>
                    <a:gd name="connsiteY184" fmla="*/ 2849880 h 4168140"/>
                    <a:gd name="connsiteX185" fmla="*/ 7533640 w 11737340"/>
                    <a:gd name="connsiteY185" fmla="*/ 2788920 h 4168140"/>
                    <a:gd name="connsiteX186" fmla="*/ 7475220 w 11737340"/>
                    <a:gd name="connsiteY186" fmla="*/ 2857500 h 4168140"/>
                    <a:gd name="connsiteX187" fmla="*/ 7414260 w 11737340"/>
                    <a:gd name="connsiteY187" fmla="*/ 2887980 h 4168140"/>
                    <a:gd name="connsiteX188" fmla="*/ 7345680 w 11737340"/>
                    <a:gd name="connsiteY188" fmla="*/ 2971800 h 4168140"/>
                    <a:gd name="connsiteX189" fmla="*/ 7315200 w 11737340"/>
                    <a:gd name="connsiteY189" fmla="*/ 2994660 h 4168140"/>
                    <a:gd name="connsiteX190" fmla="*/ 7261860 w 11737340"/>
                    <a:gd name="connsiteY190" fmla="*/ 3009900 h 4168140"/>
                    <a:gd name="connsiteX191" fmla="*/ 7193280 w 11737340"/>
                    <a:gd name="connsiteY191" fmla="*/ 3025140 h 4168140"/>
                    <a:gd name="connsiteX192" fmla="*/ 7155180 w 11737340"/>
                    <a:gd name="connsiteY192" fmla="*/ 3078480 h 4168140"/>
                    <a:gd name="connsiteX193" fmla="*/ 7109460 w 11737340"/>
                    <a:gd name="connsiteY193" fmla="*/ 3154680 h 4168140"/>
                    <a:gd name="connsiteX194" fmla="*/ 7048500 w 11737340"/>
                    <a:gd name="connsiteY194" fmla="*/ 3246120 h 4168140"/>
                    <a:gd name="connsiteX195" fmla="*/ 6995160 w 11737340"/>
                    <a:gd name="connsiteY195" fmla="*/ 3307080 h 4168140"/>
                    <a:gd name="connsiteX196" fmla="*/ 6972300 w 11737340"/>
                    <a:gd name="connsiteY196" fmla="*/ 3352800 h 4168140"/>
                    <a:gd name="connsiteX197" fmla="*/ 6949440 w 11737340"/>
                    <a:gd name="connsiteY197" fmla="*/ 3413760 h 4168140"/>
                    <a:gd name="connsiteX198" fmla="*/ 6949440 w 11737340"/>
                    <a:gd name="connsiteY198" fmla="*/ 3413760 h 4168140"/>
                    <a:gd name="connsiteX199" fmla="*/ 6911340 w 11737340"/>
                    <a:gd name="connsiteY199" fmla="*/ 3474720 h 4168140"/>
                    <a:gd name="connsiteX200" fmla="*/ 6888480 w 11737340"/>
                    <a:gd name="connsiteY200" fmla="*/ 3505200 h 4168140"/>
                    <a:gd name="connsiteX201" fmla="*/ 6819900 w 11737340"/>
                    <a:gd name="connsiteY201" fmla="*/ 3566160 h 4168140"/>
                    <a:gd name="connsiteX202" fmla="*/ 6743700 w 11737340"/>
                    <a:gd name="connsiteY202" fmla="*/ 3581400 h 4168140"/>
                    <a:gd name="connsiteX203" fmla="*/ 6675120 w 11737340"/>
                    <a:gd name="connsiteY203" fmla="*/ 3657600 h 4168140"/>
                    <a:gd name="connsiteX204" fmla="*/ 6629400 w 11737340"/>
                    <a:gd name="connsiteY204" fmla="*/ 3718560 h 4168140"/>
                    <a:gd name="connsiteX205" fmla="*/ 6576060 w 11737340"/>
                    <a:gd name="connsiteY205" fmla="*/ 3779520 h 4168140"/>
                    <a:gd name="connsiteX206" fmla="*/ 6484620 w 11737340"/>
                    <a:gd name="connsiteY206" fmla="*/ 3817620 h 4168140"/>
                    <a:gd name="connsiteX207" fmla="*/ 6400800 w 11737340"/>
                    <a:gd name="connsiteY207" fmla="*/ 3832860 h 4168140"/>
                    <a:gd name="connsiteX208" fmla="*/ 6263640 w 11737340"/>
                    <a:gd name="connsiteY208" fmla="*/ 3870960 h 4168140"/>
                    <a:gd name="connsiteX209" fmla="*/ 6126480 w 11737340"/>
                    <a:gd name="connsiteY209" fmla="*/ 3901440 h 4168140"/>
                    <a:gd name="connsiteX210" fmla="*/ 6027420 w 11737340"/>
                    <a:gd name="connsiteY210" fmla="*/ 3916680 h 4168140"/>
                    <a:gd name="connsiteX211" fmla="*/ 5890260 w 11737340"/>
                    <a:gd name="connsiteY211" fmla="*/ 3878580 h 4168140"/>
                    <a:gd name="connsiteX212" fmla="*/ 5821680 w 11737340"/>
                    <a:gd name="connsiteY212" fmla="*/ 3863340 h 4168140"/>
                    <a:gd name="connsiteX213" fmla="*/ 5737860 w 11737340"/>
                    <a:gd name="connsiteY213" fmla="*/ 3825240 h 4168140"/>
                    <a:gd name="connsiteX214" fmla="*/ 5638800 w 11737340"/>
                    <a:gd name="connsiteY214" fmla="*/ 3794760 h 4168140"/>
                    <a:gd name="connsiteX215" fmla="*/ 5524500 w 11737340"/>
                    <a:gd name="connsiteY215" fmla="*/ 3756660 h 4168140"/>
                    <a:gd name="connsiteX216" fmla="*/ 5448300 w 11737340"/>
                    <a:gd name="connsiteY216" fmla="*/ 3718560 h 4168140"/>
                    <a:gd name="connsiteX217" fmla="*/ 5349240 w 11737340"/>
                    <a:gd name="connsiteY217" fmla="*/ 3657600 h 4168140"/>
                    <a:gd name="connsiteX218" fmla="*/ 5295900 w 11737340"/>
                    <a:gd name="connsiteY218" fmla="*/ 3619500 h 4168140"/>
                    <a:gd name="connsiteX219" fmla="*/ 5234940 w 11737340"/>
                    <a:gd name="connsiteY219" fmla="*/ 3596640 h 4168140"/>
                    <a:gd name="connsiteX220" fmla="*/ 5135880 w 11737340"/>
                    <a:gd name="connsiteY220" fmla="*/ 3550920 h 4168140"/>
                    <a:gd name="connsiteX221" fmla="*/ 5059680 w 11737340"/>
                    <a:gd name="connsiteY221" fmla="*/ 3505200 h 4168140"/>
                    <a:gd name="connsiteX222" fmla="*/ 5029200 w 11737340"/>
                    <a:gd name="connsiteY222" fmla="*/ 3482340 h 4168140"/>
                    <a:gd name="connsiteX223" fmla="*/ 4960620 w 11737340"/>
                    <a:gd name="connsiteY223" fmla="*/ 3413760 h 4168140"/>
                    <a:gd name="connsiteX224" fmla="*/ 4876800 w 11737340"/>
                    <a:gd name="connsiteY224" fmla="*/ 3299460 h 4168140"/>
                    <a:gd name="connsiteX225" fmla="*/ 4808220 w 11737340"/>
                    <a:gd name="connsiteY225" fmla="*/ 3200400 h 4168140"/>
                    <a:gd name="connsiteX226" fmla="*/ 4777740 w 11737340"/>
                    <a:gd name="connsiteY226" fmla="*/ 3147060 h 4168140"/>
                    <a:gd name="connsiteX227" fmla="*/ 4724400 w 11737340"/>
                    <a:gd name="connsiteY227" fmla="*/ 3108960 h 4168140"/>
                    <a:gd name="connsiteX228" fmla="*/ 4648200 w 11737340"/>
                    <a:gd name="connsiteY228" fmla="*/ 3063240 h 4168140"/>
                    <a:gd name="connsiteX229" fmla="*/ 4533900 w 11737340"/>
                    <a:gd name="connsiteY229" fmla="*/ 2979420 h 4168140"/>
                    <a:gd name="connsiteX230" fmla="*/ 4427220 w 11737340"/>
                    <a:gd name="connsiteY230" fmla="*/ 2941320 h 4168140"/>
                    <a:gd name="connsiteX231" fmla="*/ 4366260 w 11737340"/>
                    <a:gd name="connsiteY231" fmla="*/ 2903220 h 4168140"/>
                    <a:gd name="connsiteX232" fmla="*/ 4244340 w 11737340"/>
                    <a:gd name="connsiteY232" fmla="*/ 2842260 h 4168140"/>
                    <a:gd name="connsiteX233" fmla="*/ 4145280 w 11737340"/>
                    <a:gd name="connsiteY233" fmla="*/ 2811780 h 4168140"/>
                    <a:gd name="connsiteX234" fmla="*/ 4038600 w 11737340"/>
                    <a:gd name="connsiteY234" fmla="*/ 2804160 h 4168140"/>
                    <a:gd name="connsiteX235" fmla="*/ 3954780 w 11737340"/>
                    <a:gd name="connsiteY235" fmla="*/ 2819400 h 4168140"/>
                    <a:gd name="connsiteX236" fmla="*/ 3863340 w 11737340"/>
                    <a:gd name="connsiteY236" fmla="*/ 2804160 h 4168140"/>
                    <a:gd name="connsiteX237" fmla="*/ 3741420 w 11737340"/>
                    <a:gd name="connsiteY237" fmla="*/ 2781300 h 4168140"/>
                    <a:gd name="connsiteX238" fmla="*/ 3649980 w 11737340"/>
                    <a:gd name="connsiteY238" fmla="*/ 2743200 h 4168140"/>
                    <a:gd name="connsiteX239" fmla="*/ 3573780 w 11737340"/>
                    <a:gd name="connsiteY239" fmla="*/ 2674620 h 4168140"/>
                    <a:gd name="connsiteX240" fmla="*/ 3482340 w 11737340"/>
                    <a:gd name="connsiteY240" fmla="*/ 2621280 h 4168140"/>
                    <a:gd name="connsiteX241" fmla="*/ 3436620 w 11737340"/>
                    <a:gd name="connsiteY241" fmla="*/ 2552700 h 4168140"/>
                    <a:gd name="connsiteX242" fmla="*/ 3329940 w 11737340"/>
                    <a:gd name="connsiteY242" fmla="*/ 2423160 h 4168140"/>
                    <a:gd name="connsiteX243" fmla="*/ 3261360 w 11737340"/>
                    <a:gd name="connsiteY243" fmla="*/ 2324100 h 4168140"/>
                    <a:gd name="connsiteX244" fmla="*/ 3131820 w 11737340"/>
                    <a:gd name="connsiteY244" fmla="*/ 2209800 h 4168140"/>
                    <a:gd name="connsiteX245" fmla="*/ 3040380 w 11737340"/>
                    <a:gd name="connsiteY245" fmla="*/ 2141220 h 4168140"/>
                    <a:gd name="connsiteX246" fmla="*/ 2910840 w 11737340"/>
                    <a:gd name="connsiteY246" fmla="*/ 2034540 h 4168140"/>
                    <a:gd name="connsiteX247" fmla="*/ 2849880 w 11737340"/>
                    <a:gd name="connsiteY247" fmla="*/ 1958340 h 4168140"/>
                    <a:gd name="connsiteX248" fmla="*/ 2743200 w 11737340"/>
                    <a:gd name="connsiteY248" fmla="*/ 1889760 h 4168140"/>
                    <a:gd name="connsiteX249" fmla="*/ 2659380 w 11737340"/>
                    <a:gd name="connsiteY249" fmla="*/ 1844040 h 4168140"/>
                    <a:gd name="connsiteX250" fmla="*/ 2575560 w 11737340"/>
                    <a:gd name="connsiteY250" fmla="*/ 1744980 h 4168140"/>
                    <a:gd name="connsiteX251" fmla="*/ 2468880 w 11737340"/>
                    <a:gd name="connsiteY251" fmla="*/ 1645920 h 4168140"/>
                    <a:gd name="connsiteX252" fmla="*/ 2400300 w 11737340"/>
                    <a:gd name="connsiteY252" fmla="*/ 1607820 h 4168140"/>
                    <a:gd name="connsiteX253" fmla="*/ 2263140 w 11737340"/>
                    <a:gd name="connsiteY253" fmla="*/ 1501140 h 4168140"/>
                    <a:gd name="connsiteX254" fmla="*/ 2171700 w 11737340"/>
                    <a:gd name="connsiteY254" fmla="*/ 1432560 h 4168140"/>
                    <a:gd name="connsiteX255" fmla="*/ 2087880 w 11737340"/>
                    <a:gd name="connsiteY255" fmla="*/ 1363980 h 4168140"/>
                    <a:gd name="connsiteX256" fmla="*/ 1950720 w 11737340"/>
                    <a:gd name="connsiteY256" fmla="*/ 1272540 h 4168140"/>
                    <a:gd name="connsiteX257" fmla="*/ 1805940 w 11737340"/>
                    <a:gd name="connsiteY257" fmla="*/ 1135380 h 4168140"/>
                    <a:gd name="connsiteX258" fmla="*/ 1729740 w 11737340"/>
                    <a:gd name="connsiteY258" fmla="*/ 1089660 h 4168140"/>
                    <a:gd name="connsiteX259" fmla="*/ 1668780 w 11737340"/>
                    <a:gd name="connsiteY259" fmla="*/ 1043940 h 4168140"/>
                    <a:gd name="connsiteX260" fmla="*/ 1592580 w 11737340"/>
                    <a:gd name="connsiteY260" fmla="*/ 990600 h 4168140"/>
                    <a:gd name="connsiteX261" fmla="*/ 1470660 w 11737340"/>
                    <a:gd name="connsiteY261" fmla="*/ 891540 h 4168140"/>
                    <a:gd name="connsiteX262" fmla="*/ 1386840 w 11737340"/>
                    <a:gd name="connsiteY262" fmla="*/ 845820 h 4168140"/>
                    <a:gd name="connsiteX263" fmla="*/ 1318260 w 11737340"/>
                    <a:gd name="connsiteY263" fmla="*/ 784860 h 4168140"/>
                    <a:gd name="connsiteX264" fmla="*/ 1264920 w 11737340"/>
                    <a:gd name="connsiteY264" fmla="*/ 723900 h 4168140"/>
                    <a:gd name="connsiteX265" fmla="*/ 1181100 w 11737340"/>
                    <a:gd name="connsiteY265" fmla="*/ 647700 h 4168140"/>
                    <a:gd name="connsiteX266" fmla="*/ 1089660 w 11737340"/>
                    <a:gd name="connsiteY266" fmla="*/ 624840 h 4168140"/>
                    <a:gd name="connsiteX267" fmla="*/ 1021080 w 11737340"/>
                    <a:gd name="connsiteY267" fmla="*/ 586740 h 4168140"/>
                    <a:gd name="connsiteX268" fmla="*/ 937260 w 11737340"/>
                    <a:gd name="connsiteY268" fmla="*/ 548640 h 4168140"/>
                    <a:gd name="connsiteX269" fmla="*/ 830580 w 11737340"/>
                    <a:gd name="connsiteY269" fmla="*/ 510540 h 4168140"/>
                    <a:gd name="connsiteX270" fmla="*/ 754380 w 11737340"/>
                    <a:gd name="connsiteY270" fmla="*/ 457200 h 4168140"/>
                    <a:gd name="connsiteX271" fmla="*/ 708660 w 11737340"/>
                    <a:gd name="connsiteY271" fmla="*/ 419100 h 4168140"/>
                    <a:gd name="connsiteX272" fmla="*/ 609600 w 11737340"/>
                    <a:gd name="connsiteY272" fmla="*/ 396240 h 4168140"/>
                    <a:gd name="connsiteX273" fmla="*/ 548640 w 11737340"/>
                    <a:gd name="connsiteY273" fmla="*/ 320040 h 4168140"/>
                    <a:gd name="connsiteX274" fmla="*/ 510540 w 11737340"/>
                    <a:gd name="connsiteY274" fmla="*/ 251460 h 4168140"/>
                    <a:gd name="connsiteX275" fmla="*/ 464820 w 11737340"/>
                    <a:gd name="connsiteY275" fmla="*/ 190500 h 4168140"/>
                    <a:gd name="connsiteX276" fmla="*/ 411480 w 11737340"/>
                    <a:gd name="connsiteY276" fmla="*/ 137160 h 4168140"/>
                    <a:gd name="connsiteX277" fmla="*/ 373380 w 11737340"/>
                    <a:gd name="connsiteY277" fmla="*/ 45720 h 4168140"/>
                    <a:gd name="connsiteX278" fmla="*/ 342900 w 11737340"/>
                    <a:gd name="connsiteY278" fmla="*/ 0 h 4168140"/>
                    <a:gd name="connsiteX279" fmla="*/ 327660 w 11737340"/>
                    <a:gd name="connsiteY279" fmla="*/ 60960 h 4168140"/>
                    <a:gd name="connsiteX280" fmla="*/ 289560 w 11737340"/>
                    <a:gd name="connsiteY280" fmla="*/ 91440 h 4168140"/>
                    <a:gd name="connsiteX281" fmla="*/ 236220 w 11737340"/>
                    <a:gd name="connsiteY281" fmla="*/ 114300 h 4168140"/>
                    <a:gd name="connsiteX282" fmla="*/ 198120 w 11737340"/>
                    <a:gd name="connsiteY282" fmla="*/ 175260 h 4168140"/>
                    <a:gd name="connsiteX283" fmla="*/ 175260 w 11737340"/>
                    <a:gd name="connsiteY283" fmla="*/ 228600 h 4168140"/>
                    <a:gd name="connsiteX284" fmla="*/ 114300 w 11737340"/>
                    <a:gd name="connsiteY284" fmla="*/ 236220 h 4168140"/>
                    <a:gd name="connsiteX285" fmla="*/ 45720 w 11737340"/>
                    <a:gd name="connsiteY285" fmla="*/ 251460 h 4168140"/>
                    <a:gd name="connsiteX286" fmla="*/ 0 w 11737340"/>
                    <a:gd name="connsiteY286" fmla="*/ 281940 h 4168140"/>
                    <a:gd name="connsiteX287" fmla="*/ 68580 w 11737340"/>
                    <a:gd name="connsiteY287" fmla="*/ 320040 h 4168140"/>
                    <a:gd name="connsiteX0" fmla="*/ 68580 w 11737340"/>
                    <a:gd name="connsiteY0" fmla="*/ 320040 h 4168140"/>
                    <a:gd name="connsiteX1" fmla="*/ 121920 w 11737340"/>
                    <a:gd name="connsiteY1" fmla="*/ 381000 h 4168140"/>
                    <a:gd name="connsiteX2" fmla="*/ 198120 w 11737340"/>
                    <a:gd name="connsiteY2" fmla="*/ 419100 h 4168140"/>
                    <a:gd name="connsiteX3" fmla="*/ 320040 w 11737340"/>
                    <a:gd name="connsiteY3" fmla="*/ 510540 h 4168140"/>
                    <a:gd name="connsiteX4" fmla="*/ 411480 w 11737340"/>
                    <a:gd name="connsiteY4" fmla="*/ 563880 h 4168140"/>
                    <a:gd name="connsiteX5" fmla="*/ 472440 w 11737340"/>
                    <a:gd name="connsiteY5" fmla="*/ 632460 h 4168140"/>
                    <a:gd name="connsiteX6" fmla="*/ 601980 w 11737340"/>
                    <a:gd name="connsiteY6" fmla="*/ 708660 h 4168140"/>
                    <a:gd name="connsiteX7" fmla="*/ 739140 w 11737340"/>
                    <a:gd name="connsiteY7" fmla="*/ 784860 h 4168140"/>
                    <a:gd name="connsiteX8" fmla="*/ 861060 w 11737340"/>
                    <a:gd name="connsiteY8" fmla="*/ 868680 h 4168140"/>
                    <a:gd name="connsiteX9" fmla="*/ 944880 w 11737340"/>
                    <a:gd name="connsiteY9" fmla="*/ 952500 h 4168140"/>
                    <a:gd name="connsiteX10" fmla="*/ 1021080 w 11737340"/>
                    <a:gd name="connsiteY10" fmla="*/ 1005840 h 4168140"/>
                    <a:gd name="connsiteX11" fmla="*/ 1097280 w 11737340"/>
                    <a:gd name="connsiteY11" fmla="*/ 1043940 h 4168140"/>
                    <a:gd name="connsiteX12" fmla="*/ 1181100 w 11737340"/>
                    <a:gd name="connsiteY12" fmla="*/ 1104900 h 4168140"/>
                    <a:gd name="connsiteX13" fmla="*/ 1249680 w 11737340"/>
                    <a:gd name="connsiteY13" fmla="*/ 1150620 h 4168140"/>
                    <a:gd name="connsiteX14" fmla="*/ 1341120 w 11737340"/>
                    <a:gd name="connsiteY14" fmla="*/ 1196340 h 4168140"/>
                    <a:gd name="connsiteX15" fmla="*/ 1417320 w 11737340"/>
                    <a:gd name="connsiteY15" fmla="*/ 1257300 h 4168140"/>
                    <a:gd name="connsiteX16" fmla="*/ 1493520 w 11737340"/>
                    <a:gd name="connsiteY16" fmla="*/ 1333500 h 4168140"/>
                    <a:gd name="connsiteX17" fmla="*/ 1569720 w 11737340"/>
                    <a:gd name="connsiteY17" fmla="*/ 1356360 h 4168140"/>
                    <a:gd name="connsiteX18" fmla="*/ 1684020 w 11737340"/>
                    <a:gd name="connsiteY18" fmla="*/ 1424940 h 4168140"/>
                    <a:gd name="connsiteX19" fmla="*/ 1729740 w 11737340"/>
                    <a:gd name="connsiteY19" fmla="*/ 1485900 h 4168140"/>
                    <a:gd name="connsiteX20" fmla="*/ 1844040 w 11737340"/>
                    <a:gd name="connsiteY20" fmla="*/ 1569720 h 4168140"/>
                    <a:gd name="connsiteX21" fmla="*/ 1935480 w 11737340"/>
                    <a:gd name="connsiteY21" fmla="*/ 1615440 h 4168140"/>
                    <a:gd name="connsiteX22" fmla="*/ 2049780 w 11737340"/>
                    <a:gd name="connsiteY22" fmla="*/ 1691640 h 4168140"/>
                    <a:gd name="connsiteX23" fmla="*/ 2133600 w 11737340"/>
                    <a:gd name="connsiteY23" fmla="*/ 1729740 h 4168140"/>
                    <a:gd name="connsiteX24" fmla="*/ 2202180 w 11737340"/>
                    <a:gd name="connsiteY24" fmla="*/ 1805940 h 4168140"/>
                    <a:gd name="connsiteX25" fmla="*/ 2255520 w 11737340"/>
                    <a:gd name="connsiteY25" fmla="*/ 1821180 h 4168140"/>
                    <a:gd name="connsiteX26" fmla="*/ 2316480 w 11737340"/>
                    <a:gd name="connsiteY26" fmla="*/ 1866900 h 4168140"/>
                    <a:gd name="connsiteX27" fmla="*/ 2423160 w 11737340"/>
                    <a:gd name="connsiteY27" fmla="*/ 2004060 h 4168140"/>
                    <a:gd name="connsiteX28" fmla="*/ 2476500 w 11737340"/>
                    <a:gd name="connsiteY28" fmla="*/ 2087880 h 4168140"/>
                    <a:gd name="connsiteX29" fmla="*/ 2567940 w 11737340"/>
                    <a:gd name="connsiteY29" fmla="*/ 2148840 h 4168140"/>
                    <a:gd name="connsiteX30" fmla="*/ 2682240 w 11737340"/>
                    <a:gd name="connsiteY30" fmla="*/ 2186940 h 4168140"/>
                    <a:gd name="connsiteX31" fmla="*/ 2743200 w 11737340"/>
                    <a:gd name="connsiteY31" fmla="*/ 2209800 h 4168140"/>
                    <a:gd name="connsiteX32" fmla="*/ 2811780 w 11737340"/>
                    <a:gd name="connsiteY32" fmla="*/ 2247900 h 4168140"/>
                    <a:gd name="connsiteX33" fmla="*/ 2887980 w 11737340"/>
                    <a:gd name="connsiteY33" fmla="*/ 2301240 h 4168140"/>
                    <a:gd name="connsiteX34" fmla="*/ 2979420 w 11737340"/>
                    <a:gd name="connsiteY34" fmla="*/ 2385060 h 4168140"/>
                    <a:gd name="connsiteX35" fmla="*/ 3055620 w 11737340"/>
                    <a:gd name="connsiteY35" fmla="*/ 2461260 h 4168140"/>
                    <a:gd name="connsiteX36" fmla="*/ 3139440 w 11737340"/>
                    <a:gd name="connsiteY36" fmla="*/ 2537460 h 4168140"/>
                    <a:gd name="connsiteX37" fmla="*/ 3261360 w 11737340"/>
                    <a:gd name="connsiteY37" fmla="*/ 2628900 h 4168140"/>
                    <a:gd name="connsiteX38" fmla="*/ 3345180 w 11737340"/>
                    <a:gd name="connsiteY38" fmla="*/ 2720340 h 4168140"/>
                    <a:gd name="connsiteX39" fmla="*/ 3444240 w 11737340"/>
                    <a:gd name="connsiteY39" fmla="*/ 2796540 h 4168140"/>
                    <a:gd name="connsiteX40" fmla="*/ 3558540 w 11737340"/>
                    <a:gd name="connsiteY40" fmla="*/ 2872740 h 4168140"/>
                    <a:gd name="connsiteX41" fmla="*/ 3619500 w 11737340"/>
                    <a:gd name="connsiteY41" fmla="*/ 2979420 h 4168140"/>
                    <a:gd name="connsiteX42" fmla="*/ 3619500 w 11737340"/>
                    <a:gd name="connsiteY42" fmla="*/ 2979420 h 4168140"/>
                    <a:gd name="connsiteX43" fmla="*/ 3649980 w 11737340"/>
                    <a:gd name="connsiteY43" fmla="*/ 3048000 h 4168140"/>
                    <a:gd name="connsiteX44" fmla="*/ 3703320 w 11737340"/>
                    <a:gd name="connsiteY44" fmla="*/ 3086100 h 4168140"/>
                    <a:gd name="connsiteX45" fmla="*/ 3764280 w 11737340"/>
                    <a:gd name="connsiteY45" fmla="*/ 3063240 h 4168140"/>
                    <a:gd name="connsiteX46" fmla="*/ 3848100 w 11737340"/>
                    <a:gd name="connsiteY46" fmla="*/ 3025140 h 4168140"/>
                    <a:gd name="connsiteX47" fmla="*/ 3916680 w 11737340"/>
                    <a:gd name="connsiteY47" fmla="*/ 3032760 h 4168140"/>
                    <a:gd name="connsiteX48" fmla="*/ 4030980 w 11737340"/>
                    <a:gd name="connsiteY48" fmla="*/ 3063240 h 4168140"/>
                    <a:gd name="connsiteX49" fmla="*/ 4137660 w 11737340"/>
                    <a:gd name="connsiteY49" fmla="*/ 3101340 h 4168140"/>
                    <a:gd name="connsiteX50" fmla="*/ 4259580 w 11737340"/>
                    <a:gd name="connsiteY50" fmla="*/ 3147060 h 4168140"/>
                    <a:gd name="connsiteX51" fmla="*/ 4381500 w 11737340"/>
                    <a:gd name="connsiteY51" fmla="*/ 3192780 h 4168140"/>
                    <a:gd name="connsiteX52" fmla="*/ 4526280 w 11737340"/>
                    <a:gd name="connsiteY52" fmla="*/ 3276600 h 4168140"/>
                    <a:gd name="connsiteX53" fmla="*/ 4587240 w 11737340"/>
                    <a:gd name="connsiteY53" fmla="*/ 3299460 h 4168140"/>
                    <a:gd name="connsiteX54" fmla="*/ 4610100 w 11737340"/>
                    <a:gd name="connsiteY54" fmla="*/ 3352800 h 4168140"/>
                    <a:gd name="connsiteX55" fmla="*/ 4648200 w 11737340"/>
                    <a:gd name="connsiteY55" fmla="*/ 3436620 h 4168140"/>
                    <a:gd name="connsiteX56" fmla="*/ 4671060 w 11737340"/>
                    <a:gd name="connsiteY56" fmla="*/ 3520440 h 4168140"/>
                    <a:gd name="connsiteX57" fmla="*/ 4678680 w 11737340"/>
                    <a:gd name="connsiteY57" fmla="*/ 3589020 h 4168140"/>
                    <a:gd name="connsiteX58" fmla="*/ 4686300 w 11737340"/>
                    <a:gd name="connsiteY58" fmla="*/ 3649980 h 4168140"/>
                    <a:gd name="connsiteX59" fmla="*/ 4724400 w 11737340"/>
                    <a:gd name="connsiteY59" fmla="*/ 3680460 h 4168140"/>
                    <a:gd name="connsiteX60" fmla="*/ 4785360 w 11737340"/>
                    <a:gd name="connsiteY60" fmla="*/ 3672840 h 4168140"/>
                    <a:gd name="connsiteX61" fmla="*/ 4869180 w 11737340"/>
                    <a:gd name="connsiteY61" fmla="*/ 3703320 h 4168140"/>
                    <a:gd name="connsiteX62" fmla="*/ 4914900 w 11737340"/>
                    <a:gd name="connsiteY62" fmla="*/ 3756660 h 4168140"/>
                    <a:gd name="connsiteX63" fmla="*/ 5105400 w 11737340"/>
                    <a:gd name="connsiteY63" fmla="*/ 3832860 h 4168140"/>
                    <a:gd name="connsiteX64" fmla="*/ 5173980 w 11737340"/>
                    <a:gd name="connsiteY64" fmla="*/ 3886200 h 4168140"/>
                    <a:gd name="connsiteX65" fmla="*/ 5242560 w 11737340"/>
                    <a:gd name="connsiteY65" fmla="*/ 3924300 h 4168140"/>
                    <a:gd name="connsiteX66" fmla="*/ 5364480 w 11737340"/>
                    <a:gd name="connsiteY66" fmla="*/ 3962400 h 4168140"/>
                    <a:gd name="connsiteX67" fmla="*/ 5516880 w 11737340"/>
                    <a:gd name="connsiteY67" fmla="*/ 4046220 h 4168140"/>
                    <a:gd name="connsiteX68" fmla="*/ 5585460 w 11737340"/>
                    <a:gd name="connsiteY68" fmla="*/ 4099560 h 4168140"/>
                    <a:gd name="connsiteX69" fmla="*/ 5661660 w 11737340"/>
                    <a:gd name="connsiteY69" fmla="*/ 4122420 h 4168140"/>
                    <a:gd name="connsiteX70" fmla="*/ 5745480 w 11737340"/>
                    <a:gd name="connsiteY70" fmla="*/ 4130040 h 4168140"/>
                    <a:gd name="connsiteX71" fmla="*/ 5836920 w 11737340"/>
                    <a:gd name="connsiteY71" fmla="*/ 4130040 h 4168140"/>
                    <a:gd name="connsiteX72" fmla="*/ 5951220 w 11737340"/>
                    <a:gd name="connsiteY72" fmla="*/ 4145280 h 4168140"/>
                    <a:gd name="connsiteX73" fmla="*/ 6035040 w 11737340"/>
                    <a:gd name="connsiteY73" fmla="*/ 4168140 h 4168140"/>
                    <a:gd name="connsiteX74" fmla="*/ 6149340 w 11737340"/>
                    <a:gd name="connsiteY74" fmla="*/ 4137660 h 4168140"/>
                    <a:gd name="connsiteX75" fmla="*/ 6286500 w 11737340"/>
                    <a:gd name="connsiteY75" fmla="*/ 4114800 h 4168140"/>
                    <a:gd name="connsiteX76" fmla="*/ 6393180 w 11737340"/>
                    <a:gd name="connsiteY76" fmla="*/ 4053840 h 4168140"/>
                    <a:gd name="connsiteX77" fmla="*/ 6484620 w 11737340"/>
                    <a:gd name="connsiteY77" fmla="*/ 4038600 h 4168140"/>
                    <a:gd name="connsiteX78" fmla="*/ 6583680 w 11737340"/>
                    <a:gd name="connsiteY78" fmla="*/ 3970020 h 4168140"/>
                    <a:gd name="connsiteX79" fmla="*/ 6697980 w 11737340"/>
                    <a:gd name="connsiteY79" fmla="*/ 3886200 h 4168140"/>
                    <a:gd name="connsiteX80" fmla="*/ 6751320 w 11737340"/>
                    <a:gd name="connsiteY80" fmla="*/ 3822700 h 4168140"/>
                    <a:gd name="connsiteX81" fmla="*/ 6842760 w 11737340"/>
                    <a:gd name="connsiteY81" fmla="*/ 3733800 h 4168140"/>
                    <a:gd name="connsiteX82" fmla="*/ 6972300 w 11737340"/>
                    <a:gd name="connsiteY82" fmla="*/ 3642360 h 4168140"/>
                    <a:gd name="connsiteX83" fmla="*/ 7078980 w 11737340"/>
                    <a:gd name="connsiteY83" fmla="*/ 3528060 h 4168140"/>
                    <a:gd name="connsiteX84" fmla="*/ 7165340 w 11737340"/>
                    <a:gd name="connsiteY84" fmla="*/ 3454400 h 4168140"/>
                    <a:gd name="connsiteX85" fmla="*/ 7287260 w 11737340"/>
                    <a:gd name="connsiteY85" fmla="*/ 3296920 h 4168140"/>
                    <a:gd name="connsiteX86" fmla="*/ 7338060 w 11737340"/>
                    <a:gd name="connsiteY86" fmla="*/ 3200400 h 4168140"/>
                    <a:gd name="connsiteX87" fmla="*/ 7383780 w 11737340"/>
                    <a:gd name="connsiteY87" fmla="*/ 3144520 h 4168140"/>
                    <a:gd name="connsiteX88" fmla="*/ 7444740 w 11737340"/>
                    <a:gd name="connsiteY88" fmla="*/ 3093720 h 4168140"/>
                    <a:gd name="connsiteX89" fmla="*/ 7513320 w 11737340"/>
                    <a:gd name="connsiteY89" fmla="*/ 3101340 h 4168140"/>
                    <a:gd name="connsiteX90" fmla="*/ 7576820 w 11737340"/>
                    <a:gd name="connsiteY90" fmla="*/ 3093720 h 4168140"/>
                    <a:gd name="connsiteX91" fmla="*/ 7729220 w 11737340"/>
                    <a:gd name="connsiteY91" fmla="*/ 3136900 h 4168140"/>
                    <a:gd name="connsiteX92" fmla="*/ 7833360 w 11737340"/>
                    <a:gd name="connsiteY92" fmla="*/ 3180080 h 4168140"/>
                    <a:gd name="connsiteX93" fmla="*/ 7967980 w 11737340"/>
                    <a:gd name="connsiteY93" fmla="*/ 3208020 h 4168140"/>
                    <a:gd name="connsiteX94" fmla="*/ 8161020 w 11737340"/>
                    <a:gd name="connsiteY94" fmla="*/ 3296920 h 4168140"/>
                    <a:gd name="connsiteX95" fmla="*/ 8293100 w 11737340"/>
                    <a:gd name="connsiteY95" fmla="*/ 3370580 h 4168140"/>
                    <a:gd name="connsiteX96" fmla="*/ 8371840 w 11737340"/>
                    <a:gd name="connsiteY96" fmla="*/ 3395980 h 4168140"/>
                    <a:gd name="connsiteX97" fmla="*/ 8468360 w 11737340"/>
                    <a:gd name="connsiteY97" fmla="*/ 3434080 h 4168140"/>
                    <a:gd name="connsiteX98" fmla="*/ 8582660 w 11737340"/>
                    <a:gd name="connsiteY98" fmla="*/ 3528060 h 4168140"/>
                    <a:gd name="connsiteX99" fmla="*/ 8641080 w 11737340"/>
                    <a:gd name="connsiteY99" fmla="*/ 3566160 h 4168140"/>
                    <a:gd name="connsiteX100" fmla="*/ 8702040 w 11737340"/>
                    <a:gd name="connsiteY100" fmla="*/ 3604260 h 4168140"/>
                    <a:gd name="connsiteX101" fmla="*/ 8763000 w 11737340"/>
                    <a:gd name="connsiteY101" fmla="*/ 3634740 h 4168140"/>
                    <a:gd name="connsiteX102" fmla="*/ 8846820 w 11737340"/>
                    <a:gd name="connsiteY102" fmla="*/ 3632200 h 4168140"/>
                    <a:gd name="connsiteX103" fmla="*/ 8968740 w 11737340"/>
                    <a:gd name="connsiteY103" fmla="*/ 3634740 h 4168140"/>
                    <a:gd name="connsiteX104" fmla="*/ 9060180 w 11737340"/>
                    <a:gd name="connsiteY104" fmla="*/ 3642360 h 4168140"/>
                    <a:gd name="connsiteX105" fmla="*/ 9151620 w 11737340"/>
                    <a:gd name="connsiteY105" fmla="*/ 3657600 h 4168140"/>
                    <a:gd name="connsiteX106" fmla="*/ 9230360 w 11737340"/>
                    <a:gd name="connsiteY106" fmla="*/ 3657600 h 4168140"/>
                    <a:gd name="connsiteX107" fmla="*/ 9331960 w 11737340"/>
                    <a:gd name="connsiteY107" fmla="*/ 3629660 h 4168140"/>
                    <a:gd name="connsiteX108" fmla="*/ 9433560 w 11737340"/>
                    <a:gd name="connsiteY108" fmla="*/ 3589020 h 4168140"/>
                    <a:gd name="connsiteX109" fmla="*/ 9535160 w 11737340"/>
                    <a:gd name="connsiteY109" fmla="*/ 3540760 h 4168140"/>
                    <a:gd name="connsiteX110" fmla="*/ 9646920 w 11737340"/>
                    <a:gd name="connsiteY110" fmla="*/ 3489960 h 4168140"/>
                    <a:gd name="connsiteX111" fmla="*/ 9784080 w 11737340"/>
                    <a:gd name="connsiteY111" fmla="*/ 3444240 h 4168140"/>
                    <a:gd name="connsiteX112" fmla="*/ 9860280 w 11737340"/>
                    <a:gd name="connsiteY112" fmla="*/ 3383280 h 4168140"/>
                    <a:gd name="connsiteX113" fmla="*/ 9921240 w 11737340"/>
                    <a:gd name="connsiteY113" fmla="*/ 3314700 h 4168140"/>
                    <a:gd name="connsiteX114" fmla="*/ 9997440 w 11737340"/>
                    <a:gd name="connsiteY114" fmla="*/ 3208020 h 4168140"/>
                    <a:gd name="connsiteX115" fmla="*/ 10043160 w 11737340"/>
                    <a:gd name="connsiteY115" fmla="*/ 3101340 h 4168140"/>
                    <a:gd name="connsiteX116" fmla="*/ 10104120 w 11737340"/>
                    <a:gd name="connsiteY116" fmla="*/ 3017520 h 4168140"/>
                    <a:gd name="connsiteX117" fmla="*/ 10157460 w 11737340"/>
                    <a:gd name="connsiteY117" fmla="*/ 2933700 h 4168140"/>
                    <a:gd name="connsiteX118" fmla="*/ 10218420 w 11737340"/>
                    <a:gd name="connsiteY118" fmla="*/ 2849880 h 4168140"/>
                    <a:gd name="connsiteX119" fmla="*/ 10294620 w 11737340"/>
                    <a:gd name="connsiteY119" fmla="*/ 2735580 h 4168140"/>
                    <a:gd name="connsiteX120" fmla="*/ 10347960 w 11737340"/>
                    <a:gd name="connsiteY120" fmla="*/ 2621280 h 4168140"/>
                    <a:gd name="connsiteX121" fmla="*/ 10431780 w 11737340"/>
                    <a:gd name="connsiteY121" fmla="*/ 2499360 h 4168140"/>
                    <a:gd name="connsiteX122" fmla="*/ 10500360 w 11737340"/>
                    <a:gd name="connsiteY122" fmla="*/ 2354580 h 4168140"/>
                    <a:gd name="connsiteX123" fmla="*/ 10553700 w 11737340"/>
                    <a:gd name="connsiteY123" fmla="*/ 2263140 h 4168140"/>
                    <a:gd name="connsiteX124" fmla="*/ 10584180 w 11737340"/>
                    <a:gd name="connsiteY124" fmla="*/ 2194560 h 4168140"/>
                    <a:gd name="connsiteX125" fmla="*/ 10624820 w 11737340"/>
                    <a:gd name="connsiteY125" fmla="*/ 2125980 h 4168140"/>
                    <a:gd name="connsiteX126" fmla="*/ 10675620 w 11737340"/>
                    <a:gd name="connsiteY126" fmla="*/ 2049780 h 4168140"/>
                    <a:gd name="connsiteX127" fmla="*/ 10690860 w 11737340"/>
                    <a:gd name="connsiteY127" fmla="*/ 1988820 h 4168140"/>
                    <a:gd name="connsiteX128" fmla="*/ 10713720 w 11737340"/>
                    <a:gd name="connsiteY128" fmla="*/ 1927860 h 4168140"/>
                    <a:gd name="connsiteX129" fmla="*/ 10767060 w 11737340"/>
                    <a:gd name="connsiteY129" fmla="*/ 1859280 h 4168140"/>
                    <a:gd name="connsiteX130" fmla="*/ 10873740 w 11737340"/>
                    <a:gd name="connsiteY130" fmla="*/ 1828800 h 4168140"/>
                    <a:gd name="connsiteX131" fmla="*/ 11079480 w 11737340"/>
                    <a:gd name="connsiteY131" fmla="*/ 1767840 h 4168140"/>
                    <a:gd name="connsiteX132" fmla="*/ 11247120 w 11737340"/>
                    <a:gd name="connsiteY132" fmla="*/ 1684020 h 4168140"/>
                    <a:gd name="connsiteX133" fmla="*/ 11407140 w 11737340"/>
                    <a:gd name="connsiteY133" fmla="*/ 1628140 h 4168140"/>
                    <a:gd name="connsiteX134" fmla="*/ 11490960 w 11737340"/>
                    <a:gd name="connsiteY134" fmla="*/ 1577340 h 4168140"/>
                    <a:gd name="connsiteX135" fmla="*/ 11635740 w 11737340"/>
                    <a:gd name="connsiteY135" fmla="*/ 1508760 h 4168140"/>
                    <a:gd name="connsiteX136" fmla="*/ 11737340 w 11737340"/>
                    <a:gd name="connsiteY136" fmla="*/ 1442720 h 4168140"/>
                    <a:gd name="connsiteX137" fmla="*/ 11620500 w 11737340"/>
                    <a:gd name="connsiteY137" fmla="*/ 1417320 h 4168140"/>
                    <a:gd name="connsiteX138" fmla="*/ 11567160 w 11737340"/>
                    <a:gd name="connsiteY138" fmla="*/ 1379220 h 4168140"/>
                    <a:gd name="connsiteX139" fmla="*/ 11498580 w 11737340"/>
                    <a:gd name="connsiteY139" fmla="*/ 1318260 h 4168140"/>
                    <a:gd name="connsiteX140" fmla="*/ 11468100 w 11737340"/>
                    <a:gd name="connsiteY140" fmla="*/ 1280160 h 4168140"/>
                    <a:gd name="connsiteX141" fmla="*/ 11442700 w 11737340"/>
                    <a:gd name="connsiteY141" fmla="*/ 1231900 h 4168140"/>
                    <a:gd name="connsiteX142" fmla="*/ 11384280 w 11737340"/>
                    <a:gd name="connsiteY142" fmla="*/ 1310640 h 4168140"/>
                    <a:gd name="connsiteX143" fmla="*/ 11353800 w 11737340"/>
                    <a:gd name="connsiteY143" fmla="*/ 1356360 h 4168140"/>
                    <a:gd name="connsiteX144" fmla="*/ 11224260 w 11737340"/>
                    <a:gd name="connsiteY144" fmla="*/ 1417320 h 4168140"/>
                    <a:gd name="connsiteX145" fmla="*/ 11109960 w 11737340"/>
                    <a:gd name="connsiteY145" fmla="*/ 1463040 h 4168140"/>
                    <a:gd name="connsiteX146" fmla="*/ 10911840 w 11737340"/>
                    <a:gd name="connsiteY146" fmla="*/ 1524000 h 4168140"/>
                    <a:gd name="connsiteX147" fmla="*/ 10774680 w 11737340"/>
                    <a:gd name="connsiteY147" fmla="*/ 1546860 h 4168140"/>
                    <a:gd name="connsiteX148" fmla="*/ 10675620 w 11737340"/>
                    <a:gd name="connsiteY148" fmla="*/ 1615440 h 4168140"/>
                    <a:gd name="connsiteX149" fmla="*/ 10568940 w 11737340"/>
                    <a:gd name="connsiteY149" fmla="*/ 1676400 h 4168140"/>
                    <a:gd name="connsiteX150" fmla="*/ 10485120 w 11737340"/>
                    <a:gd name="connsiteY150" fmla="*/ 1760220 h 4168140"/>
                    <a:gd name="connsiteX151" fmla="*/ 10454640 w 11737340"/>
                    <a:gd name="connsiteY151" fmla="*/ 1836420 h 4168140"/>
                    <a:gd name="connsiteX152" fmla="*/ 10416540 w 11737340"/>
                    <a:gd name="connsiteY152" fmla="*/ 1927860 h 4168140"/>
                    <a:gd name="connsiteX153" fmla="*/ 10401300 w 11737340"/>
                    <a:gd name="connsiteY153" fmla="*/ 2004060 h 4168140"/>
                    <a:gd name="connsiteX154" fmla="*/ 10363200 w 11737340"/>
                    <a:gd name="connsiteY154" fmla="*/ 2095500 h 4168140"/>
                    <a:gd name="connsiteX155" fmla="*/ 10317480 w 11737340"/>
                    <a:gd name="connsiteY155" fmla="*/ 2225040 h 4168140"/>
                    <a:gd name="connsiteX156" fmla="*/ 10287000 w 11737340"/>
                    <a:gd name="connsiteY156" fmla="*/ 2346960 h 4168140"/>
                    <a:gd name="connsiteX157" fmla="*/ 10218420 w 11737340"/>
                    <a:gd name="connsiteY157" fmla="*/ 2499360 h 4168140"/>
                    <a:gd name="connsiteX158" fmla="*/ 10134600 w 11737340"/>
                    <a:gd name="connsiteY158" fmla="*/ 2621280 h 4168140"/>
                    <a:gd name="connsiteX159" fmla="*/ 10043160 w 11737340"/>
                    <a:gd name="connsiteY159" fmla="*/ 2735580 h 4168140"/>
                    <a:gd name="connsiteX160" fmla="*/ 9974580 w 11737340"/>
                    <a:gd name="connsiteY160" fmla="*/ 2857500 h 4168140"/>
                    <a:gd name="connsiteX161" fmla="*/ 9906000 w 11737340"/>
                    <a:gd name="connsiteY161" fmla="*/ 2941320 h 4168140"/>
                    <a:gd name="connsiteX162" fmla="*/ 9860280 w 11737340"/>
                    <a:gd name="connsiteY162" fmla="*/ 3032760 h 4168140"/>
                    <a:gd name="connsiteX163" fmla="*/ 9806940 w 11737340"/>
                    <a:gd name="connsiteY163" fmla="*/ 3116580 h 4168140"/>
                    <a:gd name="connsiteX164" fmla="*/ 9715500 w 11737340"/>
                    <a:gd name="connsiteY164" fmla="*/ 3208020 h 4168140"/>
                    <a:gd name="connsiteX165" fmla="*/ 9616440 w 11737340"/>
                    <a:gd name="connsiteY165" fmla="*/ 3261360 h 4168140"/>
                    <a:gd name="connsiteX166" fmla="*/ 9532620 w 11737340"/>
                    <a:gd name="connsiteY166" fmla="*/ 3329940 h 4168140"/>
                    <a:gd name="connsiteX167" fmla="*/ 9471660 w 11737340"/>
                    <a:gd name="connsiteY167" fmla="*/ 3375660 h 4168140"/>
                    <a:gd name="connsiteX168" fmla="*/ 9410700 w 11737340"/>
                    <a:gd name="connsiteY168" fmla="*/ 3429000 h 4168140"/>
                    <a:gd name="connsiteX169" fmla="*/ 9288780 w 11737340"/>
                    <a:gd name="connsiteY169" fmla="*/ 3436620 h 4168140"/>
                    <a:gd name="connsiteX170" fmla="*/ 9166860 w 11737340"/>
                    <a:gd name="connsiteY170" fmla="*/ 3444240 h 4168140"/>
                    <a:gd name="connsiteX171" fmla="*/ 9029700 w 11737340"/>
                    <a:gd name="connsiteY171" fmla="*/ 3413760 h 4168140"/>
                    <a:gd name="connsiteX172" fmla="*/ 8823960 w 11737340"/>
                    <a:gd name="connsiteY172" fmla="*/ 3360420 h 4168140"/>
                    <a:gd name="connsiteX173" fmla="*/ 8679180 w 11737340"/>
                    <a:gd name="connsiteY173" fmla="*/ 3329940 h 4168140"/>
                    <a:gd name="connsiteX174" fmla="*/ 8572500 w 11737340"/>
                    <a:gd name="connsiteY174" fmla="*/ 3276600 h 4168140"/>
                    <a:gd name="connsiteX175" fmla="*/ 8465820 w 11737340"/>
                    <a:gd name="connsiteY175" fmla="*/ 3215640 h 4168140"/>
                    <a:gd name="connsiteX176" fmla="*/ 8321040 w 11737340"/>
                    <a:gd name="connsiteY176" fmla="*/ 3177540 h 4168140"/>
                    <a:gd name="connsiteX177" fmla="*/ 8199120 w 11737340"/>
                    <a:gd name="connsiteY177" fmla="*/ 3131820 h 4168140"/>
                    <a:gd name="connsiteX178" fmla="*/ 8069580 w 11737340"/>
                    <a:gd name="connsiteY178" fmla="*/ 3078480 h 4168140"/>
                    <a:gd name="connsiteX179" fmla="*/ 7917180 w 11737340"/>
                    <a:gd name="connsiteY179" fmla="*/ 2994660 h 4168140"/>
                    <a:gd name="connsiteX180" fmla="*/ 7787640 w 11737340"/>
                    <a:gd name="connsiteY180" fmla="*/ 2971800 h 4168140"/>
                    <a:gd name="connsiteX181" fmla="*/ 7719060 w 11737340"/>
                    <a:gd name="connsiteY181" fmla="*/ 2933700 h 4168140"/>
                    <a:gd name="connsiteX182" fmla="*/ 7612380 w 11737340"/>
                    <a:gd name="connsiteY182" fmla="*/ 2903220 h 4168140"/>
                    <a:gd name="connsiteX183" fmla="*/ 7566660 w 11737340"/>
                    <a:gd name="connsiteY183" fmla="*/ 2887980 h 4168140"/>
                    <a:gd name="connsiteX184" fmla="*/ 7551420 w 11737340"/>
                    <a:gd name="connsiteY184" fmla="*/ 2849880 h 4168140"/>
                    <a:gd name="connsiteX185" fmla="*/ 7533640 w 11737340"/>
                    <a:gd name="connsiteY185" fmla="*/ 2788920 h 4168140"/>
                    <a:gd name="connsiteX186" fmla="*/ 7475220 w 11737340"/>
                    <a:gd name="connsiteY186" fmla="*/ 2857500 h 4168140"/>
                    <a:gd name="connsiteX187" fmla="*/ 7414260 w 11737340"/>
                    <a:gd name="connsiteY187" fmla="*/ 2887980 h 4168140"/>
                    <a:gd name="connsiteX188" fmla="*/ 7345680 w 11737340"/>
                    <a:gd name="connsiteY188" fmla="*/ 2971800 h 4168140"/>
                    <a:gd name="connsiteX189" fmla="*/ 7315200 w 11737340"/>
                    <a:gd name="connsiteY189" fmla="*/ 2994660 h 4168140"/>
                    <a:gd name="connsiteX190" fmla="*/ 7261860 w 11737340"/>
                    <a:gd name="connsiteY190" fmla="*/ 3009900 h 4168140"/>
                    <a:gd name="connsiteX191" fmla="*/ 7193280 w 11737340"/>
                    <a:gd name="connsiteY191" fmla="*/ 3025140 h 4168140"/>
                    <a:gd name="connsiteX192" fmla="*/ 7155180 w 11737340"/>
                    <a:gd name="connsiteY192" fmla="*/ 3078480 h 4168140"/>
                    <a:gd name="connsiteX193" fmla="*/ 7109460 w 11737340"/>
                    <a:gd name="connsiteY193" fmla="*/ 3154680 h 4168140"/>
                    <a:gd name="connsiteX194" fmla="*/ 7048500 w 11737340"/>
                    <a:gd name="connsiteY194" fmla="*/ 3246120 h 4168140"/>
                    <a:gd name="connsiteX195" fmla="*/ 6995160 w 11737340"/>
                    <a:gd name="connsiteY195" fmla="*/ 3307080 h 4168140"/>
                    <a:gd name="connsiteX196" fmla="*/ 6972300 w 11737340"/>
                    <a:gd name="connsiteY196" fmla="*/ 3352800 h 4168140"/>
                    <a:gd name="connsiteX197" fmla="*/ 6949440 w 11737340"/>
                    <a:gd name="connsiteY197" fmla="*/ 3413760 h 4168140"/>
                    <a:gd name="connsiteX198" fmla="*/ 6949440 w 11737340"/>
                    <a:gd name="connsiteY198" fmla="*/ 3413760 h 4168140"/>
                    <a:gd name="connsiteX199" fmla="*/ 6911340 w 11737340"/>
                    <a:gd name="connsiteY199" fmla="*/ 3474720 h 4168140"/>
                    <a:gd name="connsiteX200" fmla="*/ 6888480 w 11737340"/>
                    <a:gd name="connsiteY200" fmla="*/ 3505200 h 4168140"/>
                    <a:gd name="connsiteX201" fmla="*/ 6819900 w 11737340"/>
                    <a:gd name="connsiteY201" fmla="*/ 3566160 h 4168140"/>
                    <a:gd name="connsiteX202" fmla="*/ 6743700 w 11737340"/>
                    <a:gd name="connsiteY202" fmla="*/ 3581400 h 4168140"/>
                    <a:gd name="connsiteX203" fmla="*/ 6675120 w 11737340"/>
                    <a:gd name="connsiteY203" fmla="*/ 3657600 h 4168140"/>
                    <a:gd name="connsiteX204" fmla="*/ 6629400 w 11737340"/>
                    <a:gd name="connsiteY204" fmla="*/ 3718560 h 4168140"/>
                    <a:gd name="connsiteX205" fmla="*/ 6576060 w 11737340"/>
                    <a:gd name="connsiteY205" fmla="*/ 3779520 h 4168140"/>
                    <a:gd name="connsiteX206" fmla="*/ 6484620 w 11737340"/>
                    <a:gd name="connsiteY206" fmla="*/ 3817620 h 4168140"/>
                    <a:gd name="connsiteX207" fmla="*/ 6400800 w 11737340"/>
                    <a:gd name="connsiteY207" fmla="*/ 3832860 h 4168140"/>
                    <a:gd name="connsiteX208" fmla="*/ 6263640 w 11737340"/>
                    <a:gd name="connsiteY208" fmla="*/ 3870960 h 4168140"/>
                    <a:gd name="connsiteX209" fmla="*/ 6126480 w 11737340"/>
                    <a:gd name="connsiteY209" fmla="*/ 3901440 h 4168140"/>
                    <a:gd name="connsiteX210" fmla="*/ 6027420 w 11737340"/>
                    <a:gd name="connsiteY210" fmla="*/ 3916680 h 4168140"/>
                    <a:gd name="connsiteX211" fmla="*/ 5890260 w 11737340"/>
                    <a:gd name="connsiteY211" fmla="*/ 3878580 h 4168140"/>
                    <a:gd name="connsiteX212" fmla="*/ 5821680 w 11737340"/>
                    <a:gd name="connsiteY212" fmla="*/ 3863340 h 4168140"/>
                    <a:gd name="connsiteX213" fmla="*/ 5737860 w 11737340"/>
                    <a:gd name="connsiteY213" fmla="*/ 3825240 h 4168140"/>
                    <a:gd name="connsiteX214" fmla="*/ 5638800 w 11737340"/>
                    <a:gd name="connsiteY214" fmla="*/ 3794760 h 4168140"/>
                    <a:gd name="connsiteX215" fmla="*/ 5524500 w 11737340"/>
                    <a:gd name="connsiteY215" fmla="*/ 3756660 h 4168140"/>
                    <a:gd name="connsiteX216" fmla="*/ 5448300 w 11737340"/>
                    <a:gd name="connsiteY216" fmla="*/ 3718560 h 4168140"/>
                    <a:gd name="connsiteX217" fmla="*/ 5349240 w 11737340"/>
                    <a:gd name="connsiteY217" fmla="*/ 3657600 h 4168140"/>
                    <a:gd name="connsiteX218" fmla="*/ 5295900 w 11737340"/>
                    <a:gd name="connsiteY218" fmla="*/ 3619500 h 4168140"/>
                    <a:gd name="connsiteX219" fmla="*/ 5234940 w 11737340"/>
                    <a:gd name="connsiteY219" fmla="*/ 3596640 h 4168140"/>
                    <a:gd name="connsiteX220" fmla="*/ 5135880 w 11737340"/>
                    <a:gd name="connsiteY220" fmla="*/ 3550920 h 4168140"/>
                    <a:gd name="connsiteX221" fmla="*/ 5059680 w 11737340"/>
                    <a:gd name="connsiteY221" fmla="*/ 3505200 h 4168140"/>
                    <a:gd name="connsiteX222" fmla="*/ 5029200 w 11737340"/>
                    <a:gd name="connsiteY222" fmla="*/ 3482340 h 4168140"/>
                    <a:gd name="connsiteX223" fmla="*/ 4960620 w 11737340"/>
                    <a:gd name="connsiteY223" fmla="*/ 3413760 h 4168140"/>
                    <a:gd name="connsiteX224" fmla="*/ 4876800 w 11737340"/>
                    <a:gd name="connsiteY224" fmla="*/ 3299460 h 4168140"/>
                    <a:gd name="connsiteX225" fmla="*/ 4808220 w 11737340"/>
                    <a:gd name="connsiteY225" fmla="*/ 3200400 h 4168140"/>
                    <a:gd name="connsiteX226" fmla="*/ 4777740 w 11737340"/>
                    <a:gd name="connsiteY226" fmla="*/ 3147060 h 4168140"/>
                    <a:gd name="connsiteX227" fmla="*/ 4724400 w 11737340"/>
                    <a:gd name="connsiteY227" fmla="*/ 3108960 h 4168140"/>
                    <a:gd name="connsiteX228" fmla="*/ 4648200 w 11737340"/>
                    <a:gd name="connsiteY228" fmla="*/ 3063240 h 4168140"/>
                    <a:gd name="connsiteX229" fmla="*/ 4533900 w 11737340"/>
                    <a:gd name="connsiteY229" fmla="*/ 2979420 h 4168140"/>
                    <a:gd name="connsiteX230" fmla="*/ 4427220 w 11737340"/>
                    <a:gd name="connsiteY230" fmla="*/ 2941320 h 4168140"/>
                    <a:gd name="connsiteX231" fmla="*/ 4366260 w 11737340"/>
                    <a:gd name="connsiteY231" fmla="*/ 2903220 h 4168140"/>
                    <a:gd name="connsiteX232" fmla="*/ 4244340 w 11737340"/>
                    <a:gd name="connsiteY232" fmla="*/ 2842260 h 4168140"/>
                    <a:gd name="connsiteX233" fmla="*/ 4145280 w 11737340"/>
                    <a:gd name="connsiteY233" fmla="*/ 2811780 h 4168140"/>
                    <a:gd name="connsiteX234" fmla="*/ 4038600 w 11737340"/>
                    <a:gd name="connsiteY234" fmla="*/ 2804160 h 4168140"/>
                    <a:gd name="connsiteX235" fmla="*/ 3954780 w 11737340"/>
                    <a:gd name="connsiteY235" fmla="*/ 2819400 h 4168140"/>
                    <a:gd name="connsiteX236" fmla="*/ 3863340 w 11737340"/>
                    <a:gd name="connsiteY236" fmla="*/ 2804160 h 4168140"/>
                    <a:gd name="connsiteX237" fmla="*/ 3741420 w 11737340"/>
                    <a:gd name="connsiteY237" fmla="*/ 2781300 h 4168140"/>
                    <a:gd name="connsiteX238" fmla="*/ 3649980 w 11737340"/>
                    <a:gd name="connsiteY238" fmla="*/ 2743200 h 4168140"/>
                    <a:gd name="connsiteX239" fmla="*/ 3573780 w 11737340"/>
                    <a:gd name="connsiteY239" fmla="*/ 2674620 h 4168140"/>
                    <a:gd name="connsiteX240" fmla="*/ 3482340 w 11737340"/>
                    <a:gd name="connsiteY240" fmla="*/ 2621280 h 4168140"/>
                    <a:gd name="connsiteX241" fmla="*/ 3436620 w 11737340"/>
                    <a:gd name="connsiteY241" fmla="*/ 2552700 h 4168140"/>
                    <a:gd name="connsiteX242" fmla="*/ 3329940 w 11737340"/>
                    <a:gd name="connsiteY242" fmla="*/ 2423160 h 4168140"/>
                    <a:gd name="connsiteX243" fmla="*/ 3261360 w 11737340"/>
                    <a:gd name="connsiteY243" fmla="*/ 2324100 h 4168140"/>
                    <a:gd name="connsiteX244" fmla="*/ 3131820 w 11737340"/>
                    <a:gd name="connsiteY244" fmla="*/ 2209800 h 4168140"/>
                    <a:gd name="connsiteX245" fmla="*/ 3040380 w 11737340"/>
                    <a:gd name="connsiteY245" fmla="*/ 2141220 h 4168140"/>
                    <a:gd name="connsiteX246" fmla="*/ 2910840 w 11737340"/>
                    <a:gd name="connsiteY246" fmla="*/ 2034540 h 4168140"/>
                    <a:gd name="connsiteX247" fmla="*/ 2849880 w 11737340"/>
                    <a:gd name="connsiteY247" fmla="*/ 1958340 h 4168140"/>
                    <a:gd name="connsiteX248" fmla="*/ 2743200 w 11737340"/>
                    <a:gd name="connsiteY248" fmla="*/ 1889760 h 4168140"/>
                    <a:gd name="connsiteX249" fmla="*/ 2659380 w 11737340"/>
                    <a:gd name="connsiteY249" fmla="*/ 1844040 h 4168140"/>
                    <a:gd name="connsiteX250" fmla="*/ 2575560 w 11737340"/>
                    <a:gd name="connsiteY250" fmla="*/ 1744980 h 4168140"/>
                    <a:gd name="connsiteX251" fmla="*/ 2468880 w 11737340"/>
                    <a:gd name="connsiteY251" fmla="*/ 1645920 h 4168140"/>
                    <a:gd name="connsiteX252" fmla="*/ 2400300 w 11737340"/>
                    <a:gd name="connsiteY252" fmla="*/ 1607820 h 4168140"/>
                    <a:gd name="connsiteX253" fmla="*/ 2263140 w 11737340"/>
                    <a:gd name="connsiteY253" fmla="*/ 1501140 h 4168140"/>
                    <a:gd name="connsiteX254" fmla="*/ 2171700 w 11737340"/>
                    <a:gd name="connsiteY254" fmla="*/ 1432560 h 4168140"/>
                    <a:gd name="connsiteX255" fmla="*/ 2087880 w 11737340"/>
                    <a:gd name="connsiteY255" fmla="*/ 1363980 h 4168140"/>
                    <a:gd name="connsiteX256" fmla="*/ 1950720 w 11737340"/>
                    <a:gd name="connsiteY256" fmla="*/ 1272540 h 4168140"/>
                    <a:gd name="connsiteX257" fmla="*/ 1805940 w 11737340"/>
                    <a:gd name="connsiteY257" fmla="*/ 1135380 h 4168140"/>
                    <a:gd name="connsiteX258" fmla="*/ 1729740 w 11737340"/>
                    <a:gd name="connsiteY258" fmla="*/ 1089660 h 4168140"/>
                    <a:gd name="connsiteX259" fmla="*/ 1668780 w 11737340"/>
                    <a:gd name="connsiteY259" fmla="*/ 1043940 h 4168140"/>
                    <a:gd name="connsiteX260" fmla="*/ 1592580 w 11737340"/>
                    <a:gd name="connsiteY260" fmla="*/ 990600 h 4168140"/>
                    <a:gd name="connsiteX261" fmla="*/ 1470660 w 11737340"/>
                    <a:gd name="connsiteY261" fmla="*/ 891540 h 4168140"/>
                    <a:gd name="connsiteX262" fmla="*/ 1386840 w 11737340"/>
                    <a:gd name="connsiteY262" fmla="*/ 845820 h 4168140"/>
                    <a:gd name="connsiteX263" fmla="*/ 1318260 w 11737340"/>
                    <a:gd name="connsiteY263" fmla="*/ 784860 h 4168140"/>
                    <a:gd name="connsiteX264" fmla="*/ 1264920 w 11737340"/>
                    <a:gd name="connsiteY264" fmla="*/ 723900 h 4168140"/>
                    <a:gd name="connsiteX265" fmla="*/ 1181100 w 11737340"/>
                    <a:gd name="connsiteY265" fmla="*/ 647700 h 4168140"/>
                    <a:gd name="connsiteX266" fmla="*/ 1089660 w 11737340"/>
                    <a:gd name="connsiteY266" fmla="*/ 624840 h 4168140"/>
                    <a:gd name="connsiteX267" fmla="*/ 1021080 w 11737340"/>
                    <a:gd name="connsiteY267" fmla="*/ 586740 h 4168140"/>
                    <a:gd name="connsiteX268" fmla="*/ 937260 w 11737340"/>
                    <a:gd name="connsiteY268" fmla="*/ 548640 h 4168140"/>
                    <a:gd name="connsiteX269" fmla="*/ 830580 w 11737340"/>
                    <a:gd name="connsiteY269" fmla="*/ 510540 h 4168140"/>
                    <a:gd name="connsiteX270" fmla="*/ 754380 w 11737340"/>
                    <a:gd name="connsiteY270" fmla="*/ 457200 h 4168140"/>
                    <a:gd name="connsiteX271" fmla="*/ 708660 w 11737340"/>
                    <a:gd name="connsiteY271" fmla="*/ 419100 h 4168140"/>
                    <a:gd name="connsiteX272" fmla="*/ 609600 w 11737340"/>
                    <a:gd name="connsiteY272" fmla="*/ 396240 h 4168140"/>
                    <a:gd name="connsiteX273" fmla="*/ 548640 w 11737340"/>
                    <a:gd name="connsiteY273" fmla="*/ 320040 h 4168140"/>
                    <a:gd name="connsiteX274" fmla="*/ 510540 w 11737340"/>
                    <a:gd name="connsiteY274" fmla="*/ 251460 h 4168140"/>
                    <a:gd name="connsiteX275" fmla="*/ 464820 w 11737340"/>
                    <a:gd name="connsiteY275" fmla="*/ 190500 h 4168140"/>
                    <a:gd name="connsiteX276" fmla="*/ 411480 w 11737340"/>
                    <a:gd name="connsiteY276" fmla="*/ 137160 h 4168140"/>
                    <a:gd name="connsiteX277" fmla="*/ 373380 w 11737340"/>
                    <a:gd name="connsiteY277" fmla="*/ 45720 h 4168140"/>
                    <a:gd name="connsiteX278" fmla="*/ 342900 w 11737340"/>
                    <a:gd name="connsiteY278" fmla="*/ 0 h 4168140"/>
                    <a:gd name="connsiteX279" fmla="*/ 327660 w 11737340"/>
                    <a:gd name="connsiteY279" fmla="*/ 60960 h 4168140"/>
                    <a:gd name="connsiteX280" fmla="*/ 289560 w 11737340"/>
                    <a:gd name="connsiteY280" fmla="*/ 91440 h 4168140"/>
                    <a:gd name="connsiteX281" fmla="*/ 236220 w 11737340"/>
                    <a:gd name="connsiteY281" fmla="*/ 114300 h 4168140"/>
                    <a:gd name="connsiteX282" fmla="*/ 198120 w 11737340"/>
                    <a:gd name="connsiteY282" fmla="*/ 175260 h 4168140"/>
                    <a:gd name="connsiteX283" fmla="*/ 175260 w 11737340"/>
                    <a:gd name="connsiteY283" fmla="*/ 228600 h 4168140"/>
                    <a:gd name="connsiteX284" fmla="*/ 114300 w 11737340"/>
                    <a:gd name="connsiteY284" fmla="*/ 236220 h 4168140"/>
                    <a:gd name="connsiteX285" fmla="*/ 45720 w 11737340"/>
                    <a:gd name="connsiteY285" fmla="*/ 251460 h 4168140"/>
                    <a:gd name="connsiteX286" fmla="*/ 0 w 11737340"/>
                    <a:gd name="connsiteY286" fmla="*/ 281940 h 4168140"/>
                    <a:gd name="connsiteX287" fmla="*/ 68580 w 11737340"/>
                    <a:gd name="connsiteY287" fmla="*/ 320040 h 4168140"/>
                    <a:gd name="connsiteX0" fmla="*/ 68580 w 11737340"/>
                    <a:gd name="connsiteY0" fmla="*/ 320040 h 4168140"/>
                    <a:gd name="connsiteX1" fmla="*/ 121920 w 11737340"/>
                    <a:gd name="connsiteY1" fmla="*/ 381000 h 4168140"/>
                    <a:gd name="connsiteX2" fmla="*/ 198120 w 11737340"/>
                    <a:gd name="connsiteY2" fmla="*/ 419100 h 4168140"/>
                    <a:gd name="connsiteX3" fmla="*/ 320040 w 11737340"/>
                    <a:gd name="connsiteY3" fmla="*/ 510540 h 4168140"/>
                    <a:gd name="connsiteX4" fmla="*/ 411480 w 11737340"/>
                    <a:gd name="connsiteY4" fmla="*/ 563880 h 4168140"/>
                    <a:gd name="connsiteX5" fmla="*/ 472440 w 11737340"/>
                    <a:gd name="connsiteY5" fmla="*/ 632460 h 4168140"/>
                    <a:gd name="connsiteX6" fmla="*/ 601980 w 11737340"/>
                    <a:gd name="connsiteY6" fmla="*/ 708660 h 4168140"/>
                    <a:gd name="connsiteX7" fmla="*/ 739140 w 11737340"/>
                    <a:gd name="connsiteY7" fmla="*/ 784860 h 4168140"/>
                    <a:gd name="connsiteX8" fmla="*/ 861060 w 11737340"/>
                    <a:gd name="connsiteY8" fmla="*/ 868680 h 4168140"/>
                    <a:gd name="connsiteX9" fmla="*/ 944880 w 11737340"/>
                    <a:gd name="connsiteY9" fmla="*/ 952500 h 4168140"/>
                    <a:gd name="connsiteX10" fmla="*/ 1021080 w 11737340"/>
                    <a:gd name="connsiteY10" fmla="*/ 1005840 h 4168140"/>
                    <a:gd name="connsiteX11" fmla="*/ 1097280 w 11737340"/>
                    <a:gd name="connsiteY11" fmla="*/ 1043940 h 4168140"/>
                    <a:gd name="connsiteX12" fmla="*/ 1181100 w 11737340"/>
                    <a:gd name="connsiteY12" fmla="*/ 1104900 h 4168140"/>
                    <a:gd name="connsiteX13" fmla="*/ 1249680 w 11737340"/>
                    <a:gd name="connsiteY13" fmla="*/ 1150620 h 4168140"/>
                    <a:gd name="connsiteX14" fmla="*/ 1341120 w 11737340"/>
                    <a:gd name="connsiteY14" fmla="*/ 1196340 h 4168140"/>
                    <a:gd name="connsiteX15" fmla="*/ 1417320 w 11737340"/>
                    <a:gd name="connsiteY15" fmla="*/ 1257300 h 4168140"/>
                    <a:gd name="connsiteX16" fmla="*/ 1493520 w 11737340"/>
                    <a:gd name="connsiteY16" fmla="*/ 1333500 h 4168140"/>
                    <a:gd name="connsiteX17" fmla="*/ 1569720 w 11737340"/>
                    <a:gd name="connsiteY17" fmla="*/ 1356360 h 4168140"/>
                    <a:gd name="connsiteX18" fmla="*/ 1684020 w 11737340"/>
                    <a:gd name="connsiteY18" fmla="*/ 1424940 h 4168140"/>
                    <a:gd name="connsiteX19" fmla="*/ 1729740 w 11737340"/>
                    <a:gd name="connsiteY19" fmla="*/ 1485900 h 4168140"/>
                    <a:gd name="connsiteX20" fmla="*/ 1844040 w 11737340"/>
                    <a:gd name="connsiteY20" fmla="*/ 1569720 h 4168140"/>
                    <a:gd name="connsiteX21" fmla="*/ 1935480 w 11737340"/>
                    <a:gd name="connsiteY21" fmla="*/ 1615440 h 4168140"/>
                    <a:gd name="connsiteX22" fmla="*/ 2049780 w 11737340"/>
                    <a:gd name="connsiteY22" fmla="*/ 1691640 h 4168140"/>
                    <a:gd name="connsiteX23" fmla="*/ 2133600 w 11737340"/>
                    <a:gd name="connsiteY23" fmla="*/ 1729740 h 4168140"/>
                    <a:gd name="connsiteX24" fmla="*/ 2202180 w 11737340"/>
                    <a:gd name="connsiteY24" fmla="*/ 1805940 h 4168140"/>
                    <a:gd name="connsiteX25" fmla="*/ 2255520 w 11737340"/>
                    <a:gd name="connsiteY25" fmla="*/ 1821180 h 4168140"/>
                    <a:gd name="connsiteX26" fmla="*/ 2316480 w 11737340"/>
                    <a:gd name="connsiteY26" fmla="*/ 1866900 h 4168140"/>
                    <a:gd name="connsiteX27" fmla="*/ 2423160 w 11737340"/>
                    <a:gd name="connsiteY27" fmla="*/ 2004060 h 4168140"/>
                    <a:gd name="connsiteX28" fmla="*/ 2476500 w 11737340"/>
                    <a:gd name="connsiteY28" fmla="*/ 2087880 h 4168140"/>
                    <a:gd name="connsiteX29" fmla="*/ 2567940 w 11737340"/>
                    <a:gd name="connsiteY29" fmla="*/ 2148840 h 4168140"/>
                    <a:gd name="connsiteX30" fmla="*/ 2682240 w 11737340"/>
                    <a:gd name="connsiteY30" fmla="*/ 2186940 h 4168140"/>
                    <a:gd name="connsiteX31" fmla="*/ 2743200 w 11737340"/>
                    <a:gd name="connsiteY31" fmla="*/ 2209800 h 4168140"/>
                    <a:gd name="connsiteX32" fmla="*/ 2811780 w 11737340"/>
                    <a:gd name="connsiteY32" fmla="*/ 2247900 h 4168140"/>
                    <a:gd name="connsiteX33" fmla="*/ 2887980 w 11737340"/>
                    <a:gd name="connsiteY33" fmla="*/ 2301240 h 4168140"/>
                    <a:gd name="connsiteX34" fmla="*/ 2979420 w 11737340"/>
                    <a:gd name="connsiteY34" fmla="*/ 2385060 h 4168140"/>
                    <a:gd name="connsiteX35" fmla="*/ 3055620 w 11737340"/>
                    <a:gd name="connsiteY35" fmla="*/ 2461260 h 4168140"/>
                    <a:gd name="connsiteX36" fmla="*/ 3139440 w 11737340"/>
                    <a:gd name="connsiteY36" fmla="*/ 2537460 h 4168140"/>
                    <a:gd name="connsiteX37" fmla="*/ 3261360 w 11737340"/>
                    <a:gd name="connsiteY37" fmla="*/ 2628900 h 4168140"/>
                    <a:gd name="connsiteX38" fmla="*/ 3345180 w 11737340"/>
                    <a:gd name="connsiteY38" fmla="*/ 2720340 h 4168140"/>
                    <a:gd name="connsiteX39" fmla="*/ 3444240 w 11737340"/>
                    <a:gd name="connsiteY39" fmla="*/ 2796540 h 4168140"/>
                    <a:gd name="connsiteX40" fmla="*/ 3558540 w 11737340"/>
                    <a:gd name="connsiteY40" fmla="*/ 2872740 h 4168140"/>
                    <a:gd name="connsiteX41" fmla="*/ 3619500 w 11737340"/>
                    <a:gd name="connsiteY41" fmla="*/ 2979420 h 4168140"/>
                    <a:gd name="connsiteX42" fmla="*/ 3619500 w 11737340"/>
                    <a:gd name="connsiteY42" fmla="*/ 2979420 h 4168140"/>
                    <a:gd name="connsiteX43" fmla="*/ 3649980 w 11737340"/>
                    <a:gd name="connsiteY43" fmla="*/ 3048000 h 4168140"/>
                    <a:gd name="connsiteX44" fmla="*/ 3703320 w 11737340"/>
                    <a:gd name="connsiteY44" fmla="*/ 3086100 h 4168140"/>
                    <a:gd name="connsiteX45" fmla="*/ 3764280 w 11737340"/>
                    <a:gd name="connsiteY45" fmla="*/ 3063240 h 4168140"/>
                    <a:gd name="connsiteX46" fmla="*/ 3848100 w 11737340"/>
                    <a:gd name="connsiteY46" fmla="*/ 3025140 h 4168140"/>
                    <a:gd name="connsiteX47" fmla="*/ 3916680 w 11737340"/>
                    <a:gd name="connsiteY47" fmla="*/ 3032760 h 4168140"/>
                    <a:gd name="connsiteX48" fmla="*/ 4030980 w 11737340"/>
                    <a:gd name="connsiteY48" fmla="*/ 3063240 h 4168140"/>
                    <a:gd name="connsiteX49" fmla="*/ 4137660 w 11737340"/>
                    <a:gd name="connsiteY49" fmla="*/ 3101340 h 4168140"/>
                    <a:gd name="connsiteX50" fmla="*/ 4259580 w 11737340"/>
                    <a:gd name="connsiteY50" fmla="*/ 3147060 h 4168140"/>
                    <a:gd name="connsiteX51" fmla="*/ 4381500 w 11737340"/>
                    <a:gd name="connsiteY51" fmla="*/ 3192780 h 4168140"/>
                    <a:gd name="connsiteX52" fmla="*/ 4526280 w 11737340"/>
                    <a:gd name="connsiteY52" fmla="*/ 3276600 h 4168140"/>
                    <a:gd name="connsiteX53" fmla="*/ 4587240 w 11737340"/>
                    <a:gd name="connsiteY53" fmla="*/ 3299460 h 4168140"/>
                    <a:gd name="connsiteX54" fmla="*/ 4610100 w 11737340"/>
                    <a:gd name="connsiteY54" fmla="*/ 3352800 h 4168140"/>
                    <a:gd name="connsiteX55" fmla="*/ 4648200 w 11737340"/>
                    <a:gd name="connsiteY55" fmla="*/ 3436620 h 4168140"/>
                    <a:gd name="connsiteX56" fmla="*/ 4671060 w 11737340"/>
                    <a:gd name="connsiteY56" fmla="*/ 3520440 h 4168140"/>
                    <a:gd name="connsiteX57" fmla="*/ 4678680 w 11737340"/>
                    <a:gd name="connsiteY57" fmla="*/ 3589020 h 4168140"/>
                    <a:gd name="connsiteX58" fmla="*/ 4686300 w 11737340"/>
                    <a:gd name="connsiteY58" fmla="*/ 3649980 h 4168140"/>
                    <a:gd name="connsiteX59" fmla="*/ 4724400 w 11737340"/>
                    <a:gd name="connsiteY59" fmla="*/ 3680460 h 4168140"/>
                    <a:gd name="connsiteX60" fmla="*/ 4785360 w 11737340"/>
                    <a:gd name="connsiteY60" fmla="*/ 3672840 h 4168140"/>
                    <a:gd name="connsiteX61" fmla="*/ 4869180 w 11737340"/>
                    <a:gd name="connsiteY61" fmla="*/ 3703320 h 4168140"/>
                    <a:gd name="connsiteX62" fmla="*/ 4914900 w 11737340"/>
                    <a:gd name="connsiteY62" fmla="*/ 3756660 h 4168140"/>
                    <a:gd name="connsiteX63" fmla="*/ 5105400 w 11737340"/>
                    <a:gd name="connsiteY63" fmla="*/ 3832860 h 4168140"/>
                    <a:gd name="connsiteX64" fmla="*/ 5173980 w 11737340"/>
                    <a:gd name="connsiteY64" fmla="*/ 3886200 h 4168140"/>
                    <a:gd name="connsiteX65" fmla="*/ 5242560 w 11737340"/>
                    <a:gd name="connsiteY65" fmla="*/ 3924300 h 4168140"/>
                    <a:gd name="connsiteX66" fmla="*/ 5364480 w 11737340"/>
                    <a:gd name="connsiteY66" fmla="*/ 3962400 h 4168140"/>
                    <a:gd name="connsiteX67" fmla="*/ 5516880 w 11737340"/>
                    <a:gd name="connsiteY67" fmla="*/ 4046220 h 4168140"/>
                    <a:gd name="connsiteX68" fmla="*/ 5585460 w 11737340"/>
                    <a:gd name="connsiteY68" fmla="*/ 4099560 h 4168140"/>
                    <a:gd name="connsiteX69" fmla="*/ 5661660 w 11737340"/>
                    <a:gd name="connsiteY69" fmla="*/ 4122420 h 4168140"/>
                    <a:gd name="connsiteX70" fmla="*/ 5745480 w 11737340"/>
                    <a:gd name="connsiteY70" fmla="*/ 4130040 h 4168140"/>
                    <a:gd name="connsiteX71" fmla="*/ 5836920 w 11737340"/>
                    <a:gd name="connsiteY71" fmla="*/ 4130040 h 4168140"/>
                    <a:gd name="connsiteX72" fmla="*/ 5951220 w 11737340"/>
                    <a:gd name="connsiteY72" fmla="*/ 4145280 h 4168140"/>
                    <a:gd name="connsiteX73" fmla="*/ 6035040 w 11737340"/>
                    <a:gd name="connsiteY73" fmla="*/ 4168140 h 4168140"/>
                    <a:gd name="connsiteX74" fmla="*/ 6149340 w 11737340"/>
                    <a:gd name="connsiteY74" fmla="*/ 4137660 h 4168140"/>
                    <a:gd name="connsiteX75" fmla="*/ 6286500 w 11737340"/>
                    <a:gd name="connsiteY75" fmla="*/ 4114800 h 4168140"/>
                    <a:gd name="connsiteX76" fmla="*/ 6393180 w 11737340"/>
                    <a:gd name="connsiteY76" fmla="*/ 4053840 h 4168140"/>
                    <a:gd name="connsiteX77" fmla="*/ 6484620 w 11737340"/>
                    <a:gd name="connsiteY77" fmla="*/ 4038600 h 4168140"/>
                    <a:gd name="connsiteX78" fmla="*/ 6583680 w 11737340"/>
                    <a:gd name="connsiteY78" fmla="*/ 3970020 h 4168140"/>
                    <a:gd name="connsiteX79" fmla="*/ 6697980 w 11737340"/>
                    <a:gd name="connsiteY79" fmla="*/ 3886200 h 4168140"/>
                    <a:gd name="connsiteX80" fmla="*/ 6751320 w 11737340"/>
                    <a:gd name="connsiteY80" fmla="*/ 3822700 h 4168140"/>
                    <a:gd name="connsiteX81" fmla="*/ 6855460 w 11737340"/>
                    <a:gd name="connsiteY81" fmla="*/ 3764280 h 4168140"/>
                    <a:gd name="connsiteX82" fmla="*/ 6972300 w 11737340"/>
                    <a:gd name="connsiteY82" fmla="*/ 3642360 h 4168140"/>
                    <a:gd name="connsiteX83" fmla="*/ 7078980 w 11737340"/>
                    <a:gd name="connsiteY83" fmla="*/ 3528060 h 4168140"/>
                    <a:gd name="connsiteX84" fmla="*/ 7165340 w 11737340"/>
                    <a:gd name="connsiteY84" fmla="*/ 3454400 h 4168140"/>
                    <a:gd name="connsiteX85" fmla="*/ 7287260 w 11737340"/>
                    <a:gd name="connsiteY85" fmla="*/ 3296920 h 4168140"/>
                    <a:gd name="connsiteX86" fmla="*/ 7338060 w 11737340"/>
                    <a:gd name="connsiteY86" fmla="*/ 3200400 h 4168140"/>
                    <a:gd name="connsiteX87" fmla="*/ 7383780 w 11737340"/>
                    <a:gd name="connsiteY87" fmla="*/ 3144520 h 4168140"/>
                    <a:gd name="connsiteX88" fmla="*/ 7444740 w 11737340"/>
                    <a:gd name="connsiteY88" fmla="*/ 3093720 h 4168140"/>
                    <a:gd name="connsiteX89" fmla="*/ 7513320 w 11737340"/>
                    <a:gd name="connsiteY89" fmla="*/ 3101340 h 4168140"/>
                    <a:gd name="connsiteX90" fmla="*/ 7576820 w 11737340"/>
                    <a:gd name="connsiteY90" fmla="*/ 3093720 h 4168140"/>
                    <a:gd name="connsiteX91" fmla="*/ 7729220 w 11737340"/>
                    <a:gd name="connsiteY91" fmla="*/ 3136900 h 4168140"/>
                    <a:gd name="connsiteX92" fmla="*/ 7833360 w 11737340"/>
                    <a:gd name="connsiteY92" fmla="*/ 3180080 h 4168140"/>
                    <a:gd name="connsiteX93" fmla="*/ 7967980 w 11737340"/>
                    <a:gd name="connsiteY93" fmla="*/ 3208020 h 4168140"/>
                    <a:gd name="connsiteX94" fmla="*/ 8161020 w 11737340"/>
                    <a:gd name="connsiteY94" fmla="*/ 3296920 h 4168140"/>
                    <a:gd name="connsiteX95" fmla="*/ 8293100 w 11737340"/>
                    <a:gd name="connsiteY95" fmla="*/ 3370580 h 4168140"/>
                    <a:gd name="connsiteX96" fmla="*/ 8371840 w 11737340"/>
                    <a:gd name="connsiteY96" fmla="*/ 3395980 h 4168140"/>
                    <a:gd name="connsiteX97" fmla="*/ 8468360 w 11737340"/>
                    <a:gd name="connsiteY97" fmla="*/ 3434080 h 4168140"/>
                    <a:gd name="connsiteX98" fmla="*/ 8582660 w 11737340"/>
                    <a:gd name="connsiteY98" fmla="*/ 3528060 h 4168140"/>
                    <a:gd name="connsiteX99" fmla="*/ 8641080 w 11737340"/>
                    <a:gd name="connsiteY99" fmla="*/ 3566160 h 4168140"/>
                    <a:gd name="connsiteX100" fmla="*/ 8702040 w 11737340"/>
                    <a:gd name="connsiteY100" fmla="*/ 3604260 h 4168140"/>
                    <a:gd name="connsiteX101" fmla="*/ 8763000 w 11737340"/>
                    <a:gd name="connsiteY101" fmla="*/ 3634740 h 4168140"/>
                    <a:gd name="connsiteX102" fmla="*/ 8846820 w 11737340"/>
                    <a:gd name="connsiteY102" fmla="*/ 3632200 h 4168140"/>
                    <a:gd name="connsiteX103" fmla="*/ 8968740 w 11737340"/>
                    <a:gd name="connsiteY103" fmla="*/ 3634740 h 4168140"/>
                    <a:gd name="connsiteX104" fmla="*/ 9060180 w 11737340"/>
                    <a:gd name="connsiteY104" fmla="*/ 3642360 h 4168140"/>
                    <a:gd name="connsiteX105" fmla="*/ 9151620 w 11737340"/>
                    <a:gd name="connsiteY105" fmla="*/ 3657600 h 4168140"/>
                    <a:gd name="connsiteX106" fmla="*/ 9230360 w 11737340"/>
                    <a:gd name="connsiteY106" fmla="*/ 3657600 h 4168140"/>
                    <a:gd name="connsiteX107" fmla="*/ 9331960 w 11737340"/>
                    <a:gd name="connsiteY107" fmla="*/ 3629660 h 4168140"/>
                    <a:gd name="connsiteX108" fmla="*/ 9433560 w 11737340"/>
                    <a:gd name="connsiteY108" fmla="*/ 3589020 h 4168140"/>
                    <a:gd name="connsiteX109" fmla="*/ 9535160 w 11737340"/>
                    <a:gd name="connsiteY109" fmla="*/ 3540760 h 4168140"/>
                    <a:gd name="connsiteX110" fmla="*/ 9646920 w 11737340"/>
                    <a:gd name="connsiteY110" fmla="*/ 3489960 h 4168140"/>
                    <a:gd name="connsiteX111" fmla="*/ 9784080 w 11737340"/>
                    <a:gd name="connsiteY111" fmla="*/ 3444240 h 4168140"/>
                    <a:gd name="connsiteX112" fmla="*/ 9860280 w 11737340"/>
                    <a:gd name="connsiteY112" fmla="*/ 3383280 h 4168140"/>
                    <a:gd name="connsiteX113" fmla="*/ 9921240 w 11737340"/>
                    <a:gd name="connsiteY113" fmla="*/ 3314700 h 4168140"/>
                    <a:gd name="connsiteX114" fmla="*/ 9997440 w 11737340"/>
                    <a:gd name="connsiteY114" fmla="*/ 3208020 h 4168140"/>
                    <a:gd name="connsiteX115" fmla="*/ 10043160 w 11737340"/>
                    <a:gd name="connsiteY115" fmla="*/ 3101340 h 4168140"/>
                    <a:gd name="connsiteX116" fmla="*/ 10104120 w 11737340"/>
                    <a:gd name="connsiteY116" fmla="*/ 3017520 h 4168140"/>
                    <a:gd name="connsiteX117" fmla="*/ 10157460 w 11737340"/>
                    <a:gd name="connsiteY117" fmla="*/ 2933700 h 4168140"/>
                    <a:gd name="connsiteX118" fmla="*/ 10218420 w 11737340"/>
                    <a:gd name="connsiteY118" fmla="*/ 2849880 h 4168140"/>
                    <a:gd name="connsiteX119" fmla="*/ 10294620 w 11737340"/>
                    <a:gd name="connsiteY119" fmla="*/ 2735580 h 4168140"/>
                    <a:gd name="connsiteX120" fmla="*/ 10347960 w 11737340"/>
                    <a:gd name="connsiteY120" fmla="*/ 2621280 h 4168140"/>
                    <a:gd name="connsiteX121" fmla="*/ 10431780 w 11737340"/>
                    <a:gd name="connsiteY121" fmla="*/ 2499360 h 4168140"/>
                    <a:gd name="connsiteX122" fmla="*/ 10500360 w 11737340"/>
                    <a:gd name="connsiteY122" fmla="*/ 2354580 h 4168140"/>
                    <a:gd name="connsiteX123" fmla="*/ 10553700 w 11737340"/>
                    <a:gd name="connsiteY123" fmla="*/ 2263140 h 4168140"/>
                    <a:gd name="connsiteX124" fmla="*/ 10584180 w 11737340"/>
                    <a:gd name="connsiteY124" fmla="*/ 2194560 h 4168140"/>
                    <a:gd name="connsiteX125" fmla="*/ 10624820 w 11737340"/>
                    <a:gd name="connsiteY125" fmla="*/ 2125980 h 4168140"/>
                    <a:gd name="connsiteX126" fmla="*/ 10675620 w 11737340"/>
                    <a:gd name="connsiteY126" fmla="*/ 2049780 h 4168140"/>
                    <a:gd name="connsiteX127" fmla="*/ 10690860 w 11737340"/>
                    <a:gd name="connsiteY127" fmla="*/ 1988820 h 4168140"/>
                    <a:gd name="connsiteX128" fmla="*/ 10713720 w 11737340"/>
                    <a:gd name="connsiteY128" fmla="*/ 1927860 h 4168140"/>
                    <a:gd name="connsiteX129" fmla="*/ 10767060 w 11737340"/>
                    <a:gd name="connsiteY129" fmla="*/ 1859280 h 4168140"/>
                    <a:gd name="connsiteX130" fmla="*/ 10873740 w 11737340"/>
                    <a:gd name="connsiteY130" fmla="*/ 1828800 h 4168140"/>
                    <a:gd name="connsiteX131" fmla="*/ 11079480 w 11737340"/>
                    <a:gd name="connsiteY131" fmla="*/ 1767840 h 4168140"/>
                    <a:gd name="connsiteX132" fmla="*/ 11247120 w 11737340"/>
                    <a:gd name="connsiteY132" fmla="*/ 1684020 h 4168140"/>
                    <a:gd name="connsiteX133" fmla="*/ 11407140 w 11737340"/>
                    <a:gd name="connsiteY133" fmla="*/ 1628140 h 4168140"/>
                    <a:gd name="connsiteX134" fmla="*/ 11490960 w 11737340"/>
                    <a:gd name="connsiteY134" fmla="*/ 1577340 h 4168140"/>
                    <a:gd name="connsiteX135" fmla="*/ 11635740 w 11737340"/>
                    <a:gd name="connsiteY135" fmla="*/ 1508760 h 4168140"/>
                    <a:gd name="connsiteX136" fmla="*/ 11737340 w 11737340"/>
                    <a:gd name="connsiteY136" fmla="*/ 1442720 h 4168140"/>
                    <a:gd name="connsiteX137" fmla="*/ 11620500 w 11737340"/>
                    <a:gd name="connsiteY137" fmla="*/ 1417320 h 4168140"/>
                    <a:gd name="connsiteX138" fmla="*/ 11567160 w 11737340"/>
                    <a:gd name="connsiteY138" fmla="*/ 1379220 h 4168140"/>
                    <a:gd name="connsiteX139" fmla="*/ 11498580 w 11737340"/>
                    <a:gd name="connsiteY139" fmla="*/ 1318260 h 4168140"/>
                    <a:gd name="connsiteX140" fmla="*/ 11468100 w 11737340"/>
                    <a:gd name="connsiteY140" fmla="*/ 1280160 h 4168140"/>
                    <a:gd name="connsiteX141" fmla="*/ 11442700 w 11737340"/>
                    <a:gd name="connsiteY141" fmla="*/ 1231900 h 4168140"/>
                    <a:gd name="connsiteX142" fmla="*/ 11384280 w 11737340"/>
                    <a:gd name="connsiteY142" fmla="*/ 1310640 h 4168140"/>
                    <a:gd name="connsiteX143" fmla="*/ 11353800 w 11737340"/>
                    <a:gd name="connsiteY143" fmla="*/ 1356360 h 4168140"/>
                    <a:gd name="connsiteX144" fmla="*/ 11224260 w 11737340"/>
                    <a:gd name="connsiteY144" fmla="*/ 1417320 h 4168140"/>
                    <a:gd name="connsiteX145" fmla="*/ 11109960 w 11737340"/>
                    <a:gd name="connsiteY145" fmla="*/ 1463040 h 4168140"/>
                    <a:gd name="connsiteX146" fmla="*/ 10911840 w 11737340"/>
                    <a:gd name="connsiteY146" fmla="*/ 1524000 h 4168140"/>
                    <a:gd name="connsiteX147" fmla="*/ 10774680 w 11737340"/>
                    <a:gd name="connsiteY147" fmla="*/ 1546860 h 4168140"/>
                    <a:gd name="connsiteX148" fmla="*/ 10675620 w 11737340"/>
                    <a:gd name="connsiteY148" fmla="*/ 1615440 h 4168140"/>
                    <a:gd name="connsiteX149" fmla="*/ 10568940 w 11737340"/>
                    <a:gd name="connsiteY149" fmla="*/ 1676400 h 4168140"/>
                    <a:gd name="connsiteX150" fmla="*/ 10485120 w 11737340"/>
                    <a:gd name="connsiteY150" fmla="*/ 1760220 h 4168140"/>
                    <a:gd name="connsiteX151" fmla="*/ 10454640 w 11737340"/>
                    <a:gd name="connsiteY151" fmla="*/ 1836420 h 4168140"/>
                    <a:gd name="connsiteX152" fmla="*/ 10416540 w 11737340"/>
                    <a:gd name="connsiteY152" fmla="*/ 1927860 h 4168140"/>
                    <a:gd name="connsiteX153" fmla="*/ 10401300 w 11737340"/>
                    <a:gd name="connsiteY153" fmla="*/ 2004060 h 4168140"/>
                    <a:gd name="connsiteX154" fmla="*/ 10363200 w 11737340"/>
                    <a:gd name="connsiteY154" fmla="*/ 2095500 h 4168140"/>
                    <a:gd name="connsiteX155" fmla="*/ 10317480 w 11737340"/>
                    <a:gd name="connsiteY155" fmla="*/ 2225040 h 4168140"/>
                    <a:gd name="connsiteX156" fmla="*/ 10287000 w 11737340"/>
                    <a:gd name="connsiteY156" fmla="*/ 2346960 h 4168140"/>
                    <a:gd name="connsiteX157" fmla="*/ 10218420 w 11737340"/>
                    <a:gd name="connsiteY157" fmla="*/ 2499360 h 4168140"/>
                    <a:gd name="connsiteX158" fmla="*/ 10134600 w 11737340"/>
                    <a:gd name="connsiteY158" fmla="*/ 2621280 h 4168140"/>
                    <a:gd name="connsiteX159" fmla="*/ 10043160 w 11737340"/>
                    <a:gd name="connsiteY159" fmla="*/ 2735580 h 4168140"/>
                    <a:gd name="connsiteX160" fmla="*/ 9974580 w 11737340"/>
                    <a:gd name="connsiteY160" fmla="*/ 2857500 h 4168140"/>
                    <a:gd name="connsiteX161" fmla="*/ 9906000 w 11737340"/>
                    <a:gd name="connsiteY161" fmla="*/ 2941320 h 4168140"/>
                    <a:gd name="connsiteX162" fmla="*/ 9860280 w 11737340"/>
                    <a:gd name="connsiteY162" fmla="*/ 3032760 h 4168140"/>
                    <a:gd name="connsiteX163" fmla="*/ 9806940 w 11737340"/>
                    <a:gd name="connsiteY163" fmla="*/ 3116580 h 4168140"/>
                    <a:gd name="connsiteX164" fmla="*/ 9715500 w 11737340"/>
                    <a:gd name="connsiteY164" fmla="*/ 3208020 h 4168140"/>
                    <a:gd name="connsiteX165" fmla="*/ 9616440 w 11737340"/>
                    <a:gd name="connsiteY165" fmla="*/ 3261360 h 4168140"/>
                    <a:gd name="connsiteX166" fmla="*/ 9532620 w 11737340"/>
                    <a:gd name="connsiteY166" fmla="*/ 3329940 h 4168140"/>
                    <a:gd name="connsiteX167" fmla="*/ 9471660 w 11737340"/>
                    <a:gd name="connsiteY167" fmla="*/ 3375660 h 4168140"/>
                    <a:gd name="connsiteX168" fmla="*/ 9410700 w 11737340"/>
                    <a:gd name="connsiteY168" fmla="*/ 3429000 h 4168140"/>
                    <a:gd name="connsiteX169" fmla="*/ 9288780 w 11737340"/>
                    <a:gd name="connsiteY169" fmla="*/ 3436620 h 4168140"/>
                    <a:gd name="connsiteX170" fmla="*/ 9166860 w 11737340"/>
                    <a:gd name="connsiteY170" fmla="*/ 3444240 h 4168140"/>
                    <a:gd name="connsiteX171" fmla="*/ 9029700 w 11737340"/>
                    <a:gd name="connsiteY171" fmla="*/ 3413760 h 4168140"/>
                    <a:gd name="connsiteX172" fmla="*/ 8823960 w 11737340"/>
                    <a:gd name="connsiteY172" fmla="*/ 3360420 h 4168140"/>
                    <a:gd name="connsiteX173" fmla="*/ 8679180 w 11737340"/>
                    <a:gd name="connsiteY173" fmla="*/ 3329940 h 4168140"/>
                    <a:gd name="connsiteX174" fmla="*/ 8572500 w 11737340"/>
                    <a:gd name="connsiteY174" fmla="*/ 3276600 h 4168140"/>
                    <a:gd name="connsiteX175" fmla="*/ 8465820 w 11737340"/>
                    <a:gd name="connsiteY175" fmla="*/ 3215640 h 4168140"/>
                    <a:gd name="connsiteX176" fmla="*/ 8321040 w 11737340"/>
                    <a:gd name="connsiteY176" fmla="*/ 3177540 h 4168140"/>
                    <a:gd name="connsiteX177" fmla="*/ 8199120 w 11737340"/>
                    <a:gd name="connsiteY177" fmla="*/ 3131820 h 4168140"/>
                    <a:gd name="connsiteX178" fmla="*/ 8069580 w 11737340"/>
                    <a:gd name="connsiteY178" fmla="*/ 3078480 h 4168140"/>
                    <a:gd name="connsiteX179" fmla="*/ 7917180 w 11737340"/>
                    <a:gd name="connsiteY179" fmla="*/ 2994660 h 4168140"/>
                    <a:gd name="connsiteX180" fmla="*/ 7787640 w 11737340"/>
                    <a:gd name="connsiteY180" fmla="*/ 2971800 h 4168140"/>
                    <a:gd name="connsiteX181" fmla="*/ 7719060 w 11737340"/>
                    <a:gd name="connsiteY181" fmla="*/ 2933700 h 4168140"/>
                    <a:gd name="connsiteX182" fmla="*/ 7612380 w 11737340"/>
                    <a:gd name="connsiteY182" fmla="*/ 2903220 h 4168140"/>
                    <a:gd name="connsiteX183" fmla="*/ 7566660 w 11737340"/>
                    <a:gd name="connsiteY183" fmla="*/ 2887980 h 4168140"/>
                    <a:gd name="connsiteX184" fmla="*/ 7551420 w 11737340"/>
                    <a:gd name="connsiteY184" fmla="*/ 2849880 h 4168140"/>
                    <a:gd name="connsiteX185" fmla="*/ 7533640 w 11737340"/>
                    <a:gd name="connsiteY185" fmla="*/ 2788920 h 4168140"/>
                    <a:gd name="connsiteX186" fmla="*/ 7475220 w 11737340"/>
                    <a:gd name="connsiteY186" fmla="*/ 2857500 h 4168140"/>
                    <a:gd name="connsiteX187" fmla="*/ 7414260 w 11737340"/>
                    <a:gd name="connsiteY187" fmla="*/ 2887980 h 4168140"/>
                    <a:gd name="connsiteX188" fmla="*/ 7345680 w 11737340"/>
                    <a:gd name="connsiteY188" fmla="*/ 2971800 h 4168140"/>
                    <a:gd name="connsiteX189" fmla="*/ 7315200 w 11737340"/>
                    <a:gd name="connsiteY189" fmla="*/ 2994660 h 4168140"/>
                    <a:gd name="connsiteX190" fmla="*/ 7261860 w 11737340"/>
                    <a:gd name="connsiteY190" fmla="*/ 3009900 h 4168140"/>
                    <a:gd name="connsiteX191" fmla="*/ 7193280 w 11737340"/>
                    <a:gd name="connsiteY191" fmla="*/ 3025140 h 4168140"/>
                    <a:gd name="connsiteX192" fmla="*/ 7155180 w 11737340"/>
                    <a:gd name="connsiteY192" fmla="*/ 3078480 h 4168140"/>
                    <a:gd name="connsiteX193" fmla="*/ 7109460 w 11737340"/>
                    <a:gd name="connsiteY193" fmla="*/ 3154680 h 4168140"/>
                    <a:gd name="connsiteX194" fmla="*/ 7048500 w 11737340"/>
                    <a:gd name="connsiteY194" fmla="*/ 3246120 h 4168140"/>
                    <a:gd name="connsiteX195" fmla="*/ 6995160 w 11737340"/>
                    <a:gd name="connsiteY195" fmla="*/ 3307080 h 4168140"/>
                    <a:gd name="connsiteX196" fmla="*/ 6972300 w 11737340"/>
                    <a:gd name="connsiteY196" fmla="*/ 3352800 h 4168140"/>
                    <a:gd name="connsiteX197" fmla="*/ 6949440 w 11737340"/>
                    <a:gd name="connsiteY197" fmla="*/ 3413760 h 4168140"/>
                    <a:gd name="connsiteX198" fmla="*/ 6949440 w 11737340"/>
                    <a:gd name="connsiteY198" fmla="*/ 3413760 h 4168140"/>
                    <a:gd name="connsiteX199" fmla="*/ 6911340 w 11737340"/>
                    <a:gd name="connsiteY199" fmla="*/ 3474720 h 4168140"/>
                    <a:gd name="connsiteX200" fmla="*/ 6888480 w 11737340"/>
                    <a:gd name="connsiteY200" fmla="*/ 3505200 h 4168140"/>
                    <a:gd name="connsiteX201" fmla="*/ 6819900 w 11737340"/>
                    <a:gd name="connsiteY201" fmla="*/ 3566160 h 4168140"/>
                    <a:gd name="connsiteX202" fmla="*/ 6743700 w 11737340"/>
                    <a:gd name="connsiteY202" fmla="*/ 3581400 h 4168140"/>
                    <a:gd name="connsiteX203" fmla="*/ 6675120 w 11737340"/>
                    <a:gd name="connsiteY203" fmla="*/ 3657600 h 4168140"/>
                    <a:gd name="connsiteX204" fmla="*/ 6629400 w 11737340"/>
                    <a:gd name="connsiteY204" fmla="*/ 3718560 h 4168140"/>
                    <a:gd name="connsiteX205" fmla="*/ 6576060 w 11737340"/>
                    <a:gd name="connsiteY205" fmla="*/ 3779520 h 4168140"/>
                    <a:gd name="connsiteX206" fmla="*/ 6484620 w 11737340"/>
                    <a:gd name="connsiteY206" fmla="*/ 3817620 h 4168140"/>
                    <a:gd name="connsiteX207" fmla="*/ 6400800 w 11737340"/>
                    <a:gd name="connsiteY207" fmla="*/ 3832860 h 4168140"/>
                    <a:gd name="connsiteX208" fmla="*/ 6263640 w 11737340"/>
                    <a:gd name="connsiteY208" fmla="*/ 3870960 h 4168140"/>
                    <a:gd name="connsiteX209" fmla="*/ 6126480 w 11737340"/>
                    <a:gd name="connsiteY209" fmla="*/ 3901440 h 4168140"/>
                    <a:gd name="connsiteX210" fmla="*/ 6027420 w 11737340"/>
                    <a:gd name="connsiteY210" fmla="*/ 3916680 h 4168140"/>
                    <a:gd name="connsiteX211" fmla="*/ 5890260 w 11737340"/>
                    <a:gd name="connsiteY211" fmla="*/ 3878580 h 4168140"/>
                    <a:gd name="connsiteX212" fmla="*/ 5821680 w 11737340"/>
                    <a:gd name="connsiteY212" fmla="*/ 3863340 h 4168140"/>
                    <a:gd name="connsiteX213" fmla="*/ 5737860 w 11737340"/>
                    <a:gd name="connsiteY213" fmla="*/ 3825240 h 4168140"/>
                    <a:gd name="connsiteX214" fmla="*/ 5638800 w 11737340"/>
                    <a:gd name="connsiteY214" fmla="*/ 3794760 h 4168140"/>
                    <a:gd name="connsiteX215" fmla="*/ 5524500 w 11737340"/>
                    <a:gd name="connsiteY215" fmla="*/ 3756660 h 4168140"/>
                    <a:gd name="connsiteX216" fmla="*/ 5448300 w 11737340"/>
                    <a:gd name="connsiteY216" fmla="*/ 3718560 h 4168140"/>
                    <a:gd name="connsiteX217" fmla="*/ 5349240 w 11737340"/>
                    <a:gd name="connsiteY217" fmla="*/ 3657600 h 4168140"/>
                    <a:gd name="connsiteX218" fmla="*/ 5295900 w 11737340"/>
                    <a:gd name="connsiteY218" fmla="*/ 3619500 h 4168140"/>
                    <a:gd name="connsiteX219" fmla="*/ 5234940 w 11737340"/>
                    <a:gd name="connsiteY219" fmla="*/ 3596640 h 4168140"/>
                    <a:gd name="connsiteX220" fmla="*/ 5135880 w 11737340"/>
                    <a:gd name="connsiteY220" fmla="*/ 3550920 h 4168140"/>
                    <a:gd name="connsiteX221" fmla="*/ 5059680 w 11737340"/>
                    <a:gd name="connsiteY221" fmla="*/ 3505200 h 4168140"/>
                    <a:gd name="connsiteX222" fmla="*/ 5029200 w 11737340"/>
                    <a:gd name="connsiteY222" fmla="*/ 3482340 h 4168140"/>
                    <a:gd name="connsiteX223" fmla="*/ 4960620 w 11737340"/>
                    <a:gd name="connsiteY223" fmla="*/ 3413760 h 4168140"/>
                    <a:gd name="connsiteX224" fmla="*/ 4876800 w 11737340"/>
                    <a:gd name="connsiteY224" fmla="*/ 3299460 h 4168140"/>
                    <a:gd name="connsiteX225" fmla="*/ 4808220 w 11737340"/>
                    <a:gd name="connsiteY225" fmla="*/ 3200400 h 4168140"/>
                    <a:gd name="connsiteX226" fmla="*/ 4777740 w 11737340"/>
                    <a:gd name="connsiteY226" fmla="*/ 3147060 h 4168140"/>
                    <a:gd name="connsiteX227" fmla="*/ 4724400 w 11737340"/>
                    <a:gd name="connsiteY227" fmla="*/ 3108960 h 4168140"/>
                    <a:gd name="connsiteX228" fmla="*/ 4648200 w 11737340"/>
                    <a:gd name="connsiteY228" fmla="*/ 3063240 h 4168140"/>
                    <a:gd name="connsiteX229" fmla="*/ 4533900 w 11737340"/>
                    <a:gd name="connsiteY229" fmla="*/ 2979420 h 4168140"/>
                    <a:gd name="connsiteX230" fmla="*/ 4427220 w 11737340"/>
                    <a:gd name="connsiteY230" fmla="*/ 2941320 h 4168140"/>
                    <a:gd name="connsiteX231" fmla="*/ 4366260 w 11737340"/>
                    <a:gd name="connsiteY231" fmla="*/ 2903220 h 4168140"/>
                    <a:gd name="connsiteX232" fmla="*/ 4244340 w 11737340"/>
                    <a:gd name="connsiteY232" fmla="*/ 2842260 h 4168140"/>
                    <a:gd name="connsiteX233" fmla="*/ 4145280 w 11737340"/>
                    <a:gd name="connsiteY233" fmla="*/ 2811780 h 4168140"/>
                    <a:gd name="connsiteX234" fmla="*/ 4038600 w 11737340"/>
                    <a:gd name="connsiteY234" fmla="*/ 2804160 h 4168140"/>
                    <a:gd name="connsiteX235" fmla="*/ 3954780 w 11737340"/>
                    <a:gd name="connsiteY235" fmla="*/ 2819400 h 4168140"/>
                    <a:gd name="connsiteX236" fmla="*/ 3863340 w 11737340"/>
                    <a:gd name="connsiteY236" fmla="*/ 2804160 h 4168140"/>
                    <a:gd name="connsiteX237" fmla="*/ 3741420 w 11737340"/>
                    <a:gd name="connsiteY237" fmla="*/ 2781300 h 4168140"/>
                    <a:gd name="connsiteX238" fmla="*/ 3649980 w 11737340"/>
                    <a:gd name="connsiteY238" fmla="*/ 2743200 h 4168140"/>
                    <a:gd name="connsiteX239" fmla="*/ 3573780 w 11737340"/>
                    <a:gd name="connsiteY239" fmla="*/ 2674620 h 4168140"/>
                    <a:gd name="connsiteX240" fmla="*/ 3482340 w 11737340"/>
                    <a:gd name="connsiteY240" fmla="*/ 2621280 h 4168140"/>
                    <a:gd name="connsiteX241" fmla="*/ 3436620 w 11737340"/>
                    <a:gd name="connsiteY241" fmla="*/ 2552700 h 4168140"/>
                    <a:gd name="connsiteX242" fmla="*/ 3329940 w 11737340"/>
                    <a:gd name="connsiteY242" fmla="*/ 2423160 h 4168140"/>
                    <a:gd name="connsiteX243" fmla="*/ 3261360 w 11737340"/>
                    <a:gd name="connsiteY243" fmla="*/ 2324100 h 4168140"/>
                    <a:gd name="connsiteX244" fmla="*/ 3131820 w 11737340"/>
                    <a:gd name="connsiteY244" fmla="*/ 2209800 h 4168140"/>
                    <a:gd name="connsiteX245" fmla="*/ 3040380 w 11737340"/>
                    <a:gd name="connsiteY245" fmla="*/ 2141220 h 4168140"/>
                    <a:gd name="connsiteX246" fmla="*/ 2910840 w 11737340"/>
                    <a:gd name="connsiteY246" fmla="*/ 2034540 h 4168140"/>
                    <a:gd name="connsiteX247" fmla="*/ 2849880 w 11737340"/>
                    <a:gd name="connsiteY247" fmla="*/ 1958340 h 4168140"/>
                    <a:gd name="connsiteX248" fmla="*/ 2743200 w 11737340"/>
                    <a:gd name="connsiteY248" fmla="*/ 1889760 h 4168140"/>
                    <a:gd name="connsiteX249" fmla="*/ 2659380 w 11737340"/>
                    <a:gd name="connsiteY249" fmla="*/ 1844040 h 4168140"/>
                    <a:gd name="connsiteX250" fmla="*/ 2575560 w 11737340"/>
                    <a:gd name="connsiteY250" fmla="*/ 1744980 h 4168140"/>
                    <a:gd name="connsiteX251" fmla="*/ 2468880 w 11737340"/>
                    <a:gd name="connsiteY251" fmla="*/ 1645920 h 4168140"/>
                    <a:gd name="connsiteX252" fmla="*/ 2400300 w 11737340"/>
                    <a:gd name="connsiteY252" fmla="*/ 1607820 h 4168140"/>
                    <a:gd name="connsiteX253" fmla="*/ 2263140 w 11737340"/>
                    <a:gd name="connsiteY253" fmla="*/ 1501140 h 4168140"/>
                    <a:gd name="connsiteX254" fmla="*/ 2171700 w 11737340"/>
                    <a:gd name="connsiteY254" fmla="*/ 1432560 h 4168140"/>
                    <a:gd name="connsiteX255" fmla="*/ 2087880 w 11737340"/>
                    <a:gd name="connsiteY255" fmla="*/ 1363980 h 4168140"/>
                    <a:gd name="connsiteX256" fmla="*/ 1950720 w 11737340"/>
                    <a:gd name="connsiteY256" fmla="*/ 1272540 h 4168140"/>
                    <a:gd name="connsiteX257" fmla="*/ 1805940 w 11737340"/>
                    <a:gd name="connsiteY257" fmla="*/ 1135380 h 4168140"/>
                    <a:gd name="connsiteX258" fmla="*/ 1729740 w 11737340"/>
                    <a:gd name="connsiteY258" fmla="*/ 1089660 h 4168140"/>
                    <a:gd name="connsiteX259" fmla="*/ 1668780 w 11737340"/>
                    <a:gd name="connsiteY259" fmla="*/ 1043940 h 4168140"/>
                    <a:gd name="connsiteX260" fmla="*/ 1592580 w 11737340"/>
                    <a:gd name="connsiteY260" fmla="*/ 990600 h 4168140"/>
                    <a:gd name="connsiteX261" fmla="*/ 1470660 w 11737340"/>
                    <a:gd name="connsiteY261" fmla="*/ 891540 h 4168140"/>
                    <a:gd name="connsiteX262" fmla="*/ 1386840 w 11737340"/>
                    <a:gd name="connsiteY262" fmla="*/ 845820 h 4168140"/>
                    <a:gd name="connsiteX263" fmla="*/ 1318260 w 11737340"/>
                    <a:gd name="connsiteY263" fmla="*/ 784860 h 4168140"/>
                    <a:gd name="connsiteX264" fmla="*/ 1264920 w 11737340"/>
                    <a:gd name="connsiteY264" fmla="*/ 723900 h 4168140"/>
                    <a:gd name="connsiteX265" fmla="*/ 1181100 w 11737340"/>
                    <a:gd name="connsiteY265" fmla="*/ 647700 h 4168140"/>
                    <a:gd name="connsiteX266" fmla="*/ 1089660 w 11737340"/>
                    <a:gd name="connsiteY266" fmla="*/ 624840 h 4168140"/>
                    <a:gd name="connsiteX267" fmla="*/ 1021080 w 11737340"/>
                    <a:gd name="connsiteY267" fmla="*/ 586740 h 4168140"/>
                    <a:gd name="connsiteX268" fmla="*/ 937260 w 11737340"/>
                    <a:gd name="connsiteY268" fmla="*/ 548640 h 4168140"/>
                    <a:gd name="connsiteX269" fmla="*/ 830580 w 11737340"/>
                    <a:gd name="connsiteY269" fmla="*/ 510540 h 4168140"/>
                    <a:gd name="connsiteX270" fmla="*/ 754380 w 11737340"/>
                    <a:gd name="connsiteY270" fmla="*/ 457200 h 4168140"/>
                    <a:gd name="connsiteX271" fmla="*/ 708660 w 11737340"/>
                    <a:gd name="connsiteY271" fmla="*/ 419100 h 4168140"/>
                    <a:gd name="connsiteX272" fmla="*/ 609600 w 11737340"/>
                    <a:gd name="connsiteY272" fmla="*/ 396240 h 4168140"/>
                    <a:gd name="connsiteX273" fmla="*/ 548640 w 11737340"/>
                    <a:gd name="connsiteY273" fmla="*/ 320040 h 4168140"/>
                    <a:gd name="connsiteX274" fmla="*/ 510540 w 11737340"/>
                    <a:gd name="connsiteY274" fmla="*/ 251460 h 4168140"/>
                    <a:gd name="connsiteX275" fmla="*/ 464820 w 11737340"/>
                    <a:gd name="connsiteY275" fmla="*/ 190500 h 4168140"/>
                    <a:gd name="connsiteX276" fmla="*/ 411480 w 11737340"/>
                    <a:gd name="connsiteY276" fmla="*/ 137160 h 4168140"/>
                    <a:gd name="connsiteX277" fmla="*/ 373380 w 11737340"/>
                    <a:gd name="connsiteY277" fmla="*/ 45720 h 4168140"/>
                    <a:gd name="connsiteX278" fmla="*/ 342900 w 11737340"/>
                    <a:gd name="connsiteY278" fmla="*/ 0 h 4168140"/>
                    <a:gd name="connsiteX279" fmla="*/ 327660 w 11737340"/>
                    <a:gd name="connsiteY279" fmla="*/ 60960 h 4168140"/>
                    <a:gd name="connsiteX280" fmla="*/ 289560 w 11737340"/>
                    <a:gd name="connsiteY280" fmla="*/ 91440 h 4168140"/>
                    <a:gd name="connsiteX281" fmla="*/ 236220 w 11737340"/>
                    <a:gd name="connsiteY281" fmla="*/ 114300 h 4168140"/>
                    <a:gd name="connsiteX282" fmla="*/ 198120 w 11737340"/>
                    <a:gd name="connsiteY282" fmla="*/ 175260 h 4168140"/>
                    <a:gd name="connsiteX283" fmla="*/ 175260 w 11737340"/>
                    <a:gd name="connsiteY283" fmla="*/ 228600 h 4168140"/>
                    <a:gd name="connsiteX284" fmla="*/ 114300 w 11737340"/>
                    <a:gd name="connsiteY284" fmla="*/ 236220 h 4168140"/>
                    <a:gd name="connsiteX285" fmla="*/ 45720 w 11737340"/>
                    <a:gd name="connsiteY285" fmla="*/ 251460 h 4168140"/>
                    <a:gd name="connsiteX286" fmla="*/ 0 w 11737340"/>
                    <a:gd name="connsiteY286" fmla="*/ 281940 h 4168140"/>
                    <a:gd name="connsiteX287" fmla="*/ 68580 w 11737340"/>
                    <a:gd name="connsiteY287" fmla="*/ 320040 h 4168140"/>
                    <a:gd name="connsiteX0" fmla="*/ 68580 w 11737340"/>
                    <a:gd name="connsiteY0" fmla="*/ 320040 h 4168140"/>
                    <a:gd name="connsiteX1" fmla="*/ 121920 w 11737340"/>
                    <a:gd name="connsiteY1" fmla="*/ 381000 h 4168140"/>
                    <a:gd name="connsiteX2" fmla="*/ 198120 w 11737340"/>
                    <a:gd name="connsiteY2" fmla="*/ 419100 h 4168140"/>
                    <a:gd name="connsiteX3" fmla="*/ 320040 w 11737340"/>
                    <a:gd name="connsiteY3" fmla="*/ 510540 h 4168140"/>
                    <a:gd name="connsiteX4" fmla="*/ 411480 w 11737340"/>
                    <a:gd name="connsiteY4" fmla="*/ 563880 h 4168140"/>
                    <a:gd name="connsiteX5" fmla="*/ 472440 w 11737340"/>
                    <a:gd name="connsiteY5" fmla="*/ 632460 h 4168140"/>
                    <a:gd name="connsiteX6" fmla="*/ 601980 w 11737340"/>
                    <a:gd name="connsiteY6" fmla="*/ 708660 h 4168140"/>
                    <a:gd name="connsiteX7" fmla="*/ 739140 w 11737340"/>
                    <a:gd name="connsiteY7" fmla="*/ 784860 h 4168140"/>
                    <a:gd name="connsiteX8" fmla="*/ 861060 w 11737340"/>
                    <a:gd name="connsiteY8" fmla="*/ 868680 h 4168140"/>
                    <a:gd name="connsiteX9" fmla="*/ 944880 w 11737340"/>
                    <a:gd name="connsiteY9" fmla="*/ 952500 h 4168140"/>
                    <a:gd name="connsiteX10" fmla="*/ 1021080 w 11737340"/>
                    <a:gd name="connsiteY10" fmla="*/ 1005840 h 4168140"/>
                    <a:gd name="connsiteX11" fmla="*/ 1097280 w 11737340"/>
                    <a:gd name="connsiteY11" fmla="*/ 1043940 h 4168140"/>
                    <a:gd name="connsiteX12" fmla="*/ 1181100 w 11737340"/>
                    <a:gd name="connsiteY12" fmla="*/ 1104900 h 4168140"/>
                    <a:gd name="connsiteX13" fmla="*/ 1249680 w 11737340"/>
                    <a:gd name="connsiteY13" fmla="*/ 1150620 h 4168140"/>
                    <a:gd name="connsiteX14" fmla="*/ 1341120 w 11737340"/>
                    <a:gd name="connsiteY14" fmla="*/ 1196340 h 4168140"/>
                    <a:gd name="connsiteX15" fmla="*/ 1417320 w 11737340"/>
                    <a:gd name="connsiteY15" fmla="*/ 1257300 h 4168140"/>
                    <a:gd name="connsiteX16" fmla="*/ 1493520 w 11737340"/>
                    <a:gd name="connsiteY16" fmla="*/ 1333500 h 4168140"/>
                    <a:gd name="connsiteX17" fmla="*/ 1569720 w 11737340"/>
                    <a:gd name="connsiteY17" fmla="*/ 1356360 h 4168140"/>
                    <a:gd name="connsiteX18" fmla="*/ 1684020 w 11737340"/>
                    <a:gd name="connsiteY18" fmla="*/ 1424940 h 4168140"/>
                    <a:gd name="connsiteX19" fmla="*/ 1729740 w 11737340"/>
                    <a:gd name="connsiteY19" fmla="*/ 1485900 h 4168140"/>
                    <a:gd name="connsiteX20" fmla="*/ 1844040 w 11737340"/>
                    <a:gd name="connsiteY20" fmla="*/ 1569720 h 4168140"/>
                    <a:gd name="connsiteX21" fmla="*/ 1935480 w 11737340"/>
                    <a:gd name="connsiteY21" fmla="*/ 1615440 h 4168140"/>
                    <a:gd name="connsiteX22" fmla="*/ 2049780 w 11737340"/>
                    <a:gd name="connsiteY22" fmla="*/ 1691640 h 4168140"/>
                    <a:gd name="connsiteX23" fmla="*/ 2133600 w 11737340"/>
                    <a:gd name="connsiteY23" fmla="*/ 1729740 h 4168140"/>
                    <a:gd name="connsiteX24" fmla="*/ 2202180 w 11737340"/>
                    <a:gd name="connsiteY24" fmla="*/ 1805940 h 4168140"/>
                    <a:gd name="connsiteX25" fmla="*/ 2255520 w 11737340"/>
                    <a:gd name="connsiteY25" fmla="*/ 1821180 h 4168140"/>
                    <a:gd name="connsiteX26" fmla="*/ 2316480 w 11737340"/>
                    <a:gd name="connsiteY26" fmla="*/ 1866900 h 4168140"/>
                    <a:gd name="connsiteX27" fmla="*/ 2423160 w 11737340"/>
                    <a:gd name="connsiteY27" fmla="*/ 2004060 h 4168140"/>
                    <a:gd name="connsiteX28" fmla="*/ 2476500 w 11737340"/>
                    <a:gd name="connsiteY28" fmla="*/ 2087880 h 4168140"/>
                    <a:gd name="connsiteX29" fmla="*/ 2567940 w 11737340"/>
                    <a:gd name="connsiteY29" fmla="*/ 2148840 h 4168140"/>
                    <a:gd name="connsiteX30" fmla="*/ 2682240 w 11737340"/>
                    <a:gd name="connsiteY30" fmla="*/ 2186940 h 4168140"/>
                    <a:gd name="connsiteX31" fmla="*/ 2743200 w 11737340"/>
                    <a:gd name="connsiteY31" fmla="*/ 2209800 h 4168140"/>
                    <a:gd name="connsiteX32" fmla="*/ 2811780 w 11737340"/>
                    <a:gd name="connsiteY32" fmla="*/ 2247900 h 4168140"/>
                    <a:gd name="connsiteX33" fmla="*/ 2887980 w 11737340"/>
                    <a:gd name="connsiteY33" fmla="*/ 2301240 h 4168140"/>
                    <a:gd name="connsiteX34" fmla="*/ 2979420 w 11737340"/>
                    <a:gd name="connsiteY34" fmla="*/ 2385060 h 4168140"/>
                    <a:gd name="connsiteX35" fmla="*/ 3055620 w 11737340"/>
                    <a:gd name="connsiteY35" fmla="*/ 2461260 h 4168140"/>
                    <a:gd name="connsiteX36" fmla="*/ 3139440 w 11737340"/>
                    <a:gd name="connsiteY36" fmla="*/ 2537460 h 4168140"/>
                    <a:gd name="connsiteX37" fmla="*/ 3261360 w 11737340"/>
                    <a:gd name="connsiteY37" fmla="*/ 2628900 h 4168140"/>
                    <a:gd name="connsiteX38" fmla="*/ 3345180 w 11737340"/>
                    <a:gd name="connsiteY38" fmla="*/ 2720340 h 4168140"/>
                    <a:gd name="connsiteX39" fmla="*/ 3444240 w 11737340"/>
                    <a:gd name="connsiteY39" fmla="*/ 2796540 h 4168140"/>
                    <a:gd name="connsiteX40" fmla="*/ 3558540 w 11737340"/>
                    <a:gd name="connsiteY40" fmla="*/ 2872740 h 4168140"/>
                    <a:gd name="connsiteX41" fmla="*/ 3619500 w 11737340"/>
                    <a:gd name="connsiteY41" fmla="*/ 2979420 h 4168140"/>
                    <a:gd name="connsiteX42" fmla="*/ 3619500 w 11737340"/>
                    <a:gd name="connsiteY42" fmla="*/ 2979420 h 4168140"/>
                    <a:gd name="connsiteX43" fmla="*/ 3649980 w 11737340"/>
                    <a:gd name="connsiteY43" fmla="*/ 3048000 h 4168140"/>
                    <a:gd name="connsiteX44" fmla="*/ 3703320 w 11737340"/>
                    <a:gd name="connsiteY44" fmla="*/ 3086100 h 4168140"/>
                    <a:gd name="connsiteX45" fmla="*/ 3764280 w 11737340"/>
                    <a:gd name="connsiteY45" fmla="*/ 3063240 h 4168140"/>
                    <a:gd name="connsiteX46" fmla="*/ 3848100 w 11737340"/>
                    <a:gd name="connsiteY46" fmla="*/ 3025140 h 4168140"/>
                    <a:gd name="connsiteX47" fmla="*/ 3916680 w 11737340"/>
                    <a:gd name="connsiteY47" fmla="*/ 3032760 h 4168140"/>
                    <a:gd name="connsiteX48" fmla="*/ 4030980 w 11737340"/>
                    <a:gd name="connsiteY48" fmla="*/ 3063240 h 4168140"/>
                    <a:gd name="connsiteX49" fmla="*/ 4137660 w 11737340"/>
                    <a:gd name="connsiteY49" fmla="*/ 3101340 h 4168140"/>
                    <a:gd name="connsiteX50" fmla="*/ 4259580 w 11737340"/>
                    <a:gd name="connsiteY50" fmla="*/ 3147060 h 4168140"/>
                    <a:gd name="connsiteX51" fmla="*/ 4381500 w 11737340"/>
                    <a:gd name="connsiteY51" fmla="*/ 3192780 h 4168140"/>
                    <a:gd name="connsiteX52" fmla="*/ 4526280 w 11737340"/>
                    <a:gd name="connsiteY52" fmla="*/ 3276600 h 4168140"/>
                    <a:gd name="connsiteX53" fmla="*/ 4587240 w 11737340"/>
                    <a:gd name="connsiteY53" fmla="*/ 3299460 h 4168140"/>
                    <a:gd name="connsiteX54" fmla="*/ 4610100 w 11737340"/>
                    <a:gd name="connsiteY54" fmla="*/ 3352800 h 4168140"/>
                    <a:gd name="connsiteX55" fmla="*/ 4648200 w 11737340"/>
                    <a:gd name="connsiteY55" fmla="*/ 3436620 h 4168140"/>
                    <a:gd name="connsiteX56" fmla="*/ 4671060 w 11737340"/>
                    <a:gd name="connsiteY56" fmla="*/ 3520440 h 4168140"/>
                    <a:gd name="connsiteX57" fmla="*/ 4678680 w 11737340"/>
                    <a:gd name="connsiteY57" fmla="*/ 3589020 h 4168140"/>
                    <a:gd name="connsiteX58" fmla="*/ 4686300 w 11737340"/>
                    <a:gd name="connsiteY58" fmla="*/ 3649980 h 4168140"/>
                    <a:gd name="connsiteX59" fmla="*/ 4724400 w 11737340"/>
                    <a:gd name="connsiteY59" fmla="*/ 3680460 h 4168140"/>
                    <a:gd name="connsiteX60" fmla="*/ 4785360 w 11737340"/>
                    <a:gd name="connsiteY60" fmla="*/ 3672840 h 4168140"/>
                    <a:gd name="connsiteX61" fmla="*/ 4869180 w 11737340"/>
                    <a:gd name="connsiteY61" fmla="*/ 3703320 h 4168140"/>
                    <a:gd name="connsiteX62" fmla="*/ 4914900 w 11737340"/>
                    <a:gd name="connsiteY62" fmla="*/ 3756660 h 4168140"/>
                    <a:gd name="connsiteX63" fmla="*/ 5105400 w 11737340"/>
                    <a:gd name="connsiteY63" fmla="*/ 3832860 h 4168140"/>
                    <a:gd name="connsiteX64" fmla="*/ 5173980 w 11737340"/>
                    <a:gd name="connsiteY64" fmla="*/ 3886200 h 4168140"/>
                    <a:gd name="connsiteX65" fmla="*/ 5242560 w 11737340"/>
                    <a:gd name="connsiteY65" fmla="*/ 3924300 h 4168140"/>
                    <a:gd name="connsiteX66" fmla="*/ 5364480 w 11737340"/>
                    <a:gd name="connsiteY66" fmla="*/ 3962400 h 4168140"/>
                    <a:gd name="connsiteX67" fmla="*/ 5516880 w 11737340"/>
                    <a:gd name="connsiteY67" fmla="*/ 4046220 h 4168140"/>
                    <a:gd name="connsiteX68" fmla="*/ 5585460 w 11737340"/>
                    <a:gd name="connsiteY68" fmla="*/ 4099560 h 4168140"/>
                    <a:gd name="connsiteX69" fmla="*/ 5661660 w 11737340"/>
                    <a:gd name="connsiteY69" fmla="*/ 4122420 h 4168140"/>
                    <a:gd name="connsiteX70" fmla="*/ 5745480 w 11737340"/>
                    <a:gd name="connsiteY70" fmla="*/ 4130040 h 4168140"/>
                    <a:gd name="connsiteX71" fmla="*/ 5836920 w 11737340"/>
                    <a:gd name="connsiteY71" fmla="*/ 4130040 h 4168140"/>
                    <a:gd name="connsiteX72" fmla="*/ 5951220 w 11737340"/>
                    <a:gd name="connsiteY72" fmla="*/ 4145280 h 4168140"/>
                    <a:gd name="connsiteX73" fmla="*/ 6035040 w 11737340"/>
                    <a:gd name="connsiteY73" fmla="*/ 4168140 h 4168140"/>
                    <a:gd name="connsiteX74" fmla="*/ 6149340 w 11737340"/>
                    <a:gd name="connsiteY74" fmla="*/ 4137660 h 4168140"/>
                    <a:gd name="connsiteX75" fmla="*/ 6286500 w 11737340"/>
                    <a:gd name="connsiteY75" fmla="*/ 4114800 h 4168140"/>
                    <a:gd name="connsiteX76" fmla="*/ 6393180 w 11737340"/>
                    <a:gd name="connsiteY76" fmla="*/ 4053840 h 4168140"/>
                    <a:gd name="connsiteX77" fmla="*/ 6484620 w 11737340"/>
                    <a:gd name="connsiteY77" fmla="*/ 4038600 h 4168140"/>
                    <a:gd name="connsiteX78" fmla="*/ 6583680 w 11737340"/>
                    <a:gd name="connsiteY78" fmla="*/ 3970020 h 4168140"/>
                    <a:gd name="connsiteX79" fmla="*/ 6697980 w 11737340"/>
                    <a:gd name="connsiteY79" fmla="*/ 3886200 h 4168140"/>
                    <a:gd name="connsiteX80" fmla="*/ 6751320 w 11737340"/>
                    <a:gd name="connsiteY80" fmla="*/ 3822700 h 4168140"/>
                    <a:gd name="connsiteX81" fmla="*/ 6855460 w 11737340"/>
                    <a:gd name="connsiteY81" fmla="*/ 3764280 h 4168140"/>
                    <a:gd name="connsiteX82" fmla="*/ 6972300 w 11737340"/>
                    <a:gd name="connsiteY82" fmla="*/ 3642360 h 4168140"/>
                    <a:gd name="connsiteX83" fmla="*/ 7056120 w 11737340"/>
                    <a:gd name="connsiteY83" fmla="*/ 3528060 h 4168140"/>
                    <a:gd name="connsiteX84" fmla="*/ 7165340 w 11737340"/>
                    <a:gd name="connsiteY84" fmla="*/ 3454400 h 4168140"/>
                    <a:gd name="connsiteX85" fmla="*/ 7287260 w 11737340"/>
                    <a:gd name="connsiteY85" fmla="*/ 3296920 h 4168140"/>
                    <a:gd name="connsiteX86" fmla="*/ 7338060 w 11737340"/>
                    <a:gd name="connsiteY86" fmla="*/ 3200400 h 4168140"/>
                    <a:gd name="connsiteX87" fmla="*/ 7383780 w 11737340"/>
                    <a:gd name="connsiteY87" fmla="*/ 3144520 h 4168140"/>
                    <a:gd name="connsiteX88" fmla="*/ 7444740 w 11737340"/>
                    <a:gd name="connsiteY88" fmla="*/ 3093720 h 4168140"/>
                    <a:gd name="connsiteX89" fmla="*/ 7513320 w 11737340"/>
                    <a:gd name="connsiteY89" fmla="*/ 3101340 h 4168140"/>
                    <a:gd name="connsiteX90" fmla="*/ 7576820 w 11737340"/>
                    <a:gd name="connsiteY90" fmla="*/ 3093720 h 4168140"/>
                    <a:gd name="connsiteX91" fmla="*/ 7729220 w 11737340"/>
                    <a:gd name="connsiteY91" fmla="*/ 3136900 h 4168140"/>
                    <a:gd name="connsiteX92" fmla="*/ 7833360 w 11737340"/>
                    <a:gd name="connsiteY92" fmla="*/ 3180080 h 4168140"/>
                    <a:gd name="connsiteX93" fmla="*/ 7967980 w 11737340"/>
                    <a:gd name="connsiteY93" fmla="*/ 3208020 h 4168140"/>
                    <a:gd name="connsiteX94" fmla="*/ 8161020 w 11737340"/>
                    <a:gd name="connsiteY94" fmla="*/ 3296920 h 4168140"/>
                    <a:gd name="connsiteX95" fmla="*/ 8293100 w 11737340"/>
                    <a:gd name="connsiteY95" fmla="*/ 3370580 h 4168140"/>
                    <a:gd name="connsiteX96" fmla="*/ 8371840 w 11737340"/>
                    <a:gd name="connsiteY96" fmla="*/ 3395980 h 4168140"/>
                    <a:gd name="connsiteX97" fmla="*/ 8468360 w 11737340"/>
                    <a:gd name="connsiteY97" fmla="*/ 3434080 h 4168140"/>
                    <a:gd name="connsiteX98" fmla="*/ 8582660 w 11737340"/>
                    <a:gd name="connsiteY98" fmla="*/ 3528060 h 4168140"/>
                    <a:gd name="connsiteX99" fmla="*/ 8641080 w 11737340"/>
                    <a:gd name="connsiteY99" fmla="*/ 3566160 h 4168140"/>
                    <a:gd name="connsiteX100" fmla="*/ 8702040 w 11737340"/>
                    <a:gd name="connsiteY100" fmla="*/ 3604260 h 4168140"/>
                    <a:gd name="connsiteX101" fmla="*/ 8763000 w 11737340"/>
                    <a:gd name="connsiteY101" fmla="*/ 3634740 h 4168140"/>
                    <a:gd name="connsiteX102" fmla="*/ 8846820 w 11737340"/>
                    <a:gd name="connsiteY102" fmla="*/ 3632200 h 4168140"/>
                    <a:gd name="connsiteX103" fmla="*/ 8968740 w 11737340"/>
                    <a:gd name="connsiteY103" fmla="*/ 3634740 h 4168140"/>
                    <a:gd name="connsiteX104" fmla="*/ 9060180 w 11737340"/>
                    <a:gd name="connsiteY104" fmla="*/ 3642360 h 4168140"/>
                    <a:gd name="connsiteX105" fmla="*/ 9151620 w 11737340"/>
                    <a:gd name="connsiteY105" fmla="*/ 3657600 h 4168140"/>
                    <a:gd name="connsiteX106" fmla="*/ 9230360 w 11737340"/>
                    <a:gd name="connsiteY106" fmla="*/ 3657600 h 4168140"/>
                    <a:gd name="connsiteX107" fmla="*/ 9331960 w 11737340"/>
                    <a:gd name="connsiteY107" fmla="*/ 3629660 h 4168140"/>
                    <a:gd name="connsiteX108" fmla="*/ 9433560 w 11737340"/>
                    <a:gd name="connsiteY108" fmla="*/ 3589020 h 4168140"/>
                    <a:gd name="connsiteX109" fmla="*/ 9535160 w 11737340"/>
                    <a:gd name="connsiteY109" fmla="*/ 3540760 h 4168140"/>
                    <a:gd name="connsiteX110" fmla="*/ 9646920 w 11737340"/>
                    <a:gd name="connsiteY110" fmla="*/ 3489960 h 4168140"/>
                    <a:gd name="connsiteX111" fmla="*/ 9784080 w 11737340"/>
                    <a:gd name="connsiteY111" fmla="*/ 3444240 h 4168140"/>
                    <a:gd name="connsiteX112" fmla="*/ 9860280 w 11737340"/>
                    <a:gd name="connsiteY112" fmla="*/ 3383280 h 4168140"/>
                    <a:gd name="connsiteX113" fmla="*/ 9921240 w 11737340"/>
                    <a:gd name="connsiteY113" fmla="*/ 3314700 h 4168140"/>
                    <a:gd name="connsiteX114" fmla="*/ 9997440 w 11737340"/>
                    <a:gd name="connsiteY114" fmla="*/ 3208020 h 4168140"/>
                    <a:gd name="connsiteX115" fmla="*/ 10043160 w 11737340"/>
                    <a:gd name="connsiteY115" fmla="*/ 3101340 h 4168140"/>
                    <a:gd name="connsiteX116" fmla="*/ 10104120 w 11737340"/>
                    <a:gd name="connsiteY116" fmla="*/ 3017520 h 4168140"/>
                    <a:gd name="connsiteX117" fmla="*/ 10157460 w 11737340"/>
                    <a:gd name="connsiteY117" fmla="*/ 2933700 h 4168140"/>
                    <a:gd name="connsiteX118" fmla="*/ 10218420 w 11737340"/>
                    <a:gd name="connsiteY118" fmla="*/ 2849880 h 4168140"/>
                    <a:gd name="connsiteX119" fmla="*/ 10294620 w 11737340"/>
                    <a:gd name="connsiteY119" fmla="*/ 2735580 h 4168140"/>
                    <a:gd name="connsiteX120" fmla="*/ 10347960 w 11737340"/>
                    <a:gd name="connsiteY120" fmla="*/ 2621280 h 4168140"/>
                    <a:gd name="connsiteX121" fmla="*/ 10431780 w 11737340"/>
                    <a:gd name="connsiteY121" fmla="*/ 2499360 h 4168140"/>
                    <a:gd name="connsiteX122" fmla="*/ 10500360 w 11737340"/>
                    <a:gd name="connsiteY122" fmla="*/ 2354580 h 4168140"/>
                    <a:gd name="connsiteX123" fmla="*/ 10553700 w 11737340"/>
                    <a:gd name="connsiteY123" fmla="*/ 2263140 h 4168140"/>
                    <a:gd name="connsiteX124" fmla="*/ 10584180 w 11737340"/>
                    <a:gd name="connsiteY124" fmla="*/ 2194560 h 4168140"/>
                    <a:gd name="connsiteX125" fmla="*/ 10624820 w 11737340"/>
                    <a:gd name="connsiteY125" fmla="*/ 2125980 h 4168140"/>
                    <a:gd name="connsiteX126" fmla="*/ 10675620 w 11737340"/>
                    <a:gd name="connsiteY126" fmla="*/ 2049780 h 4168140"/>
                    <a:gd name="connsiteX127" fmla="*/ 10690860 w 11737340"/>
                    <a:gd name="connsiteY127" fmla="*/ 1988820 h 4168140"/>
                    <a:gd name="connsiteX128" fmla="*/ 10713720 w 11737340"/>
                    <a:gd name="connsiteY128" fmla="*/ 1927860 h 4168140"/>
                    <a:gd name="connsiteX129" fmla="*/ 10767060 w 11737340"/>
                    <a:gd name="connsiteY129" fmla="*/ 1859280 h 4168140"/>
                    <a:gd name="connsiteX130" fmla="*/ 10873740 w 11737340"/>
                    <a:gd name="connsiteY130" fmla="*/ 1828800 h 4168140"/>
                    <a:gd name="connsiteX131" fmla="*/ 11079480 w 11737340"/>
                    <a:gd name="connsiteY131" fmla="*/ 1767840 h 4168140"/>
                    <a:gd name="connsiteX132" fmla="*/ 11247120 w 11737340"/>
                    <a:gd name="connsiteY132" fmla="*/ 1684020 h 4168140"/>
                    <a:gd name="connsiteX133" fmla="*/ 11407140 w 11737340"/>
                    <a:gd name="connsiteY133" fmla="*/ 1628140 h 4168140"/>
                    <a:gd name="connsiteX134" fmla="*/ 11490960 w 11737340"/>
                    <a:gd name="connsiteY134" fmla="*/ 1577340 h 4168140"/>
                    <a:gd name="connsiteX135" fmla="*/ 11635740 w 11737340"/>
                    <a:gd name="connsiteY135" fmla="*/ 1508760 h 4168140"/>
                    <a:gd name="connsiteX136" fmla="*/ 11737340 w 11737340"/>
                    <a:gd name="connsiteY136" fmla="*/ 1442720 h 4168140"/>
                    <a:gd name="connsiteX137" fmla="*/ 11620500 w 11737340"/>
                    <a:gd name="connsiteY137" fmla="*/ 1417320 h 4168140"/>
                    <a:gd name="connsiteX138" fmla="*/ 11567160 w 11737340"/>
                    <a:gd name="connsiteY138" fmla="*/ 1379220 h 4168140"/>
                    <a:gd name="connsiteX139" fmla="*/ 11498580 w 11737340"/>
                    <a:gd name="connsiteY139" fmla="*/ 1318260 h 4168140"/>
                    <a:gd name="connsiteX140" fmla="*/ 11468100 w 11737340"/>
                    <a:gd name="connsiteY140" fmla="*/ 1280160 h 4168140"/>
                    <a:gd name="connsiteX141" fmla="*/ 11442700 w 11737340"/>
                    <a:gd name="connsiteY141" fmla="*/ 1231900 h 4168140"/>
                    <a:gd name="connsiteX142" fmla="*/ 11384280 w 11737340"/>
                    <a:gd name="connsiteY142" fmla="*/ 1310640 h 4168140"/>
                    <a:gd name="connsiteX143" fmla="*/ 11353800 w 11737340"/>
                    <a:gd name="connsiteY143" fmla="*/ 1356360 h 4168140"/>
                    <a:gd name="connsiteX144" fmla="*/ 11224260 w 11737340"/>
                    <a:gd name="connsiteY144" fmla="*/ 1417320 h 4168140"/>
                    <a:gd name="connsiteX145" fmla="*/ 11109960 w 11737340"/>
                    <a:gd name="connsiteY145" fmla="*/ 1463040 h 4168140"/>
                    <a:gd name="connsiteX146" fmla="*/ 10911840 w 11737340"/>
                    <a:gd name="connsiteY146" fmla="*/ 1524000 h 4168140"/>
                    <a:gd name="connsiteX147" fmla="*/ 10774680 w 11737340"/>
                    <a:gd name="connsiteY147" fmla="*/ 1546860 h 4168140"/>
                    <a:gd name="connsiteX148" fmla="*/ 10675620 w 11737340"/>
                    <a:gd name="connsiteY148" fmla="*/ 1615440 h 4168140"/>
                    <a:gd name="connsiteX149" fmla="*/ 10568940 w 11737340"/>
                    <a:gd name="connsiteY149" fmla="*/ 1676400 h 4168140"/>
                    <a:gd name="connsiteX150" fmla="*/ 10485120 w 11737340"/>
                    <a:gd name="connsiteY150" fmla="*/ 1760220 h 4168140"/>
                    <a:gd name="connsiteX151" fmla="*/ 10454640 w 11737340"/>
                    <a:gd name="connsiteY151" fmla="*/ 1836420 h 4168140"/>
                    <a:gd name="connsiteX152" fmla="*/ 10416540 w 11737340"/>
                    <a:gd name="connsiteY152" fmla="*/ 1927860 h 4168140"/>
                    <a:gd name="connsiteX153" fmla="*/ 10401300 w 11737340"/>
                    <a:gd name="connsiteY153" fmla="*/ 2004060 h 4168140"/>
                    <a:gd name="connsiteX154" fmla="*/ 10363200 w 11737340"/>
                    <a:gd name="connsiteY154" fmla="*/ 2095500 h 4168140"/>
                    <a:gd name="connsiteX155" fmla="*/ 10317480 w 11737340"/>
                    <a:gd name="connsiteY155" fmla="*/ 2225040 h 4168140"/>
                    <a:gd name="connsiteX156" fmla="*/ 10287000 w 11737340"/>
                    <a:gd name="connsiteY156" fmla="*/ 2346960 h 4168140"/>
                    <a:gd name="connsiteX157" fmla="*/ 10218420 w 11737340"/>
                    <a:gd name="connsiteY157" fmla="*/ 2499360 h 4168140"/>
                    <a:gd name="connsiteX158" fmla="*/ 10134600 w 11737340"/>
                    <a:gd name="connsiteY158" fmla="*/ 2621280 h 4168140"/>
                    <a:gd name="connsiteX159" fmla="*/ 10043160 w 11737340"/>
                    <a:gd name="connsiteY159" fmla="*/ 2735580 h 4168140"/>
                    <a:gd name="connsiteX160" fmla="*/ 9974580 w 11737340"/>
                    <a:gd name="connsiteY160" fmla="*/ 2857500 h 4168140"/>
                    <a:gd name="connsiteX161" fmla="*/ 9906000 w 11737340"/>
                    <a:gd name="connsiteY161" fmla="*/ 2941320 h 4168140"/>
                    <a:gd name="connsiteX162" fmla="*/ 9860280 w 11737340"/>
                    <a:gd name="connsiteY162" fmla="*/ 3032760 h 4168140"/>
                    <a:gd name="connsiteX163" fmla="*/ 9806940 w 11737340"/>
                    <a:gd name="connsiteY163" fmla="*/ 3116580 h 4168140"/>
                    <a:gd name="connsiteX164" fmla="*/ 9715500 w 11737340"/>
                    <a:gd name="connsiteY164" fmla="*/ 3208020 h 4168140"/>
                    <a:gd name="connsiteX165" fmla="*/ 9616440 w 11737340"/>
                    <a:gd name="connsiteY165" fmla="*/ 3261360 h 4168140"/>
                    <a:gd name="connsiteX166" fmla="*/ 9532620 w 11737340"/>
                    <a:gd name="connsiteY166" fmla="*/ 3329940 h 4168140"/>
                    <a:gd name="connsiteX167" fmla="*/ 9471660 w 11737340"/>
                    <a:gd name="connsiteY167" fmla="*/ 3375660 h 4168140"/>
                    <a:gd name="connsiteX168" fmla="*/ 9410700 w 11737340"/>
                    <a:gd name="connsiteY168" fmla="*/ 3429000 h 4168140"/>
                    <a:gd name="connsiteX169" fmla="*/ 9288780 w 11737340"/>
                    <a:gd name="connsiteY169" fmla="*/ 3436620 h 4168140"/>
                    <a:gd name="connsiteX170" fmla="*/ 9166860 w 11737340"/>
                    <a:gd name="connsiteY170" fmla="*/ 3444240 h 4168140"/>
                    <a:gd name="connsiteX171" fmla="*/ 9029700 w 11737340"/>
                    <a:gd name="connsiteY171" fmla="*/ 3413760 h 4168140"/>
                    <a:gd name="connsiteX172" fmla="*/ 8823960 w 11737340"/>
                    <a:gd name="connsiteY172" fmla="*/ 3360420 h 4168140"/>
                    <a:gd name="connsiteX173" fmla="*/ 8679180 w 11737340"/>
                    <a:gd name="connsiteY173" fmla="*/ 3329940 h 4168140"/>
                    <a:gd name="connsiteX174" fmla="*/ 8572500 w 11737340"/>
                    <a:gd name="connsiteY174" fmla="*/ 3276600 h 4168140"/>
                    <a:gd name="connsiteX175" fmla="*/ 8465820 w 11737340"/>
                    <a:gd name="connsiteY175" fmla="*/ 3215640 h 4168140"/>
                    <a:gd name="connsiteX176" fmla="*/ 8321040 w 11737340"/>
                    <a:gd name="connsiteY176" fmla="*/ 3177540 h 4168140"/>
                    <a:gd name="connsiteX177" fmla="*/ 8199120 w 11737340"/>
                    <a:gd name="connsiteY177" fmla="*/ 3131820 h 4168140"/>
                    <a:gd name="connsiteX178" fmla="*/ 8069580 w 11737340"/>
                    <a:gd name="connsiteY178" fmla="*/ 3078480 h 4168140"/>
                    <a:gd name="connsiteX179" fmla="*/ 7917180 w 11737340"/>
                    <a:gd name="connsiteY179" fmla="*/ 2994660 h 4168140"/>
                    <a:gd name="connsiteX180" fmla="*/ 7787640 w 11737340"/>
                    <a:gd name="connsiteY180" fmla="*/ 2971800 h 4168140"/>
                    <a:gd name="connsiteX181" fmla="*/ 7719060 w 11737340"/>
                    <a:gd name="connsiteY181" fmla="*/ 2933700 h 4168140"/>
                    <a:gd name="connsiteX182" fmla="*/ 7612380 w 11737340"/>
                    <a:gd name="connsiteY182" fmla="*/ 2903220 h 4168140"/>
                    <a:gd name="connsiteX183" fmla="*/ 7566660 w 11737340"/>
                    <a:gd name="connsiteY183" fmla="*/ 2887980 h 4168140"/>
                    <a:gd name="connsiteX184" fmla="*/ 7551420 w 11737340"/>
                    <a:gd name="connsiteY184" fmla="*/ 2849880 h 4168140"/>
                    <a:gd name="connsiteX185" fmla="*/ 7533640 w 11737340"/>
                    <a:gd name="connsiteY185" fmla="*/ 2788920 h 4168140"/>
                    <a:gd name="connsiteX186" fmla="*/ 7475220 w 11737340"/>
                    <a:gd name="connsiteY186" fmla="*/ 2857500 h 4168140"/>
                    <a:gd name="connsiteX187" fmla="*/ 7414260 w 11737340"/>
                    <a:gd name="connsiteY187" fmla="*/ 2887980 h 4168140"/>
                    <a:gd name="connsiteX188" fmla="*/ 7345680 w 11737340"/>
                    <a:gd name="connsiteY188" fmla="*/ 2971800 h 4168140"/>
                    <a:gd name="connsiteX189" fmla="*/ 7315200 w 11737340"/>
                    <a:gd name="connsiteY189" fmla="*/ 2994660 h 4168140"/>
                    <a:gd name="connsiteX190" fmla="*/ 7261860 w 11737340"/>
                    <a:gd name="connsiteY190" fmla="*/ 3009900 h 4168140"/>
                    <a:gd name="connsiteX191" fmla="*/ 7193280 w 11737340"/>
                    <a:gd name="connsiteY191" fmla="*/ 3025140 h 4168140"/>
                    <a:gd name="connsiteX192" fmla="*/ 7155180 w 11737340"/>
                    <a:gd name="connsiteY192" fmla="*/ 3078480 h 4168140"/>
                    <a:gd name="connsiteX193" fmla="*/ 7109460 w 11737340"/>
                    <a:gd name="connsiteY193" fmla="*/ 3154680 h 4168140"/>
                    <a:gd name="connsiteX194" fmla="*/ 7048500 w 11737340"/>
                    <a:gd name="connsiteY194" fmla="*/ 3246120 h 4168140"/>
                    <a:gd name="connsiteX195" fmla="*/ 6995160 w 11737340"/>
                    <a:gd name="connsiteY195" fmla="*/ 3307080 h 4168140"/>
                    <a:gd name="connsiteX196" fmla="*/ 6972300 w 11737340"/>
                    <a:gd name="connsiteY196" fmla="*/ 3352800 h 4168140"/>
                    <a:gd name="connsiteX197" fmla="*/ 6949440 w 11737340"/>
                    <a:gd name="connsiteY197" fmla="*/ 3413760 h 4168140"/>
                    <a:gd name="connsiteX198" fmla="*/ 6949440 w 11737340"/>
                    <a:gd name="connsiteY198" fmla="*/ 3413760 h 4168140"/>
                    <a:gd name="connsiteX199" fmla="*/ 6911340 w 11737340"/>
                    <a:gd name="connsiteY199" fmla="*/ 3474720 h 4168140"/>
                    <a:gd name="connsiteX200" fmla="*/ 6888480 w 11737340"/>
                    <a:gd name="connsiteY200" fmla="*/ 3505200 h 4168140"/>
                    <a:gd name="connsiteX201" fmla="*/ 6819900 w 11737340"/>
                    <a:gd name="connsiteY201" fmla="*/ 3566160 h 4168140"/>
                    <a:gd name="connsiteX202" fmla="*/ 6743700 w 11737340"/>
                    <a:gd name="connsiteY202" fmla="*/ 3581400 h 4168140"/>
                    <a:gd name="connsiteX203" fmla="*/ 6675120 w 11737340"/>
                    <a:gd name="connsiteY203" fmla="*/ 3657600 h 4168140"/>
                    <a:gd name="connsiteX204" fmla="*/ 6629400 w 11737340"/>
                    <a:gd name="connsiteY204" fmla="*/ 3718560 h 4168140"/>
                    <a:gd name="connsiteX205" fmla="*/ 6576060 w 11737340"/>
                    <a:gd name="connsiteY205" fmla="*/ 3779520 h 4168140"/>
                    <a:gd name="connsiteX206" fmla="*/ 6484620 w 11737340"/>
                    <a:gd name="connsiteY206" fmla="*/ 3817620 h 4168140"/>
                    <a:gd name="connsiteX207" fmla="*/ 6400800 w 11737340"/>
                    <a:gd name="connsiteY207" fmla="*/ 3832860 h 4168140"/>
                    <a:gd name="connsiteX208" fmla="*/ 6263640 w 11737340"/>
                    <a:gd name="connsiteY208" fmla="*/ 3870960 h 4168140"/>
                    <a:gd name="connsiteX209" fmla="*/ 6126480 w 11737340"/>
                    <a:gd name="connsiteY209" fmla="*/ 3901440 h 4168140"/>
                    <a:gd name="connsiteX210" fmla="*/ 6027420 w 11737340"/>
                    <a:gd name="connsiteY210" fmla="*/ 3916680 h 4168140"/>
                    <a:gd name="connsiteX211" fmla="*/ 5890260 w 11737340"/>
                    <a:gd name="connsiteY211" fmla="*/ 3878580 h 4168140"/>
                    <a:gd name="connsiteX212" fmla="*/ 5821680 w 11737340"/>
                    <a:gd name="connsiteY212" fmla="*/ 3863340 h 4168140"/>
                    <a:gd name="connsiteX213" fmla="*/ 5737860 w 11737340"/>
                    <a:gd name="connsiteY213" fmla="*/ 3825240 h 4168140"/>
                    <a:gd name="connsiteX214" fmla="*/ 5638800 w 11737340"/>
                    <a:gd name="connsiteY214" fmla="*/ 3794760 h 4168140"/>
                    <a:gd name="connsiteX215" fmla="*/ 5524500 w 11737340"/>
                    <a:gd name="connsiteY215" fmla="*/ 3756660 h 4168140"/>
                    <a:gd name="connsiteX216" fmla="*/ 5448300 w 11737340"/>
                    <a:gd name="connsiteY216" fmla="*/ 3718560 h 4168140"/>
                    <a:gd name="connsiteX217" fmla="*/ 5349240 w 11737340"/>
                    <a:gd name="connsiteY217" fmla="*/ 3657600 h 4168140"/>
                    <a:gd name="connsiteX218" fmla="*/ 5295900 w 11737340"/>
                    <a:gd name="connsiteY218" fmla="*/ 3619500 h 4168140"/>
                    <a:gd name="connsiteX219" fmla="*/ 5234940 w 11737340"/>
                    <a:gd name="connsiteY219" fmla="*/ 3596640 h 4168140"/>
                    <a:gd name="connsiteX220" fmla="*/ 5135880 w 11737340"/>
                    <a:gd name="connsiteY220" fmla="*/ 3550920 h 4168140"/>
                    <a:gd name="connsiteX221" fmla="*/ 5059680 w 11737340"/>
                    <a:gd name="connsiteY221" fmla="*/ 3505200 h 4168140"/>
                    <a:gd name="connsiteX222" fmla="*/ 5029200 w 11737340"/>
                    <a:gd name="connsiteY222" fmla="*/ 3482340 h 4168140"/>
                    <a:gd name="connsiteX223" fmla="*/ 4960620 w 11737340"/>
                    <a:gd name="connsiteY223" fmla="*/ 3413760 h 4168140"/>
                    <a:gd name="connsiteX224" fmla="*/ 4876800 w 11737340"/>
                    <a:gd name="connsiteY224" fmla="*/ 3299460 h 4168140"/>
                    <a:gd name="connsiteX225" fmla="*/ 4808220 w 11737340"/>
                    <a:gd name="connsiteY225" fmla="*/ 3200400 h 4168140"/>
                    <a:gd name="connsiteX226" fmla="*/ 4777740 w 11737340"/>
                    <a:gd name="connsiteY226" fmla="*/ 3147060 h 4168140"/>
                    <a:gd name="connsiteX227" fmla="*/ 4724400 w 11737340"/>
                    <a:gd name="connsiteY227" fmla="*/ 3108960 h 4168140"/>
                    <a:gd name="connsiteX228" fmla="*/ 4648200 w 11737340"/>
                    <a:gd name="connsiteY228" fmla="*/ 3063240 h 4168140"/>
                    <a:gd name="connsiteX229" fmla="*/ 4533900 w 11737340"/>
                    <a:gd name="connsiteY229" fmla="*/ 2979420 h 4168140"/>
                    <a:gd name="connsiteX230" fmla="*/ 4427220 w 11737340"/>
                    <a:gd name="connsiteY230" fmla="*/ 2941320 h 4168140"/>
                    <a:gd name="connsiteX231" fmla="*/ 4366260 w 11737340"/>
                    <a:gd name="connsiteY231" fmla="*/ 2903220 h 4168140"/>
                    <a:gd name="connsiteX232" fmla="*/ 4244340 w 11737340"/>
                    <a:gd name="connsiteY232" fmla="*/ 2842260 h 4168140"/>
                    <a:gd name="connsiteX233" fmla="*/ 4145280 w 11737340"/>
                    <a:gd name="connsiteY233" fmla="*/ 2811780 h 4168140"/>
                    <a:gd name="connsiteX234" fmla="*/ 4038600 w 11737340"/>
                    <a:gd name="connsiteY234" fmla="*/ 2804160 h 4168140"/>
                    <a:gd name="connsiteX235" fmla="*/ 3954780 w 11737340"/>
                    <a:gd name="connsiteY235" fmla="*/ 2819400 h 4168140"/>
                    <a:gd name="connsiteX236" fmla="*/ 3863340 w 11737340"/>
                    <a:gd name="connsiteY236" fmla="*/ 2804160 h 4168140"/>
                    <a:gd name="connsiteX237" fmla="*/ 3741420 w 11737340"/>
                    <a:gd name="connsiteY237" fmla="*/ 2781300 h 4168140"/>
                    <a:gd name="connsiteX238" fmla="*/ 3649980 w 11737340"/>
                    <a:gd name="connsiteY238" fmla="*/ 2743200 h 4168140"/>
                    <a:gd name="connsiteX239" fmla="*/ 3573780 w 11737340"/>
                    <a:gd name="connsiteY239" fmla="*/ 2674620 h 4168140"/>
                    <a:gd name="connsiteX240" fmla="*/ 3482340 w 11737340"/>
                    <a:gd name="connsiteY240" fmla="*/ 2621280 h 4168140"/>
                    <a:gd name="connsiteX241" fmla="*/ 3436620 w 11737340"/>
                    <a:gd name="connsiteY241" fmla="*/ 2552700 h 4168140"/>
                    <a:gd name="connsiteX242" fmla="*/ 3329940 w 11737340"/>
                    <a:gd name="connsiteY242" fmla="*/ 2423160 h 4168140"/>
                    <a:gd name="connsiteX243" fmla="*/ 3261360 w 11737340"/>
                    <a:gd name="connsiteY243" fmla="*/ 2324100 h 4168140"/>
                    <a:gd name="connsiteX244" fmla="*/ 3131820 w 11737340"/>
                    <a:gd name="connsiteY244" fmla="*/ 2209800 h 4168140"/>
                    <a:gd name="connsiteX245" fmla="*/ 3040380 w 11737340"/>
                    <a:gd name="connsiteY245" fmla="*/ 2141220 h 4168140"/>
                    <a:gd name="connsiteX246" fmla="*/ 2910840 w 11737340"/>
                    <a:gd name="connsiteY246" fmla="*/ 2034540 h 4168140"/>
                    <a:gd name="connsiteX247" fmla="*/ 2849880 w 11737340"/>
                    <a:gd name="connsiteY247" fmla="*/ 1958340 h 4168140"/>
                    <a:gd name="connsiteX248" fmla="*/ 2743200 w 11737340"/>
                    <a:gd name="connsiteY248" fmla="*/ 1889760 h 4168140"/>
                    <a:gd name="connsiteX249" fmla="*/ 2659380 w 11737340"/>
                    <a:gd name="connsiteY249" fmla="*/ 1844040 h 4168140"/>
                    <a:gd name="connsiteX250" fmla="*/ 2575560 w 11737340"/>
                    <a:gd name="connsiteY250" fmla="*/ 1744980 h 4168140"/>
                    <a:gd name="connsiteX251" fmla="*/ 2468880 w 11737340"/>
                    <a:gd name="connsiteY251" fmla="*/ 1645920 h 4168140"/>
                    <a:gd name="connsiteX252" fmla="*/ 2400300 w 11737340"/>
                    <a:gd name="connsiteY252" fmla="*/ 1607820 h 4168140"/>
                    <a:gd name="connsiteX253" fmla="*/ 2263140 w 11737340"/>
                    <a:gd name="connsiteY253" fmla="*/ 1501140 h 4168140"/>
                    <a:gd name="connsiteX254" fmla="*/ 2171700 w 11737340"/>
                    <a:gd name="connsiteY254" fmla="*/ 1432560 h 4168140"/>
                    <a:gd name="connsiteX255" fmla="*/ 2087880 w 11737340"/>
                    <a:gd name="connsiteY255" fmla="*/ 1363980 h 4168140"/>
                    <a:gd name="connsiteX256" fmla="*/ 1950720 w 11737340"/>
                    <a:gd name="connsiteY256" fmla="*/ 1272540 h 4168140"/>
                    <a:gd name="connsiteX257" fmla="*/ 1805940 w 11737340"/>
                    <a:gd name="connsiteY257" fmla="*/ 1135380 h 4168140"/>
                    <a:gd name="connsiteX258" fmla="*/ 1729740 w 11737340"/>
                    <a:gd name="connsiteY258" fmla="*/ 1089660 h 4168140"/>
                    <a:gd name="connsiteX259" fmla="*/ 1668780 w 11737340"/>
                    <a:gd name="connsiteY259" fmla="*/ 1043940 h 4168140"/>
                    <a:gd name="connsiteX260" fmla="*/ 1592580 w 11737340"/>
                    <a:gd name="connsiteY260" fmla="*/ 990600 h 4168140"/>
                    <a:gd name="connsiteX261" fmla="*/ 1470660 w 11737340"/>
                    <a:gd name="connsiteY261" fmla="*/ 891540 h 4168140"/>
                    <a:gd name="connsiteX262" fmla="*/ 1386840 w 11737340"/>
                    <a:gd name="connsiteY262" fmla="*/ 845820 h 4168140"/>
                    <a:gd name="connsiteX263" fmla="*/ 1318260 w 11737340"/>
                    <a:gd name="connsiteY263" fmla="*/ 784860 h 4168140"/>
                    <a:gd name="connsiteX264" fmla="*/ 1264920 w 11737340"/>
                    <a:gd name="connsiteY264" fmla="*/ 723900 h 4168140"/>
                    <a:gd name="connsiteX265" fmla="*/ 1181100 w 11737340"/>
                    <a:gd name="connsiteY265" fmla="*/ 647700 h 4168140"/>
                    <a:gd name="connsiteX266" fmla="*/ 1089660 w 11737340"/>
                    <a:gd name="connsiteY266" fmla="*/ 624840 h 4168140"/>
                    <a:gd name="connsiteX267" fmla="*/ 1021080 w 11737340"/>
                    <a:gd name="connsiteY267" fmla="*/ 586740 h 4168140"/>
                    <a:gd name="connsiteX268" fmla="*/ 937260 w 11737340"/>
                    <a:gd name="connsiteY268" fmla="*/ 548640 h 4168140"/>
                    <a:gd name="connsiteX269" fmla="*/ 830580 w 11737340"/>
                    <a:gd name="connsiteY269" fmla="*/ 510540 h 4168140"/>
                    <a:gd name="connsiteX270" fmla="*/ 754380 w 11737340"/>
                    <a:gd name="connsiteY270" fmla="*/ 457200 h 4168140"/>
                    <a:gd name="connsiteX271" fmla="*/ 708660 w 11737340"/>
                    <a:gd name="connsiteY271" fmla="*/ 419100 h 4168140"/>
                    <a:gd name="connsiteX272" fmla="*/ 609600 w 11737340"/>
                    <a:gd name="connsiteY272" fmla="*/ 396240 h 4168140"/>
                    <a:gd name="connsiteX273" fmla="*/ 548640 w 11737340"/>
                    <a:gd name="connsiteY273" fmla="*/ 320040 h 4168140"/>
                    <a:gd name="connsiteX274" fmla="*/ 510540 w 11737340"/>
                    <a:gd name="connsiteY274" fmla="*/ 251460 h 4168140"/>
                    <a:gd name="connsiteX275" fmla="*/ 464820 w 11737340"/>
                    <a:gd name="connsiteY275" fmla="*/ 190500 h 4168140"/>
                    <a:gd name="connsiteX276" fmla="*/ 411480 w 11737340"/>
                    <a:gd name="connsiteY276" fmla="*/ 137160 h 4168140"/>
                    <a:gd name="connsiteX277" fmla="*/ 373380 w 11737340"/>
                    <a:gd name="connsiteY277" fmla="*/ 45720 h 4168140"/>
                    <a:gd name="connsiteX278" fmla="*/ 342900 w 11737340"/>
                    <a:gd name="connsiteY278" fmla="*/ 0 h 4168140"/>
                    <a:gd name="connsiteX279" fmla="*/ 327660 w 11737340"/>
                    <a:gd name="connsiteY279" fmla="*/ 60960 h 4168140"/>
                    <a:gd name="connsiteX280" fmla="*/ 289560 w 11737340"/>
                    <a:gd name="connsiteY280" fmla="*/ 91440 h 4168140"/>
                    <a:gd name="connsiteX281" fmla="*/ 236220 w 11737340"/>
                    <a:gd name="connsiteY281" fmla="*/ 114300 h 4168140"/>
                    <a:gd name="connsiteX282" fmla="*/ 198120 w 11737340"/>
                    <a:gd name="connsiteY282" fmla="*/ 175260 h 4168140"/>
                    <a:gd name="connsiteX283" fmla="*/ 175260 w 11737340"/>
                    <a:gd name="connsiteY283" fmla="*/ 228600 h 4168140"/>
                    <a:gd name="connsiteX284" fmla="*/ 114300 w 11737340"/>
                    <a:gd name="connsiteY284" fmla="*/ 236220 h 4168140"/>
                    <a:gd name="connsiteX285" fmla="*/ 45720 w 11737340"/>
                    <a:gd name="connsiteY285" fmla="*/ 251460 h 4168140"/>
                    <a:gd name="connsiteX286" fmla="*/ 0 w 11737340"/>
                    <a:gd name="connsiteY286" fmla="*/ 281940 h 4168140"/>
                    <a:gd name="connsiteX287" fmla="*/ 68580 w 11737340"/>
                    <a:gd name="connsiteY287" fmla="*/ 320040 h 4168140"/>
                    <a:gd name="connsiteX0" fmla="*/ 68580 w 11737340"/>
                    <a:gd name="connsiteY0" fmla="*/ 320040 h 4168140"/>
                    <a:gd name="connsiteX1" fmla="*/ 121920 w 11737340"/>
                    <a:gd name="connsiteY1" fmla="*/ 381000 h 4168140"/>
                    <a:gd name="connsiteX2" fmla="*/ 198120 w 11737340"/>
                    <a:gd name="connsiteY2" fmla="*/ 419100 h 4168140"/>
                    <a:gd name="connsiteX3" fmla="*/ 320040 w 11737340"/>
                    <a:gd name="connsiteY3" fmla="*/ 510540 h 4168140"/>
                    <a:gd name="connsiteX4" fmla="*/ 411480 w 11737340"/>
                    <a:gd name="connsiteY4" fmla="*/ 563880 h 4168140"/>
                    <a:gd name="connsiteX5" fmla="*/ 472440 w 11737340"/>
                    <a:gd name="connsiteY5" fmla="*/ 632460 h 4168140"/>
                    <a:gd name="connsiteX6" fmla="*/ 601980 w 11737340"/>
                    <a:gd name="connsiteY6" fmla="*/ 708660 h 4168140"/>
                    <a:gd name="connsiteX7" fmla="*/ 739140 w 11737340"/>
                    <a:gd name="connsiteY7" fmla="*/ 784860 h 4168140"/>
                    <a:gd name="connsiteX8" fmla="*/ 861060 w 11737340"/>
                    <a:gd name="connsiteY8" fmla="*/ 868680 h 4168140"/>
                    <a:gd name="connsiteX9" fmla="*/ 944880 w 11737340"/>
                    <a:gd name="connsiteY9" fmla="*/ 952500 h 4168140"/>
                    <a:gd name="connsiteX10" fmla="*/ 1021080 w 11737340"/>
                    <a:gd name="connsiteY10" fmla="*/ 1005840 h 4168140"/>
                    <a:gd name="connsiteX11" fmla="*/ 1097280 w 11737340"/>
                    <a:gd name="connsiteY11" fmla="*/ 1043940 h 4168140"/>
                    <a:gd name="connsiteX12" fmla="*/ 1181100 w 11737340"/>
                    <a:gd name="connsiteY12" fmla="*/ 1104900 h 4168140"/>
                    <a:gd name="connsiteX13" fmla="*/ 1249680 w 11737340"/>
                    <a:gd name="connsiteY13" fmla="*/ 1150620 h 4168140"/>
                    <a:gd name="connsiteX14" fmla="*/ 1341120 w 11737340"/>
                    <a:gd name="connsiteY14" fmla="*/ 1196340 h 4168140"/>
                    <a:gd name="connsiteX15" fmla="*/ 1417320 w 11737340"/>
                    <a:gd name="connsiteY15" fmla="*/ 1257300 h 4168140"/>
                    <a:gd name="connsiteX16" fmla="*/ 1493520 w 11737340"/>
                    <a:gd name="connsiteY16" fmla="*/ 1333500 h 4168140"/>
                    <a:gd name="connsiteX17" fmla="*/ 1569720 w 11737340"/>
                    <a:gd name="connsiteY17" fmla="*/ 1356360 h 4168140"/>
                    <a:gd name="connsiteX18" fmla="*/ 1684020 w 11737340"/>
                    <a:gd name="connsiteY18" fmla="*/ 1424940 h 4168140"/>
                    <a:gd name="connsiteX19" fmla="*/ 1729740 w 11737340"/>
                    <a:gd name="connsiteY19" fmla="*/ 1485900 h 4168140"/>
                    <a:gd name="connsiteX20" fmla="*/ 1844040 w 11737340"/>
                    <a:gd name="connsiteY20" fmla="*/ 1569720 h 4168140"/>
                    <a:gd name="connsiteX21" fmla="*/ 1935480 w 11737340"/>
                    <a:gd name="connsiteY21" fmla="*/ 1615440 h 4168140"/>
                    <a:gd name="connsiteX22" fmla="*/ 2049780 w 11737340"/>
                    <a:gd name="connsiteY22" fmla="*/ 1691640 h 4168140"/>
                    <a:gd name="connsiteX23" fmla="*/ 2133600 w 11737340"/>
                    <a:gd name="connsiteY23" fmla="*/ 1729740 h 4168140"/>
                    <a:gd name="connsiteX24" fmla="*/ 2202180 w 11737340"/>
                    <a:gd name="connsiteY24" fmla="*/ 1805940 h 4168140"/>
                    <a:gd name="connsiteX25" fmla="*/ 2255520 w 11737340"/>
                    <a:gd name="connsiteY25" fmla="*/ 1821180 h 4168140"/>
                    <a:gd name="connsiteX26" fmla="*/ 2316480 w 11737340"/>
                    <a:gd name="connsiteY26" fmla="*/ 1866900 h 4168140"/>
                    <a:gd name="connsiteX27" fmla="*/ 2423160 w 11737340"/>
                    <a:gd name="connsiteY27" fmla="*/ 2004060 h 4168140"/>
                    <a:gd name="connsiteX28" fmla="*/ 2476500 w 11737340"/>
                    <a:gd name="connsiteY28" fmla="*/ 2087880 h 4168140"/>
                    <a:gd name="connsiteX29" fmla="*/ 2567940 w 11737340"/>
                    <a:gd name="connsiteY29" fmla="*/ 2148840 h 4168140"/>
                    <a:gd name="connsiteX30" fmla="*/ 2682240 w 11737340"/>
                    <a:gd name="connsiteY30" fmla="*/ 2186940 h 4168140"/>
                    <a:gd name="connsiteX31" fmla="*/ 2743200 w 11737340"/>
                    <a:gd name="connsiteY31" fmla="*/ 2209800 h 4168140"/>
                    <a:gd name="connsiteX32" fmla="*/ 2811780 w 11737340"/>
                    <a:gd name="connsiteY32" fmla="*/ 2247900 h 4168140"/>
                    <a:gd name="connsiteX33" fmla="*/ 2887980 w 11737340"/>
                    <a:gd name="connsiteY33" fmla="*/ 2301240 h 4168140"/>
                    <a:gd name="connsiteX34" fmla="*/ 2979420 w 11737340"/>
                    <a:gd name="connsiteY34" fmla="*/ 2385060 h 4168140"/>
                    <a:gd name="connsiteX35" fmla="*/ 3055620 w 11737340"/>
                    <a:gd name="connsiteY35" fmla="*/ 2461260 h 4168140"/>
                    <a:gd name="connsiteX36" fmla="*/ 3139440 w 11737340"/>
                    <a:gd name="connsiteY36" fmla="*/ 2537460 h 4168140"/>
                    <a:gd name="connsiteX37" fmla="*/ 3261360 w 11737340"/>
                    <a:gd name="connsiteY37" fmla="*/ 2628900 h 4168140"/>
                    <a:gd name="connsiteX38" fmla="*/ 3345180 w 11737340"/>
                    <a:gd name="connsiteY38" fmla="*/ 2720340 h 4168140"/>
                    <a:gd name="connsiteX39" fmla="*/ 3444240 w 11737340"/>
                    <a:gd name="connsiteY39" fmla="*/ 2796540 h 4168140"/>
                    <a:gd name="connsiteX40" fmla="*/ 3558540 w 11737340"/>
                    <a:gd name="connsiteY40" fmla="*/ 2872740 h 4168140"/>
                    <a:gd name="connsiteX41" fmla="*/ 3619500 w 11737340"/>
                    <a:gd name="connsiteY41" fmla="*/ 2979420 h 4168140"/>
                    <a:gd name="connsiteX42" fmla="*/ 3619500 w 11737340"/>
                    <a:gd name="connsiteY42" fmla="*/ 2979420 h 4168140"/>
                    <a:gd name="connsiteX43" fmla="*/ 3649980 w 11737340"/>
                    <a:gd name="connsiteY43" fmla="*/ 3048000 h 4168140"/>
                    <a:gd name="connsiteX44" fmla="*/ 3703320 w 11737340"/>
                    <a:gd name="connsiteY44" fmla="*/ 3086100 h 4168140"/>
                    <a:gd name="connsiteX45" fmla="*/ 3764280 w 11737340"/>
                    <a:gd name="connsiteY45" fmla="*/ 3063240 h 4168140"/>
                    <a:gd name="connsiteX46" fmla="*/ 3848100 w 11737340"/>
                    <a:gd name="connsiteY46" fmla="*/ 3025140 h 4168140"/>
                    <a:gd name="connsiteX47" fmla="*/ 3916680 w 11737340"/>
                    <a:gd name="connsiteY47" fmla="*/ 3032760 h 4168140"/>
                    <a:gd name="connsiteX48" fmla="*/ 4030980 w 11737340"/>
                    <a:gd name="connsiteY48" fmla="*/ 3063240 h 4168140"/>
                    <a:gd name="connsiteX49" fmla="*/ 4137660 w 11737340"/>
                    <a:gd name="connsiteY49" fmla="*/ 3101340 h 4168140"/>
                    <a:gd name="connsiteX50" fmla="*/ 4259580 w 11737340"/>
                    <a:gd name="connsiteY50" fmla="*/ 3147060 h 4168140"/>
                    <a:gd name="connsiteX51" fmla="*/ 4381500 w 11737340"/>
                    <a:gd name="connsiteY51" fmla="*/ 3192780 h 4168140"/>
                    <a:gd name="connsiteX52" fmla="*/ 4526280 w 11737340"/>
                    <a:gd name="connsiteY52" fmla="*/ 3276600 h 4168140"/>
                    <a:gd name="connsiteX53" fmla="*/ 4587240 w 11737340"/>
                    <a:gd name="connsiteY53" fmla="*/ 3299460 h 4168140"/>
                    <a:gd name="connsiteX54" fmla="*/ 4610100 w 11737340"/>
                    <a:gd name="connsiteY54" fmla="*/ 3352800 h 4168140"/>
                    <a:gd name="connsiteX55" fmla="*/ 4648200 w 11737340"/>
                    <a:gd name="connsiteY55" fmla="*/ 3436620 h 4168140"/>
                    <a:gd name="connsiteX56" fmla="*/ 4671060 w 11737340"/>
                    <a:gd name="connsiteY56" fmla="*/ 3520440 h 4168140"/>
                    <a:gd name="connsiteX57" fmla="*/ 4678680 w 11737340"/>
                    <a:gd name="connsiteY57" fmla="*/ 3589020 h 4168140"/>
                    <a:gd name="connsiteX58" fmla="*/ 4686300 w 11737340"/>
                    <a:gd name="connsiteY58" fmla="*/ 3649980 h 4168140"/>
                    <a:gd name="connsiteX59" fmla="*/ 4724400 w 11737340"/>
                    <a:gd name="connsiteY59" fmla="*/ 3680460 h 4168140"/>
                    <a:gd name="connsiteX60" fmla="*/ 4785360 w 11737340"/>
                    <a:gd name="connsiteY60" fmla="*/ 3672840 h 4168140"/>
                    <a:gd name="connsiteX61" fmla="*/ 4869180 w 11737340"/>
                    <a:gd name="connsiteY61" fmla="*/ 3703320 h 4168140"/>
                    <a:gd name="connsiteX62" fmla="*/ 4914900 w 11737340"/>
                    <a:gd name="connsiteY62" fmla="*/ 3756660 h 4168140"/>
                    <a:gd name="connsiteX63" fmla="*/ 5105400 w 11737340"/>
                    <a:gd name="connsiteY63" fmla="*/ 3832860 h 4168140"/>
                    <a:gd name="connsiteX64" fmla="*/ 5173980 w 11737340"/>
                    <a:gd name="connsiteY64" fmla="*/ 3886200 h 4168140"/>
                    <a:gd name="connsiteX65" fmla="*/ 5242560 w 11737340"/>
                    <a:gd name="connsiteY65" fmla="*/ 3924300 h 4168140"/>
                    <a:gd name="connsiteX66" fmla="*/ 5364480 w 11737340"/>
                    <a:gd name="connsiteY66" fmla="*/ 3962400 h 4168140"/>
                    <a:gd name="connsiteX67" fmla="*/ 5516880 w 11737340"/>
                    <a:gd name="connsiteY67" fmla="*/ 4046220 h 4168140"/>
                    <a:gd name="connsiteX68" fmla="*/ 5585460 w 11737340"/>
                    <a:gd name="connsiteY68" fmla="*/ 4099560 h 4168140"/>
                    <a:gd name="connsiteX69" fmla="*/ 5661660 w 11737340"/>
                    <a:gd name="connsiteY69" fmla="*/ 4122420 h 4168140"/>
                    <a:gd name="connsiteX70" fmla="*/ 5745480 w 11737340"/>
                    <a:gd name="connsiteY70" fmla="*/ 4130040 h 4168140"/>
                    <a:gd name="connsiteX71" fmla="*/ 5836920 w 11737340"/>
                    <a:gd name="connsiteY71" fmla="*/ 4130040 h 4168140"/>
                    <a:gd name="connsiteX72" fmla="*/ 5951220 w 11737340"/>
                    <a:gd name="connsiteY72" fmla="*/ 4145280 h 4168140"/>
                    <a:gd name="connsiteX73" fmla="*/ 6035040 w 11737340"/>
                    <a:gd name="connsiteY73" fmla="*/ 4168140 h 4168140"/>
                    <a:gd name="connsiteX74" fmla="*/ 6149340 w 11737340"/>
                    <a:gd name="connsiteY74" fmla="*/ 4137660 h 4168140"/>
                    <a:gd name="connsiteX75" fmla="*/ 6286500 w 11737340"/>
                    <a:gd name="connsiteY75" fmla="*/ 4114800 h 4168140"/>
                    <a:gd name="connsiteX76" fmla="*/ 6393180 w 11737340"/>
                    <a:gd name="connsiteY76" fmla="*/ 4053840 h 4168140"/>
                    <a:gd name="connsiteX77" fmla="*/ 6484620 w 11737340"/>
                    <a:gd name="connsiteY77" fmla="*/ 4038600 h 4168140"/>
                    <a:gd name="connsiteX78" fmla="*/ 6583680 w 11737340"/>
                    <a:gd name="connsiteY78" fmla="*/ 3970020 h 4168140"/>
                    <a:gd name="connsiteX79" fmla="*/ 6697980 w 11737340"/>
                    <a:gd name="connsiteY79" fmla="*/ 3886200 h 4168140"/>
                    <a:gd name="connsiteX80" fmla="*/ 6751320 w 11737340"/>
                    <a:gd name="connsiteY80" fmla="*/ 3822700 h 4168140"/>
                    <a:gd name="connsiteX81" fmla="*/ 6855460 w 11737340"/>
                    <a:gd name="connsiteY81" fmla="*/ 3764280 h 4168140"/>
                    <a:gd name="connsiteX82" fmla="*/ 6959600 w 11737340"/>
                    <a:gd name="connsiteY82" fmla="*/ 3629660 h 4168140"/>
                    <a:gd name="connsiteX83" fmla="*/ 7056120 w 11737340"/>
                    <a:gd name="connsiteY83" fmla="*/ 3528060 h 4168140"/>
                    <a:gd name="connsiteX84" fmla="*/ 7165340 w 11737340"/>
                    <a:gd name="connsiteY84" fmla="*/ 3454400 h 4168140"/>
                    <a:gd name="connsiteX85" fmla="*/ 7287260 w 11737340"/>
                    <a:gd name="connsiteY85" fmla="*/ 3296920 h 4168140"/>
                    <a:gd name="connsiteX86" fmla="*/ 7338060 w 11737340"/>
                    <a:gd name="connsiteY86" fmla="*/ 3200400 h 4168140"/>
                    <a:gd name="connsiteX87" fmla="*/ 7383780 w 11737340"/>
                    <a:gd name="connsiteY87" fmla="*/ 3144520 h 4168140"/>
                    <a:gd name="connsiteX88" fmla="*/ 7444740 w 11737340"/>
                    <a:gd name="connsiteY88" fmla="*/ 3093720 h 4168140"/>
                    <a:gd name="connsiteX89" fmla="*/ 7513320 w 11737340"/>
                    <a:gd name="connsiteY89" fmla="*/ 3101340 h 4168140"/>
                    <a:gd name="connsiteX90" fmla="*/ 7576820 w 11737340"/>
                    <a:gd name="connsiteY90" fmla="*/ 3093720 h 4168140"/>
                    <a:gd name="connsiteX91" fmla="*/ 7729220 w 11737340"/>
                    <a:gd name="connsiteY91" fmla="*/ 3136900 h 4168140"/>
                    <a:gd name="connsiteX92" fmla="*/ 7833360 w 11737340"/>
                    <a:gd name="connsiteY92" fmla="*/ 3180080 h 4168140"/>
                    <a:gd name="connsiteX93" fmla="*/ 7967980 w 11737340"/>
                    <a:gd name="connsiteY93" fmla="*/ 3208020 h 4168140"/>
                    <a:gd name="connsiteX94" fmla="*/ 8161020 w 11737340"/>
                    <a:gd name="connsiteY94" fmla="*/ 3296920 h 4168140"/>
                    <a:gd name="connsiteX95" fmla="*/ 8293100 w 11737340"/>
                    <a:gd name="connsiteY95" fmla="*/ 3370580 h 4168140"/>
                    <a:gd name="connsiteX96" fmla="*/ 8371840 w 11737340"/>
                    <a:gd name="connsiteY96" fmla="*/ 3395980 h 4168140"/>
                    <a:gd name="connsiteX97" fmla="*/ 8468360 w 11737340"/>
                    <a:gd name="connsiteY97" fmla="*/ 3434080 h 4168140"/>
                    <a:gd name="connsiteX98" fmla="*/ 8582660 w 11737340"/>
                    <a:gd name="connsiteY98" fmla="*/ 3528060 h 4168140"/>
                    <a:gd name="connsiteX99" fmla="*/ 8641080 w 11737340"/>
                    <a:gd name="connsiteY99" fmla="*/ 3566160 h 4168140"/>
                    <a:gd name="connsiteX100" fmla="*/ 8702040 w 11737340"/>
                    <a:gd name="connsiteY100" fmla="*/ 3604260 h 4168140"/>
                    <a:gd name="connsiteX101" fmla="*/ 8763000 w 11737340"/>
                    <a:gd name="connsiteY101" fmla="*/ 3634740 h 4168140"/>
                    <a:gd name="connsiteX102" fmla="*/ 8846820 w 11737340"/>
                    <a:gd name="connsiteY102" fmla="*/ 3632200 h 4168140"/>
                    <a:gd name="connsiteX103" fmla="*/ 8968740 w 11737340"/>
                    <a:gd name="connsiteY103" fmla="*/ 3634740 h 4168140"/>
                    <a:gd name="connsiteX104" fmla="*/ 9060180 w 11737340"/>
                    <a:gd name="connsiteY104" fmla="*/ 3642360 h 4168140"/>
                    <a:gd name="connsiteX105" fmla="*/ 9151620 w 11737340"/>
                    <a:gd name="connsiteY105" fmla="*/ 3657600 h 4168140"/>
                    <a:gd name="connsiteX106" fmla="*/ 9230360 w 11737340"/>
                    <a:gd name="connsiteY106" fmla="*/ 3657600 h 4168140"/>
                    <a:gd name="connsiteX107" fmla="*/ 9331960 w 11737340"/>
                    <a:gd name="connsiteY107" fmla="*/ 3629660 h 4168140"/>
                    <a:gd name="connsiteX108" fmla="*/ 9433560 w 11737340"/>
                    <a:gd name="connsiteY108" fmla="*/ 3589020 h 4168140"/>
                    <a:gd name="connsiteX109" fmla="*/ 9535160 w 11737340"/>
                    <a:gd name="connsiteY109" fmla="*/ 3540760 h 4168140"/>
                    <a:gd name="connsiteX110" fmla="*/ 9646920 w 11737340"/>
                    <a:gd name="connsiteY110" fmla="*/ 3489960 h 4168140"/>
                    <a:gd name="connsiteX111" fmla="*/ 9784080 w 11737340"/>
                    <a:gd name="connsiteY111" fmla="*/ 3444240 h 4168140"/>
                    <a:gd name="connsiteX112" fmla="*/ 9860280 w 11737340"/>
                    <a:gd name="connsiteY112" fmla="*/ 3383280 h 4168140"/>
                    <a:gd name="connsiteX113" fmla="*/ 9921240 w 11737340"/>
                    <a:gd name="connsiteY113" fmla="*/ 3314700 h 4168140"/>
                    <a:gd name="connsiteX114" fmla="*/ 9997440 w 11737340"/>
                    <a:gd name="connsiteY114" fmla="*/ 3208020 h 4168140"/>
                    <a:gd name="connsiteX115" fmla="*/ 10043160 w 11737340"/>
                    <a:gd name="connsiteY115" fmla="*/ 3101340 h 4168140"/>
                    <a:gd name="connsiteX116" fmla="*/ 10104120 w 11737340"/>
                    <a:gd name="connsiteY116" fmla="*/ 3017520 h 4168140"/>
                    <a:gd name="connsiteX117" fmla="*/ 10157460 w 11737340"/>
                    <a:gd name="connsiteY117" fmla="*/ 2933700 h 4168140"/>
                    <a:gd name="connsiteX118" fmla="*/ 10218420 w 11737340"/>
                    <a:gd name="connsiteY118" fmla="*/ 2849880 h 4168140"/>
                    <a:gd name="connsiteX119" fmla="*/ 10294620 w 11737340"/>
                    <a:gd name="connsiteY119" fmla="*/ 2735580 h 4168140"/>
                    <a:gd name="connsiteX120" fmla="*/ 10347960 w 11737340"/>
                    <a:gd name="connsiteY120" fmla="*/ 2621280 h 4168140"/>
                    <a:gd name="connsiteX121" fmla="*/ 10431780 w 11737340"/>
                    <a:gd name="connsiteY121" fmla="*/ 2499360 h 4168140"/>
                    <a:gd name="connsiteX122" fmla="*/ 10500360 w 11737340"/>
                    <a:gd name="connsiteY122" fmla="*/ 2354580 h 4168140"/>
                    <a:gd name="connsiteX123" fmla="*/ 10553700 w 11737340"/>
                    <a:gd name="connsiteY123" fmla="*/ 2263140 h 4168140"/>
                    <a:gd name="connsiteX124" fmla="*/ 10584180 w 11737340"/>
                    <a:gd name="connsiteY124" fmla="*/ 2194560 h 4168140"/>
                    <a:gd name="connsiteX125" fmla="*/ 10624820 w 11737340"/>
                    <a:gd name="connsiteY125" fmla="*/ 2125980 h 4168140"/>
                    <a:gd name="connsiteX126" fmla="*/ 10675620 w 11737340"/>
                    <a:gd name="connsiteY126" fmla="*/ 2049780 h 4168140"/>
                    <a:gd name="connsiteX127" fmla="*/ 10690860 w 11737340"/>
                    <a:gd name="connsiteY127" fmla="*/ 1988820 h 4168140"/>
                    <a:gd name="connsiteX128" fmla="*/ 10713720 w 11737340"/>
                    <a:gd name="connsiteY128" fmla="*/ 1927860 h 4168140"/>
                    <a:gd name="connsiteX129" fmla="*/ 10767060 w 11737340"/>
                    <a:gd name="connsiteY129" fmla="*/ 1859280 h 4168140"/>
                    <a:gd name="connsiteX130" fmla="*/ 10873740 w 11737340"/>
                    <a:gd name="connsiteY130" fmla="*/ 1828800 h 4168140"/>
                    <a:gd name="connsiteX131" fmla="*/ 11079480 w 11737340"/>
                    <a:gd name="connsiteY131" fmla="*/ 1767840 h 4168140"/>
                    <a:gd name="connsiteX132" fmla="*/ 11247120 w 11737340"/>
                    <a:gd name="connsiteY132" fmla="*/ 1684020 h 4168140"/>
                    <a:gd name="connsiteX133" fmla="*/ 11407140 w 11737340"/>
                    <a:gd name="connsiteY133" fmla="*/ 1628140 h 4168140"/>
                    <a:gd name="connsiteX134" fmla="*/ 11490960 w 11737340"/>
                    <a:gd name="connsiteY134" fmla="*/ 1577340 h 4168140"/>
                    <a:gd name="connsiteX135" fmla="*/ 11635740 w 11737340"/>
                    <a:gd name="connsiteY135" fmla="*/ 1508760 h 4168140"/>
                    <a:gd name="connsiteX136" fmla="*/ 11737340 w 11737340"/>
                    <a:gd name="connsiteY136" fmla="*/ 1442720 h 4168140"/>
                    <a:gd name="connsiteX137" fmla="*/ 11620500 w 11737340"/>
                    <a:gd name="connsiteY137" fmla="*/ 1417320 h 4168140"/>
                    <a:gd name="connsiteX138" fmla="*/ 11567160 w 11737340"/>
                    <a:gd name="connsiteY138" fmla="*/ 1379220 h 4168140"/>
                    <a:gd name="connsiteX139" fmla="*/ 11498580 w 11737340"/>
                    <a:gd name="connsiteY139" fmla="*/ 1318260 h 4168140"/>
                    <a:gd name="connsiteX140" fmla="*/ 11468100 w 11737340"/>
                    <a:gd name="connsiteY140" fmla="*/ 1280160 h 4168140"/>
                    <a:gd name="connsiteX141" fmla="*/ 11442700 w 11737340"/>
                    <a:gd name="connsiteY141" fmla="*/ 1231900 h 4168140"/>
                    <a:gd name="connsiteX142" fmla="*/ 11384280 w 11737340"/>
                    <a:gd name="connsiteY142" fmla="*/ 1310640 h 4168140"/>
                    <a:gd name="connsiteX143" fmla="*/ 11353800 w 11737340"/>
                    <a:gd name="connsiteY143" fmla="*/ 1356360 h 4168140"/>
                    <a:gd name="connsiteX144" fmla="*/ 11224260 w 11737340"/>
                    <a:gd name="connsiteY144" fmla="*/ 1417320 h 4168140"/>
                    <a:gd name="connsiteX145" fmla="*/ 11109960 w 11737340"/>
                    <a:gd name="connsiteY145" fmla="*/ 1463040 h 4168140"/>
                    <a:gd name="connsiteX146" fmla="*/ 10911840 w 11737340"/>
                    <a:gd name="connsiteY146" fmla="*/ 1524000 h 4168140"/>
                    <a:gd name="connsiteX147" fmla="*/ 10774680 w 11737340"/>
                    <a:gd name="connsiteY147" fmla="*/ 1546860 h 4168140"/>
                    <a:gd name="connsiteX148" fmla="*/ 10675620 w 11737340"/>
                    <a:gd name="connsiteY148" fmla="*/ 1615440 h 4168140"/>
                    <a:gd name="connsiteX149" fmla="*/ 10568940 w 11737340"/>
                    <a:gd name="connsiteY149" fmla="*/ 1676400 h 4168140"/>
                    <a:gd name="connsiteX150" fmla="*/ 10485120 w 11737340"/>
                    <a:gd name="connsiteY150" fmla="*/ 1760220 h 4168140"/>
                    <a:gd name="connsiteX151" fmla="*/ 10454640 w 11737340"/>
                    <a:gd name="connsiteY151" fmla="*/ 1836420 h 4168140"/>
                    <a:gd name="connsiteX152" fmla="*/ 10416540 w 11737340"/>
                    <a:gd name="connsiteY152" fmla="*/ 1927860 h 4168140"/>
                    <a:gd name="connsiteX153" fmla="*/ 10401300 w 11737340"/>
                    <a:gd name="connsiteY153" fmla="*/ 2004060 h 4168140"/>
                    <a:gd name="connsiteX154" fmla="*/ 10363200 w 11737340"/>
                    <a:gd name="connsiteY154" fmla="*/ 2095500 h 4168140"/>
                    <a:gd name="connsiteX155" fmla="*/ 10317480 w 11737340"/>
                    <a:gd name="connsiteY155" fmla="*/ 2225040 h 4168140"/>
                    <a:gd name="connsiteX156" fmla="*/ 10287000 w 11737340"/>
                    <a:gd name="connsiteY156" fmla="*/ 2346960 h 4168140"/>
                    <a:gd name="connsiteX157" fmla="*/ 10218420 w 11737340"/>
                    <a:gd name="connsiteY157" fmla="*/ 2499360 h 4168140"/>
                    <a:gd name="connsiteX158" fmla="*/ 10134600 w 11737340"/>
                    <a:gd name="connsiteY158" fmla="*/ 2621280 h 4168140"/>
                    <a:gd name="connsiteX159" fmla="*/ 10043160 w 11737340"/>
                    <a:gd name="connsiteY159" fmla="*/ 2735580 h 4168140"/>
                    <a:gd name="connsiteX160" fmla="*/ 9974580 w 11737340"/>
                    <a:gd name="connsiteY160" fmla="*/ 2857500 h 4168140"/>
                    <a:gd name="connsiteX161" fmla="*/ 9906000 w 11737340"/>
                    <a:gd name="connsiteY161" fmla="*/ 2941320 h 4168140"/>
                    <a:gd name="connsiteX162" fmla="*/ 9860280 w 11737340"/>
                    <a:gd name="connsiteY162" fmla="*/ 3032760 h 4168140"/>
                    <a:gd name="connsiteX163" fmla="*/ 9806940 w 11737340"/>
                    <a:gd name="connsiteY163" fmla="*/ 3116580 h 4168140"/>
                    <a:gd name="connsiteX164" fmla="*/ 9715500 w 11737340"/>
                    <a:gd name="connsiteY164" fmla="*/ 3208020 h 4168140"/>
                    <a:gd name="connsiteX165" fmla="*/ 9616440 w 11737340"/>
                    <a:gd name="connsiteY165" fmla="*/ 3261360 h 4168140"/>
                    <a:gd name="connsiteX166" fmla="*/ 9532620 w 11737340"/>
                    <a:gd name="connsiteY166" fmla="*/ 3329940 h 4168140"/>
                    <a:gd name="connsiteX167" fmla="*/ 9471660 w 11737340"/>
                    <a:gd name="connsiteY167" fmla="*/ 3375660 h 4168140"/>
                    <a:gd name="connsiteX168" fmla="*/ 9410700 w 11737340"/>
                    <a:gd name="connsiteY168" fmla="*/ 3429000 h 4168140"/>
                    <a:gd name="connsiteX169" fmla="*/ 9288780 w 11737340"/>
                    <a:gd name="connsiteY169" fmla="*/ 3436620 h 4168140"/>
                    <a:gd name="connsiteX170" fmla="*/ 9166860 w 11737340"/>
                    <a:gd name="connsiteY170" fmla="*/ 3444240 h 4168140"/>
                    <a:gd name="connsiteX171" fmla="*/ 9029700 w 11737340"/>
                    <a:gd name="connsiteY171" fmla="*/ 3413760 h 4168140"/>
                    <a:gd name="connsiteX172" fmla="*/ 8823960 w 11737340"/>
                    <a:gd name="connsiteY172" fmla="*/ 3360420 h 4168140"/>
                    <a:gd name="connsiteX173" fmla="*/ 8679180 w 11737340"/>
                    <a:gd name="connsiteY173" fmla="*/ 3329940 h 4168140"/>
                    <a:gd name="connsiteX174" fmla="*/ 8572500 w 11737340"/>
                    <a:gd name="connsiteY174" fmla="*/ 3276600 h 4168140"/>
                    <a:gd name="connsiteX175" fmla="*/ 8465820 w 11737340"/>
                    <a:gd name="connsiteY175" fmla="*/ 3215640 h 4168140"/>
                    <a:gd name="connsiteX176" fmla="*/ 8321040 w 11737340"/>
                    <a:gd name="connsiteY176" fmla="*/ 3177540 h 4168140"/>
                    <a:gd name="connsiteX177" fmla="*/ 8199120 w 11737340"/>
                    <a:gd name="connsiteY177" fmla="*/ 3131820 h 4168140"/>
                    <a:gd name="connsiteX178" fmla="*/ 8069580 w 11737340"/>
                    <a:gd name="connsiteY178" fmla="*/ 3078480 h 4168140"/>
                    <a:gd name="connsiteX179" fmla="*/ 7917180 w 11737340"/>
                    <a:gd name="connsiteY179" fmla="*/ 2994660 h 4168140"/>
                    <a:gd name="connsiteX180" fmla="*/ 7787640 w 11737340"/>
                    <a:gd name="connsiteY180" fmla="*/ 2971800 h 4168140"/>
                    <a:gd name="connsiteX181" fmla="*/ 7719060 w 11737340"/>
                    <a:gd name="connsiteY181" fmla="*/ 2933700 h 4168140"/>
                    <a:gd name="connsiteX182" fmla="*/ 7612380 w 11737340"/>
                    <a:gd name="connsiteY182" fmla="*/ 2903220 h 4168140"/>
                    <a:gd name="connsiteX183" fmla="*/ 7566660 w 11737340"/>
                    <a:gd name="connsiteY183" fmla="*/ 2887980 h 4168140"/>
                    <a:gd name="connsiteX184" fmla="*/ 7551420 w 11737340"/>
                    <a:gd name="connsiteY184" fmla="*/ 2849880 h 4168140"/>
                    <a:gd name="connsiteX185" fmla="*/ 7533640 w 11737340"/>
                    <a:gd name="connsiteY185" fmla="*/ 2788920 h 4168140"/>
                    <a:gd name="connsiteX186" fmla="*/ 7475220 w 11737340"/>
                    <a:gd name="connsiteY186" fmla="*/ 2857500 h 4168140"/>
                    <a:gd name="connsiteX187" fmla="*/ 7414260 w 11737340"/>
                    <a:gd name="connsiteY187" fmla="*/ 2887980 h 4168140"/>
                    <a:gd name="connsiteX188" fmla="*/ 7345680 w 11737340"/>
                    <a:gd name="connsiteY188" fmla="*/ 2971800 h 4168140"/>
                    <a:gd name="connsiteX189" fmla="*/ 7315200 w 11737340"/>
                    <a:gd name="connsiteY189" fmla="*/ 2994660 h 4168140"/>
                    <a:gd name="connsiteX190" fmla="*/ 7261860 w 11737340"/>
                    <a:gd name="connsiteY190" fmla="*/ 3009900 h 4168140"/>
                    <a:gd name="connsiteX191" fmla="*/ 7193280 w 11737340"/>
                    <a:gd name="connsiteY191" fmla="*/ 3025140 h 4168140"/>
                    <a:gd name="connsiteX192" fmla="*/ 7155180 w 11737340"/>
                    <a:gd name="connsiteY192" fmla="*/ 3078480 h 4168140"/>
                    <a:gd name="connsiteX193" fmla="*/ 7109460 w 11737340"/>
                    <a:gd name="connsiteY193" fmla="*/ 3154680 h 4168140"/>
                    <a:gd name="connsiteX194" fmla="*/ 7048500 w 11737340"/>
                    <a:gd name="connsiteY194" fmla="*/ 3246120 h 4168140"/>
                    <a:gd name="connsiteX195" fmla="*/ 6995160 w 11737340"/>
                    <a:gd name="connsiteY195" fmla="*/ 3307080 h 4168140"/>
                    <a:gd name="connsiteX196" fmla="*/ 6972300 w 11737340"/>
                    <a:gd name="connsiteY196" fmla="*/ 3352800 h 4168140"/>
                    <a:gd name="connsiteX197" fmla="*/ 6949440 w 11737340"/>
                    <a:gd name="connsiteY197" fmla="*/ 3413760 h 4168140"/>
                    <a:gd name="connsiteX198" fmla="*/ 6949440 w 11737340"/>
                    <a:gd name="connsiteY198" fmla="*/ 3413760 h 4168140"/>
                    <a:gd name="connsiteX199" fmla="*/ 6911340 w 11737340"/>
                    <a:gd name="connsiteY199" fmla="*/ 3474720 h 4168140"/>
                    <a:gd name="connsiteX200" fmla="*/ 6888480 w 11737340"/>
                    <a:gd name="connsiteY200" fmla="*/ 3505200 h 4168140"/>
                    <a:gd name="connsiteX201" fmla="*/ 6819900 w 11737340"/>
                    <a:gd name="connsiteY201" fmla="*/ 3566160 h 4168140"/>
                    <a:gd name="connsiteX202" fmla="*/ 6743700 w 11737340"/>
                    <a:gd name="connsiteY202" fmla="*/ 3581400 h 4168140"/>
                    <a:gd name="connsiteX203" fmla="*/ 6675120 w 11737340"/>
                    <a:gd name="connsiteY203" fmla="*/ 3657600 h 4168140"/>
                    <a:gd name="connsiteX204" fmla="*/ 6629400 w 11737340"/>
                    <a:gd name="connsiteY204" fmla="*/ 3718560 h 4168140"/>
                    <a:gd name="connsiteX205" fmla="*/ 6576060 w 11737340"/>
                    <a:gd name="connsiteY205" fmla="*/ 3779520 h 4168140"/>
                    <a:gd name="connsiteX206" fmla="*/ 6484620 w 11737340"/>
                    <a:gd name="connsiteY206" fmla="*/ 3817620 h 4168140"/>
                    <a:gd name="connsiteX207" fmla="*/ 6400800 w 11737340"/>
                    <a:gd name="connsiteY207" fmla="*/ 3832860 h 4168140"/>
                    <a:gd name="connsiteX208" fmla="*/ 6263640 w 11737340"/>
                    <a:gd name="connsiteY208" fmla="*/ 3870960 h 4168140"/>
                    <a:gd name="connsiteX209" fmla="*/ 6126480 w 11737340"/>
                    <a:gd name="connsiteY209" fmla="*/ 3901440 h 4168140"/>
                    <a:gd name="connsiteX210" fmla="*/ 6027420 w 11737340"/>
                    <a:gd name="connsiteY210" fmla="*/ 3916680 h 4168140"/>
                    <a:gd name="connsiteX211" fmla="*/ 5890260 w 11737340"/>
                    <a:gd name="connsiteY211" fmla="*/ 3878580 h 4168140"/>
                    <a:gd name="connsiteX212" fmla="*/ 5821680 w 11737340"/>
                    <a:gd name="connsiteY212" fmla="*/ 3863340 h 4168140"/>
                    <a:gd name="connsiteX213" fmla="*/ 5737860 w 11737340"/>
                    <a:gd name="connsiteY213" fmla="*/ 3825240 h 4168140"/>
                    <a:gd name="connsiteX214" fmla="*/ 5638800 w 11737340"/>
                    <a:gd name="connsiteY214" fmla="*/ 3794760 h 4168140"/>
                    <a:gd name="connsiteX215" fmla="*/ 5524500 w 11737340"/>
                    <a:gd name="connsiteY215" fmla="*/ 3756660 h 4168140"/>
                    <a:gd name="connsiteX216" fmla="*/ 5448300 w 11737340"/>
                    <a:gd name="connsiteY216" fmla="*/ 3718560 h 4168140"/>
                    <a:gd name="connsiteX217" fmla="*/ 5349240 w 11737340"/>
                    <a:gd name="connsiteY217" fmla="*/ 3657600 h 4168140"/>
                    <a:gd name="connsiteX218" fmla="*/ 5295900 w 11737340"/>
                    <a:gd name="connsiteY218" fmla="*/ 3619500 h 4168140"/>
                    <a:gd name="connsiteX219" fmla="*/ 5234940 w 11737340"/>
                    <a:gd name="connsiteY219" fmla="*/ 3596640 h 4168140"/>
                    <a:gd name="connsiteX220" fmla="*/ 5135880 w 11737340"/>
                    <a:gd name="connsiteY220" fmla="*/ 3550920 h 4168140"/>
                    <a:gd name="connsiteX221" fmla="*/ 5059680 w 11737340"/>
                    <a:gd name="connsiteY221" fmla="*/ 3505200 h 4168140"/>
                    <a:gd name="connsiteX222" fmla="*/ 5029200 w 11737340"/>
                    <a:gd name="connsiteY222" fmla="*/ 3482340 h 4168140"/>
                    <a:gd name="connsiteX223" fmla="*/ 4960620 w 11737340"/>
                    <a:gd name="connsiteY223" fmla="*/ 3413760 h 4168140"/>
                    <a:gd name="connsiteX224" fmla="*/ 4876800 w 11737340"/>
                    <a:gd name="connsiteY224" fmla="*/ 3299460 h 4168140"/>
                    <a:gd name="connsiteX225" fmla="*/ 4808220 w 11737340"/>
                    <a:gd name="connsiteY225" fmla="*/ 3200400 h 4168140"/>
                    <a:gd name="connsiteX226" fmla="*/ 4777740 w 11737340"/>
                    <a:gd name="connsiteY226" fmla="*/ 3147060 h 4168140"/>
                    <a:gd name="connsiteX227" fmla="*/ 4724400 w 11737340"/>
                    <a:gd name="connsiteY227" fmla="*/ 3108960 h 4168140"/>
                    <a:gd name="connsiteX228" fmla="*/ 4648200 w 11737340"/>
                    <a:gd name="connsiteY228" fmla="*/ 3063240 h 4168140"/>
                    <a:gd name="connsiteX229" fmla="*/ 4533900 w 11737340"/>
                    <a:gd name="connsiteY229" fmla="*/ 2979420 h 4168140"/>
                    <a:gd name="connsiteX230" fmla="*/ 4427220 w 11737340"/>
                    <a:gd name="connsiteY230" fmla="*/ 2941320 h 4168140"/>
                    <a:gd name="connsiteX231" fmla="*/ 4366260 w 11737340"/>
                    <a:gd name="connsiteY231" fmla="*/ 2903220 h 4168140"/>
                    <a:gd name="connsiteX232" fmla="*/ 4244340 w 11737340"/>
                    <a:gd name="connsiteY232" fmla="*/ 2842260 h 4168140"/>
                    <a:gd name="connsiteX233" fmla="*/ 4145280 w 11737340"/>
                    <a:gd name="connsiteY233" fmla="*/ 2811780 h 4168140"/>
                    <a:gd name="connsiteX234" fmla="*/ 4038600 w 11737340"/>
                    <a:gd name="connsiteY234" fmla="*/ 2804160 h 4168140"/>
                    <a:gd name="connsiteX235" fmla="*/ 3954780 w 11737340"/>
                    <a:gd name="connsiteY235" fmla="*/ 2819400 h 4168140"/>
                    <a:gd name="connsiteX236" fmla="*/ 3863340 w 11737340"/>
                    <a:gd name="connsiteY236" fmla="*/ 2804160 h 4168140"/>
                    <a:gd name="connsiteX237" fmla="*/ 3741420 w 11737340"/>
                    <a:gd name="connsiteY237" fmla="*/ 2781300 h 4168140"/>
                    <a:gd name="connsiteX238" fmla="*/ 3649980 w 11737340"/>
                    <a:gd name="connsiteY238" fmla="*/ 2743200 h 4168140"/>
                    <a:gd name="connsiteX239" fmla="*/ 3573780 w 11737340"/>
                    <a:gd name="connsiteY239" fmla="*/ 2674620 h 4168140"/>
                    <a:gd name="connsiteX240" fmla="*/ 3482340 w 11737340"/>
                    <a:gd name="connsiteY240" fmla="*/ 2621280 h 4168140"/>
                    <a:gd name="connsiteX241" fmla="*/ 3436620 w 11737340"/>
                    <a:gd name="connsiteY241" fmla="*/ 2552700 h 4168140"/>
                    <a:gd name="connsiteX242" fmla="*/ 3329940 w 11737340"/>
                    <a:gd name="connsiteY242" fmla="*/ 2423160 h 4168140"/>
                    <a:gd name="connsiteX243" fmla="*/ 3261360 w 11737340"/>
                    <a:gd name="connsiteY243" fmla="*/ 2324100 h 4168140"/>
                    <a:gd name="connsiteX244" fmla="*/ 3131820 w 11737340"/>
                    <a:gd name="connsiteY244" fmla="*/ 2209800 h 4168140"/>
                    <a:gd name="connsiteX245" fmla="*/ 3040380 w 11737340"/>
                    <a:gd name="connsiteY245" fmla="*/ 2141220 h 4168140"/>
                    <a:gd name="connsiteX246" fmla="*/ 2910840 w 11737340"/>
                    <a:gd name="connsiteY246" fmla="*/ 2034540 h 4168140"/>
                    <a:gd name="connsiteX247" fmla="*/ 2849880 w 11737340"/>
                    <a:gd name="connsiteY247" fmla="*/ 1958340 h 4168140"/>
                    <a:gd name="connsiteX248" fmla="*/ 2743200 w 11737340"/>
                    <a:gd name="connsiteY248" fmla="*/ 1889760 h 4168140"/>
                    <a:gd name="connsiteX249" fmla="*/ 2659380 w 11737340"/>
                    <a:gd name="connsiteY249" fmla="*/ 1844040 h 4168140"/>
                    <a:gd name="connsiteX250" fmla="*/ 2575560 w 11737340"/>
                    <a:gd name="connsiteY250" fmla="*/ 1744980 h 4168140"/>
                    <a:gd name="connsiteX251" fmla="*/ 2468880 w 11737340"/>
                    <a:gd name="connsiteY251" fmla="*/ 1645920 h 4168140"/>
                    <a:gd name="connsiteX252" fmla="*/ 2400300 w 11737340"/>
                    <a:gd name="connsiteY252" fmla="*/ 1607820 h 4168140"/>
                    <a:gd name="connsiteX253" fmla="*/ 2263140 w 11737340"/>
                    <a:gd name="connsiteY253" fmla="*/ 1501140 h 4168140"/>
                    <a:gd name="connsiteX254" fmla="*/ 2171700 w 11737340"/>
                    <a:gd name="connsiteY254" fmla="*/ 1432560 h 4168140"/>
                    <a:gd name="connsiteX255" fmla="*/ 2087880 w 11737340"/>
                    <a:gd name="connsiteY255" fmla="*/ 1363980 h 4168140"/>
                    <a:gd name="connsiteX256" fmla="*/ 1950720 w 11737340"/>
                    <a:gd name="connsiteY256" fmla="*/ 1272540 h 4168140"/>
                    <a:gd name="connsiteX257" fmla="*/ 1805940 w 11737340"/>
                    <a:gd name="connsiteY257" fmla="*/ 1135380 h 4168140"/>
                    <a:gd name="connsiteX258" fmla="*/ 1729740 w 11737340"/>
                    <a:gd name="connsiteY258" fmla="*/ 1089660 h 4168140"/>
                    <a:gd name="connsiteX259" fmla="*/ 1668780 w 11737340"/>
                    <a:gd name="connsiteY259" fmla="*/ 1043940 h 4168140"/>
                    <a:gd name="connsiteX260" fmla="*/ 1592580 w 11737340"/>
                    <a:gd name="connsiteY260" fmla="*/ 990600 h 4168140"/>
                    <a:gd name="connsiteX261" fmla="*/ 1470660 w 11737340"/>
                    <a:gd name="connsiteY261" fmla="*/ 891540 h 4168140"/>
                    <a:gd name="connsiteX262" fmla="*/ 1386840 w 11737340"/>
                    <a:gd name="connsiteY262" fmla="*/ 845820 h 4168140"/>
                    <a:gd name="connsiteX263" fmla="*/ 1318260 w 11737340"/>
                    <a:gd name="connsiteY263" fmla="*/ 784860 h 4168140"/>
                    <a:gd name="connsiteX264" fmla="*/ 1264920 w 11737340"/>
                    <a:gd name="connsiteY264" fmla="*/ 723900 h 4168140"/>
                    <a:gd name="connsiteX265" fmla="*/ 1181100 w 11737340"/>
                    <a:gd name="connsiteY265" fmla="*/ 647700 h 4168140"/>
                    <a:gd name="connsiteX266" fmla="*/ 1089660 w 11737340"/>
                    <a:gd name="connsiteY266" fmla="*/ 624840 h 4168140"/>
                    <a:gd name="connsiteX267" fmla="*/ 1021080 w 11737340"/>
                    <a:gd name="connsiteY267" fmla="*/ 586740 h 4168140"/>
                    <a:gd name="connsiteX268" fmla="*/ 937260 w 11737340"/>
                    <a:gd name="connsiteY268" fmla="*/ 548640 h 4168140"/>
                    <a:gd name="connsiteX269" fmla="*/ 830580 w 11737340"/>
                    <a:gd name="connsiteY269" fmla="*/ 510540 h 4168140"/>
                    <a:gd name="connsiteX270" fmla="*/ 754380 w 11737340"/>
                    <a:gd name="connsiteY270" fmla="*/ 457200 h 4168140"/>
                    <a:gd name="connsiteX271" fmla="*/ 708660 w 11737340"/>
                    <a:gd name="connsiteY271" fmla="*/ 419100 h 4168140"/>
                    <a:gd name="connsiteX272" fmla="*/ 609600 w 11737340"/>
                    <a:gd name="connsiteY272" fmla="*/ 396240 h 4168140"/>
                    <a:gd name="connsiteX273" fmla="*/ 548640 w 11737340"/>
                    <a:gd name="connsiteY273" fmla="*/ 320040 h 4168140"/>
                    <a:gd name="connsiteX274" fmla="*/ 510540 w 11737340"/>
                    <a:gd name="connsiteY274" fmla="*/ 251460 h 4168140"/>
                    <a:gd name="connsiteX275" fmla="*/ 464820 w 11737340"/>
                    <a:gd name="connsiteY275" fmla="*/ 190500 h 4168140"/>
                    <a:gd name="connsiteX276" fmla="*/ 411480 w 11737340"/>
                    <a:gd name="connsiteY276" fmla="*/ 137160 h 4168140"/>
                    <a:gd name="connsiteX277" fmla="*/ 373380 w 11737340"/>
                    <a:gd name="connsiteY277" fmla="*/ 45720 h 4168140"/>
                    <a:gd name="connsiteX278" fmla="*/ 342900 w 11737340"/>
                    <a:gd name="connsiteY278" fmla="*/ 0 h 4168140"/>
                    <a:gd name="connsiteX279" fmla="*/ 327660 w 11737340"/>
                    <a:gd name="connsiteY279" fmla="*/ 60960 h 4168140"/>
                    <a:gd name="connsiteX280" fmla="*/ 289560 w 11737340"/>
                    <a:gd name="connsiteY280" fmla="*/ 91440 h 4168140"/>
                    <a:gd name="connsiteX281" fmla="*/ 236220 w 11737340"/>
                    <a:gd name="connsiteY281" fmla="*/ 114300 h 4168140"/>
                    <a:gd name="connsiteX282" fmla="*/ 198120 w 11737340"/>
                    <a:gd name="connsiteY282" fmla="*/ 175260 h 4168140"/>
                    <a:gd name="connsiteX283" fmla="*/ 175260 w 11737340"/>
                    <a:gd name="connsiteY283" fmla="*/ 228600 h 4168140"/>
                    <a:gd name="connsiteX284" fmla="*/ 114300 w 11737340"/>
                    <a:gd name="connsiteY284" fmla="*/ 236220 h 4168140"/>
                    <a:gd name="connsiteX285" fmla="*/ 45720 w 11737340"/>
                    <a:gd name="connsiteY285" fmla="*/ 251460 h 4168140"/>
                    <a:gd name="connsiteX286" fmla="*/ 0 w 11737340"/>
                    <a:gd name="connsiteY286" fmla="*/ 281940 h 4168140"/>
                    <a:gd name="connsiteX287" fmla="*/ 68580 w 11737340"/>
                    <a:gd name="connsiteY287" fmla="*/ 320040 h 4168140"/>
                    <a:gd name="connsiteX0" fmla="*/ 68580 w 11737340"/>
                    <a:gd name="connsiteY0" fmla="*/ 320040 h 4168140"/>
                    <a:gd name="connsiteX1" fmla="*/ 121920 w 11737340"/>
                    <a:gd name="connsiteY1" fmla="*/ 381000 h 4168140"/>
                    <a:gd name="connsiteX2" fmla="*/ 198120 w 11737340"/>
                    <a:gd name="connsiteY2" fmla="*/ 419100 h 4168140"/>
                    <a:gd name="connsiteX3" fmla="*/ 320040 w 11737340"/>
                    <a:gd name="connsiteY3" fmla="*/ 510540 h 4168140"/>
                    <a:gd name="connsiteX4" fmla="*/ 411480 w 11737340"/>
                    <a:gd name="connsiteY4" fmla="*/ 563880 h 4168140"/>
                    <a:gd name="connsiteX5" fmla="*/ 472440 w 11737340"/>
                    <a:gd name="connsiteY5" fmla="*/ 632460 h 4168140"/>
                    <a:gd name="connsiteX6" fmla="*/ 601980 w 11737340"/>
                    <a:gd name="connsiteY6" fmla="*/ 708660 h 4168140"/>
                    <a:gd name="connsiteX7" fmla="*/ 739140 w 11737340"/>
                    <a:gd name="connsiteY7" fmla="*/ 784860 h 4168140"/>
                    <a:gd name="connsiteX8" fmla="*/ 861060 w 11737340"/>
                    <a:gd name="connsiteY8" fmla="*/ 868680 h 4168140"/>
                    <a:gd name="connsiteX9" fmla="*/ 944880 w 11737340"/>
                    <a:gd name="connsiteY9" fmla="*/ 952500 h 4168140"/>
                    <a:gd name="connsiteX10" fmla="*/ 1021080 w 11737340"/>
                    <a:gd name="connsiteY10" fmla="*/ 1005840 h 4168140"/>
                    <a:gd name="connsiteX11" fmla="*/ 1097280 w 11737340"/>
                    <a:gd name="connsiteY11" fmla="*/ 1043940 h 4168140"/>
                    <a:gd name="connsiteX12" fmla="*/ 1181100 w 11737340"/>
                    <a:gd name="connsiteY12" fmla="*/ 1104900 h 4168140"/>
                    <a:gd name="connsiteX13" fmla="*/ 1249680 w 11737340"/>
                    <a:gd name="connsiteY13" fmla="*/ 1150620 h 4168140"/>
                    <a:gd name="connsiteX14" fmla="*/ 1341120 w 11737340"/>
                    <a:gd name="connsiteY14" fmla="*/ 1196340 h 4168140"/>
                    <a:gd name="connsiteX15" fmla="*/ 1417320 w 11737340"/>
                    <a:gd name="connsiteY15" fmla="*/ 1257300 h 4168140"/>
                    <a:gd name="connsiteX16" fmla="*/ 1493520 w 11737340"/>
                    <a:gd name="connsiteY16" fmla="*/ 1333500 h 4168140"/>
                    <a:gd name="connsiteX17" fmla="*/ 1569720 w 11737340"/>
                    <a:gd name="connsiteY17" fmla="*/ 1356360 h 4168140"/>
                    <a:gd name="connsiteX18" fmla="*/ 1684020 w 11737340"/>
                    <a:gd name="connsiteY18" fmla="*/ 1424940 h 4168140"/>
                    <a:gd name="connsiteX19" fmla="*/ 1729740 w 11737340"/>
                    <a:gd name="connsiteY19" fmla="*/ 1485900 h 4168140"/>
                    <a:gd name="connsiteX20" fmla="*/ 1844040 w 11737340"/>
                    <a:gd name="connsiteY20" fmla="*/ 1569720 h 4168140"/>
                    <a:gd name="connsiteX21" fmla="*/ 1935480 w 11737340"/>
                    <a:gd name="connsiteY21" fmla="*/ 1615440 h 4168140"/>
                    <a:gd name="connsiteX22" fmla="*/ 2049780 w 11737340"/>
                    <a:gd name="connsiteY22" fmla="*/ 1691640 h 4168140"/>
                    <a:gd name="connsiteX23" fmla="*/ 2133600 w 11737340"/>
                    <a:gd name="connsiteY23" fmla="*/ 1729740 h 4168140"/>
                    <a:gd name="connsiteX24" fmla="*/ 2202180 w 11737340"/>
                    <a:gd name="connsiteY24" fmla="*/ 1805940 h 4168140"/>
                    <a:gd name="connsiteX25" fmla="*/ 2255520 w 11737340"/>
                    <a:gd name="connsiteY25" fmla="*/ 1821180 h 4168140"/>
                    <a:gd name="connsiteX26" fmla="*/ 2316480 w 11737340"/>
                    <a:gd name="connsiteY26" fmla="*/ 1866900 h 4168140"/>
                    <a:gd name="connsiteX27" fmla="*/ 2423160 w 11737340"/>
                    <a:gd name="connsiteY27" fmla="*/ 2004060 h 4168140"/>
                    <a:gd name="connsiteX28" fmla="*/ 2476500 w 11737340"/>
                    <a:gd name="connsiteY28" fmla="*/ 2087880 h 4168140"/>
                    <a:gd name="connsiteX29" fmla="*/ 2567940 w 11737340"/>
                    <a:gd name="connsiteY29" fmla="*/ 2148840 h 4168140"/>
                    <a:gd name="connsiteX30" fmla="*/ 2682240 w 11737340"/>
                    <a:gd name="connsiteY30" fmla="*/ 2186940 h 4168140"/>
                    <a:gd name="connsiteX31" fmla="*/ 2743200 w 11737340"/>
                    <a:gd name="connsiteY31" fmla="*/ 2209800 h 4168140"/>
                    <a:gd name="connsiteX32" fmla="*/ 2811780 w 11737340"/>
                    <a:gd name="connsiteY32" fmla="*/ 2247900 h 4168140"/>
                    <a:gd name="connsiteX33" fmla="*/ 2887980 w 11737340"/>
                    <a:gd name="connsiteY33" fmla="*/ 2301240 h 4168140"/>
                    <a:gd name="connsiteX34" fmla="*/ 2979420 w 11737340"/>
                    <a:gd name="connsiteY34" fmla="*/ 2385060 h 4168140"/>
                    <a:gd name="connsiteX35" fmla="*/ 3055620 w 11737340"/>
                    <a:gd name="connsiteY35" fmla="*/ 2461260 h 4168140"/>
                    <a:gd name="connsiteX36" fmla="*/ 3139440 w 11737340"/>
                    <a:gd name="connsiteY36" fmla="*/ 2537460 h 4168140"/>
                    <a:gd name="connsiteX37" fmla="*/ 3261360 w 11737340"/>
                    <a:gd name="connsiteY37" fmla="*/ 2628900 h 4168140"/>
                    <a:gd name="connsiteX38" fmla="*/ 3345180 w 11737340"/>
                    <a:gd name="connsiteY38" fmla="*/ 2720340 h 4168140"/>
                    <a:gd name="connsiteX39" fmla="*/ 3444240 w 11737340"/>
                    <a:gd name="connsiteY39" fmla="*/ 2796540 h 4168140"/>
                    <a:gd name="connsiteX40" fmla="*/ 3558540 w 11737340"/>
                    <a:gd name="connsiteY40" fmla="*/ 2872740 h 4168140"/>
                    <a:gd name="connsiteX41" fmla="*/ 3619500 w 11737340"/>
                    <a:gd name="connsiteY41" fmla="*/ 2979420 h 4168140"/>
                    <a:gd name="connsiteX42" fmla="*/ 3619500 w 11737340"/>
                    <a:gd name="connsiteY42" fmla="*/ 2979420 h 4168140"/>
                    <a:gd name="connsiteX43" fmla="*/ 3649980 w 11737340"/>
                    <a:gd name="connsiteY43" fmla="*/ 3048000 h 4168140"/>
                    <a:gd name="connsiteX44" fmla="*/ 3703320 w 11737340"/>
                    <a:gd name="connsiteY44" fmla="*/ 3086100 h 4168140"/>
                    <a:gd name="connsiteX45" fmla="*/ 3764280 w 11737340"/>
                    <a:gd name="connsiteY45" fmla="*/ 3063240 h 4168140"/>
                    <a:gd name="connsiteX46" fmla="*/ 3848100 w 11737340"/>
                    <a:gd name="connsiteY46" fmla="*/ 3025140 h 4168140"/>
                    <a:gd name="connsiteX47" fmla="*/ 3916680 w 11737340"/>
                    <a:gd name="connsiteY47" fmla="*/ 3032760 h 4168140"/>
                    <a:gd name="connsiteX48" fmla="*/ 4030980 w 11737340"/>
                    <a:gd name="connsiteY48" fmla="*/ 3063240 h 4168140"/>
                    <a:gd name="connsiteX49" fmla="*/ 4137660 w 11737340"/>
                    <a:gd name="connsiteY49" fmla="*/ 3101340 h 4168140"/>
                    <a:gd name="connsiteX50" fmla="*/ 4259580 w 11737340"/>
                    <a:gd name="connsiteY50" fmla="*/ 3147060 h 4168140"/>
                    <a:gd name="connsiteX51" fmla="*/ 4381500 w 11737340"/>
                    <a:gd name="connsiteY51" fmla="*/ 3192780 h 4168140"/>
                    <a:gd name="connsiteX52" fmla="*/ 4526280 w 11737340"/>
                    <a:gd name="connsiteY52" fmla="*/ 3276600 h 4168140"/>
                    <a:gd name="connsiteX53" fmla="*/ 4587240 w 11737340"/>
                    <a:gd name="connsiteY53" fmla="*/ 3299460 h 4168140"/>
                    <a:gd name="connsiteX54" fmla="*/ 4610100 w 11737340"/>
                    <a:gd name="connsiteY54" fmla="*/ 3352800 h 4168140"/>
                    <a:gd name="connsiteX55" fmla="*/ 4648200 w 11737340"/>
                    <a:gd name="connsiteY55" fmla="*/ 3436620 h 4168140"/>
                    <a:gd name="connsiteX56" fmla="*/ 4671060 w 11737340"/>
                    <a:gd name="connsiteY56" fmla="*/ 3520440 h 4168140"/>
                    <a:gd name="connsiteX57" fmla="*/ 4678680 w 11737340"/>
                    <a:gd name="connsiteY57" fmla="*/ 3589020 h 4168140"/>
                    <a:gd name="connsiteX58" fmla="*/ 4686300 w 11737340"/>
                    <a:gd name="connsiteY58" fmla="*/ 3649980 h 4168140"/>
                    <a:gd name="connsiteX59" fmla="*/ 4724400 w 11737340"/>
                    <a:gd name="connsiteY59" fmla="*/ 3680460 h 4168140"/>
                    <a:gd name="connsiteX60" fmla="*/ 4785360 w 11737340"/>
                    <a:gd name="connsiteY60" fmla="*/ 3672840 h 4168140"/>
                    <a:gd name="connsiteX61" fmla="*/ 4869180 w 11737340"/>
                    <a:gd name="connsiteY61" fmla="*/ 3703320 h 4168140"/>
                    <a:gd name="connsiteX62" fmla="*/ 4914900 w 11737340"/>
                    <a:gd name="connsiteY62" fmla="*/ 3756660 h 4168140"/>
                    <a:gd name="connsiteX63" fmla="*/ 5105400 w 11737340"/>
                    <a:gd name="connsiteY63" fmla="*/ 3832860 h 4168140"/>
                    <a:gd name="connsiteX64" fmla="*/ 5173980 w 11737340"/>
                    <a:gd name="connsiteY64" fmla="*/ 3886200 h 4168140"/>
                    <a:gd name="connsiteX65" fmla="*/ 5242560 w 11737340"/>
                    <a:gd name="connsiteY65" fmla="*/ 3924300 h 4168140"/>
                    <a:gd name="connsiteX66" fmla="*/ 5364480 w 11737340"/>
                    <a:gd name="connsiteY66" fmla="*/ 3962400 h 4168140"/>
                    <a:gd name="connsiteX67" fmla="*/ 5516880 w 11737340"/>
                    <a:gd name="connsiteY67" fmla="*/ 4046220 h 4168140"/>
                    <a:gd name="connsiteX68" fmla="*/ 5585460 w 11737340"/>
                    <a:gd name="connsiteY68" fmla="*/ 4099560 h 4168140"/>
                    <a:gd name="connsiteX69" fmla="*/ 5661660 w 11737340"/>
                    <a:gd name="connsiteY69" fmla="*/ 4122420 h 4168140"/>
                    <a:gd name="connsiteX70" fmla="*/ 5745480 w 11737340"/>
                    <a:gd name="connsiteY70" fmla="*/ 4130040 h 4168140"/>
                    <a:gd name="connsiteX71" fmla="*/ 5836920 w 11737340"/>
                    <a:gd name="connsiteY71" fmla="*/ 4130040 h 4168140"/>
                    <a:gd name="connsiteX72" fmla="*/ 5951220 w 11737340"/>
                    <a:gd name="connsiteY72" fmla="*/ 4145280 h 4168140"/>
                    <a:gd name="connsiteX73" fmla="*/ 6035040 w 11737340"/>
                    <a:gd name="connsiteY73" fmla="*/ 4168140 h 4168140"/>
                    <a:gd name="connsiteX74" fmla="*/ 6149340 w 11737340"/>
                    <a:gd name="connsiteY74" fmla="*/ 4137660 h 4168140"/>
                    <a:gd name="connsiteX75" fmla="*/ 6286500 w 11737340"/>
                    <a:gd name="connsiteY75" fmla="*/ 4114800 h 4168140"/>
                    <a:gd name="connsiteX76" fmla="*/ 6393180 w 11737340"/>
                    <a:gd name="connsiteY76" fmla="*/ 4053840 h 4168140"/>
                    <a:gd name="connsiteX77" fmla="*/ 6484620 w 11737340"/>
                    <a:gd name="connsiteY77" fmla="*/ 4038600 h 4168140"/>
                    <a:gd name="connsiteX78" fmla="*/ 6583680 w 11737340"/>
                    <a:gd name="connsiteY78" fmla="*/ 3970020 h 4168140"/>
                    <a:gd name="connsiteX79" fmla="*/ 6697980 w 11737340"/>
                    <a:gd name="connsiteY79" fmla="*/ 3886200 h 4168140"/>
                    <a:gd name="connsiteX80" fmla="*/ 6751320 w 11737340"/>
                    <a:gd name="connsiteY80" fmla="*/ 3822700 h 4168140"/>
                    <a:gd name="connsiteX81" fmla="*/ 6855460 w 11737340"/>
                    <a:gd name="connsiteY81" fmla="*/ 3764280 h 4168140"/>
                    <a:gd name="connsiteX82" fmla="*/ 6959600 w 11737340"/>
                    <a:gd name="connsiteY82" fmla="*/ 3629660 h 4168140"/>
                    <a:gd name="connsiteX83" fmla="*/ 7056120 w 11737340"/>
                    <a:gd name="connsiteY83" fmla="*/ 3528060 h 4168140"/>
                    <a:gd name="connsiteX84" fmla="*/ 7165340 w 11737340"/>
                    <a:gd name="connsiteY84" fmla="*/ 3454400 h 4168140"/>
                    <a:gd name="connsiteX85" fmla="*/ 7287260 w 11737340"/>
                    <a:gd name="connsiteY85" fmla="*/ 3296920 h 4168140"/>
                    <a:gd name="connsiteX86" fmla="*/ 7338060 w 11737340"/>
                    <a:gd name="connsiteY86" fmla="*/ 3200400 h 4168140"/>
                    <a:gd name="connsiteX87" fmla="*/ 7383780 w 11737340"/>
                    <a:gd name="connsiteY87" fmla="*/ 3144520 h 4168140"/>
                    <a:gd name="connsiteX88" fmla="*/ 7444740 w 11737340"/>
                    <a:gd name="connsiteY88" fmla="*/ 3093720 h 4168140"/>
                    <a:gd name="connsiteX89" fmla="*/ 7513320 w 11737340"/>
                    <a:gd name="connsiteY89" fmla="*/ 3101340 h 4168140"/>
                    <a:gd name="connsiteX90" fmla="*/ 7576820 w 11737340"/>
                    <a:gd name="connsiteY90" fmla="*/ 3093720 h 4168140"/>
                    <a:gd name="connsiteX91" fmla="*/ 7729220 w 11737340"/>
                    <a:gd name="connsiteY91" fmla="*/ 3136900 h 4168140"/>
                    <a:gd name="connsiteX92" fmla="*/ 7833360 w 11737340"/>
                    <a:gd name="connsiteY92" fmla="*/ 3180080 h 4168140"/>
                    <a:gd name="connsiteX93" fmla="*/ 7967980 w 11737340"/>
                    <a:gd name="connsiteY93" fmla="*/ 3208020 h 4168140"/>
                    <a:gd name="connsiteX94" fmla="*/ 8161020 w 11737340"/>
                    <a:gd name="connsiteY94" fmla="*/ 3296920 h 4168140"/>
                    <a:gd name="connsiteX95" fmla="*/ 8293100 w 11737340"/>
                    <a:gd name="connsiteY95" fmla="*/ 3370580 h 4168140"/>
                    <a:gd name="connsiteX96" fmla="*/ 8371840 w 11737340"/>
                    <a:gd name="connsiteY96" fmla="*/ 3395980 h 4168140"/>
                    <a:gd name="connsiteX97" fmla="*/ 8468360 w 11737340"/>
                    <a:gd name="connsiteY97" fmla="*/ 3434080 h 4168140"/>
                    <a:gd name="connsiteX98" fmla="*/ 8582660 w 11737340"/>
                    <a:gd name="connsiteY98" fmla="*/ 3528060 h 4168140"/>
                    <a:gd name="connsiteX99" fmla="*/ 8641080 w 11737340"/>
                    <a:gd name="connsiteY99" fmla="*/ 3566160 h 4168140"/>
                    <a:gd name="connsiteX100" fmla="*/ 8702040 w 11737340"/>
                    <a:gd name="connsiteY100" fmla="*/ 3604260 h 4168140"/>
                    <a:gd name="connsiteX101" fmla="*/ 8763000 w 11737340"/>
                    <a:gd name="connsiteY101" fmla="*/ 3634740 h 4168140"/>
                    <a:gd name="connsiteX102" fmla="*/ 8846820 w 11737340"/>
                    <a:gd name="connsiteY102" fmla="*/ 3632200 h 4168140"/>
                    <a:gd name="connsiteX103" fmla="*/ 8968740 w 11737340"/>
                    <a:gd name="connsiteY103" fmla="*/ 3634740 h 4168140"/>
                    <a:gd name="connsiteX104" fmla="*/ 9060180 w 11737340"/>
                    <a:gd name="connsiteY104" fmla="*/ 3642360 h 4168140"/>
                    <a:gd name="connsiteX105" fmla="*/ 9151620 w 11737340"/>
                    <a:gd name="connsiteY105" fmla="*/ 3657600 h 4168140"/>
                    <a:gd name="connsiteX106" fmla="*/ 9230360 w 11737340"/>
                    <a:gd name="connsiteY106" fmla="*/ 3657600 h 4168140"/>
                    <a:gd name="connsiteX107" fmla="*/ 9331960 w 11737340"/>
                    <a:gd name="connsiteY107" fmla="*/ 3629660 h 4168140"/>
                    <a:gd name="connsiteX108" fmla="*/ 9433560 w 11737340"/>
                    <a:gd name="connsiteY108" fmla="*/ 3589020 h 4168140"/>
                    <a:gd name="connsiteX109" fmla="*/ 9535160 w 11737340"/>
                    <a:gd name="connsiteY109" fmla="*/ 3540760 h 4168140"/>
                    <a:gd name="connsiteX110" fmla="*/ 9646920 w 11737340"/>
                    <a:gd name="connsiteY110" fmla="*/ 3489960 h 4168140"/>
                    <a:gd name="connsiteX111" fmla="*/ 9784080 w 11737340"/>
                    <a:gd name="connsiteY111" fmla="*/ 3444240 h 4168140"/>
                    <a:gd name="connsiteX112" fmla="*/ 9860280 w 11737340"/>
                    <a:gd name="connsiteY112" fmla="*/ 3383280 h 4168140"/>
                    <a:gd name="connsiteX113" fmla="*/ 9921240 w 11737340"/>
                    <a:gd name="connsiteY113" fmla="*/ 3314700 h 4168140"/>
                    <a:gd name="connsiteX114" fmla="*/ 9997440 w 11737340"/>
                    <a:gd name="connsiteY114" fmla="*/ 3208020 h 4168140"/>
                    <a:gd name="connsiteX115" fmla="*/ 10043160 w 11737340"/>
                    <a:gd name="connsiteY115" fmla="*/ 3101340 h 4168140"/>
                    <a:gd name="connsiteX116" fmla="*/ 10104120 w 11737340"/>
                    <a:gd name="connsiteY116" fmla="*/ 3017520 h 4168140"/>
                    <a:gd name="connsiteX117" fmla="*/ 10157460 w 11737340"/>
                    <a:gd name="connsiteY117" fmla="*/ 2933700 h 4168140"/>
                    <a:gd name="connsiteX118" fmla="*/ 10218420 w 11737340"/>
                    <a:gd name="connsiteY118" fmla="*/ 2849880 h 4168140"/>
                    <a:gd name="connsiteX119" fmla="*/ 10294620 w 11737340"/>
                    <a:gd name="connsiteY119" fmla="*/ 2735580 h 4168140"/>
                    <a:gd name="connsiteX120" fmla="*/ 10347960 w 11737340"/>
                    <a:gd name="connsiteY120" fmla="*/ 2621280 h 4168140"/>
                    <a:gd name="connsiteX121" fmla="*/ 10431780 w 11737340"/>
                    <a:gd name="connsiteY121" fmla="*/ 2499360 h 4168140"/>
                    <a:gd name="connsiteX122" fmla="*/ 10500360 w 11737340"/>
                    <a:gd name="connsiteY122" fmla="*/ 2354580 h 4168140"/>
                    <a:gd name="connsiteX123" fmla="*/ 10553700 w 11737340"/>
                    <a:gd name="connsiteY123" fmla="*/ 2263140 h 4168140"/>
                    <a:gd name="connsiteX124" fmla="*/ 10584180 w 11737340"/>
                    <a:gd name="connsiteY124" fmla="*/ 2194560 h 4168140"/>
                    <a:gd name="connsiteX125" fmla="*/ 10624820 w 11737340"/>
                    <a:gd name="connsiteY125" fmla="*/ 2125980 h 4168140"/>
                    <a:gd name="connsiteX126" fmla="*/ 10675620 w 11737340"/>
                    <a:gd name="connsiteY126" fmla="*/ 2049780 h 4168140"/>
                    <a:gd name="connsiteX127" fmla="*/ 10690860 w 11737340"/>
                    <a:gd name="connsiteY127" fmla="*/ 1988820 h 4168140"/>
                    <a:gd name="connsiteX128" fmla="*/ 10713720 w 11737340"/>
                    <a:gd name="connsiteY128" fmla="*/ 1927860 h 4168140"/>
                    <a:gd name="connsiteX129" fmla="*/ 10767060 w 11737340"/>
                    <a:gd name="connsiteY129" fmla="*/ 1859280 h 4168140"/>
                    <a:gd name="connsiteX130" fmla="*/ 10873740 w 11737340"/>
                    <a:gd name="connsiteY130" fmla="*/ 1828800 h 4168140"/>
                    <a:gd name="connsiteX131" fmla="*/ 11079480 w 11737340"/>
                    <a:gd name="connsiteY131" fmla="*/ 1767840 h 4168140"/>
                    <a:gd name="connsiteX132" fmla="*/ 11247120 w 11737340"/>
                    <a:gd name="connsiteY132" fmla="*/ 1684020 h 4168140"/>
                    <a:gd name="connsiteX133" fmla="*/ 11407140 w 11737340"/>
                    <a:gd name="connsiteY133" fmla="*/ 1628140 h 4168140"/>
                    <a:gd name="connsiteX134" fmla="*/ 11490960 w 11737340"/>
                    <a:gd name="connsiteY134" fmla="*/ 1577340 h 4168140"/>
                    <a:gd name="connsiteX135" fmla="*/ 11635740 w 11737340"/>
                    <a:gd name="connsiteY135" fmla="*/ 1508760 h 4168140"/>
                    <a:gd name="connsiteX136" fmla="*/ 11737340 w 11737340"/>
                    <a:gd name="connsiteY136" fmla="*/ 1442720 h 4168140"/>
                    <a:gd name="connsiteX137" fmla="*/ 11620500 w 11737340"/>
                    <a:gd name="connsiteY137" fmla="*/ 1417320 h 4168140"/>
                    <a:gd name="connsiteX138" fmla="*/ 11567160 w 11737340"/>
                    <a:gd name="connsiteY138" fmla="*/ 1379220 h 4168140"/>
                    <a:gd name="connsiteX139" fmla="*/ 11498580 w 11737340"/>
                    <a:gd name="connsiteY139" fmla="*/ 1318260 h 4168140"/>
                    <a:gd name="connsiteX140" fmla="*/ 11468100 w 11737340"/>
                    <a:gd name="connsiteY140" fmla="*/ 1280160 h 4168140"/>
                    <a:gd name="connsiteX141" fmla="*/ 11442700 w 11737340"/>
                    <a:gd name="connsiteY141" fmla="*/ 1231900 h 4168140"/>
                    <a:gd name="connsiteX142" fmla="*/ 11384280 w 11737340"/>
                    <a:gd name="connsiteY142" fmla="*/ 1310640 h 4168140"/>
                    <a:gd name="connsiteX143" fmla="*/ 11353800 w 11737340"/>
                    <a:gd name="connsiteY143" fmla="*/ 1356360 h 4168140"/>
                    <a:gd name="connsiteX144" fmla="*/ 11224260 w 11737340"/>
                    <a:gd name="connsiteY144" fmla="*/ 1417320 h 4168140"/>
                    <a:gd name="connsiteX145" fmla="*/ 11109960 w 11737340"/>
                    <a:gd name="connsiteY145" fmla="*/ 1463040 h 4168140"/>
                    <a:gd name="connsiteX146" fmla="*/ 10911840 w 11737340"/>
                    <a:gd name="connsiteY146" fmla="*/ 1524000 h 4168140"/>
                    <a:gd name="connsiteX147" fmla="*/ 10774680 w 11737340"/>
                    <a:gd name="connsiteY147" fmla="*/ 1546860 h 4168140"/>
                    <a:gd name="connsiteX148" fmla="*/ 10675620 w 11737340"/>
                    <a:gd name="connsiteY148" fmla="*/ 1615440 h 4168140"/>
                    <a:gd name="connsiteX149" fmla="*/ 10568940 w 11737340"/>
                    <a:gd name="connsiteY149" fmla="*/ 1676400 h 4168140"/>
                    <a:gd name="connsiteX150" fmla="*/ 10485120 w 11737340"/>
                    <a:gd name="connsiteY150" fmla="*/ 1760220 h 4168140"/>
                    <a:gd name="connsiteX151" fmla="*/ 10454640 w 11737340"/>
                    <a:gd name="connsiteY151" fmla="*/ 1836420 h 4168140"/>
                    <a:gd name="connsiteX152" fmla="*/ 10416540 w 11737340"/>
                    <a:gd name="connsiteY152" fmla="*/ 1927860 h 4168140"/>
                    <a:gd name="connsiteX153" fmla="*/ 10401300 w 11737340"/>
                    <a:gd name="connsiteY153" fmla="*/ 2004060 h 4168140"/>
                    <a:gd name="connsiteX154" fmla="*/ 10363200 w 11737340"/>
                    <a:gd name="connsiteY154" fmla="*/ 2095500 h 4168140"/>
                    <a:gd name="connsiteX155" fmla="*/ 10317480 w 11737340"/>
                    <a:gd name="connsiteY155" fmla="*/ 2225040 h 4168140"/>
                    <a:gd name="connsiteX156" fmla="*/ 10287000 w 11737340"/>
                    <a:gd name="connsiteY156" fmla="*/ 2346960 h 4168140"/>
                    <a:gd name="connsiteX157" fmla="*/ 10218420 w 11737340"/>
                    <a:gd name="connsiteY157" fmla="*/ 2499360 h 4168140"/>
                    <a:gd name="connsiteX158" fmla="*/ 10134600 w 11737340"/>
                    <a:gd name="connsiteY158" fmla="*/ 2621280 h 4168140"/>
                    <a:gd name="connsiteX159" fmla="*/ 10043160 w 11737340"/>
                    <a:gd name="connsiteY159" fmla="*/ 2735580 h 4168140"/>
                    <a:gd name="connsiteX160" fmla="*/ 9974580 w 11737340"/>
                    <a:gd name="connsiteY160" fmla="*/ 2857500 h 4168140"/>
                    <a:gd name="connsiteX161" fmla="*/ 9906000 w 11737340"/>
                    <a:gd name="connsiteY161" fmla="*/ 2941320 h 4168140"/>
                    <a:gd name="connsiteX162" fmla="*/ 9860280 w 11737340"/>
                    <a:gd name="connsiteY162" fmla="*/ 3032760 h 4168140"/>
                    <a:gd name="connsiteX163" fmla="*/ 9806940 w 11737340"/>
                    <a:gd name="connsiteY163" fmla="*/ 3116580 h 4168140"/>
                    <a:gd name="connsiteX164" fmla="*/ 9715500 w 11737340"/>
                    <a:gd name="connsiteY164" fmla="*/ 3208020 h 4168140"/>
                    <a:gd name="connsiteX165" fmla="*/ 9616440 w 11737340"/>
                    <a:gd name="connsiteY165" fmla="*/ 3261360 h 4168140"/>
                    <a:gd name="connsiteX166" fmla="*/ 9532620 w 11737340"/>
                    <a:gd name="connsiteY166" fmla="*/ 3329940 h 4168140"/>
                    <a:gd name="connsiteX167" fmla="*/ 9471660 w 11737340"/>
                    <a:gd name="connsiteY167" fmla="*/ 3375660 h 4168140"/>
                    <a:gd name="connsiteX168" fmla="*/ 9410700 w 11737340"/>
                    <a:gd name="connsiteY168" fmla="*/ 3429000 h 4168140"/>
                    <a:gd name="connsiteX169" fmla="*/ 9288780 w 11737340"/>
                    <a:gd name="connsiteY169" fmla="*/ 3436620 h 4168140"/>
                    <a:gd name="connsiteX170" fmla="*/ 9166860 w 11737340"/>
                    <a:gd name="connsiteY170" fmla="*/ 3444240 h 4168140"/>
                    <a:gd name="connsiteX171" fmla="*/ 9029700 w 11737340"/>
                    <a:gd name="connsiteY171" fmla="*/ 3413760 h 4168140"/>
                    <a:gd name="connsiteX172" fmla="*/ 8823960 w 11737340"/>
                    <a:gd name="connsiteY172" fmla="*/ 3360420 h 4168140"/>
                    <a:gd name="connsiteX173" fmla="*/ 8679180 w 11737340"/>
                    <a:gd name="connsiteY173" fmla="*/ 3329940 h 4168140"/>
                    <a:gd name="connsiteX174" fmla="*/ 8572500 w 11737340"/>
                    <a:gd name="connsiteY174" fmla="*/ 3276600 h 4168140"/>
                    <a:gd name="connsiteX175" fmla="*/ 8465820 w 11737340"/>
                    <a:gd name="connsiteY175" fmla="*/ 3215640 h 4168140"/>
                    <a:gd name="connsiteX176" fmla="*/ 8321040 w 11737340"/>
                    <a:gd name="connsiteY176" fmla="*/ 3177540 h 4168140"/>
                    <a:gd name="connsiteX177" fmla="*/ 8199120 w 11737340"/>
                    <a:gd name="connsiteY177" fmla="*/ 3131820 h 4168140"/>
                    <a:gd name="connsiteX178" fmla="*/ 8069580 w 11737340"/>
                    <a:gd name="connsiteY178" fmla="*/ 3078480 h 4168140"/>
                    <a:gd name="connsiteX179" fmla="*/ 7917180 w 11737340"/>
                    <a:gd name="connsiteY179" fmla="*/ 2994660 h 4168140"/>
                    <a:gd name="connsiteX180" fmla="*/ 7787640 w 11737340"/>
                    <a:gd name="connsiteY180" fmla="*/ 2971800 h 4168140"/>
                    <a:gd name="connsiteX181" fmla="*/ 7719060 w 11737340"/>
                    <a:gd name="connsiteY181" fmla="*/ 2933700 h 4168140"/>
                    <a:gd name="connsiteX182" fmla="*/ 7612380 w 11737340"/>
                    <a:gd name="connsiteY182" fmla="*/ 2903220 h 4168140"/>
                    <a:gd name="connsiteX183" fmla="*/ 7566660 w 11737340"/>
                    <a:gd name="connsiteY183" fmla="*/ 2887980 h 4168140"/>
                    <a:gd name="connsiteX184" fmla="*/ 7551420 w 11737340"/>
                    <a:gd name="connsiteY184" fmla="*/ 2849880 h 4168140"/>
                    <a:gd name="connsiteX185" fmla="*/ 7533640 w 11737340"/>
                    <a:gd name="connsiteY185" fmla="*/ 2788920 h 4168140"/>
                    <a:gd name="connsiteX186" fmla="*/ 7475220 w 11737340"/>
                    <a:gd name="connsiteY186" fmla="*/ 2857500 h 4168140"/>
                    <a:gd name="connsiteX187" fmla="*/ 7414260 w 11737340"/>
                    <a:gd name="connsiteY187" fmla="*/ 2887980 h 4168140"/>
                    <a:gd name="connsiteX188" fmla="*/ 7345680 w 11737340"/>
                    <a:gd name="connsiteY188" fmla="*/ 2971800 h 4168140"/>
                    <a:gd name="connsiteX189" fmla="*/ 7315200 w 11737340"/>
                    <a:gd name="connsiteY189" fmla="*/ 2994660 h 4168140"/>
                    <a:gd name="connsiteX190" fmla="*/ 7261860 w 11737340"/>
                    <a:gd name="connsiteY190" fmla="*/ 3009900 h 4168140"/>
                    <a:gd name="connsiteX191" fmla="*/ 7193280 w 11737340"/>
                    <a:gd name="connsiteY191" fmla="*/ 3025140 h 4168140"/>
                    <a:gd name="connsiteX192" fmla="*/ 7155180 w 11737340"/>
                    <a:gd name="connsiteY192" fmla="*/ 3078480 h 4168140"/>
                    <a:gd name="connsiteX193" fmla="*/ 7109460 w 11737340"/>
                    <a:gd name="connsiteY193" fmla="*/ 3154680 h 4168140"/>
                    <a:gd name="connsiteX194" fmla="*/ 7048500 w 11737340"/>
                    <a:gd name="connsiteY194" fmla="*/ 3246120 h 4168140"/>
                    <a:gd name="connsiteX195" fmla="*/ 6995160 w 11737340"/>
                    <a:gd name="connsiteY195" fmla="*/ 3307080 h 4168140"/>
                    <a:gd name="connsiteX196" fmla="*/ 6972300 w 11737340"/>
                    <a:gd name="connsiteY196" fmla="*/ 3352800 h 4168140"/>
                    <a:gd name="connsiteX197" fmla="*/ 6949440 w 11737340"/>
                    <a:gd name="connsiteY197" fmla="*/ 3413760 h 4168140"/>
                    <a:gd name="connsiteX198" fmla="*/ 6949440 w 11737340"/>
                    <a:gd name="connsiteY198" fmla="*/ 3413760 h 4168140"/>
                    <a:gd name="connsiteX199" fmla="*/ 6911340 w 11737340"/>
                    <a:gd name="connsiteY199" fmla="*/ 3474720 h 4168140"/>
                    <a:gd name="connsiteX200" fmla="*/ 6888480 w 11737340"/>
                    <a:gd name="connsiteY200" fmla="*/ 3505200 h 4168140"/>
                    <a:gd name="connsiteX201" fmla="*/ 6819900 w 11737340"/>
                    <a:gd name="connsiteY201" fmla="*/ 3566160 h 4168140"/>
                    <a:gd name="connsiteX202" fmla="*/ 6731000 w 11737340"/>
                    <a:gd name="connsiteY202" fmla="*/ 3599180 h 4168140"/>
                    <a:gd name="connsiteX203" fmla="*/ 6675120 w 11737340"/>
                    <a:gd name="connsiteY203" fmla="*/ 3657600 h 4168140"/>
                    <a:gd name="connsiteX204" fmla="*/ 6629400 w 11737340"/>
                    <a:gd name="connsiteY204" fmla="*/ 3718560 h 4168140"/>
                    <a:gd name="connsiteX205" fmla="*/ 6576060 w 11737340"/>
                    <a:gd name="connsiteY205" fmla="*/ 3779520 h 4168140"/>
                    <a:gd name="connsiteX206" fmla="*/ 6484620 w 11737340"/>
                    <a:gd name="connsiteY206" fmla="*/ 3817620 h 4168140"/>
                    <a:gd name="connsiteX207" fmla="*/ 6400800 w 11737340"/>
                    <a:gd name="connsiteY207" fmla="*/ 3832860 h 4168140"/>
                    <a:gd name="connsiteX208" fmla="*/ 6263640 w 11737340"/>
                    <a:gd name="connsiteY208" fmla="*/ 3870960 h 4168140"/>
                    <a:gd name="connsiteX209" fmla="*/ 6126480 w 11737340"/>
                    <a:gd name="connsiteY209" fmla="*/ 3901440 h 4168140"/>
                    <a:gd name="connsiteX210" fmla="*/ 6027420 w 11737340"/>
                    <a:gd name="connsiteY210" fmla="*/ 3916680 h 4168140"/>
                    <a:gd name="connsiteX211" fmla="*/ 5890260 w 11737340"/>
                    <a:gd name="connsiteY211" fmla="*/ 3878580 h 4168140"/>
                    <a:gd name="connsiteX212" fmla="*/ 5821680 w 11737340"/>
                    <a:gd name="connsiteY212" fmla="*/ 3863340 h 4168140"/>
                    <a:gd name="connsiteX213" fmla="*/ 5737860 w 11737340"/>
                    <a:gd name="connsiteY213" fmla="*/ 3825240 h 4168140"/>
                    <a:gd name="connsiteX214" fmla="*/ 5638800 w 11737340"/>
                    <a:gd name="connsiteY214" fmla="*/ 3794760 h 4168140"/>
                    <a:gd name="connsiteX215" fmla="*/ 5524500 w 11737340"/>
                    <a:gd name="connsiteY215" fmla="*/ 3756660 h 4168140"/>
                    <a:gd name="connsiteX216" fmla="*/ 5448300 w 11737340"/>
                    <a:gd name="connsiteY216" fmla="*/ 3718560 h 4168140"/>
                    <a:gd name="connsiteX217" fmla="*/ 5349240 w 11737340"/>
                    <a:gd name="connsiteY217" fmla="*/ 3657600 h 4168140"/>
                    <a:gd name="connsiteX218" fmla="*/ 5295900 w 11737340"/>
                    <a:gd name="connsiteY218" fmla="*/ 3619500 h 4168140"/>
                    <a:gd name="connsiteX219" fmla="*/ 5234940 w 11737340"/>
                    <a:gd name="connsiteY219" fmla="*/ 3596640 h 4168140"/>
                    <a:gd name="connsiteX220" fmla="*/ 5135880 w 11737340"/>
                    <a:gd name="connsiteY220" fmla="*/ 3550920 h 4168140"/>
                    <a:gd name="connsiteX221" fmla="*/ 5059680 w 11737340"/>
                    <a:gd name="connsiteY221" fmla="*/ 3505200 h 4168140"/>
                    <a:gd name="connsiteX222" fmla="*/ 5029200 w 11737340"/>
                    <a:gd name="connsiteY222" fmla="*/ 3482340 h 4168140"/>
                    <a:gd name="connsiteX223" fmla="*/ 4960620 w 11737340"/>
                    <a:gd name="connsiteY223" fmla="*/ 3413760 h 4168140"/>
                    <a:gd name="connsiteX224" fmla="*/ 4876800 w 11737340"/>
                    <a:gd name="connsiteY224" fmla="*/ 3299460 h 4168140"/>
                    <a:gd name="connsiteX225" fmla="*/ 4808220 w 11737340"/>
                    <a:gd name="connsiteY225" fmla="*/ 3200400 h 4168140"/>
                    <a:gd name="connsiteX226" fmla="*/ 4777740 w 11737340"/>
                    <a:gd name="connsiteY226" fmla="*/ 3147060 h 4168140"/>
                    <a:gd name="connsiteX227" fmla="*/ 4724400 w 11737340"/>
                    <a:gd name="connsiteY227" fmla="*/ 3108960 h 4168140"/>
                    <a:gd name="connsiteX228" fmla="*/ 4648200 w 11737340"/>
                    <a:gd name="connsiteY228" fmla="*/ 3063240 h 4168140"/>
                    <a:gd name="connsiteX229" fmla="*/ 4533900 w 11737340"/>
                    <a:gd name="connsiteY229" fmla="*/ 2979420 h 4168140"/>
                    <a:gd name="connsiteX230" fmla="*/ 4427220 w 11737340"/>
                    <a:gd name="connsiteY230" fmla="*/ 2941320 h 4168140"/>
                    <a:gd name="connsiteX231" fmla="*/ 4366260 w 11737340"/>
                    <a:gd name="connsiteY231" fmla="*/ 2903220 h 4168140"/>
                    <a:gd name="connsiteX232" fmla="*/ 4244340 w 11737340"/>
                    <a:gd name="connsiteY232" fmla="*/ 2842260 h 4168140"/>
                    <a:gd name="connsiteX233" fmla="*/ 4145280 w 11737340"/>
                    <a:gd name="connsiteY233" fmla="*/ 2811780 h 4168140"/>
                    <a:gd name="connsiteX234" fmla="*/ 4038600 w 11737340"/>
                    <a:gd name="connsiteY234" fmla="*/ 2804160 h 4168140"/>
                    <a:gd name="connsiteX235" fmla="*/ 3954780 w 11737340"/>
                    <a:gd name="connsiteY235" fmla="*/ 2819400 h 4168140"/>
                    <a:gd name="connsiteX236" fmla="*/ 3863340 w 11737340"/>
                    <a:gd name="connsiteY236" fmla="*/ 2804160 h 4168140"/>
                    <a:gd name="connsiteX237" fmla="*/ 3741420 w 11737340"/>
                    <a:gd name="connsiteY237" fmla="*/ 2781300 h 4168140"/>
                    <a:gd name="connsiteX238" fmla="*/ 3649980 w 11737340"/>
                    <a:gd name="connsiteY238" fmla="*/ 2743200 h 4168140"/>
                    <a:gd name="connsiteX239" fmla="*/ 3573780 w 11737340"/>
                    <a:gd name="connsiteY239" fmla="*/ 2674620 h 4168140"/>
                    <a:gd name="connsiteX240" fmla="*/ 3482340 w 11737340"/>
                    <a:gd name="connsiteY240" fmla="*/ 2621280 h 4168140"/>
                    <a:gd name="connsiteX241" fmla="*/ 3436620 w 11737340"/>
                    <a:gd name="connsiteY241" fmla="*/ 2552700 h 4168140"/>
                    <a:gd name="connsiteX242" fmla="*/ 3329940 w 11737340"/>
                    <a:gd name="connsiteY242" fmla="*/ 2423160 h 4168140"/>
                    <a:gd name="connsiteX243" fmla="*/ 3261360 w 11737340"/>
                    <a:gd name="connsiteY243" fmla="*/ 2324100 h 4168140"/>
                    <a:gd name="connsiteX244" fmla="*/ 3131820 w 11737340"/>
                    <a:gd name="connsiteY244" fmla="*/ 2209800 h 4168140"/>
                    <a:gd name="connsiteX245" fmla="*/ 3040380 w 11737340"/>
                    <a:gd name="connsiteY245" fmla="*/ 2141220 h 4168140"/>
                    <a:gd name="connsiteX246" fmla="*/ 2910840 w 11737340"/>
                    <a:gd name="connsiteY246" fmla="*/ 2034540 h 4168140"/>
                    <a:gd name="connsiteX247" fmla="*/ 2849880 w 11737340"/>
                    <a:gd name="connsiteY247" fmla="*/ 1958340 h 4168140"/>
                    <a:gd name="connsiteX248" fmla="*/ 2743200 w 11737340"/>
                    <a:gd name="connsiteY248" fmla="*/ 1889760 h 4168140"/>
                    <a:gd name="connsiteX249" fmla="*/ 2659380 w 11737340"/>
                    <a:gd name="connsiteY249" fmla="*/ 1844040 h 4168140"/>
                    <a:gd name="connsiteX250" fmla="*/ 2575560 w 11737340"/>
                    <a:gd name="connsiteY250" fmla="*/ 1744980 h 4168140"/>
                    <a:gd name="connsiteX251" fmla="*/ 2468880 w 11737340"/>
                    <a:gd name="connsiteY251" fmla="*/ 1645920 h 4168140"/>
                    <a:gd name="connsiteX252" fmla="*/ 2400300 w 11737340"/>
                    <a:gd name="connsiteY252" fmla="*/ 1607820 h 4168140"/>
                    <a:gd name="connsiteX253" fmla="*/ 2263140 w 11737340"/>
                    <a:gd name="connsiteY253" fmla="*/ 1501140 h 4168140"/>
                    <a:gd name="connsiteX254" fmla="*/ 2171700 w 11737340"/>
                    <a:gd name="connsiteY254" fmla="*/ 1432560 h 4168140"/>
                    <a:gd name="connsiteX255" fmla="*/ 2087880 w 11737340"/>
                    <a:gd name="connsiteY255" fmla="*/ 1363980 h 4168140"/>
                    <a:gd name="connsiteX256" fmla="*/ 1950720 w 11737340"/>
                    <a:gd name="connsiteY256" fmla="*/ 1272540 h 4168140"/>
                    <a:gd name="connsiteX257" fmla="*/ 1805940 w 11737340"/>
                    <a:gd name="connsiteY257" fmla="*/ 1135380 h 4168140"/>
                    <a:gd name="connsiteX258" fmla="*/ 1729740 w 11737340"/>
                    <a:gd name="connsiteY258" fmla="*/ 1089660 h 4168140"/>
                    <a:gd name="connsiteX259" fmla="*/ 1668780 w 11737340"/>
                    <a:gd name="connsiteY259" fmla="*/ 1043940 h 4168140"/>
                    <a:gd name="connsiteX260" fmla="*/ 1592580 w 11737340"/>
                    <a:gd name="connsiteY260" fmla="*/ 990600 h 4168140"/>
                    <a:gd name="connsiteX261" fmla="*/ 1470660 w 11737340"/>
                    <a:gd name="connsiteY261" fmla="*/ 891540 h 4168140"/>
                    <a:gd name="connsiteX262" fmla="*/ 1386840 w 11737340"/>
                    <a:gd name="connsiteY262" fmla="*/ 845820 h 4168140"/>
                    <a:gd name="connsiteX263" fmla="*/ 1318260 w 11737340"/>
                    <a:gd name="connsiteY263" fmla="*/ 784860 h 4168140"/>
                    <a:gd name="connsiteX264" fmla="*/ 1264920 w 11737340"/>
                    <a:gd name="connsiteY264" fmla="*/ 723900 h 4168140"/>
                    <a:gd name="connsiteX265" fmla="*/ 1181100 w 11737340"/>
                    <a:gd name="connsiteY265" fmla="*/ 647700 h 4168140"/>
                    <a:gd name="connsiteX266" fmla="*/ 1089660 w 11737340"/>
                    <a:gd name="connsiteY266" fmla="*/ 624840 h 4168140"/>
                    <a:gd name="connsiteX267" fmla="*/ 1021080 w 11737340"/>
                    <a:gd name="connsiteY267" fmla="*/ 586740 h 4168140"/>
                    <a:gd name="connsiteX268" fmla="*/ 937260 w 11737340"/>
                    <a:gd name="connsiteY268" fmla="*/ 548640 h 4168140"/>
                    <a:gd name="connsiteX269" fmla="*/ 830580 w 11737340"/>
                    <a:gd name="connsiteY269" fmla="*/ 510540 h 4168140"/>
                    <a:gd name="connsiteX270" fmla="*/ 754380 w 11737340"/>
                    <a:gd name="connsiteY270" fmla="*/ 457200 h 4168140"/>
                    <a:gd name="connsiteX271" fmla="*/ 708660 w 11737340"/>
                    <a:gd name="connsiteY271" fmla="*/ 419100 h 4168140"/>
                    <a:gd name="connsiteX272" fmla="*/ 609600 w 11737340"/>
                    <a:gd name="connsiteY272" fmla="*/ 396240 h 4168140"/>
                    <a:gd name="connsiteX273" fmla="*/ 548640 w 11737340"/>
                    <a:gd name="connsiteY273" fmla="*/ 320040 h 4168140"/>
                    <a:gd name="connsiteX274" fmla="*/ 510540 w 11737340"/>
                    <a:gd name="connsiteY274" fmla="*/ 251460 h 4168140"/>
                    <a:gd name="connsiteX275" fmla="*/ 464820 w 11737340"/>
                    <a:gd name="connsiteY275" fmla="*/ 190500 h 4168140"/>
                    <a:gd name="connsiteX276" fmla="*/ 411480 w 11737340"/>
                    <a:gd name="connsiteY276" fmla="*/ 137160 h 4168140"/>
                    <a:gd name="connsiteX277" fmla="*/ 373380 w 11737340"/>
                    <a:gd name="connsiteY277" fmla="*/ 45720 h 4168140"/>
                    <a:gd name="connsiteX278" fmla="*/ 342900 w 11737340"/>
                    <a:gd name="connsiteY278" fmla="*/ 0 h 4168140"/>
                    <a:gd name="connsiteX279" fmla="*/ 327660 w 11737340"/>
                    <a:gd name="connsiteY279" fmla="*/ 60960 h 4168140"/>
                    <a:gd name="connsiteX280" fmla="*/ 289560 w 11737340"/>
                    <a:gd name="connsiteY280" fmla="*/ 91440 h 4168140"/>
                    <a:gd name="connsiteX281" fmla="*/ 236220 w 11737340"/>
                    <a:gd name="connsiteY281" fmla="*/ 114300 h 4168140"/>
                    <a:gd name="connsiteX282" fmla="*/ 198120 w 11737340"/>
                    <a:gd name="connsiteY282" fmla="*/ 175260 h 4168140"/>
                    <a:gd name="connsiteX283" fmla="*/ 175260 w 11737340"/>
                    <a:gd name="connsiteY283" fmla="*/ 228600 h 4168140"/>
                    <a:gd name="connsiteX284" fmla="*/ 114300 w 11737340"/>
                    <a:gd name="connsiteY284" fmla="*/ 236220 h 4168140"/>
                    <a:gd name="connsiteX285" fmla="*/ 45720 w 11737340"/>
                    <a:gd name="connsiteY285" fmla="*/ 251460 h 4168140"/>
                    <a:gd name="connsiteX286" fmla="*/ 0 w 11737340"/>
                    <a:gd name="connsiteY286" fmla="*/ 281940 h 4168140"/>
                    <a:gd name="connsiteX287" fmla="*/ 68580 w 11737340"/>
                    <a:gd name="connsiteY287" fmla="*/ 320040 h 4168140"/>
                    <a:gd name="connsiteX0" fmla="*/ 68580 w 11737340"/>
                    <a:gd name="connsiteY0" fmla="*/ 320040 h 4168140"/>
                    <a:gd name="connsiteX1" fmla="*/ 121920 w 11737340"/>
                    <a:gd name="connsiteY1" fmla="*/ 381000 h 4168140"/>
                    <a:gd name="connsiteX2" fmla="*/ 198120 w 11737340"/>
                    <a:gd name="connsiteY2" fmla="*/ 419100 h 4168140"/>
                    <a:gd name="connsiteX3" fmla="*/ 320040 w 11737340"/>
                    <a:gd name="connsiteY3" fmla="*/ 510540 h 4168140"/>
                    <a:gd name="connsiteX4" fmla="*/ 411480 w 11737340"/>
                    <a:gd name="connsiteY4" fmla="*/ 563880 h 4168140"/>
                    <a:gd name="connsiteX5" fmla="*/ 472440 w 11737340"/>
                    <a:gd name="connsiteY5" fmla="*/ 632460 h 4168140"/>
                    <a:gd name="connsiteX6" fmla="*/ 601980 w 11737340"/>
                    <a:gd name="connsiteY6" fmla="*/ 708660 h 4168140"/>
                    <a:gd name="connsiteX7" fmla="*/ 739140 w 11737340"/>
                    <a:gd name="connsiteY7" fmla="*/ 784860 h 4168140"/>
                    <a:gd name="connsiteX8" fmla="*/ 861060 w 11737340"/>
                    <a:gd name="connsiteY8" fmla="*/ 868680 h 4168140"/>
                    <a:gd name="connsiteX9" fmla="*/ 944880 w 11737340"/>
                    <a:gd name="connsiteY9" fmla="*/ 952500 h 4168140"/>
                    <a:gd name="connsiteX10" fmla="*/ 1021080 w 11737340"/>
                    <a:gd name="connsiteY10" fmla="*/ 1005840 h 4168140"/>
                    <a:gd name="connsiteX11" fmla="*/ 1097280 w 11737340"/>
                    <a:gd name="connsiteY11" fmla="*/ 1043940 h 4168140"/>
                    <a:gd name="connsiteX12" fmla="*/ 1181100 w 11737340"/>
                    <a:gd name="connsiteY12" fmla="*/ 1104900 h 4168140"/>
                    <a:gd name="connsiteX13" fmla="*/ 1249680 w 11737340"/>
                    <a:gd name="connsiteY13" fmla="*/ 1150620 h 4168140"/>
                    <a:gd name="connsiteX14" fmla="*/ 1341120 w 11737340"/>
                    <a:gd name="connsiteY14" fmla="*/ 1196340 h 4168140"/>
                    <a:gd name="connsiteX15" fmla="*/ 1417320 w 11737340"/>
                    <a:gd name="connsiteY15" fmla="*/ 1257300 h 4168140"/>
                    <a:gd name="connsiteX16" fmla="*/ 1493520 w 11737340"/>
                    <a:gd name="connsiteY16" fmla="*/ 1333500 h 4168140"/>
                    <a:gd name="connsiteX17" fmla="*/ 1569720 w 11737340"/>
                    <a:gd name="connsiteY17" fmla="*/ 1356360 h 4168140"/>
                    <a:gd name="connsiteX18" fmla="*/ 1684020 w 11737340"/>
                    <a:gd name="connsiteY18" fmla="*/ 1424940 h 4168140"/>
                    <a:gd name="connsiteX19" fmla="*/ 1729740 w 11737340"/>
                    <a:gd name="connsiteY19" fmla="*/ 1485900 h 4168140"/>
                    <a:gd name="connsiteX20" fmla="*/ 1844040 w 11737340"/>
                    <a:gd name="connsiteY20" fmla="*/ 1569720 h 4168140"/>
                    <a:gd name="connsiteX21" fmla="*/ 1935480 w 11737340"/>
                    <a:gd name="connsiteY21" fmla="*/ 1615440 h 4168140"/>
                    <a:gd name="connsiteX22" fmla="*/ 2049780 w 11737340"/>
                    <a:gd name="connsiteY22" fmla="*/ 1691640 h 4168140"/>
                    <a:gd name="connsiteX23" fmla="*/ 2133600 w 11737340"/>
                    <a:gd name="connsiteY23" fmla="*/ 1729740 h 4168140"/>
                    <a:gd name="connsiteX24" fmla="*/ 2202180 w 11737340"/>
                    <a:gd name="connsiteY24" fmla="*/ 1805940 h 4168140"/>
                    <a:gd name="connsiteX25" fmla="*/ 2255520 w 11737340"/>
                    <a:gd name="connsiteY25" fmla="*/ 1821180 h 4168140"/>
                    <a:gd name="connsiteX26" fmla="*/ 2316480 w 11737340"/>
                    <a:gd name="connsiteY26" fmla="*/ 1866900 h 4168140"/>
                    <a:gd name="connsiteX27" fmla="*/ 2423160 w 11737340"/>
                    <a:gd name="connsiteY27" fmla="*/ 2004060 h 4168140"/>
                    <a:gd name="connsiteX28" fmla="*/ 2476500 w 11737340"/>
                    <a:gd name="connsiteY28" fmla="*/ 2087880 h 4168140"/>
                    <a:gd name="connsiteX29" fmla="*/ 2567940 w 11737340"/>
                    <a:gd name="connsiteY29" fmla="*/ 2148840 h 4168140"/>
                    <a:gd name="connsiteX30" fmla="*/ 2682240 w 11737340"/>
                    <a:gd name="connsiteY30" fmla="*/ 2186940 h 4168140"/>
                    <a:gd name="connsiteX31" fmla="*/ 2743200 w 11737340"/>
                    <a:gd name="connsiteY31" fmla="*/ 2209800 h 4168140"/>
                    <a:gd name="connsiteX32" fmla="*/ 2811780 w 11737340"/>
                    <a:gd name="connsiteY32" fmla="*/ 2247900 h 4168140"/>
                    <a:gd name="connsiteX33" fmla="*/ 2887980 w 11737340"/>
                    <a:gd name="connsiteY33" fmla="*/ 2301240 h 4168140"/>
                    <a:gd name="connsiteX34" fmla="*/ 2979420 w 11737340"/>
                    <a:gd name="connsiteY34" fmla="*/ 2385060 h 4168140"/>
                    <a:gd name="connsiteX35" fmla="*/ 3055620 w 11737340"/>
                    <a:gd name="connsiteY35" fmla="*/ 2461260 h 4168140"/>
                    <a:gd name="connsiteX36" fmla="*/ 3139440 w 11737340"/>
                    <a:gd name="connsiteY36" fmla="*/ 2537460 h 4168140"/>
                    <a:gd name="connsiteX37" fmla="*/ 3261360 w 11737340"/>
                    <a:gd name="connsiteY37" fmla="*/ 2628900 h 4168140"/>
                    <a:gd name="connsiteX38" fmla="*/ 3345180 w 11737340"/>
                    <a:gd name="connsiteY38" fmla="*/ 2720340 h 4168140"/>
                    <a:gd name="connsiteX39" fmla="*/ 3444240 w 11737340"/>
                    <a:gd name="connsiteY39" fmla="*/ 2796540 h 4168140"/>
                    <a:gd name="connsiteX40" fmla="*/ 3558540 w 11737340"/>
                    <a:gd name="connsiteY40" fmla="*/ 2872740 h 4168140"/>
                    <a:gd name="connsiteX41" fmla="*/ 3619500 w 11737340"/>
                    <a:gd name="connsiteY41" fmla="*/ 2979420 h 4168140"/>
                    <a:gd name="connsiteX42" fmla="*/ 3619500 w 11737340"/>
                    <a:gd name="connsiteY42" fmla="*/ 2979420 h 4168140"/>
                    <a:gd name="connsiteX43" fmla="*/ 3649980 w 11737340"/>
                    <a:gd name="connsiteY43" fmla="*/ 3048000 h 4168140"/>
                    <a:gd name="connsiteX44" fmla="*/ 3703320 w 11737340"/>
                    <a:gd name="connsiteY44" fmla="*/ 3086100 h 4168140"/>
                    <a:gd name="connsiteX45" fmla="*/ 3764280 w 11737340"/>
                    <a:gd name="connsiteY45" fmla="*/ 3063240 h 4168140"/>
                    <a:gd name="connsiteX46" fmla="*/ 3848100 w 11737340"/>
                    <a:gd name="connsiteY46" fmla="*/ 3025140 h 4168140"/>
                    <a:gd name="connsiteX47" fmla="*/ 3916680 w 11737340"/>
                    <a:gd name="connsiteY47" fmla="*/ 3032760 h 4168140"/>
                    <a:gd name="connsiteX48" fmla="*/ 4030980 w 11737340"/>
                    <a:gd name="connsiteY48" fmla="*/ 3063240 h 4168140"/>
                    <a:gd name="connsiteX49" fmla="*/ 4137660 w 11737340"/>
                    <a:gd name="connsiteY49" fmla="*/ 3101340 h 4168140"/>
                    <a:gd name="connsiteX50" fmla="*/ 4259580 w 11737340"/>
                    <a:gd name="connsiteY50" fmla="*/ 3147060 h 4168140"/>
                    <a:gd name="connsiteX51" fmla="*/ 4381500 w 11737340"/>
                    <a:gd name="connsiteY51" fmla="*/ 3192780 h 4168140"/>
                    <a:gd name="connsiteX52" fmla="*/ 4526280 w 11737340"/>
                    <a:gd name="connsiteY52" fmla="*/ 3276600 h 4168140"/>
                    <a:gd name="connsiteX53" fmla="*/ 4587240 w 11737340"/>
                    <a:gd name="connsiteY53" fmla="*/ 3299460 h 4168140"/>
                    <a:gd name="connsiteX54" fmla="*/ 4610100 w 11737340"/>
                    <a:gd name="connsiteY54" fmla="*/ 3352800 h 4168140"/>
                    <a:gd name="connsiteX55" fmla="*/ 4648200 w 11737340"/>
                    <a:gd name="connsiteY55" fmla="*/ 3436620 h 4168140"/>
                    <a:gd name="connsiteX56" fmla="*/ 4671060 w 11737340"/>
                    <a:gd name="connsiteY56" fmla="*/ 3520440 h 4168140"/>
                    <a:gd name="connsiteX57" fmla="*/ 4678680 w 11737340"/>
                    <a:gd name="connsiteY57" fmla="*/ 3589020 h 4168140"/>
                    <a:gd name="connsiteX58" fmla="*/ 4686300 w 11737340"/>
                    <a:gd name="connsiteY58" fmla="*/ 3649980 h 4168140"/>
                    <a:gd name="connsiteX59" fmla="*/ 4724400 w 11737340"/>
                    <a:gd name="connsiteY59" fmla="*/ 3680460 h 4168140"/>
                    <a:gd name="connsiteX60" fmla="*/ 4785360 w 11737340"/>
                    <a:gd name="connsiteY60" fmla="*/ 3672840 h 4168140"/>
                    <a:gd name="connsiteX61" fmla="*/ 4869180 w 11737340"/>
                    <a:gd name="connsiteY61" fmla="*/ 3703320 h 4168140"/>
                    <a:gd name="connsiteX62" fmla="*/ 4914900 w 11737340"/>
                    <a:gd name="connsiteY62" fmla="*/ 3756660 h 4168140"/>
                    <a:gd name="connsiteX63" fmla="*/ 5105400 w 11737340"/>
                    <a:gd name="connsiteY63" fmla="*/ 3832860 h 4168140"/>
                    <a:gd name="connsiteX64" fmla="*/ 5173980 w 11737340"/>
                    <a:gd name="connsiteY64" fmla="*/ 3886200 h 4168140"/>
                    <a:gd name="connsiteX65" fmla="*/ 5242560 w 11737340"/>
                    <a:gd name="connsiteY65" fmla="*/ 3924300 h 4168140"/>
                    <a:gd name="connsiteX66" fmla="*/ 5364480 w 11737340"/>
                    <a:gd name="connsiteY66" fmla="*/ 3962400 h 4168140"/>
                    <a:gd name="connsiteX67" fmla="*/ 5516880 w 11737340"/>
                    <a:gd name="connsiteY67" fmla="*/ 4046220 h 4168140"/>
                    <a:gd name="connsiteX68" fmla="*/ 5585460 w 11737340"/>
                    <a:gd name="connsiteY68" fmla="*/ 4099560 h 4168140"/>
                    <a:gd name="connsiteX69" fmla="*/ 5661660 w 11737340"/>
                    <a:gd name="connsiteY69" fmla="*/ 4122420 h 4168140"/>
                    <a:gd name="connsiteX70" fmla="*/ 5745480 w 11737340"/>
                    <a:gd name="connsiteY70" fmla="*/ 4130040 h 4168140"/>
                    <a:gd name="connsiteX71" fmla="*/ 5836920 w 11737340"/>
                    <a:gd name="connsiteY71" fmla="*/ 4130040 h 4168140"/>
                    <a:gd name="connsiteX72" fmla="*/ 5943600 w 11737340"/>
                    <a:gd name="connsiteY72" fmla="*/ 4165600 h 4168140"/>
                    <a:gd name="connsiteX73" fmla="*/ 6035040 w 11737340"/>
                    <a:gd name="connsiteY73" fmla="*/ 4168140 h 4168140"/>
                    <a:gd name="connsiteX74" fmla="*/ 6149340 w 11737340"/>
                    <a:gd name="connsiteY74" fmla="*/ 4137660 h 4168140"/>
                    <a:gd name="connsiteX75" fmla="*/ 6286500 w 11737340"/>
                    <a:gd name="connsiteY75" fmla="*/ 4114800 h 4168140"/>
                    <a:gd name="connsiteX76" fmla="*/ 6393180 w 11737340"/>
                    <a:gd name="connsiteY76" fmla="*/ 4053840 h 4168140"/>
                    <a:gd name="connsiteX77" fmla="*/ 6484620 w 11737340"/>
                    <a:gd name="connsiteY77" fmla="*/ 4038600 h 4168140"/>
                    <a:gd name="connsiteX78" fmla="*/ 6583680 w 11737340"/>
                    <a:gd name="connsiteY78" fmla="*/ 3970020 h 4168140"/>
                    <a:gd name="connsiteX79" fmla="*/ 6697980 w 11737340"/>
                    <a:gd name="connsiteY79" fmla="*/ 3886200 h 4168140"/>
                    <a:gd name="connsiteX80" fmla="*/ 6751320 w 11737340"/>
                    <a:gd name="connsiteY80" fmla="*/ 3822700 h 4168140"/>
                    <a:gd name="connsiteX81" fmla="*/ 6855460 w 11737340"/>
                    <a:gd name="connsiteY81" fmla="*/ 3764280 h 4168140"/>
                    <a:gd name="connsiteX82" fmla="*/ 6959600 w 11737340"/>
                    <a:gd name="connsiteY82" fmla="*/ 3629660 h 4168140"/>
                    <a:gd name="connsiteX83" fmla="*/ 7056120 w 11737340"/>
                    <a:gd name="connsiteY83" fmla="*/ 3528060 h 4168140"/>
                    <a:gd name="connsiteX84" fmla="*/ 7165340 w 11737340"/>
                    <a:gd name="connsiteY84" fmla="*/ 3454400 h 4168140"/>
                    <a:gd name="connsiteX85" fmla="*/ 7287260 w 11737340"/>
                    <a:gd name="connsiteY85" fmla="*/ 3296920 h 4168140"/>
                    <a:gd name="connsiteX86" fmla="*/ 7338060 w 11737340"/>
                    <a:gd name="connsiteY86" fmla="*/ 3200400 h 4168140"/>
                    <a:gd name="connsiteX87" fmla="*/ 7383780 w 11737340"/>
                    <a:gd name="connsiteY87" fmla="*/ 3144520 h 4168140"/>
                    <a:gd name="connsiteX88" fmla="*/ 7444740 w 11737340"/>
                    <a:gd name="connsiteY88" fmla="*/ 3093720 h 4168140"/>
                    <a:gd name="connsiteX89" fmla="*/ 7513320 w 11737340"/>
                    <a:gd name="connsiteY89" fmla="*/ 3101340 h 4168140"/>
                    <a:gd name="connsiteX90" fmla="*/ 7576820 w 11737340"/>
                    <a:gd name="connsiteY90" fmla="*/ 3093720 h 4168140"/>
                    <a:gd name="connsiteX91" fmla="*/ 7729220 w 11737340"/>
                    <a:gd name="connsiteY91" fmla="*/ 3136900 h 4168140"/>
                    <a:gd name="connsiteX92" fmla="*/ 7833360 w 11737340"/>
                    <a:gd name="connsiteY92" fmla="*/ 3180080 h 4168140"/>
                    <a:gd name="connsiteX93" fmla="*/ 7967980 w 11737340"/>
                    <a:gd name="connsiteY93" fmla="*/ 3208020 h 4168140"/>
                    <a:gd name="connsiteX94" fmla="*/ 8161020 w 11737340"/>
                    <a:gd name="connsiteY94" fmla="*/ 3296920 h 4168140"/>
                    <a:gd name="connsiteX95" fmla="*/ 8293100 w 11737340"/>
                    <a:gd name="connsiteY95" fmla="*/ 3370580 h 4168140"/>
                    <a:gd name="connsiteX96" fmla="*/ 8371840 w 11737340"/>
                    <a:gd name="connsiteY96" fmla="*/ 3395980 h 4168140"/>
                    <a:gd name="connsiteX97" fmla="*/ 8468360 w 11737340"/>
                    <a:gd name="connsiteY97" fmla="*/ 3434080 h 4168140"/>
                    <a:gd name="connsiteX98" fmla="*/ 8582660 w 11737340"/>
                    <a:gd name="connsiteY98" fmla="*/ 3528060 h 4168140"/>
                    <a:gd name="connsiteX99" fmla="*/ 8641080 w 11737340"/>
                    <a:gd name="connsiteY99" fmla="*/ 3566160 h 4168140"/>
                    <a:gd name="connsiteX100" fmla="*/ 8702040 w 11737340"/>
                    <a:gd name="connsiteY100" fmla="*/ 3604260 h 4168140"/>
                    <a:gd name="connsiteX101" fmla="*/ 8763000 w 11737340"/>
                    <a:gd name="connsiteY101" fmla="*/ 3634740 h 4168140"/>
                    <a:gd name="connsiteX102" fmla="*/ 8846820 w 11737340"/>
                    <a:gd name="connsiteY102" fmla="*/ 3632200 h 4168140"/>
                    <a:gd name="connsiteX103" fmla="*/ 8968740 w 11737340"/>
                    <a:gd name="connsiteY103" fmla="*/ 3634740 h 4168140"/>
                    <a:gd name="connsiteX104" fmla="*/ 9060180 w 11737340"/>
                    <a:gd name="connsiteY104" fmla="*/ 3642360 h 4168140"/>
                    <a:gd name="connsiteX105" fmla="*/ 9151620 w 11737340"/>
                    <a:gd name="connsiteY105" fmla="*/ 3657600 h 4168140"/>
                    <a:gd name="connsiteX106" fmla="*/ 9230360 w 11737340"/>
                    <a:gd name="connsiteY106" fmla="*/ 3657600 h 4168140"/>
                    <a:gd name="connsiteX107" fmla="*/ 9331960 w 11737340"/>
                    <a:gd name="connsiteY107" fmla="*/ 3629660 h 4168140"/>
                    <a:gd name="connsiteX108" fmla="*/ 9433560 w 11737340"/>
                    <a:gd name="connsiteY108" fmla="*/ 3589020 h 4168140"/>
                    <a:gd name="connsiteX109" fmla="*/ 9535160 w 11737340"/>
                    <a:gd name="connsiteY109" fmla="*/ 3540760 h 4168140"/>
                    <a:gd name="connsiteX110" fmla="*/ 9646920 w 11737340"/>
                    <a:gd name="connsiteY110" fmla="*/ 3489960 h 4168140"/>
                    <a:gd name="connsiteX111" fmla="*/ 9784080 w 11737340"/>
                    <a:gd name="connsiteY111" fmla="*/ 3444240 h 4168140"/>
                    <a:gd name="connsiteX112" fmla="*/ 9860280 w 11737340"/>
                    <a:gd name="connsiteY112" fmla="*/ 3383280 h 4168140"/>
                    <a:gd name="connsiteX113" fmla="*/ 9921240 w 11737340"/>
                    <a:gd name="connsiteY113" fmla="*/ 3314700 h 4168140"/>
                    <a:gd name="connsiteX114" fmla="*/ 9997440 w 11737340"/>
                    <a:gd name="connsiteY114" fmla="*/ 3208020 h 4168140"/>
                    <a:gd name="connsiteX115" fmla="*/ 10043160 w 11737340"/>
                    <a:gd name="connsiteY115" fmla="*/ 3101340 h 4168140"/>
                    <a:gd name="connsiteX116" fmla="*/ 10104120 w 11737340"/>
                    <a:gd name="connsiteY116" fmla="*/ 3017520 h 4168140"/>
                    <a:gd name="connsiteX117" fmla="*/ 10157460 w 11737340"/>
                    <a:gd name="connsiteY117" fmla="*/ 2933700 h 4168140"/>
                    <a:gd name="connsiteX118" fmla="*/ 10218420 w 11737340"/>
                    <a:gd name="connsiteY118" fmla="*/ 2849880 h 4168140"/>
                    <a:gd name="connsiteX119" fmla="*/ 10294620 w 11737340"/>
                    <a:gd name="connsiteY119" fmla="*/ 2735580 h 4168140"/>
                    <a:gd name="connsiteX120" fmla="*/ 10347960 w 11737340"/>
                    <a:gd name="connsiteY120" fmla="*/ 2621280 h 4168140"/>
                    <a:gd name="connsiteX121" fmla="*/ 10431780 w 11737340"/>
                    <a:gd name="connsiteY121" fmla="*/ 2499360 h 4168140"/>
                    <a:gd name="connsiteX122" fmla="*/ 10500360 w 11737340"/>
                    <a:gd name="connsiteY122" fmla="*/ 2354580 h 4168140"/>
                    <a:gd name="connsiteX123" fmla="*/ 10553700 w 11737340"/>
                    <a:gd name="connsiteY123" fmla="*/ 2263140 h 4168140"/>
                    <a:gd name="connsiteX124" fmla="*/ 10584180 w 11737340"/>
                    <a:gd name="connsiteY124" fmla="*/ 2194560 h 4168140"/>
                    <a:gd name="connsiteX125" fmla="*/ 10624820 w 11737340"/>
                    <a:gd name="connsiteY125" fmla="*/ 2125980 h 4168140"/>
                    <a:gd name="connsiteX126" fmla="*/ 10675620 w 11737340"/>
                    <a:gd name="connsiteY126" fmla="*/ 2049780 h 4168140"/>
                    <a:gd name="connsiteX127" fmla="*/ 10690860 w 11737340"/>
                    <a:gd name="connsiteY127" fmla="*/ 1988820 h 4168140"/>
                    <a:gd name="connsiteX128" fmla="*/ 10713720 w 11737340"/>
                    <a:gd name="connsiteY128" fmla="*/ 1927860 h 4168140"/>
                    <a:gd name="connsiteX129" fmla="*/ 10767060 w 11737340"/>
                    <a:gd name="connsiteY129" fmla="*/ 1859280 h 4168140"/>
                    <a:gd name="connsiteX130" fmla="*/ 10873740 w 11737340"/>
                    <a:gd name="connsiteY130" fmla="*/ 1828800 h 4168140"/>
                    <a:gd name="connsiteX131" fmla="*/ 11079480 w 11737340"/>
                    <a:gd name="connsiteY131" fmla="*/ 1767840 h 4168140"/>
                    <a:gd name="connsiteX132" fmla="*/ 11247120 w 11737340"/>
                    <a:gd name="connsiteY132" fmla="*/ 1684020 h 4168140"/>
                    <a:gd name="connsiteX133" fmla="*/ 11407140 w 11737340"/>
                    <a:gd name="connsiteY133" fmla="*/ 1628140 h 4168140"/>
                    <a:gd name="connsiteX134" fmla="*/ 11490960 w 11737340"/>
                    <a:gd name="connsiteY134" fmla="*/ 1577340 h 4168140"/>
                    <a:gd name="connsiteX135" fmla="*/ 11635740 w 11737340"/>
                    <a:gd name="connsiteY135" fmla="*/ 1508760 h 4168140"/>
                    <a:gd name="connsiteX136" fmla="*/ 11737340 w 11737340"/>
                    <a:gd name="connsiteY136" fmla="*/ 1442720 h 4168140"/>
                    <a:gd name="connsiteX137" fmla="*/ 11620500 w 11737340"/>
                    <a:gd name="connsiteY137" fmla="*/ 1417320 h 4168140"/>
                    <a:gd name="connsiteX138" fmla="*/ 11567160 w 11737340"/>
                    <a:gd name="connsiteY138" fmla="*/ 1379220 h 4168140"/>
                    <a:gd name="connsiteX139" fmla="*/ 11498580 w 11737340"/>
                    <a:gd name="connsiteY139" fmla="*/ 1318260 h 4168140"/>
                    <a:gd name="connsiteX140" fmla="*/ 11468100 w 11737340"/>
                    <a:gd name="connsiteY140" fmla="*/ 1280160 h 4168140"/>
                    <a:gd name="connsiteX141" fmla="*/ 11442700 w 11737340"/>
                    <a:gd name="connsiteY141" fmla="*/ 1231900 h 4168140"/>
                    <a:gd name="connsiteX142" fmla="*/ 11384280 w 11737340"/>
                    <a:gd name="connsiteY142" fmla="*/ 1310640 h 4168140"/>
                    <a:gd name="connsiteX143" fmla="*/ 11353800 w 11737340"/>
                    <a:gd name="connsiteY143" fmla="*/ 1356360 h 4168140"/>
                    <a:gd name="connsiteX144" fmla="*/ 11224260 w 11737340"/>
                    <a:gd name="connsiteY144" fmla="*/ 1417320 h 4168140"/>
                    <a:gd name="connsiteX145" fmla="*/ 11109960 w 11737340"/>
                    <a:gd name="connsiteY145" fmla="*/ 1463040 h 4168140"/>
                    <a:gd name="connsiteX146" fmla="*/ 10911840 w 11737340"/>
                    <a:gd name="connsiteY146" fmla="*/ 1524000 h 4168140"/>
                    <a:gd name="connsiteX147" fmla="*/ 10774680 w 11737340"/>
                    <a:gd name="connsiteY147" fmla="*/ 1546860 h 4168140"/>
                    <a:gd name="connsiteX148" fmla="*/ 10675620 w 11737340"/>
                    <a:gd name="connsiteY148" fmla="*/ 1615440 h 4168140"/>
                    <a:gd name="connsiteX149" fmla="*/ 10568940 w 11737340"/>
                    <a:gd name="connsiteY149" fmla="*/ 1676400 h 4168140"/>
                    <a:gd name="connsiteX150" fmla="*/ 10485120 w 11737340"/>
                    <a:gd name="connsiteY150" fmla="*/ 1760220 h 4168140"/>
                    <a:gd name="connsiteX151" fmla="*/ 10454640 w 11737340"/>
                    <a:gd name="connsiteY151" fmla="*/ 1836420 h 4168140"/>
                    <a:gd name="connsiteX152" fmla="*/ 10416540 w 11737340"/>
                    <a:gd name="connsiteY152" fmla="*/ 1927860 h 4168140"/>
                    <a:gd name="connsiteX153" fmla="*/ 10401300 w 11737340"/>
                    <a:gd name="connsiteY153" fmla="*/ 2004060 h 4168140"/>
                    <a:gd name="connsiteX154" fmla="*/ 10363200 w 11737340"/>
                    <a:gd name="connsiteY154" fmla="*/ 2095500 h 4168140"/>
                    <a:gd name="connsiteX155" fmla="*/ 10317480 w 11737340"/>
                    <a:gd name="connsiteY155" fmla="*/ 2225040 h 4168140"/>
                    <a:gd name="connsiteX156" fmla="*/ 10287000 w 11737340"/>
                    <a:gd name="connsiteY156" fmla="*/ 2346960 h 4168140"/>
                    <a:gd name="connsiteX157" fmla="*/ 10218420 w 11737340"/>
                    <a:gd name="connsiteY157" fmla="*/ 2499360 h 4168140"/>
                    <a:gd name="connsiteX158" fmla="*/ 10134600 w 11737340"/>
                    <a:gd name="connsiteY158" fmla="*/ 2621280 h 4168140"/>
                    <a:gd name="connsiteX159" fmla="*/ 10043160 w 11737340"/>
                    <a:gd name="connsiteY159" fmla="*/ 2735580 h 4168140"/>
                    <a:gd name="connsiteX160" fmla="*/ 9974580 w 11737340"/>
                    <a:gd name="connsiteY160" fmla="*/ 2857500 h 4168140"/>
                    <a:gd name="connsiteX161" fmla="*/ 9906000 w 11737340"/>
                    <a:gd name="connsiteY161" fmla="*/ 2941320 h 4168140"/>
                    <a:gd name="connsiteX162" fmla="*/ 9860280 w 11737340"/>
                    <a:gd name="connsiteY162" fmla="*/ 3032760 h 4168140"/>
                    <a:gd name="connsiteX163" fmla="*/ 9806940 w 11737340"/>
                    <a:gd name="connsiteY163" fmla="*/ 3116580 h 4168140"/>
                    <a:gd name="connsiteX164" fmla="*/ 9715500 w 11737340"/>
                    <a:gd name="connsiteY164" fmla="*/ 3208020 h 4168140"/>
                    <a:gd name="connsiteX165" fmla="*/ 9616440 w 11737340"/>
                    <a:gd name="connsiteY165" fmla="*/ 3261360 h 4168140"/>
                    <a:gd name="connsiteX166" fmla="*/ 9532620 w 11737340"/>
                    <a:gd name="connsiteY166" fmla="*/ 3329940 h 4168140"/>
                    <a:gd name="connsiteX167" fmla="*/ 9471660 w 11737340"/>
                    <a:gd name="connsiteY167" fmla="*/ 3375660 h 4168140"/>
                    <a:gd name="connsiteX168" fmla="*/ 9410700 w 11737340"/>
                    <a:gd name="connsiteY168" fmla="*/ 3429000 h 4168140"/>
                    <a:gd name="connsiteX169" fmla="*/ 9288780 w 11737340"/>
                    <a:gd name="connsiteY169" fmla="*/ 3436620 h 4168140"/>
                    <a:gd name="connsiteX170" fmla="*/ 9166860 w 11737340"/>
                    <a:gd name="connsiteY170" fmla="*/ 3444240 h 4168140"/>
                    <a:gd name="connsiteX171" fmla="*/ 9029700 w 11737340"/>
                    <a:gd name="connsiteY171" fmla="*/ 3413760 h 4168140"/>
                    <a:gd name="connsiteX172" fmla="*/ 8823960 w 11737340"/>
                    <a:gd name="connsiteY172" fmla="*/ 3360420 h 4168140"/>
                    <a:gd name="connsiteX173" fmla="*/ 8679180 w 11737340"/>
                    <a:gd name="connsiteY173" fmla="*/ 3329940 h 4168140"/>
                    <a:gd name="connsiteX174" fmla="*/ 8572500 w 11737340"/>
                    <a:gd name="connsiteY174" fmla="*/ 3276600 h 4168140"/>
                    <a:gd name="connsiteX175" fmla="*/ 8465820 w 11737340"/>
                    <a:gd name="connsiteY175" fmla="*/ 3215640 h 4168140"/>
                    <a:gd name="connsiteX176" fmla="*/ 8321040 w 11737340"/>
                    <a:gd name="connsiteY176" fmla="*/ 3177540 h 4168140"/>
                    <a:gd name="connsiteX177" fmla="*/ 8199120 w 11737340"/>
                    <a:gd name="connsiteY177" fmla="*/ 3131820 h 4168140"/>
                    <a:gd name="connsiteX178" fmla="*/ 8069580 w 11737340"/>
                    <a:gd name="connsiteY178" fmla="*/ 3078480 h 4168140"/>
                    <a:gd name="connsiteX179" fmla="*/ 7917180 w 11737340"/>
                    <a:gd name="connsiteY179" fmla="*/ 2994660 h 4168140"/>
                    <a:gd name="connsiteX180" fmla="*/ 7787640 w 11737340"/>
                    <a:gd name="connsiteY180" fmla="*/ 2971800 h 4168140"/>
                    <a:gd name="connsiteX181" fmla="*/ 7719060 w 11737340"/>
                    <a:gd name="connsiteY181" fmla="*/ 2933700 h 4168140"/>
                    <a:gd name="connsiteX182" fmla="*/ 7612380 w 11737340"/>
                    <a:gd name="connsiteY182" fmla="*/ 2903220 h 4168140"/>
                    <a:gd name="connsiteX183" fmla="*/ 7566660 w 11737340"/>
                    <a:gd name="connsiteY183" fmla="*/ 2887980 h 4168140"/>
                    <a:gd name="connsiteX184" fmla="*/ 7551420 w 11737340"/>
                    <a:gd name="connsiteY184" fmla="*/ 2849880 h 4168140"/>
                    <a:gd name="connsiteX185" fmla="*/ 7533640 w 11737340"/>
                    <a:gd name="connsiteY185" fmla="*/ 2788920 h 4168140"/>
                    <a:gd name="connsiteX186" fmla="*/ 7475220 w 11737340"/>
                    <a:gd name="connsiteY186" fmla="*/ 2857500 h 4168140"/>
                    <a:gd name="connsiteX187" fmla="*/ 7414260 w 11737340"/>
                    <a:gd name="connsiteY187" fmla="*/ 2887980 h 4168140"/>
                    <a:gd name="connsiteX188" fmla="*/ 7345680 w 11737340"/>
                    <a:gd name="connsiteY188" fmla="*/ 2971800 h 4168140"/>
                    <a:gd name="connsiteX189" fmla="*/ 7315200 w 11737340"/>
                    <a:gd name="connsiteY189" fmla="*/ 2994660 h 4168140"/>
                    <a:gd name="connsiteX190" fmla="*/ 7261860 w 11737340"/>
                    <a:gd name="connsiteY190" fmla="*/ 3009900 h 4168140"/>
                    <a:gd name="connsiteX191" fmla="*/ 7193280 w 11737340"/>
                    <a:gd name="connsiteY191" fmla="*/ 3025140 h 4168140"/>
                    <a:gd name="connsiteX192" fmla="*/ 7155180 w 11737340"/>
                    <a:gd name="connsiteY192" fmla="*/ 3078480 h 4168140"/>
                    <a:gd name="connsiteX193" fmla="*/ 7109460 w 11737340"/>
                    <a:gd name="connsiteY193" fmla="*/ 3154680 h 4168140"/>
                    <a:gd name="connsiteX194" fmla="*/ 7048500 w 11737340"/>
                    <a:gd name="connsiteY194" fmla="*/ 3246120 h 4168140"/>
                    <a:gd name="connsiteX195" fmla="*/ 6995160 w 11737340"/>
                    <a:gd name="connsiteY195" fmla="*/ 3307080 h 4168140"/>
                    <a:gd name="connsiteX196" fmla="*/ 6972300 w 11737340"/>
                    <a:gd name="connsiteY196" fmla="*/ 3352800 h 4168140"/>
                    <a:gd name="connsiteX197" fmla="*/ 6949440 w 11737340"/>
                    <a:gd name="connsiteY197" fmla="*/ 3413760 h 4168140"/>
                    <a:gd name="connsiteX198" fmla="*/ 6949440 w 11737340"/>
                    <a:gd name="connsiteY198" fmla="*/ 3413760 h 4168140"/>
                    <a:gd name="connsiteX199" fmla="*/ 6911340 w 11737340"/>
                    <a:gd name="connsiteY199" fmla="*/ 3474720 h 4168140"/>
                    <a:gd name="connsiteX200" fmla="*/ 6888480 w 11737340"/>
                    <a:gd name="connsiteY200" fmla="*/ 3505200 h 4168140"/>
                    <a:gd name="connsiteX201" fmla="*/ 6819900 w 11737340"/>
                    <a:gd name="connsiteY201" fmla="*/ 3566160 h 4168140"/>
                    <a:gd name="connsiteX202" fmla="*/ 6731000 w 11737340"/>
                    <a:gd name="connsiteY202" fmla="*/ 3599180 h 4168140"/>
                    <a:gd name="connsiteX203" fmla="*/ 6675120 w 11737340"/>
                    <a:gd name="connsiteY203" fmla="*/ 3657600 h 4168140"/>
                    <a:gd name="connsiteX204" fmla="*/ 6629400 w 11737340"/>
                    <a:gd name="connsiteY204" fmla="*/ 3718560 h 4168140"/>
                    <a:gd name="connsiteX205" fmla="*/ 6576060 w 11737340"/>
                    <a:gd name="connsiteY205" fmla="*/ 3779520 h 4168140"/>
                    <a:gd name="connsiteX206" fmla="*/ 6484620 w 11737340"/>
                    <a:gd name="connsiteY206" fmla="*/ 3817620 h 4168140"/>
                    <a:gd name="connsiteX207" fmla="*/ 6400800 w 11737340"/>
                    <a:gd name="connsiteY207" fmla="*/ 3832860 h 4168140"/>
                    <a:gd name="connsiteX208" fmla="*/ 6263640 w 11737340"/>
                    <a:gd name="connsiteY208" fmla="*/ 3870960 h 4168140"/>
                    <a:gd name="connsiteX209" fmla="*/ 6126480 w 11737340"/>
                    <a:gd name="connsiteY209" fmla="*/ 3901440 h 4168140"/>
                    <a:gd name="connsiteX210" fmla="*/ 6027420 w 11737340"/>
                    <a:gd name="connsiteY210" fmla="*/ 3916680 h 4168140"/>
                    <a:gd name="connsiteX211" fmla="*/ 5890260 w 11737340"/>
                    <a:gd name="connsiteY211" fmla="*/ 3878580 h 4168140"/>
                    <a:gd name="connsiteX212" fmla="*/ 5821680 w 11737340"/>
                    <a:gd name="connsiteY212" fmla="*/ 3863340 h 4168140"/>
                    <a:gd name="connsiteX213" fmla="*/ 5737860 w 11737340"/>
                    <a:gd name="connsiteY213" fmla="*/ 3825240 h 4168140"/>
                    <a:gd name="connsiteX214" fmla="*/ 5638800 w 11737340"/>
                    <a:gd name="connsiteY214" fmla="*/ 3794760 h 4168140"/>
                    <a:gd name="connsiteX215" fmla="*/ 5524500 w 11737340"/>
                    <a:gd name="connsiteY215" fmla="*/ 3756660 h 4168140"/>
                    <a:gd name="connsiteX216" fmla="*/ 5448300 w 11737340"/>
                    <a:gd name="connsiteY216" fmla="*/ 3718560 h 4168140"/>
                    <a:gd name="connsiteX217" fmla="*/ 5349240 w 11737340"/>
                    <a:gd name="connsiteY217" fmla="*/ 3657600 h 4168140"/>
                    <a:gd name="connsiteX218" fmla="*/ 5295900 w 11737340"/>
                    <a:gd name="connsiteY218" fmla="*/ 3619500 h 4168140"/>
                    <a:gd name="connsiteX219" fmla="*/ 5234940 w 11737340"/>
                    <a:gd name="connsiteY219" fmla="*/ 3596640 h 4168140"/>
                    <a:gd name="connsiteX220" fmla="*/ 5135880 w 11737340"/>
                    <a:gd name="connsiteY220" fmla="*/ 3550920 h 4168140"/>
                    <a:gd name="connsiteX221" fmla="*/ 5059680 w 11737340"/>
                    <a:gd name="connsiteY221" fmla="*/ 3505200 h 4168140"/>
                    <a:gd name="connsiteX222" fmla="*/ 5029200 w 11737340"/>
                    <a:gd name="connsiteY222" fmla="*/ 3482340 h 4168140"/>
                    <a:gd name="connsiteX223" fmla="*/ 4960620 w 11737340"/>
                    <a:gd name="connsiteY223" fmla="*/ 3413760 h 4168140"/>
                    <a:gd name="connsiteX224" fmla="*/ 4876800 w 11737340"/>
                    <a:gd name="connsiteY224" fmla="*/ 3299460 h 4168140"/>
                    <a:gd name="connsiteX225" fmla="*/ 4808220 w 11737340"/>
                    <a:gd name="connsiteY225" fmla="*/ 3200400 h 4168140"/>
                    <a:gd name="connsiteX226" fmla="*/ 4777740 w 11737340"/>
                    <a:gd name="connsiteY226" fmla="*/ 3147060 h 4168140"/>
                    <a:gd name="connsiteX227" fmla="*/ 4724400 w 11737340"/>
                    <a:gd name="connsiteY227" fmla="*/ 3108960 h 4168140"/>
                    <a:gd name="connsiteX228" fmla="*/ 4648200 w 11737340"/>
                    <a:gd name="connsiteY228" fmla="*/ 3063240 h 4168140"/>
                    <a:gd name="connsiteX229" fmla="*/ 4533900 w 11737340"/>
                    <a:gd name="connsiteY229" fmla="*/ 2979420 h 4168140"/>
                    <a:gd name="connsiteX230" fmla="*/ 4427220 w 11737340"/>
                    <a:gd name="connsiteY230" fmla="*/ 2941320 h 4168140"/>
                    <a:gd name="connsiteX231" fmla="*/ 4366260 w 11737340"/>
                    <a:gd name="connsiteY231" fmla="*/ 2903220 h 4168140"/>
                    <a:gd name="connsiteX232" fmla="*/ 4244340 w 11737340"/>
                    <a:gd name="connsiteY232" fmla="*/ 2842260 h 4168140"/>
                    <a:gd name="connsiteX233" fmla="*/ 4145280 w 11737340"/>
                    <a:gd name="connsiteY233" fmla="*/ 2811780 h 4168140"/>
                    <a:gd name="connsiteX234" fmla="*/ 4038600 w 11737340"/>
                    <a:gd name="connsiteY234" fmla="*/ 2804160 h 4168140"/>
                    <a:gd name="connsiteX235" fmla="*/ 3954780 w 11737340"/>
                    <a:gd name="connsiteY235" fmla="*/ 2819400 h 4168140"/>
                    <a:gd name="connsiteX236" fmla="*/ 3863340 w 11737340"/>
                    <a:gd name="connsiteY236" fmla="*/ 2804160 h 4168140"/>
                    <a:gd name="connsiteX237" fmla="*/ 3741420 w 11737340"/>
                    <a:gd name="connsiteY237" fmla="*/ 2781300 h 4168140"/>
                    <a:gd name="connsiteX238" fmla="*/ 3649980 w 11737340"/>
                    <a:gd name="connsiteY238" fmla="*/ 2743200 h 4168140"/>
                    <a:gd name="connsiteX239" fmla="*/ 3573780 w 11737340"/>
                    <a:gd name="connsiteY239" fmla="*/ 2674620 h 4168140"/>
                    <a:gd name="connsiteX240" fmla="*/ 3482340 w 11737340"/>
                    <a:gd name="connsiteY240" fmla="*/ 2621280 h 4168140"/>
                    <a:gd name="connsiteX241" fmla="*/ 3436620 w 11737340"/>
                    <a:gd name="connsiteY241" fmla="*/ 2552700 h 4168140"/>
                    <a:gd name="connsiteX242" fmla="*/ 3329940 w 11737340"/>
                    <a:gd name="connsiteY242" fmla="*/ 2423160 h 4168140"/>
                    <a:gd name="connsiteX243" fmla="*/ 3261360 w 11737340"/>
                    <a:gd name="connsiteY243" fmla="*/ 2324100 h 4168140"/>
                    <a:gd name="connsiteX244" fmla="*/ 3131820 w 11737340"/>
                    <a:gd name="connsiteY244" fmla="*/ 2209800 h 4168140"/>
                    <a:gd name="connsiteX245" fmla="*/ 3040380 w 11737340"/>
                    <a:gd name="connsiteY245" fmla="*/ 2141220 h 4168140"/>
                    <a:gd name="connsiteX246" fmla="*/ 2910840 w 11737340"/>
                    <a:gd name="connsiteY246" fmla="*/ 2034540 h 4168140"/>
                    <a:gd name="connsiteX247" fmla="*/ 2849880 w 11737340"/>
                    <a:gd name="connsiteY247" fmla="*/ 1958340 h 4168140"/>
                    <a:gd name="connsiteX248" fmla="*/ 2743200 w 11737340"/>
                    <a:gd name="connsiteY248" fmla="*/ 1889760 h 4168140"/>
                    <a:gd name="connsiteX249" fmla="*/ 2659380 w 11737340"/>
                    <a:gd name="connsiteY249" fmla="*/ 1844040 h 4168140"/>
                    <a:gd name="connsiteX250" fmla="*/ 2575560 w 11737340"/>
                    <a:gd name="connsiteY250" fmla="*/ 1744980 h 4168140"/>
                    <a:gd name="connsiteX251" fmla="*/ 2468880 w 11737340"/>
                    <a:gd name="connsiteY251" fmla="*/ 1645920 h 4168140"/>
                    <a:gd name="connsiteX252" fmla="*/ 2400300 w 11737340"/>
                    <a:gd name="connsiteY252" fmla="*/ 1607820 h 4168140"/>
                    <a:gd name="connsiteX253" fmla="*/ 2263140 w 11737340"/>
                    <a:gd name="connsiteY253" fmla="*/ 1501140 h 4168140"/>
                    <a:gd name="connsiteX254" fmla="*/ 2171700 w 11737340"/>
                    <a:gd name="connsiteY254" fmla="*/ 1432560 h 4168140"/>
                    <a:gd name="connsiteX255" fmla="*/ 2087880 w 11737340"/>
                    <a:gd name="connsiteY255" fmla="*/ 1363980 h 4168140"/>
                    <a:gd name="connsiteX256" fmla="*/ 1950720 w 11737340"/>
                    <a:gd name="connsiteY256" fmla="*/ 1272540 h 4168140"/>
                    <a:gd name="connsiteX257" fmla="*/ 1805940 w 11737340"/>
                    <a:gd name="connsiteY257" fmla="*/ 1135380 h 4168140"/>
                    <a:gd name="connsiteX258" fmla="*/ 1729740 w 11737340"/>
                    <a:gd name="connsiteY258" fmla="*/ 1089660 h 4168140"/>
                    <a:gd name="connsiteX259" fmla="*/ 1668780 w 11737340"/>
                    <a:gd name="connsiteY259" fmla="*/ 1043940 h 4168140"/>
                    <a:gd name="connsiteX260" fmla="*/ 1592580 w 11737340"/>
                    <a:gd name="connsiteY260" fmla="*/ 990600 h 4168140"/>
                    <a:gd name="connsiteX261" fmla="*/ 1470660 w 11737340"/>
                    <a:gd name="connsiteY261" fmla="*/ 891540 h 4168140"/>
                    <a:gd name="connsiteX262" fmla="*/ 1386840 w 11737340"/>
                    <a:gd name="connsiteY262" fmla="*/ 845820 h 4168140"/>
                    <a:gd name="connsiteX263" fmla="*/ 1318260 w 11737340"/>
                    <a:gd name="connsiteY263" fmla="*/ 784860 h 4168140"/>
                    <a:gd name="connsiteX264" fmla="*/ 1264920 w 11737340"/>
                    <a:gd name="connsiteY264" fmla="*/ 723900 h 4168140"/>
                    <a:gd name="connsiteX265" fmla="*/ 1181100 w 11737340"/>
                    <a:gd name="connsiteY265" fmla="*/ 647700 h 4168140"/>
                    <a:gd name="connsiteX266" fmla="*/ 1089660 w 11737340"/>
                    <a:gd name="connsiteY266" fmla="*/ 624840 h 4168140"/>
                    <a:gd name="connsiteX267" fmla="*/ 1021080 w 11737340"/>
                    <a:gd name="connsiteY267" fmla="*/ 586740 h 4168140"/>
                    <a:gd name="connsiteX268" fmla="*/ 937260 w 11737340"/>
                    <a:gd name="connsiteY268" fmla="*/ 548640 h 4168140"/>
                    <a:gd name="connsiteX269" fmla="*/ 830580 w 11737340"/>
                    <a:gd name="connsiteY269" fmla="*/ 510540 h 4168140"/>
                    <a:gd name="connsiteX270" fmla="*/ 754380 w 11737340"/>
                    <a:gd name="connsiteY270" fmla="*/ 457200 h 4168140"/>
                    <a:gd name="connsiteX271" fmla="*/ 708660 w 11737340"/>
                    <a:gd name="connsiteY271" fmla="*/ 419100 h 4168140"/>
                    <a:gd name="connsiteX272" fmla="*/ 609600 w 11737340"/>
                    <a:gd name="connsiteY272" fmla="*/ 396240 h 4168140"/>
                    <a:gd name="connsiteX273" fmla="*/ 548640 w 11737340"/>
                    <a:gd name="connsiteY273" fmla="*/ 320040 h 4168140"/>
                    <a:gd name="connsiteX274" fmla="*/ 510540 w 11737340"/>
                    <a:gd name="connsiteY274" fmla="*/ 251460 h 4168140"/>
                    <a:gd name="connsiteX275" fmla="*/ 464820 w 11737340"/>
                    <a:gd name="connsiteY275" fmla="*/ 190500 h 4168140"/>
                    <a:gd name="connsiteX276" fmla="*/ 411480 w 11737340"/>
                    <a:gd name="connsiteY276" fmla="*/ 137160 h 4168140"/>
                    <a:gd name="connsiteX277" fmla="*/ 373380 w 11737340"/>
                    <a:gd name="connsiteY277" fmla="*/ 45720 h 4168140"/>
                    <a:gd name="connsiteX278" fmla="*/ 342900 w 11737340"/>
                    <a:gd name="connsiteY278" fmla="*/ 0 h 4168140"/>
                    <a:gd name="connsiteX279" fmla="*/ 327660 w 11737340"/>
                    <a:gd name="connsiteY279" fmla="*/ 60960 h 4168140"/>
                    <a:gd name="connsiteX280" fmla="*/ 289560 w 11737340"/>
                    <a:gd name="connsiteY280" fmla="*/ 91440 h 4168140"/>
                    <a:gd name="connsiteX281" fmla="*/ 236220 w 11737340"/>
                    <a:gd name="connsiteY281" fmla="*/ 114300 h 4168140"/>
                    <a:gd name="connsiteX282" fmla="*/ 198120 w 11737340"/>
                    <a:gd name="connsiteY282" fmla="*/ 175260 h 4168140"/>
                    <a:gd name="connsiteX283" fmla="*/ 175260 w 11737340"/>
                    <a:gd name="connsiteY283" fmla="*/ 228600 h 4168140"/>
                    <a:gd name="connsiteX284" fmla="*/ 114300 w 11737340"/>
                    <a:gd name="connsiteY284" fmla="*/ 236220 h 4168140"/>
                    <a:gd name="connsiteX285" fmla="*/ 45720 w 11737340"/>
                    <a:gd name="connsiteY285" fmla="*/ 251460 h 4168140"/>
                    <a:gd name="connsiteX286" fmla="*/ 0 w 11737340"/>
                    <a:gd name="connsiteY286" fmla="*/ 281940 h 4168140"/>
                    <a:gd name="connsiteX287" fmla="*/ 68580 w 11737340"/>
                    <a:gd name="connsiteY287" fmla="*/ 320040 h 4168140"/>
                    <a:gd name="connsiteX0" fmla="*/ 68580 w 11737340"/>
                    <a:gd name="connsiteY0" fmla="*/ 320040 h 4185920"/>
                    <a:gd name="connsiteX1" fmla="*/ 121920 w 11737340"/>
                    <a:gd name="connsiteY1" fmla="*/ 381000 h 4185920"/>
                    <a:gd name="connsiteX2" fmla="*/ 198120 w 11737340"/>
                    <a:gd name="connsiteY2" fmla="*/ 419100 h 4185920"/>
                    <a:gd name="connsiteX3" fmla="*/ 320040 w 11737340"/>
                    <a:gd name="connsiteY3" fmla="*/ 510540 h 4185920"/>
                    <a:gd name="connsiteX4" fmla="*/ 411480 w 11737340"/>
                    <a:gd name="connsiteY4" fmla="*/ 563880 h 4185920"/>
                    <a:gd name="connsiteX5" fmla="*/ 472440 w 11737340"/>
                    <a:gd name="connsiteY5" fmla="*/ 632460 h 4185920"/>
                    <a:gd name="connsiteX6" fmla="*/ 601980 w 11737340"/>
                    <a:gd name="connsiteY6" fmla="*/ 708660 h 4185920"/>
                    <a:gd name="connsiteX7" fmla="*/ 739140 w 11737340"/>
                    <a:gd name="connsiteY7" fmla="*/ 784860 h 4185920"/>
                    <a:gd name="connsiteX8" fmla="*/ 861060 w 11737340"/>
                    <a:gd name="connsiteY8" fmla="*/ 868680 h 4185920"/>
                    <a:gd name="connsiteX9" fmla="*/ 944880 w 11737340"/>
                    <a:gd name="connsiteY9" fmla="*/ 952500 h 4185920"/>
                    <a:gd name="connsiteX10" fmla="*/ 1021080 w 11737340"/>
                    <a:gd name="connsiteY10" fmla="*/ 1005840 h 4185920"/>
                    <a:gd name="connsiteX11" fmla="*/ 1097280 w 11737340"/>
                    <a:gd name="connsiteY11" fmla="*/ 1043940 h 4185920"/>
                    <a:gd name="connsiteX12" fmla="*/ 1181100 w 11737340"/>
                    <a:gd name="connsiteY12" fmla="*/ 1104900 h 4185920"/>
                    <a:gd name="connsiteX13" fmla="*/ 1249680 w 11737340"/>
                    <a:gd name="connsiteY13" fmla="*/ 1150620 h 4185920"/>
                    <a:gd name="connsiteX14" fmla="*/ 1341120 w 11737340"/>
                    <a:gd name="connsiteY14" fmla="*/ 1196340 h 4185920"/>
                    <a:gd name="connsiteX15" fmla="*/ 1417320 w 11737340"/>
                    <a:gd name="connsiteY15" fmla="*/ 1257300 h 4185920"/>
                    <a:gd name="connsiteX16" fmla="*/ 1493520 w 11737340"/>
                    <a:gd name="connsiteY16" fmla="*/ 1333500 h 4185920"/>
                    <a:gd name="connsiteX17" fmla="*/ 1569720 w 11737340"/>
                    <a:gd name="connsiteY17" fmla="*/ 1356360 h 4185920"/>
                    <a:gd name="connsiteX18" fmla="*/ 1684020 w 11737340"/>
                    <a:gd name="connsiteY18" fmla="*/ 1424940 h 4185920"/>
                    <a:gd name="connsiteX19" fmla="*/ 1729740 w 11737340"/>
                    <a:gd name="connsiteY19" fmla="*/ 1485900 h 4185920"/>
                    <a:gd name="connsiteX20" fmla="*/ 1844040 w 11737340"/>
                    <a:gd name="connsiteY20" fmla="*/ 1569720 h 4185920"/>
                    <a:gd name="connsiteX21" fmla="*/ 1935480 w 11737340"/>
                    <a:gd name="connsiteY21" fmla="*/ 1615440 h 4185920"/>
                    <a:gd name="connsiteX22" fmla="*/ 2049780 w 11737340"/>
                    <a:gd name="connsiteY22" fmla="*/ 1691640 h 4185920"/>
                    <a:gd name="connsiteX23" fmla="*/ 2133600 w 11737340"/>
                    <a:gd name="connsiteY23" fmla="*/ 1729740 h 4185920"/>
                    <a:gd name="connsiteX24" fmla="*/ 2202180 w 11737340"/>
                    <a:gd name="connsiteY24" fmla="*/ 1805940 h 4185920"/>
                    <a:gd name="connsiteX25" fmla="*/ 2255520 w 11737340"/>
                    <a:gd name="connsiteY25" fmla="*/ 1821180 h 4185920"/>
                    <a:gd name="connsiteX26" fmla="*/ 2316480 w 11737340"/>
                    <a:gd name="connsiteY26" fmla="*/ 1866900 h 4185920"/>
                    <a:gd name="connsiteX27" fmla="*/ 2423160 w 11737340"/>
                    <a:gd name="connsiteY27" fmla="*/ 2004060 h 4185920"/>
                    <a:gd name="connsiteX28" fmla="*/ 2476500 w 11737340"/>
                    <a:gd name="connsiteY28" fmla="*/ 2087880 h 4185920"/>
                    <a:gd name="connsiteX29" fmla="*/ 2567940 w 11737340"/>
                    <a:gd name="connsiteY29" fmla="*/ 2148840 h 4185920"/>
                    <a:gd name="connsiteX30" fmla="*/ 2682240 w 11737340"/>
                    <a:gd name="connsiteY30" fmla="*/ 2186940 h 4185920"/>
                    <a:gd name="connsiteX31" fmla="*/ 2743200 w 11737340"/>
                    <a:gd name="connsiteY31" fmla="*/ 2209800 h 4185920"/>
                    <a:gd name="connsiteX32" fmla="*/ 2811780 w 11737340"/>
                    <a:gd name="connsiteY32" fmla="*/ 2247900 h 4185920"/>
                    <a:gd name="connsiteX33" fmla="*/ 2887980 w 11737340"/>
                    <a:gd name="connsiteY33" fmla="*/ 2301240 h 4185920"/>
                    <a:gd name="connsiteX34" fmla="*/ 2979420 w 11737340"/>
                    <a:gd name="connsiteY34" fmla="*/ 2385060 h 4185920"/>
                    <a:gd name="connsiteX35" fmla="*/ 3055620 w 11737340"/>
                    <a:gd name="connsiteY35" fmla="*/ 2461260 h 4185920"/>
                    <a:gd name="connsiteX36" fmla="*/ 3139440 w 11737340"/>
                    <a:gd name="connsiteY36" fmla="*/ 2537460 h 4185920"/>
                    <a:gd name="connsiteX37" fmla="*/ 3261360 w 11737340"/>
                    <a:gd name="connsiteY37" fmla="*/ 2628900 h 4185920"/>
                    <a:gd name="connsiteX38" fmla="*/ 3345180 w 11737340"/>
                    <a:gd name="connsiteY38" fmla="*/ 2720340 h 4185920"/>
                    <a:gd name="connsiteX39" fmla="*/ 3444240 w 11737340"/>
                    <a:gd name="connsiteY39" fmla="*/ 2796540 h 4185920"/>
                    <a:gd name="connsiteX40" fmla="*/ 3558540 w 11737340"/>
                    <a:gd name="connsiteY40" fmla="*/ 2872740 h 4185920"/>
                    <a:gd name="connsiteX41" fmla="*/ 3619500 w 11737340"/>
                    <a:gd name="connsiteY41" fmla="*/ 2979420 h 4185920"/>
                    <a:gd name="connsiteX42" fmla="*/ 3619500 w 11737340"/>
                    <a:gd name="connsiteY42" fmla="*/ 2979420 h 4185920"/>
                    <a:gd name="connsiteX43" fmla="*/ 3649980 w 11737340"/>
                    <a:gd name="connsiteY43" fmla="*/ 3048000 h 4185920"/>
                    <a:gd name="connsiteX44" fmla="*/ 3703320 w 11737340"/>
                    <a:gd name="connsiteY44" fmla="*/ 3086100 h 4185920"/>
                    <a:gd name="connsiteX45" fmla="*/ 3764280 w 11737340"/>
                    <a:gd name="connsiteY45" fmla="*/ 3063240 h 4185920"/>
                    <a:gd name="connsiteX46" fmla="*/ 3848100 w 11737340"/>
                    <a:gd name="connsiteY46" fmla="*/ 3025140 h 4185920"/>
                    <a:gd name="connsiteX47" fmla="*/ 3916680 w 11737340"/>
                    <a:gd name="connsiteY47" fmla="*/ 3032760 h 4185920"/>
                    <a:gd name="connsiteX48" fmla="*/ 4030980 w 11737340"/>
                    <a:gd name="connsiteY48" fmla="*/ 3063240 h 4185920"/>
                    <a:gd name="connsiteX49" fmla="*/ 4137660 w 11737340"/>
                    <a:gd name="connsiteY49" fmla="*/ 3101340 h 4185920"/>
                    <a:gd name="connsiteX50" fmla="*/ 4259580 w 11737340"/>
                    <a:gd name="connsiteY50" fmla="*/ 3147060 h 4185920"/>
                    <a:gd name="connsiteX51" fmla="*/ 4381500 w 11737340"/>
                    <a:gd name="connsiteY51" fmla="*/ 3192780 h 4185920"/>
                    <a:gd name="connsiteX52" fmla="*/ 4526280 w 11737340"/>
                    <a:gd name="connsiteY52" fmla="*/ 3276600 h 4185920"/>
                    <a:gd name="connsiteX53" fmla="*/ 4587240 w 11737340"/>
                    <a:gd name="connsiteY53" fmla="*/ 3299460 h 4185920"/>
                    <a:gd name="connsiteX54" fmla="*/ 4610100 w 11737340"/>
                    <a:gd name="connsiteY54" fmla="*/ 3352800 h 4185920"/>
                    <a:gd name="connsiteX55" fmla="*/ 4648200 w 11737340"/>
                    <a:gd name="connsiteY55" fmla="*/ 3436620 h 4185920"/>
                    <a:gd name="connsiteX56" fmla="*/ 4671060 w 11737340"/>
                    <a:gd name="connsiteY56" fmla="*/ 3520440 h 4185920"/>
                    <a:gd name="connsiteX57" fmla="*/ 4678680 w 11737340"/>
                    <a:gd name="connsiteY57" fmla="*/ 3589020 h 4185920"/>
                    <a:gd name="connsiteX58" fmla="*/ 4686300 w 11737340"/>
                    <a:gd name="connsiteY58" fmla="*/ 3649980 h 4185920"/>
                    <a:gd name="connsiteX59" fmla="*/ 4724400 w 11737340"/>
                    <a:gd name="connsiteY59" fmla="*/ 3680460 h 4185920"/>
                    <a:gd name="connsiteX60" fmla="*/ 4785360 w 11737340"/>
                    <a:gd name="connsiteY60" fmla="*/ 3672840 h 4185920"/>
                    <a:gd name="connsiteX61" fmla="*/ 4869180 w 11737340"/>
                    <a:gd name="connsiteY61" fmla="*/ 3703320 h 4185920"/>
                    <a:gd name="connsiteX62" fmla="*/ 4914900 w 11737340"/>
                    <a:gd name="connsiteY62" fmla="*/ 3756660 h 4185920"/>
                    <a:gd name="connsiteX63" fmla="*/ 5105400 w 11737340"/>
                    <a:gd name="connsiteY63" fmla="*/ 3832860 h 4185920"/>
                    <a:gd name="connsiteX64" fmla="*/ 5173980 w 11737340"/>
                    <a:gd name="connsiteY64" fmla="*/ 3886200 h 4185920"/>
                    <a:gd name="connsiteX65" fmla="*/ 5242560 w 11737340"/>
                    <a:gd name="connsiteY65" fmla="*/ 3924300 h 4185920"/>
                    <a:gd name="connsiteX66" fmla="*/ 5364480 w 11737340"/>
                    <a:gd name="connsiteY66" fmla="*/ 3962400 h 4185920"/>
                    <a:gd name="connsiteX67" fmla="*/ 5516880 w 11737340"/>
                    <a:gd name="connsiteY67" fmla="*/ 4046220 h 4185920"/>
                    <a:gd name="connsiteX68" fmla="*/ 5585460 w 11737340"/>
                    <a:gd name="connsiteY68" fmla="*/ 4099560 h 4185920"/>
                    <a:gd name="connsiteX69" fmla="*/ 5661660 w 11737340"/>
                    <a:gd name="connsiteY69" fmla="*/ 4122420 h 4185920"/>
                    <a:gd name="connsiteX70" fmla="*/ 5745480 w 11737340"/>
                    <a:gd name="connsiteY70" fmla="*/ 4130040 h 4185920"/>
                    <a:gd name="connsiteX71" fmla="*/ 5836920 w 11737340"/>
                    <a:gd name="connsiteY71" fmla="*/ 4130040 h 4185920"/>
                    <a:gd name="connsiteX72" fmla="*/ 5943600 w 11737340"/>
                    <a:gd name="connsiteY72" fmla="*/ 4165600 h 4185920"/>
                    <a:gd name="connsiteX73" fmla="*/ 6042660 w 11737340"/>
                    <a:gd name="connsiteY73" fmla="*/ 4185920 h 4185920"/>
                    <a:gd name="connsiteX74" fmla="*/ 6149340 w 11737340"/>
                    <a:gd name="connsiteY74" fmla="*/ 4137660 h 4185920"/>
                    <a:gd name="connsiteX75" fmla="*/ 6286500 w 11737340"/>
                    <a:gd name="connsiteY75" fmla="*/ 4114800 h 4185920"/>
                    <a:gd name="connsiteX76" fmla="*/ 6393180 w 11737340"/>
                    <a:gd name="connsiteY76" fmla="*/ 4053840 h 4185920"/>
                    <a:gd name="connsiteX77" fmla="*/ 6484620 w 11737340"/>
                    <a:gd name="connsiteY77" fmla="*/ 4038600 h 4185920"/>
                    <a:gd name="connsiteX78" fmla="*/ 6583680 w 11737340"/>
                    <a:gd name="connsiteY78" fmla="*/ 3970020 h 4185920"/>
                    <a:gd name="connsiteX79" fmla="*/ 6697980 w 11737340"/>
                    <a:gd name="connsiteY79" fmla="*/ 3886200 h 4185920"/>
                    <a:gd name="connsiteX80" fmla="*/ 6751320 w 11737340"/>
                    <a:gd name="connsiteY80" fmla="*/ 3822700 h 4185920"/>
                    <a:gd name="connsiteX81" fmla="*/ 6855460 w 11737340"/>
                    <a:gd name="connsiteY81" fmla="*/ 3764280 h 4185920"/>
                    <a:gd name="connsiteX82" fmla="*/ 6959600 w 11737340"/>
                    <a:gd name="connsiteY82" fmla="*/ 3629660 h 4185920"/>
                    <a:gd name="connsiteX83" fmla="*/ 7056120 w 11737340"/>
                    <a:gd name="connsiteY83" fmla="*/ 3528060 h 4185920"/>
                    <a:gd name="connsiteX84" fmla="*/ 7165340 w 11737340"/>
                    <a:gd name="connsiteY84" fmla="*/ 3454400 h 4185920"/>
                    <a:gd name="connsiteX85" fmla="*/ 7287260 w 11737340"/>
                    <a:gd name="connsiteY85" fmla="*/ 3296920 h 4185920"/>
                    <a:gd name="connsiteX86" fmla="*/ 7338060 w 11737340"/>
                    <a:gd name="connsiteY86" fmla="*/ 3200400 h 4185920"/>
                    <a:gd name="connsiteX87" fmla="*/ 7383780 w 11737340"/>
                    <a:gd name="connsiteY87" fmla="*/ 3144520 h 4185920"/>
                    <a:gd name="connsiteX88" fmla="*/ 7444740 w 11737340"/>
                    <a:gd name="connsiteY88" fmla="*/ 3093720 h 4185920"/>
                    <a:gd name="connsiteX89" fmla="*/ 7513320 w 11737340"/>
                    <a:gd name="connsiteY89" fmla="*/ 3101340 h 4185920"/>
                    <a:gd name="connsiteX90" fmla="*/ 7576820 w 11737340"/>
                    <a:gd name="connsiteY90" fmla="*/ 3093720 h 4185920"/>
                    <a:gd name="connsiteX91" fmla="*/ 7729220 w 11737340"/>
                    <a:gd name="connsiteY91" fmla="*/ 3136900 h 4185920"/>
                    <a:gd name="connsiteX92" fmla="*/ 7833360 w 11737340"/>
                    <a:gd name="connsiteY92" fmla="*/ 3180080 h 4185920"/>
                    <a:gd name="connsiteX93" fmla="*/ 7967980 w 11737340"/>
                    <a:gd name="connsiteY93" fmla="*/ 3208020 h 4185920"/>
                    <a:gd name="connsiteX94" fmla="*/ 8161020 w 11737340"/>
                    <a:gd name="connsiteY94" fmla="*/ 3296920 h 4185920"/>
                    <a:gd name="connsiteX95" fmla="*/ 8293100 w 11737340"/>
                    <a:gd name="connsiteY95" fmla="*/ 3370580 h 4185920"/>
                    <a:gd name="connsiteX96" fmla="*/ 8371840 w 11737340"/>
                    <a:gd name="connsiteY96" fmla="*/ 3395980 h 4185920"/>
                    <a:gd name="connsiteX97" fmla="*/ 8468360 w 11737340"/>
                    <a:gd name="connsiteY97" fmla="*/ 3434080 h 4185920"/>
                    <a:gd name="connsiteX98" fmla="*/ 8582660 w 11737340"/>
                    <a:gd name="connsiteY98" fmla="*/ 3528060 h 4185920"/>
                    <a:gd name="connsiteX99" fmla="*/ 8641080 w 11737340"/>
                    <a:gd name="connsiteY99" fmla="*/ 3566160 h 4185920"/>
                    <a:gd name="connsiteX100" fmla="*/ 8702040 w 11737340"/>
                    <a:gd name="connsiteY100" fmla="*/ 3604260 h 4185920"/>
                    <a:gd name="connsiteX101" fmla="*/ 8763000 w 11737340"/>
                    <a:gd name="connsiteY101" fmla="*/ 3634740 h 4185920"/>
                    <a:gd name="connsiteX102" fmla="*/ 8846820 w 11737340"/>
                    <a:gd name="connsiteY102" fmla="*/ 3632200 h 4185920"/>
                    <a:gd name="connsiteX103" fmla="*/ 8968740 w 11737340"/>
                    <a:gd name="connsiteY103" fmla="*/ 3634740 h 4185920"/>
                    <a:gd name="connsiteX104" fmla="*/ 9060180 w 11737340"/>
                    <a:gd name="connsiteY104" fmla="*/ 3642360 h 4185920"/>
                    <a:gd name="connsiteX105" fmla="*/ 9151620 w 11737340"/>
                    <a:gd name="connsiteY105" fmla="*/ 3657600 h 4185920"/>
                    <a:gd name="connsiteX106" fmla="*/ 9230360 w 11737340"/>
                    <a:gd name="connsiteY106" fmla="*/ 3657600 h 4185920"/>
                    <a:gd name="connsiteX107" fmla="*/ 9331960 w 11737340"/>
                    <a:gd name="connsiteY107" fmla="*/ 3629660 h 4185920"/>
                    <a:gd name="connsiteX108" fmla="*/ 9433560 w 11737340"/>
                    <a:gd name="connsiteY108" fmla="*/ 3589020 h 4185920"/>
                    <a:gd name="connsiteX109" fmla="*/ 9535160 w 11737340"/>
                    <a:gd name="connsiteY109" fmla="*/ 3540760 h 4185920"/>
                    <a:gd name="connsiteX110" fmla="*/ 9646920 w 11737340"/>
                    <a:gd name="connsiteY110" fmla="*/ 3489960 h 4185920"/>
                    <a:gd name="connsiteX111" fmla="*/ 9784080 w 11737340"/>
                    <a:gd name="connsiteY111" fmla="*/ 3444240 h 4185920"/>
                    <a:gd name="connsiteX112" fmla="*/ 9860280 w 11737340"/>
                    <a:gd name="connsiteY112" fmla="*/ 3383280 h 4185920"/>
                    <a:gd name="connsiteX113" fmla="*/ 9921240 w 11737340"/>
                    <a:gd name="connsiteY113" fmla="*/ 3314700 h 4185920"/>
                    <a:gd name="connsiteX114" fmla="*/ 9997440 w 11737340"/>
                    <a:gd name="connsiteY114" fmla="*/ 3208020 h 4185920"/>
                    <a:gd name="connsiteX115" fmla="*/ 10043160 w 11737340"/>
                    <a:gd name="connsiteY115" fmla="*/ 3101340 h 4185920"/>
                    <a:gd name="connsiteX116" fmla="*/ 10104120 w 11737340"/>
                    <a:gd name="connsiteY116" fmla="*/ 3017520 h 4185920"/>
                    <a:gd name="connsiteX117" fmla="*/ 10157460 w 11737340"/>
                    <a:gd name="connsiteY117" fmla="*/ 2933700 h 4185920"/>
                    <a:gd name="connsiteX118" fmla="*/ 10218420 w 11737340"/>
                    <a:gd name="connsiteY118" fmla="*/ 2849880 h 4185920"/>
                    <a:gd name="connsiteX119" fmla="*/ 10294620 w 11737340"/>
                    <a:gd name="connsiteY119" fmla="*/ 2735580 h 4185920"/>
                    <a:gd name="connsiteX120" fmla="*/ 10347960 w 11737340"/>
                    <a:gd name="connsiteY120" fmla="*/ 2621280 h 4185920"/>
                    <a:gd name="connsiteX121" fmla="*/ 10431780 w 11737340"/>
                    <a:gd name="connsiteY121" fmla="*/ 2499360 h 4185920"/>
                    <a:gd name="connsiteX122" fmla="*/ 10500360 w 11737340"/>
                    <a:gd name="connsiteY122" fmla="*/ 2354580 h 4185920"/>
                    <a:gd name="connsiteX123" fmla="*/ 10553700 w 11737340"/>
                    <a:gd name="connsiteY123" fmla="*/ 2263140 h 4185920"/>
                    <a:gd name="connsiteX124" fmla="*/ 10584180 w 11737340"/>
                    <a:gd name="connsiteY124" fmla="*/ 2194560 h 4185920"/>
                    <a:gd name="connsiteX125" fmla="*/ 10624820 w 11737340"/>
                    <a:gd name="connsiteY125" fmla="*/ 2125980 h 4185920"/>
                    <a:gd name="connsiteX126" fmla="*/ 10675620 w 11737340"/>
                    <a:gd name="connsiteY126" fmla="*/ 2049780 h 4185920"/>
                    <a:gd name="connsiteX127" fmla="*/ 10690860 w 11737340"/>
                    <a:gd name="connsiteY127" fmla="*/ 1988820 h 4185920"/>
                    <a:gd name="connsiteX128" fmla="*/ 10713720 w 11737340"/>
                    <a:gd name="connsiteY128" fmla="*/ 1927860 h 4185920"/>
                    <a:gd name="connsiteX129" fmla="*/ 10767060 w 11737340"/>
                    <a:gd name="connsiteY129" fmla="*/ 1859280 h 4185920"/>
                    <a:gd name="connsiteX130" fmla="*/ 10873740 w 11737340"/>
                    <a:gd name="connsiteY130" fmla="*/ 1828800 h 4185920"/>
                    <a:gd name="connsiteX131" fmla="*/ 11079480 w 11737340"/>
                    <a:gd name="connsiteY131" fmla="*/ 1767840 h 4185920"/>
                    <a:gd name="connsiteX132" fmla="*/ 11247120 w 11737340"/>
                    <a:gd name="connsiteY132" fmla="*/ 1684020 h 4185920"/>
                    <a:gd name="connsiteX133" fmla="*/ 11407140 w 11737340"/>
                    <a:gd name="connsiteY133" fmla="*/ 1628140 h 4185920"/>
                    <a:gd name="connsiteX134" fmla="*/ 11490960 w 11737340"/>
                    <a:gd name="connsiteY134" fmla="*/ 1577340 h 4185920"/>
                    <a:gd name="connsiteX135" fmla="*/ 11635740 w 11737340"/>
                    <a:gd name="connsiteY135" fmla="*/ 1508760 h 4185920"/>
                    <a:gd name="connsiteX136" fmla="*/ 11737340 w 11737340"/>
                    <a:gd name="connsiteY136" fmla="*/ 1442720 h 4185920"/>
                    <a:gd name="connsiteX137" fmla="*/ 11620500 w 11737340"/>
                    <a:gd name="connsiteY137" fmla="*/ 1417320 h 4185920"/>
                    <a:gd name="connsiteX138" fmla="*/ 11567160 w 11737340"/>
                    <a:gd name="connsiteY138" fmla="*/ 1379220 h 4185920"/>
                    <a:gd name="connsiteX139" fmla="*/ 11498580 w 11737340"/>
                    <a:gd name="connsiteY139" fmla="*/ 1318260 h 4185920"/>
                    <a:gd name="connsiteX140" fmla="*/ 11468100 w 11737340"/>
                    <a:gd name="connsiteY140" fmla="*/ 1280160 h 4185920"/>
                    <a:gd name="connsiteX141" fmla="*/ 11442700 w 11737340"/>
                    <a:gd name="connsiteY141" fmla="*/ 1231900 h 4185920"/>
                    <a:gd name="connsiteX142" fmla="*/ 11384280 w 11737340"/>
                    <a:gd name="connsiteY142" fmla="*/ 1310640 h 4185920"/>
                    <a:gd name="connsiteX143" fmla="*/ 11353800 w 11737340"/>
                    <a:gd name="connsiteY143" fmla="*/ 1356360 h 4185920"/>
                    <a:gd name="connsiteX144" fmla="*/ 11224260 w 11737340"/>
                    <a:gd name="connsiteY144" fmla="*/ 1417320 h 4185920"/>
                    <a:gd name="connsiteX145" fmla="*/ 11109960 w 11737340"/>
                    <a:gd name="connsiteY145" fmla="*/ 1463040 h 4185920"/>
                    <a:gd name="connsiteX146" fmla="*/ 10911840 w 11737340"/>
                    <a:gd name="connsiteY146" fmla="*/ 1524000 h 4185920"/>
                    <a:gd name="connsiteX147" fmla="*/ 10774680 w 11737340"/>
                    <a:gd name="connsiteY147" fmla="*/ 1546860 h 4185920"/>
                    <a:gd name="connsiteX148" fmla="*/ 10675620 w 11737340"/>
                    <a:gd name="connsiteY148" fmla="*/ 1615440 h 4185920"/>
                    <a:gd name="connsiteX149" fmla="*/ 10568940 w 11737340"/>
                    <a:gd name="connsiteY149" fmla="*/ 1676400 h 4185920"/>
                    <a:gd name="connsiteX150" fmla="*/ 10485120 w 11737340"/>
                    <a:gd name="connsiteY150" fmla="*/ 1760220 h 4185920"/>
                    <a:gd name="connsiteX151" fmla="*/ 10454640 w 11737340"/>
                    <a:gd name="connsiteY151" fmla="*/ 1836420 h 4185920"/>
                    <a:gd name="connsiteX152" fmla="*/ 10416540 w 11737340"/>
                    <a:gd name="connsiteY152" fmla="*/ 1927860 h 4185920"/>
                    <a:gd name="connsiteX153" fmla="*/ 10401300 w 11737340"/>
                    <a:gd name="connsiteY153" fmla="*/ 2004060 h 4185920"/>
                    <a:gd name="connsiteX154" fmla="*/ 10363200 w 11737340"/>
                    <a:gd name="connsiteY154" fmla="*/ 2095500 h 4185920"/>
                    <a:gd name="connsiteX155" fmla="*/ 10317480 w 11737340"/>
                    <a:gd name="connsiteY155" fmla="*/ 2225040 h 4185920"/>
                    <a:gd name="connsiteX156" fmla="*/ 10287000 w 11737340"/>
                    <a:gd name="connsiteY156" fmla="*/ 2346960 h 4185920"/>
                    <a:gd name="connsiteX157" fmla="*/ 10218420 w 11737340"/>
                    <a:gd name="connsiteY157" fmla="*/ 2499360 h 4185920"/>
                    <a:gd name="connsiteX158" fmla="*/ 10134600 w 11737340"/>
                    <a:gd name="connsiteY158" fmla="*/ 2621280 h 4185920"/>
                    <a:gd name="connsiteX159" fmla="*/ 10043160 w 11737340"/>
                    <a:gd name="connsiteY159" fmla="*/ 2735580 h 4185920"/>
                    <a:gd name="connsiteX160" fmla="*/ 9974580 w 11737340"/>
                    <a:gd name="connsiteY160" fmla="*/ 2857500 h 4185920"/>
                    <a:gd name="connsiteX161" fmla="*/ 9906000 w 11737340"/>
                    <a:gd name="connsiteY161" fmla="*/ 2941320 h 4185920"/>
                    <a:gd name="connsiteX162" fmla="*/ 9860280 w 11737340"/>
                    <a:gd name="connsiteY162" fmla="*/ 3032760 h 4185920"/>
                    <a:gd name="connsiteX163" fmla="*/ 9806940 w 11737340"/>
                    <a:gd name="connsiteY163" fmla="*/ 3116580 h 4185920"/>
                    <a:gd name="connsiteX164" fmla="*/ 9715500 w 11737340"/>
                    <a:gd name="connsiteY164" fmla="*/ 3208020 h 4185920"/>
                    <a:gd name="connsiteX165" fmla="*/ 9616440 w 11737340"/>
                    <a:gd name="connsiteY165" fmla="*/ 3261360 h 4185920"/>
                    <a:gd name="connsiteX166" fmla="*/ 9532620 w 11737340"/>
                    <a:gd name="connsiteY166" fmla="*/ 3329940 h 4185920"/>
                    <a:gd name="connsiteX167" fmla="*/ 9471660 w 11737340"/>
                    <a:gd name="connsiteY167" fmla="*/ 3375660 h 4185920"/>
                    <a:gd name="connsiteX168" fmla="*/ 9410700 w 11737340"/>
                    <a:gd name="connsiteY168" fmla="*/ 3429000 h 4185920"/>
                    <a:gd name="connsiteX169" fmla="*/ 9288780 w 11737340"/>
                    <a:gd name="connsiteY169" fmla="*/ 3436620 h 4185920"/>
                    <a:gd name="connsiteX170" fmla="*/ 9166860 w 11737340"/>
                    <a:gd name="connsiteY170" fmla="*/ 3444240 h 4185920"/>
                    <a:gd name="connsiteX171" fmla="*/ 9029700 w 11737340"/>
                    <a:gd name="connsiteY171" fmla="*/ 3413760 h 4185920"/>
                    <a:gd name="connsiteX172" fmla="*/ 8823960 w 11737340"/>
                    <a:gd name="connsiteY172" fmla="*/ 3360420 h 4185920"/>
                    <a:gd name="connsiteX173" fmla="*/ 8679180 w 11737340"/>
                    <a:gd name="connsiteY173" fmla="*/ 3329940 h 4185920"/>
                    <a:gd name="connsiteX174" fmla="*/ 8572500 w 11737340"/>
                    <a:gd name="connsiteY174" fmla="*/ 3276600 h 4185920"/>
                    <a:gd name="connsiteX175" fmla="*/ 8465820 w 11737340"/>
                    <a:gd name="connsiteY175" fmla="*/ 3215640 h 4185920"/>
                    <a:gd name="connsiteX176" fmla="*/ 8321040 w 11737340"/>
                    <a:gd name="connsiteY176" fmla="*/ 3177540 h 4185920"/>
                    <a:gd name="connsiteX177" fmla="*/ 8199120 w 11737340"/>
                    <a:gd name="connsiteY177" fmla="*/ 3131820 h 4185920"/>
                    <a:gd name="connsiteX178" fmla="*/ 8069580 w 11737340"/>
                    <a:gd name="connsiteY178" fmla="*/ 3078480 h 4185920"/>
                    <a:gd name="connsiteX179" fmla="*/ 7917180 w 11737340"/>
                    <a:gd name="connsiteY179" fmla="*/ 2994660 h 4185920"/>
                    <a:gd name="connsiteX180" fmla="*/ 7787640 w 11737340"/>
                    <a:gd name="connsiteY180" fmla="*/ 2971800 h 4185920"/>
                    <a:gd name="connsiteX181" fmla="*/ 7719060 w 11737340"/>
                    <a:gd name="connsiteY181" fmla="*/ 2933700 h 4185920"/>
                    <a:gd name="connsiteX182" fmla="*/ 7612380 w 11737340"/>
                    <a:gd name="connsiteY182" fmla="*/ 2903220 h 4185920"/>
                    <a:gd name="connsiteX183" fmla="*/ 7566660 w 11737340"/>
                    <a:gd name="connsiteY183" fmla="*/ 2887980 h 4185920"/>
                    <a:gd name="connsiteX184" fmla="*/ 7551420 w 11737340"/>
                    <a:gd name="connsiteY184" fmla="*/ 2849880 h 4185920"/>
                    <a:gd name="connsiteX185" fmla="*/ 7533640 w 11737340"/>
                    <a:gd name="connsiteY185" fmla="*/ 2788920 h 4185920"/>
                    <a:gd name="connsiteX186" fmla="*/ 7475220 w 11737340"/>
                    <a:gd name="connsiteY186" fmla="*/ 2857500 h 4185920"/>
                    <a:gd name="connsiteX187" fmla="*/ 7414260 w 11737340"/>
                    <a:gd name="connsiteY187" fmla="*/ 2887980 h 4185920"/>
                    <a:gd name="connsiteX188" fmla="*/ 7345680 w 11737340"/>
                    <a:gd name="connsiteY188" fmla="*/ 2971800 h 4185920"/>
                    <a:gd name="connsiteX189" fmla="*/ 7315200 w 11737340"/>
                    <a:gd name="connsiteY189" fmla="*/ 2994660 h 4185920"/>
                    <a:gd name="connsiteX190" fmla="*/ 7261860 w 11737340"/>
                    <a:gd name="connsiteY190" fmla="*/ 3009900 h 4185920"/>
                    <a:gd name="connsiteX191" fmla="*/ 7193280 w 11737340"/>
                    <a:gd name="connsiteY191" fmla="*/ 3025140 h 4185920"/>
                    <a:gd name="connsiteX192" fmla="*/ 7155180 w 11737340"/>
                    <a:gd name="connsiteY192" fmla="*/ 3078480 h 4185920"/>
                    <a:gd name="connsiteX193" fmla="*/ 7109460 w 11737340"/>
                    <a:gd name="connsiteY193" fmla="*/ 3154680 h 4185920"/>
                    <a:gd name="connsiteX194" fmla="*/ 7048500 w 11737340"/>
                    <a:gd name="connsiteY194" fmla="*/ 3246120 h 4185920"/>
                    <a:gd name="connsiteX195" fmla="*/ 6995160 w 11737340"/>
                    <a:gd name="connsiteY195" fmla="*/ 3307080 h 4185920"/>
                    <a:gd name="connsiteX196" fmla="*/ 6972300 w 11737340"/>
                    <a:gd name="connsiteY196" fmla="*/ 3352800 h 4185920"/>
                    <a:gd name="connsiteX197" fmla="*/ 6949440 w 11737340"/>
                    <a:gd name="connsiteY197" fmla="*/ 3413760 h 4185920"/>
                    <a:gd name="connsiteX198" fmla="*/ 6949440 w 11737340"/>
                    <a:gd name="connsiteY198" fmla="*/ 3413760 h 4185920"/>
                    <a:gd name="connsiteX199" fmla="*/ 6911340 w 11737340"/>
                    <a:gd name="connsiteY199" fmla="*/ 3474720 h 4185920"/>
                    <a:gd name="connsiteX200" fmla="*/ 6888480 w 11737340"/>
                    <a:gd name="connsiteY200" fmla="*/ 3505200 h 4185920"/>
                    <a:gd name="connsiteX201" fmla="*/ 6819900 w 11737340"/>
                    <a:gd name="connsiteY201" fmla="*/ 3566160 h 4185920"/>
                    <a:gd name="connsiteX202" fmla="*/ 6731000 w 11737340"/>
                    <a:gd name="connsiteY202" fmla="*/ 3599180 h 4185920"/>
                    <a:gd name="connsiteX203" fmla="*/ 6675120 w 11737340"/>
                    <a:gd name="connsiteY203" fmla="*/ 3657600 h 4185920"/>
                    <a:gd name="connsiteX204" fmla="*/ 6629400 w 11737340"/>
                    <a:gd name="connsiteY204" fmla="*/ 3718560 h 4185920"/>
                    <a:gd name="connsiteX205" fmla="*/ 6576060 w 11737340"/>
                    <a:gd name="connsiteY205" fmla="*/ 3779520 h 4185920"/>
                    <a:gd name="connsiteX206" fmla="*/ 6484620 w 11737340"/>
                    <a:gd name="connsiteY206" fmla="*/ 3817620 h 4185920"/>
                    <a:gd name="connsiteX207" fmla="*/ 6400800 w 11737340"/>
                    <a:gd name="connsiteY207" fmla="*/ 3832860 h 4185920"/>
                    <a:gd name="connsiteX208" fmla="*/ 6263640 w 11737340"/>
                    <a:gd name="connsiteY208" fmla="*/ 3870960 h 4185920"/>
                    <a:gd name="connsiteX209" fmla="*/ 6126480 w 11737340"/>
                    <a:gd name="connsiteY209" fmla="*/ 3901440 h 4185920"/>
                    <a:gd name="connsiteX210" fmla="*/ 6027420 w 11737340"/>
                    <a:gd name="connsiteY210" fmla="*/ 3916680 h 4185920"/>
                    <a:gd name="connsiteX211" fmla="*/ 5890260 w 11737340"/>
                    <a:gd name="connsiteY211" fmla="*/ 3878580 h 4185920"/>
                    <a:gd name="connsiteX212" fmla="*/ 5821680 w 11737340"/>
                    <a:gd name="connsiteY212" fmla="*/ 3863340 h 4185920"/>
                    <a:gd name="connsiteX213" fmla="*/ 5737860 w 11737340"/>
                    <a:gd name="connsiteY213" fmla="*/ 3825240 h 4185920"/>
                    <a:gd name="connsiteX214" fmla="*/ 5638800 w 11737340"/>
                    <a:gd name="connsiteY214" fmla="*/ 3794760 h 4185920"/>
                    <a:gd name="connsiteX215" fmla="*/ 5524500 w 11737340"/>
                    <a:gd name="connsiteY215" fmla="*/ 3756660 h 4185920"/>
                    <a:gd name="connsiteX216" fmla="*/ 5448300 w 11737340"/>
                    <a:gd name="connsiteY216" fmla="*/ 3718560 h 4185920"/>
                    <a:gd name="connsiteX217" fmla="*/ 5349240 w 11737340"/>
                    <a:gd name="connsiteY217" fmla="*/ 3657600 h 4185920"/>
                    <a:gd name="connsiteX218" fmla="*/ 5295900 w 11737340"/>
                    <a:gd name="connsiteY218" fmla="*/ 3619500 h 4185920"/>
                    <a:gd name="connsiteX219" fmla="*/ 5234940 w 11737340"/>
                    <a:gd name="connsiteY219" fmla="*/ 3596640 h 4185920"/>
                    <a:gd name="connsiteX220" fmla="*/ 5135880 w 11737340"/>
                    <a:gd name="connsiteY220" fmla="*/ 3550920 h 4185920"/>
                    <a:gd name="connsiteX221" fmla="*/ 5059680 w 11737340"/>
                    <a:gd name="connsiteY221" fmla="*/ 3505200 h 4185920"/>
                    <a:gd name="connsiteX222" fmla="*/ 5029200 w 11737340"/>
                    <a:gd name="connsiteY222" fmla="*/ 3482340 h 4185920"/>
                    <a:gd name="connsiteX223" fmla="*/ 4960620 w 11737340"/>
                    <a:gd name="connsiteY223" fmla="*/ 3413760 h 4185920"/>
                    <a:gd name="connsiteX224" fmla="*/ 4876800 w 11737340"/>
                    <a:gd name="connsiteY224" fmla="*/ 3299460 h 4185920"/>
                    <a:gd name="connsiteX225" fmla="*/ 4808220 w 11737340"/>
                    <a:gd name="connsiteY225" fmla="*/ 3200400 h 4185920"/>
                    <a:gd name="connsiteX226" fmla="*/ 4777740 w 11737340"/>
                    <a:gd name="connsiteY226" fmla="*/ 3147060 h 4185920"/>
                    <a:gd name="connsiteX227" fmla="*/ 4724400 w 11737340"/>
                    <a:gd name="connsiteY227" fmla="*/ 3108960 h 4185920"/>
                    <a:gd name="connsiteX228" fmla="*/ 4648200 w 11737340"/>
                    <a:gd name="connsiteY228" fmla="*/ 3063240 h 4185920"/>
                    <a:gd name="connsiteX229" fmla="*/ 4533900 w 11737340"/>
                    <a:gd name="connsiteY229" fmla="*/ 2979420 h 4185920"/>
                    <a:gd name="connsiteX230" fmla="*/ 4427220 w 11737340"/>
                    <a:gd name="connsiteY230" fmla="*/ 2941320 h 4185920"/>
                    <a:gd name="connsiteX231" fmla="*/ 4366260 w 11737340"/>
                    <a:gd name="connsiteY231" fmla="*/ 2903220 h 4185920"/>
                    <a:gd name="connsiteX232" fmla="*/ 4244340 w 11737340"/>
                    <a:gd name="connsiteY232" fmla="*/ 2842260 h 4185920"/>
                    <a:gd name="connsiteX233" fmla="*/ 4145280 w 11737340"/>
                    <a:gd name="connsiteY233" fmla="*/ 2811780 h 4185920"/>
                    <a:gd name="connsiteX234" fmla="*/ 4038600 w 11737340"/>
                    <a:gd name="connsiteY234" fmla="*/ 2804160 h 4185920"/>
                    <a:gd name="connsiteX235" fmla="*/ 3954780 w 11737340"/>
                    <a:gd name="connsiteY235" fmla="*/ 2819400 h 4185920"/>
                    <a:gd name="connsiteX236" fmla="*/ 3863340 w 11737340"/>
                    <a:gd name="connsiteY236" fmla="*/ 2804160 h 4185920"/>
                    <a:gd name="connsiteX237" fmla="*/ 3741420 w 11737340"/>
                    <a:gd name="connsiteY237" fmla="*/ 2781300 h 4185920"/>
                    <a:gd name="connsiteX238" fmla="*/ 3649980 w 11737340"/>
                    <a:gd name="connsiteY238" fmla="*/ 2743200 h 4185920"/>
                    <a:gd name="connsiteX239" fmla="*/ 3573780 w 11737340"/>
                    <a:gd name="connsiteY239" fmla="*/ 2674620 h 4185920"/>
                    <a:gd name="connsiteX240" fmla="*/ 3482340 w 11737340"/>
                    <a:gd name="connsiteY240" fmla="*/ 2621280 h 4185920"/>
                    <a:gd name="connsiteX241" fmla="*/ 3436620 w 11737340"/>
                    <a:gd name="connsiteY241" fmla="*/ 2552700 h 4185920"/>
                    <a:gd name="connsiteX242" fmla="*/ 3329940 w 11737340"/>
                    <a:gd name="connsiteY242" fmla="*/ 2423160 h 4185920"/>
                    <a:gd name="connsiteX243" fmla="*/ 3261360 w 11737340"/>
                    <a:gd name="connsiteY243" fmla="*/ 2324100 h 4185920"/>
                    <a:gd name="connsiteX244" fmla="*/ 3131820 w 11737340"/>
                    <a:gd name="connsiteY244" fmla="*/ 2209800 h 4185920"/>
                    <a:gd name="connsiteX245" fmla="*/ 3040380 w 11737340"/>
                    <a:gd name="connsiteY245" fmla="*/ 2141220 h 4185920"/>
                    <a:gd name="connsiteX246" fmla="*/ 2910840 w 11737340"/>
                    <a:gd name="connsiteY246" fmla="*/ 2034540 h 4185920"/>
                    <a:gd name="connsiteX247" fmla="*/ 2849880 w 11737340"/>
                    <a:gd name="connsiteY247" fmla="*/ 1958340 h 4185920"/>
                    <a:gd name="connsiteX248" fmla="*/ 2743200 w 11737340"/>
                    <a:gd name="connsiteY248" fmla="*/ 1889760 h 4185920"/>
                    <a:gd name="connsiteX249" fmla="*/ 2659380 w 11737340"/>
                    <a:gd name="connsiteY249" fmla="*/ 1844040 h 4185920"/>
                    <a:gd name="connsiteX250" fmla="*/ 2575560 w 11737340"/>
                    <a:gd name="connsiteY250" fmla="*/ 1744980 h 4185920"/>
                    <a:gd name="connsiteX251" fmla="*/ 2468880 w 11737340"/>
                    <a:gd name="connsiteY251" fmla="*/ 1645920 h 4185920"/>
                    <a:gd name="connsiteX252" fmla="*/ 2400300 w 11737340"/>
                    <a:gd name="connsiteY252" fmla="*/ 1607820 h 4185920"/>
                    <a:gd name="connsiteX253" fmla="*/ 2263140 w 11737340"/>
                    <a:gd name="connsiteY253" fmla="*/ 1501140 h 4185920"/>
                    <a:gd name="connsiteX254" fmla="*/ 2171700 w 11737340"/>
                    <a:gd name="connsiteY254" fmla="*/ 1432560 h 4185920"/>
                    <a:gd name="connsiteX255" fmla="*/ 2087880 w 11737340"/>
                    <a:gd name="connsiteY255" fmla="*/ 1363980 h 4185920"/>
                    <a:gd name="connsiteX256" fmla="*/ 1950720 w 11737340"/>
                    <a:gd name="connsiteY256" fmla="*/ 1272540 h 4185920"/>
                    <a:gd name="connsiteX257" fmla="*/ 1805940 w 11737340"/>
                    <a:gd name="connsiteY257" fmla="*/ 1135380 h 4185920"/>
                    <a:gd name="connsiteX258" fmla="*/ 1729740 w 11737340"/>
                    <a:gd name="connsiteY258" fmla="*/ 1089660 h 4185920"/>
                    <a:gd name="connsiteX259" fmla="*/ 1668780 w 11737340"/>
                    <a:gd name="connsiteY259" fmla="*/ 1043940 h 4185920"/>
                    <a:gd name="connsiteX260" fmla="*/ 1592580 w 11737340"/>
                    <a:gd name="connsiteY260" fmla="*/ 990600 h 4185920"/>
                    <a:gd name="connsiteX261" fmla="*/ 1470660 w 11737340"/>
                    <a:gd name="connsiteY261" fmla="*/ 891540 h 4185920"/>
                    <a:gd name="connsiteX262" fmla="*/ 1386840 w 11737340"/>
                    <a:gd name="connsiteY262" fmla="*/ 845820 h 4185920"/>
                    <a:gd name="connsiteX263" fmla="*/ 1318260 w 11737340"/>
                    <a:gd name="connsiteY263" fmla="*/ 784860 h 4185920"/>
                    <a:gd name="connsiteX264" fmla="*/ 1264920 w 11737340"/>
                    <a:gd name="connsiteY264" fmla="*/ 723900 h 4185920"/>
                    <a:gd name="connsiteX265" fmla="*/ 1181100 w 11737340"/>
                    <a:gd name="connsiteY265" fmla="*/ 647700 h 4185920"/>
                    <a:gd name="connsiteX266" fmla="*/ 1089660 w 11737340"/>
                    <a:gd name="connsiteY266" fmla="*/ 624840 h 4185920"/>
                    <a:gd name="connsiteX267" fmla="*/ 1021080 w 11737340"/>
                    <a:gd name="connsiteY267" fmla="*/ 586740 h 4185920"/>
                    <a:gd name="connsiteX268" fmla="*/ 937260 w 11737340"/>
                    <a:gd name="connsiteY268" fmla="*/ 548640 h 4185920"/>
                    <a:gd name="connsiteX269" fmla="*/ 830580 w 11737340"/>
                    <a:gd name="connsiteY269" fmla="*/ 510540 h 4185920"/>
                    <a:gd name="connsiteX270" fmla="*/ 754380 w 11737340"/>
                    <a:gd name="connsiteY270" fmla="*/ 457200 h 4185920"/>
                    <a:gd name="connsiteX271" fmla="*/ 708660 w 11737340"/>
                    <a:gd name="connsiteY271" fmla="*/ 419100 h 4185920"/>
                    <a:gd name="connsiteX272" fmla="*/ 609600 w 11737340"/>
                    <a:gd name="connsiteY272" fmla="*/ 396240 h 4185920"/>
                    <a:gd name="connsiteX273" fmla="*/ 548640 w 11737340"/>
                    <a:gd name="connsiteY273" fmla="*/ 320040 h 4185920"/>
                    <a:gd name="connsiteX274" fmla="*/ 510540 w 11737340"/>
                    <a:gd name="connsiteY274" fmla="*/ 251460 h 4185920"/>
                    <a:gd name="connsiteX275" fmla="*/ 464820 w 11737340"/>
                    <a:gd name="connsiteY275" fmla="*/ 190500 h 4185920"/>
                    <a:gd name="connsiteX276" fmla="*/ 411480 w 11737340"/>
                    <a:gd name="connsiteY276" fmla="*/ 137160 h 4185920"/>
                    <a:gd name="connsiteX277" fmla="*/ 373380 w 11737340"/>
                    <a:gd name="connsiteY277" fmla="*/ 45720 h 4185920"/>
                    <a:gd name="connsiteX278" fmla="*/ 342900 w 11737340"/>
                    <a:gd name="connsiteY278" fmla="*/ 0 h 4185920"/>
                    <a:gd name="connsiteX279" fmla="*/ 327660 w 11737340"/>
                    <a:gd name="connsiteY279" fmla="*/ 60960 h 4185920"/>
                    <a:gd name="connsiteX280" fmla="*/ 289560 w 11737340"/>
                    <a:gd name="connsiteY280" fmla="*/ 91440 h 4185920"/>
                    <a:gd name="connsiteX281" fmla="*/ 236220 w 11737340"/>
                    <a:gd name="connsiteY281" fmla="*/ 114300 h 4185920"/>
                    <a:gd name="connsiteX282" fmla="*/ 198120 w 11737340"/>
                    <a:gd name="connsiteY282" fmla="*/ 175260 h 4185920"/>
                    <a:gd name="connsiteX283" fmla="*/ 175260 w 11737340"/>
                    <a:gd name="connsiteY283" fmla="*/ 228600 h 4185920"/>
                    <a:gd name="connsiteX284" fmla="*/ 114300 w 11737340"/>
                    <a:gd name="connsiteY284" fmla="*/ 236220 h 4185920"/>
                    <a:gd name="connsiteX285" fmla="*/ 45720 w 11737340"/>
                    <a:gd name="connsiteY285" fmla="*/ 251460 h 4185920"/>
                    <a:gd name="connsiteX286" fmla="*/ 0 w 11737340"/>
                    <a:gd name="connsiteY286" fmla="*/ 281940 h 4185920"/>
                    <a:gd name="connsiteX287" fmla="*/ 68580 w 11737340"/>
                    <a:gd name="connsiteY287" fmla="*/ 320040 h 4185920"/>
                    <a:gd name="connsiteX0" fmla="*/ 68580 w 11737340"/>
                    <a:gd name="connsiteY0" fmla="*/ 320040 h 4185920"/>
                    <a:gd name="connsiteX1" fmla="*/ 121920 w 11737340"/>
                    <a:gd name="connsiteY1" fmla="*/ 381000 h 4185920"/>
                    <a:gd name="connsiteX2" fmla="*/ 198120 w 11737340"/>
                    <a:gd name="connsiteY2" fmla="*/ 419100 h 4185920"/>
                    <a:gd name="connsiteX3" fmla="*/ 320040 w 11737340"/>
                    <a:gd name="connsiteY3" fmla="*/ 510540 h 4185920"/>
                    <a:gd name="connsiteX4" fmla="*/ 411480 w 11737340"/>
                    <a:gd name="connsiteY4" fmla="*/ 563880 h 4185920"/>
                    <a:gd name="connsiteX5" fmla="*/ 472440 w 11737340"/>
                    <a:gd name="connsiteY5" fmla="*/ 632460 h 4185920"/>
                    <a:gd name="connsiteX6" fmla="*/ 601980 w 11737340"/>
                    <a:gd name="connsiteY6" fmla="*/ 708660 h 4185920"/>
                    <a:gd name="connsiteX7" fmla="*/ 739140 w 11737340"/>
                    <a:gd name="connsiteY7" fmla="*/ 784860 h 4185920"/>
                    <a:gd name="connsiteX8" fmla="*/ 861060 w 11737340"/>
                    <a:gd name="connsiteY8" fmla="*/ 868680 h 4185920"/>
                    <a:gd name="connsiteX9" fmla="*/ 944880 w 11737340"/>
                    <a:gd name="connsiteY9" fmla="*/ 952500 h 4185920"/>
                    <a:gd name="connsiteX10" fmla="*/ 1021080 w 11737340"/>
                    <a:gd name="connsiteY10" fmla="*/ 1005840 h 4185920"/>
                    <a:gd name="connsiteX11" fmla="*/ 1097280 w 11737340"/>
                    <a:gd name="connsiteY11" fmla="*/ 1043940 h 4185920"/>
                    <a:gd name="connsiteX12" fmla="*/ 1181100 w 11737340"/>
                    <a:gd name="connsiteY12" fmla="*/ 1104900 h 4185920"/>
                    <a:gd name="connsiteX13" fmla="*/ 1249680 w 11737340"/>
                    <a:gd name="connsiteY13" fmla="*/ 1150620 h 4185920"/>
                    <a:gd name="connsiteX14" fmla="*/ 1341120 w 11737340"/>
                    <a:gd name="connsiteY14" fmla="*/ 1196340 h 4185920"/>
                    <a:gd name="connsiteX15" fmla="*/ 1417320 w 11737340"/>
                    <a:gd name="connsiteY15" fmla="*/ 1257300 h 4185920"/>
                    <a:gd name="connsiteX16" fmla="*/ 1493520 w 11737340"/>
                    <a:gd name="connsiteY16" fmla="*/ 1333500 h 4185920"/>
                    <a:gd name="connsiteX17" fmla="*/ 1569720 w 11737340"/>
                    <a:gd name="connsiteY17" fmla="*/ 1356360 h 4185920"/>
                    <a:gd name="connsiteX18" fmla="*/ 1684020 w 11737340"/>
                    <a:gd name="connsiteY18" fmla="*/ 1424940 h 4185920"/>
                    <a:gd name="connsiteX19" fmla="*/ 1729740 w 11737340"/>
                    <a:gd name="connsiteY19" fmla="*/ 1485900 h 4185920"/>
                    <a:gd name="connsiteX20" fmla="*/ 1844040 w 11737340"/>
                    <a:gd name="connsiteY20" fmla="*/ 1569720 h 4185920"/>
                    <a:gd name="connsiteX21" fmla="*/ 1935480 w 11737340"/>
                    <a:gd name="connsiteY21" fmla="*/ 1615440 h 4185920"/>
                    <a:gd name="connsiteX22" fmla="*/ 2049780 w 11737340"/>
                    <a:gd name="connsiteY22" fmla="*/ 1691640 h 4185920"/>
                    <a:gd name="connsiteX23" fmla="*/ 2133600 w 11737340"/>
                    <a:gd name="connsiteY23" fmla="*/ 1729740 h 4185920"/>
                    <a:gd name="connsiteX24" fmla="*/ 2202180 w 11737340"/>
                    <a:gd name="connsiteY24" fmla="*/ 1805940 h 4185920"/>
                    <a:gd name="connsiteX25" fmla="*/ 2255520 w 11737340"/>
                    <a:gd name="connsiteY25" fmla="*/ 1821180 h 4185920"/>
                    <a:gd name="connsiteX26" fmla="*/ 2316480 w 11737340"/>
                    <a:gd name="connsiteY26" fmla="*/ 1866900 h 4185920"/>
                    <a:gd name="connsiteX27" fmla="*/ 2423160 w 11737340"/>
                    <a:gd name="connsiteY27" fmla="*/ 2004060 h 4185920"/>
                    <a:gd name="connsiteX28" fmla="*/ 2476500 w 11737340"/>
                    <a:gd name="connsiteY28" fmla="*/ 2087880 h 4185920"/>
                    <a:gd name="connsiteX29" fmla="*/ 2567940 w 11737340"/>
                    <a:gd name="connsiteY29" fmla="*/ 2148840 h 4185920"/>
                    <a:gd name="connsiteX30" fmla="*/ 2682240 w 11737340"/>
                    <a:gd name="connsiteY30" fmla="*/ 2186940 h 4185920"/>
                    <a:gd name="connsiteX31" fmla="*/ 2743200 w 11737340"/>
                    <a:gd name="connsiteY31" fmla="*/ 2209800 h 4185920"/>
                    <a:gd name="connsiteX32" fmla="*/ 2811780 w 11737340"/>
                    <a:gd name="connsiteY32" fmla="*/ 2247900 h 4185920"/>
                    <a:gd name="connsiteX33" fmla="*/ 2887980 w 11737340"/>
                    <a:gd name="connsiteY33" fmla="*/ 2301240 h 4185920"/>
                    <a:gd name="connsiteX34" fmla="*/ 2979420 w 11737340"/>
                    <a:gd name="connsiteY34" fmla="*/ 2385060 h 4185920"/>
                    <a:gd name="connsiteX35" fmla="*/ 3055620 w 11737340"/>
                    <a:gd name="connsiteY35" fmla="*/ 2461260 h 4185920"/>
                    <a:gd name="connsiteX36" fmla="*/ 3139440 w 11737340"/>
                    <a:gd name="connsiteY36" fmla="*/ 2537460 h 4185920"/>
                    <a:gd name="connsiteX37" fmla="*/ 3261360 w 11737340"/>
                    <a:gd name="connsiteY37" fmla="*/ 2628900 h 4185920"/>
                    <a:gd name="connsiteX38" fmla="*/ 3345180 w 11737340"/>
                    <a:gd name="connsiteY38" fmla="*/ 2720340 h 4185920"/>
                    <a:gd name="connsiteX39" fmla="*/ 3444240 w 11737340"/>
                    <a:gd name="connsiteY39" fmla="*/ 2796540 h 4185920"/>
                    <a:gd name="connsiteX40" fmla="*/ 3558540 w 11737340"/>
                    <a:gd name="connsiteY40" fmla="*/ 2872740 h 4185920"/>
                    <a:gd name="connsiteX41" fmla="*/ 3619500 w 11737340"/>
                    <a:gd name="connsiteY41" fmla="*/ 2979420 h 4185920"/>
                    <a:gd name="connsiteX42" fmla="*/ 3619500 w 11737340"/>
                    <a:gd name="connsiteY42" fmla="*/ 2979420 h 4185920"/>
                    <a:gd name="connsiteX43" fmla="*/ 3649980 w 11737340"/>
                    <a:gd name="connsiteY43" fmla="*/ 3048000 h 4185920"/>
                    <a:gd name="connsiteX44" fmla="*/ 3703320 w 11737340"/>
                    <a:gd name="connsiteY44" fmla="*/ 3086100 h 4185920"/>
                    <a:gd name="connsiteX45" fmla="*/ 3764280 w 11737340"/>
                    <a:gd name="connsiteY45" fmla="*/ 3063240 h 4185920"/>
                    <a:gd name="connsiteX46" fmla="*/ 3848100 w 11737340"/>
                    <a:gd name="connsiteY46" fmla="*/ 3025140 h 4185920"/>
                    <a:gd name="connsiteX47" fmla="*/ 3916680 w 11737340"/>
                    <a:gd name="connsiteY47" fmla="*/ 3032760 h 4185920"/>
                    <a:gd name="connsiteX48" fmla="*/ 4030980 w 11737340"/>
                    <a:gd name="connsiteY48" fmla="*/ 3063240 h 4185920"/>
                    <a:gd name="connsiteX49" fmla="*/ 4137660 w 11737340"/>
                    <a:gd name="connsiteY49" fmla="*/ 3101340 h 4185920"/>
                    <a:gd name="connsiteX50" fmla="*/ 4259580 w 11737340"/>
                    <a:gd name="connsiteY50" fmla="*/ 3147060 h 4185920"/>
                    <a:gd name="connsiteX51" fmla="*/ 4381500 w 11737340"/>
                    <a:gd name="connsiteY51" fmla="*/ 3192780 h 4185920"/>
                    <a:gd name="connsiteX52" fmla="*/ 4526280 w 11737340"/>
                    <a:gd name="connsiteY52" fmla="*/ 3276600 h 4185920"/>
                    <a:gd name="connsiteX53" fmla="*/ 4587240 w 11737340"/>
                    <a:gd name="connsiteY53" fmla="*/ 3299460 h 4185920"/>
                    <a:gd name="connsiteX54" fmla="*/ 4610100 w 11737340"/>
                    <a:gd name="connsiteY54" fmla="*/ 3352800 h 4185920"/>
                    <a:gd name="connsiteX55" fmla="*/ 4648200 w 11737340"/>
                    <a:gd name="connsiteY55" fmla="*/ 3436620 h 4185920"/>
                    <a:gd name="connsiteX56" fmla="*/ 4671060 w 11737340"/>
                    <a:gd name="connsiteY56" fmla="*/ 3520440 h 4185920"/>
                    <a:gd name="connsiteX57" fmla="*/ 4678680 w 11737340"/>
                    <a:gd name="connsiteY57" fmla="*/ 3589020 h 4185920"/>
                    <a:gd name="connsiteX58" fmla="*/ 4686300 w 11737340"/>
                    <a:gd name="connsiteY58" fmla="*/ 3649980 h 4185920"/>
                    <a:gd name="connsiteX59" fmla="*/ 4724400 w 11737340"/>
                    <a:gd name="connsiteY59" fmla="*/ 3680460 h 4185920"/>
                    <a:gd name="connsiteX60" fmla="*/ 4785360 w 11737340"/>
                    <a:gd name="connsiteY60" fmla="*/ 3672840 h 4185920"/>
                    <a:gd name="connsiteX61" fmla="*/ 4869180 w 11737340"/>
                    <a:gd name="connsiteY61" fmla="*/ 3703320 h 4185920"/>
                    <a:gd name="connsiteX62" fmla="*/ 4914900 w 11737340"/>
                    <a:gd name="connsiteY62" fmla="*/ 3756660 h 4185920"/>
                    <a:gd name="connsiteX63" fmla="*/ 5105400 w 11737340"/>
                    <a:gd name="connsiteY63" fmla="*/ 3832860 h 4185920"/>
                    <a:gd name="connsiteX64" fmla="*/ 5173980 w 11737340"/>
                    <a:gd name="connsiteY64" fmla="*/ 3886200 h 4185920"/>
                    <a:gd name="connsiteX65" fmla="*/ 5242560 w 11737340"/>
                    <a:gd name="connsiteY65" fmla="*/ 3924300 h 4185920"/>
                    <a:gd name="connsiteX66" fmla="*/ 5364480 w 11737340"/>
                    <a:gd name="connsiteY66" fmla="*/ 3962400 h 4185920"/>
                    <a:gd name="connsiteX67" fmla="*/ 5516880 w 11737340"/>
                    <a:gd name="connsiteY67" fmla="*/ 4046220 h 4185920"/>
                    <a:gd name="connsiteX68" fmla="*/ 5585460 w 11737340"/>
                    <a:gd name="connsiteY68" fmla="*/ 4099560 h 4185920"/>
                    <a:gd name="connsiteX69" fmla="*/ 5661660 w 11737340"/>
                    <a:gd name="connsiteY69" fmla="*/ 4122420 h 4185920"/>
                    <a:gd name="connsiteX70" fmla="*/ 5745480 w 11737340"/>
                    <a:gd name="connsiteY70" fmla="*/ 4130040 h 4185920"/>
                    <a:gd name="connsiteX71" fmla="*/ 5836920 w 11737340"/>
                    <a:gd name="connsiteY71" fmla="*/ 4130040 h 4185920"/>
                    <a:gd name="connsiteX72" fmla="*/ 5943600 w 11737340"/>
                    <a:gd name="connsiteY72" fmla="*/ 4165600 h 4185920"/>
                    <a:gd name="connsiteX73" fmla="*/ 6042660 w 11737340"/>
                    <a:gd name="connsiteY73" fmla="*/ 4185920 h 4185920"/>
                    <a:gd name="connsiteX74" fmla="*/ 6167120 w 11737340"/>
                    <a:gd name="connsiteY74" fmla="*/ 4160520 h 4185920"/>
                    <a:gd name="connsiteX75" fmla="*/ 6286500 w 11737340"/>
                    <a:gd name="connsiteY75" fmla="*/ 4114800 h 4185920"/>
                    <a:gd name="connsiteX76" fmla="*/ 6393180 w 11737340"/>
                    <a:gd name="connsiteY76" fmla="*/ 4053840 h 4185920"/>
                    <a:gd name="connsiteX77" fmla="*/ 6484620 w 11737340"/>
                    <a:gd name="connsiteY77" fmla="*/ 4038600 h 4185920"/>
                    <a:gd name="connsiteX78" fmla="*/ 6583680 w 11737340"/>
                    <a:gd name="connsiteY78" fmla="*/ 3970020 h 4185920"/>
                    <a:gd name="connsiteX79" fmla="*/ 6697980 w 11737340"/>
                    <a:gd name="connsiteY79" fmla="*/ 3886200 h 4185920"/>
                    <a:gd name="connsiteX80" fmla="*/ 6751320 w 11737340"/>
                    <a:gd name="connsiteY80" fmla="*/ 3822700 h 4185920"/>
                    <a:gd name="connsiteX81" fmla="*/ 6855460 w 11737340"/>
                    <a:gd name="connsiteY81" fmla="*/ 3764280 h 4185920"/>
                    <a:gd name="connsiteX82" fmla="*/ 6959600 w 11737340"/>
                    <a:gd name="connsiteY82" fmla="*/ 3629660 h 4185920"/>
                    <a:gd name="connsiteX83" fmla="*/ 7056120 w 11737340"/>
                    <a:gd name="connsiteY83" fmla="*/ 3528060 h 4185920"/>
                    <a:gd name="connsiteX84" fmla="*/ 7165340 w 11737340"/>
                    <a:gd name="connsiteY84" fmla="*/ 3454400 h 4185920"/>
                    <a:gd name="connsiteX85" fmla="*/ 7287260 w 11737340"/>
                    <a:gd name="connsiteY85" fmla="*/ 3296920 h 4185920"/>
                    <a:gd name="connsiteX86" fmla="*/ 7338060 w 11737340"/>
                    <a:gd name="connsiteY86" fmla="*/ 3200400 h 4185920"/>
                    <a:gd name="connsiteX87" fmla="*/ 7383780 w 11737340"/>
                    <a:gd name="connsiteY87" fmla="*/ 3144520 h 4185920"/>
                    <a:gd name="connsiteX88" fmla="*/ 7444740 w 11737340"/>
                    <a:gd name="connsiteY88" fmla="*/ 3093720 h 4185920"/>
                    <a:gd name="connsiteX89" fmla="*/ 7513320 w 11737340"/>
                    <a:gd name="connsiteY89" fmla="*/ 3101340 h 4185920"/>
                    <a:gd name="connsiteX90" fmla="*/ 7576820 w 11737340"/>
                    <a:gd name="connsiteY90" fmla="*/ 3093720 h 4185920"/>
                    <a:gd name="connsiteX91" fmla="*/ 7729220 w 11737340"/>
                    <a:gd name="connsiteY91" fmla="*/ 3136900 h 4185920"/>
                    <a:gd name="connsiteX92" fmla="*/ 7833360 w 11737340"/>
                    <a:gd name="connsiteY92" fmla="*/ 3180080 h 4185920"/>
                    <a:gd name="connsiteX93" fmla="*/ 7967980 w 11737340"/>
                    <a:gd name="connsiteY93" fmla="*/ 3208020 h 4185920"/>
                    <a:gd name="connsiteX94" fmla="*/ 8161020 w 11737340"/>
                    <a:gd name="connsiteY94" fmla="*/ 3296920 h 4185920"/>
                    <a:gd name="connsiteX95" fmla="*/ 8293100 w 11737340"/>
                    <a:gd name="connsiteY95" fmla="*/ 3370580 h 4185920"/>
                    <a:gd name="connsiteX96" fmla="*/ 8371840 w 11737340"/>
                    <a:gd name="connsiteY96" fmla="*/ 3395980 h 4185920"/>
                    <a:gd name="connsiteX97" fmla="*/ 8468360 w 11737340"/>
                    <a:gd name="connsiteY97" fmla="*/ 3434080 h 4185920"/>
                    <a:gd name="connsiteX98" fmla="*/ 8582660 w 11737340"/>
                    <a:gd name="connsiteY98" fmla="*/ 3528060 h 4185920"/>
                    <a:gd name="connsiteX99" fmla="*/ 8641080 w 11737340"/>
                    <a:gd name="connsiteY99" fmla="*/ 3566160 h 4185920"/>
                    <a:gd name="connsiteX100" fmla="*/ 8702040 w 11737340"/>
                    <a:gd name="connsiteY100" fmla="*/ 3604260 h 4185920"/>
                    <a:gd name="connsiteX101" fmla="*/ 8763000 w 11737340"/>
                    <a:gd name="connsiteY101" fmla="*/ 3634740 h 4185920"/>
                    <a:gd name="connsiteX102" fmla="*/ 8846820 w 11737340"/>
                    <a:gd name="connsiteY102" fmla="*/ 3632200 h 4185920"/>
                    <a:gd name="connsiteX103" fmla="*/ 8968740 w 11737340"/>
                    <a:gd name="connsiteY103" fmla="*/ 3634740 h 4185920"/>
                    <a:gd name="connsiteX104" fmla="*/ 9060180 w 11737340"/>
                    <a:gd name="connsiteY104" fmla="*/ 3642360 h 4185920"/>
                    <a:gd name="connsiteX105" fmla="*/ 9151620 w 11737340"/>
                    <a:gd name="connsiteY105" fmla="*/ 3657600 h 4185920"/>
                    <a:gd name="connsiteX106" fmla="*/ 9230360 w 11737340"/>
                    <a:gd name="connsiteY106" fmla="*/ 3657600 h 4185920"/>
                    <a:gd name="connsiteX107" fmla="*/ 9331960 w 11737340"/>
                    <a:gd name="connsiteY107" fmla="*/ 3629660 h 4185920"/>
                    <a:gd name="connsiteX108" fmla="*/ 9433560 w 11737340"/>
                    <a:gd name="connsiteY108" fmla="*/ 3589020 h 4185920"/>
                    <a:gd name="connsiteX109" fmla="*/ 9535160 w 11737340"/>
                    <a:gd name="connsiteY109" fmla="*/ 3540760 h 4185920"/>
                    <a:gd name="connsiteX110" fmla="*/ 9646920 w 11737340"/>
                    <a:gd name="connsiteY110" fmla="*/ 3489960 h 4185920"/>
                    <a:gd name="connsiteX111" fmla="*/ 9784080 w 11737340"/>
                    <a:gd name="connsiteY111" fmla="*/ 3444240 h 4185920"/>
                    <a:gd name="connsiteX112" fmla="*/ 9860280 w 11737340"/>
                    <a:gd name="connsiteY112" fmla="*/ 3383280 h 4185920"/>
                    <a:gd name="connsiteX113" fmla="*/ 9921240 w 11737340"/>
                    <a:gd name="connsiteY113" fmla="*/ 3314700 h 4185920"/>
                    <a:gd name="connsiteX114" fmla="*/ 9997440 w 11737340"/>
                    <a:gd name="connsiteY114" fmla="*/ 3208020 h 4185920"/>
                    <a:gd name="connsiteX115" fmla="*/ 10043160 w 11737340"/>
                    <a:gd name="connsiteY115" fmla="*/ 3101340 h 4185920"/>
                    <a:gd name="connsiteX116" fmla="*/ 10104120 w 11737340"/>
                    <a:gd name="connsiteY116" fmla="*/ 3017520 h 4185920"/>
                    <a:gd name="connsiteX117" fmla="*/ 10157460 w 11737340"/>
                    <a:gd name="connsiteY117" fmla="*/ 2933700 h 4185920"/>
                    <a:gd name="connsiteX118" fmla="*/ 10218420 w 11737340"/>
                    <a:gd name="connsiteY118" fmla="*/ 2849880 h 4185920"/>
                    <a:gd name="connsiteX119" fmla="*/ 10294620 w 11737340"/>
                    <a:gd name="connsiteY119" fmla="*/ 2735580 h 4185920"/>
                    <a:gd name="connsiteX120" fmla="*/ 10347960 w 11737340"/>
                    <a:gd name="connsiteY120" fmla="*/ 2621280 h 4185920"/>
                    <a:gd name="connsiteX121" fmla="*/ 10431780 w 11737340"/>
                    <a:gd name="connsiteY121" fmla="*/ 2499360 h 4185920"/>
                    <a:gd name="connsiteX122" fmla="*/ 10500360 w 11737340"/>
                    <a:gd name="connsiteY122" fmla="*/ 2354580 h 4185920"/>
                    <a:gd name="connsiteX123" fmla="*/ 10553700 w 11737340"/>
                    <a:gd name="connsiteY123" fmla="*/ 2263140 h 4185920"/>
                    <a:gd name="connsiteX124" fmla="*/ 10584180 w 11737340"/>
                    <a:gd name="connsiteY124" fmla="*/ 2194560 h 4185920"/>
                    <a:gd name="connsiteX125" fmla="*/ 10624820 w 11737340"/>
                    <a:gd name="connsiteY125" fmla="*/ 2125980 h 4185920"/>
                    <a:gd name="connsiteX126" fmla="*/ 10675620 w 11737340"/>
                    <a:gd name="connsiteY126" fmla="*/ 2049780 h 4185920"/>
                    <a:gd name="connsiteX127" fmla="*/ 10690860 w 11737340"/>
                    <a:gd name="connsiteY127" fmla="*/ 1988820 h 4185920"/>
                    <a:gd name="connsiteX128" fmla="*/ 10713720 w 11737340"/>
                    <a:gd name="connsiteY128" fmla="*/ 1927860 h 4185920"/>
                    <a:gd name="connsiteX129" fmla="*/ 10767060 w 11737340"/>
                    <a:gd name="connsiteY129" fmla="*/ 1859280 h 4185920"/>
                    <a:gd name="connsiteX130" fmla="*/ 10873740 w 11737340"/>
                    <a:gd name="connsiteY130" fmla="*/ 1828800 h 4185920"/>
                    <a:gd name="connsiteX131" fmla="*/ 11079480 w 11737340"/>
                    <a:gd name="connsiteY131" fmla="*/ 1767840 h 4185920"/>
                    <a:gd name="connsiteX132" fmla="*/ 11247120 w 11737340"/>
                    <a:gd name="connsiteY132" fmla="*/ 1684020 h 4185920"/>
                    <a:gd name="connsiteX133" fmla="*/ 11407140 w 11737340"/>
                    <a:gd name="connsiteY133" fmla="*/ 1628140 h 4185920"/>
                    <a:gd name="connsiteX134" fmla="*/ 11490960 w 11737340"/>
                    <a:gd name="connsiteY134" fmla="*/ 1577340 h 4185920"/>
                    <a:gd name="connsiteX135" fmla="*/ 11635740 w 11737340"/>
                    <a:gd name="connsiteY135" fmla="*/ 1508760 h 4185920"/>
                    <a:gd name="connsiteX136" fmla="*/ 11737340 w 11737340"/>
                    <a:gd name="connsiteY136" fmla="*/ 1442720 h 4185920"/>
                    <a:gd name="connsiteX137" fmla="*/ 11620500 w 11737340"/>
                    <a:gd name="connsiteY137" fmla="*/ 1417320 h 4185920"/>
                    <a:gd name="connsiteX138" fmla="*/ 11567160 w 11737340"/>
                    <a:gd name="connsiteY138" fmla="*/ 1379220 h 4185920"/>
                    <a:gd name="connsiteX139" fmla="*/ 11498580 w 11737340"/>
                    <a:gd name="connsiteY139" fmla="*/ 1318260 h 4185920"/>
                    <a:gd name="connsiteX140" fmla="*/ 11468100 w 11737340"/>
                    <a:gd name="connsiteY140" fmla="*/ 1280160 h 4185920"/>
                    <a:gd name="connsiteX141" fmla="*/ 11442700 w 11737340"/>
                    <a:gd name="connsiteY141" fmla="*/ 1231900 h 4185920"/>
                    <a:gd name="connsiteX142" fmla="*/ 11384280 w 11737340"/>
                    <a:gd name="connsiteY142" fmla="*/ 1310640 h 4185920"/>
                    <a:gd name="connsiteX143" fmla="*/ 11353800 w 11737340"/>
                    <a:gd name="connsiteY143" fmla="*/ 1356360 h 4185920"/>
                    <a:gd name="connsiteX144" fmla="*/ 11224260 w 11737340"/>
                    <a:gd name="connsiteY144" fmla="*/ 1417320 h 4185920"/>
                    <a:gd name="connsiteX145" fmla="*/ 11109960 w 11737340"/>
                    <a:gd name="connsiteY145" fmla="*/ 1463040 h 4185920"/>
                    <a:gd name="connsiteX146" fmla="*/ 10911840 w 11737340"/>
                    <a:gd name="connsiteY146" fmla="*/ 1524000 h 4185920"/>
                    <a:gd name="connsiteX147" fmla="*/ 10774680 w 11737340"/>
                    <a:gd name="connsiteY147" fmla="*/ 1546860 h 4185920"/>
                    <a:gd name="connsiteX148" fmla="*/ 10675620 w 11737340"/>
                    <a:gd name="connsiteY148" fmla="*/ 1615440 h 4185920"/>
                    <a:gd name="connsiteX149" fmla="*/ 10568940 w 11737340"/>
                    <a:gd name="connsiteY149" fmla="*/ 1676400 h 4185920"/>
                    <a:gd name="connsiteX150" fmla="*/ 10485120 w 11737340"/>
                    <a:gd name="connsiteY150" fmla="*/ 1760220 h 4185920"/>
                    <a:gd name="connsiteX151" fmla="*/ 10454640 w 11737340"/>
                    <a:gd name="connsiteY151" fmla="*/ 1836420 h 4185920"/>
                    <a:gd name="connsiteX152" fmla="*/ 10416540 w 11737340"/>
                    <a:gd name="connsiteY152" fmla="*/ 1927860 h 4185920"/>
                    <a:gd name="connsiteX153" fmla="*/ 10401300 w 11737340"/>
                    <a:gd name="connsiteY153" fmla="*/ 2004060 h 4185920"/>
                    <a:gd name="connsiteX154" fmla="*/ 10363200 w 11737340"/>
                    <a:gd name="connsiteY154" fmla="*/ 2095500 h 4185920"/>
                    <a:gd name="connsiteX155" fmla="*/ 10317480 w 11737340"/>
                    <a:gd name="connsiteY155" fmla="*/ 2225040 h 4185920"/>
                    <a:gd name="connsiteX156" fmla="*/ 10287000 w 11737340"/>
                    <a:gd name="connsiteY156" fmla="*/ 2346960 h 4185920"/>
                    <a:gd name="connsiteX157" fmla="*/ 10218420 w 11737340"/>
                    <a:gd name="connsiteY157" fmla="*/ 2499360 h 4185920"/>
                    <a:gd name="connsiteX158" fmla="*/ 10134600 w 11737340"/>
                    <a:gd name="connsiteY158" fmla="*/ 2621280 h 4185920"/>
                    <a:gd name="connsiteX159" fmla="*/ 10043160 w 11737340"/>
                    <a:gd name="connsiteY159" fmla="*/ 2735580 h 4185920"/>
                    <a:gd name="connsiteX160" fmla="*/ 9974580 w 11737340"/>
                    <a:gd name="connsiteY160" fmla="*/ 2857500 h 4185920"/>
                    <a:gd name="connsiteX161" fmla="*/ 9906000 w 11737340"/>
                    <a:gd name="connsiteY161" fmla="*/ 2941320 h 4185920"/>
                    <a:gd name="connsiteX162" fmla="*/ 9860280 w 11737340"/>
                    <a:gd name="connsiteY162" fmla="*/ 3032760 h 4185920"/>
                    <a:gd name="connsiteX163" fmla="*/ 9806940 w 11737340"/>
                    <a:gd name="connsiteY163" fmla="*/ 3116580 h 4185920"/>
                    <a:gd name="connsiteX164" fmla="*/ 9715500 w 11737340"/>
                    <a:gd name="connsiteY164" fmla="*/ 3208020 h 4185920"/>
                    <a:gd name="connsiteX165" fmla="*/ 9616440 w 11737340"/>
                    <a:gd name="connsiteY165" fmla="*/ 3261360 h 4185920"/>
                    <a:gd name="connsiteX166" fmla="*/ 9532620 w 11737340"/>
                    <a:gd name="connsiteY166" fmla="*/ 3329940 h 4185920"/>
                    <a:gd name="connsiteX167" fmla="*/ 9471660 w 11737340"/>
                    <a:gd name="connsiteY167" fmla="*/ 3375660 h 4185920"/>
                    <a:gd name="connsiteX168" fmla="*/ 9410700 w 11737340"/>
                    <a:gd name="connsiteY168" fmla="*/ 3429000 h 4185920"/>
                    <a:gd name="connsiteX169" fmla="*/ 9288780 w 11737340"/>
                    <a:gd name="connsiteY169" fmla="*/ 3436620 h 4185920"/>
                    <a:gd name="connsiteX170" fmla="*/ 9166860 w 11737340"/>
                    <a:gd name="connsiteY170" fmla="*/ 3444240 h 4185920"/>
                    <a:gd name="connsiteX171" fmla="*/ 9029700 w 11737340"/>
                    <a:gd name="connsiteY171" fmla="*/ 3413760 h 4185920"/>
                    <a:gd name="connsiteX172" fmla="*/ 8823960 w 11737340"/>
                    <a:gd name="connsiteY172" fmla="*/ 3360420 h 4185920"/>
                    <a:gd name="connsiteX173" fmla="*/ 8679180 w 11737340"/>
                    <a:gd name="connsiteY173" fmla="*/ 3329940 h 4185920"/>
                    <a:gd name="connsiteX174" fmla="*/ 8572500 w 11737340"/>
                    <a:gd name="connsiteY174" fmla="*/ 3276600 h 4185920"/>
                    <a:gd name="connsiteX175" fmla="*/ 8465820 w 11737340"/>
                    <a:gd name="connsiteY175" fmla="*/ 3215640 h 4185920"/>
                    <a:gd name="connsiteX176" fmla="*/ 8321040 w 11737340"/>
                    <a:gd name="connsiteY176" fmla="*/ 3177540 h 4185920"/>
                    <a:gd name="connsiteX177" fmla="*/ 8199120 w 11737340"/>
                    <a:gd name="connsiteY177" fmla="*/ 3131820 h 4185920"/>
                    <a:gd name="connsiteX178" fmla="*/ 8069580 w 11737340"/>
                    <a:gd name="connsiteY178" fmla="*/ 3078480 h 4185920"/>
                    <a:gd name="connsiteX179" fmla="*/ 7917180 w 11737340"/>
                    <a:gd name="connsiteY179" fmla="*/ 2994660 h 4185920"/>
                    <a:gd name="connsiteX180" fmla="*/ 7787640 w 11737340"/>
                    <a:gd name="connsiteY180" fmla="*/ 2971800 h 4185920"/>
                    <a:gd name="connsiteX181" fmla="*/ 7719060 w 11737340"/>
                    <a:gd name="connsiteY181" fmla="*/ 2933700 h 4185920"/>
                    <a:gd name="connsiteX182" fmla="*/ 7612380 w 11737340"/>
                    <a:gd name="connsiteY182" fmla="*/ 2903220 h 4185920"/>
                    <a:gd name="connsiteX183" fmla="*/ 7566660 w 11737340"/>
                    <a:gd name="connsiteY183" fmla="*/ 2887980 h 4185920"/>
                    <a:gd name="connsiteX184" fmla="*/ 7551420 w 11737340"/>
                    <a:gd name="connsiteY184" fmla="*/ 2849880 h 4185920"/>
                    <a:gd name="connsiteX185" fmla="*/ 7533640 w 11737340"/>
                    <a:gd name="connsiteY185" fmla="*/ 2788920 h 4185920"/>
                    <a:gd name="connsiteX186" fmla="*/ 7475220 w 11737340"/>
                    <a:gd name="connsiteY186" fmla="*/ 2857500 h 4185920"/>
                    <a:gd name="connsiteX187" fmla="*/ 7414260 w 11737340"/>
                    <a:gd name="connsiteY187" fmla="*/ 2887980 h 4185920"/>
                    <a:gd name="connsiteX188" fmla="*/ 7345680 w 11737340"/>
                    <a:gd name="connsiteY188" fmla="*/ 2971800 h 4185920"/>
                    <a:gd name="connsiteX189" fmla="*/ 7315200 w 11737340"/>
                    <a:gd name="connsiteY189" fmla="*/ 2994660 h 4185920"/>
                    <a:gd name="connsiteX190" fmla="*/ 7261860 w 11737340"/>
                    <a:gd name="connsiteY190" fmla="*/ 3009900 h 4185920"/>
                    <a:gd name="connsiteX191" fmla="*/ 7193280 w 11737340"/>
                    <a:gd name="connsiteY191" fmla="*/ 3025140 h 4185920"/>
                    <a:gd name="connsiteX192" fmla="*/ 7155180 w 11737340"/>
                    <a:gd name="connsiteY192" fmla="*/ 3078480 h 4185920"/>
                    <a:gd name="connsiteX193" fmla="*/ 7109460 w 11737340"/>
                    <a:gd name="connsiteY193" fmla="*/ 3154680 h 4185920"/>
                    <a:gd name="connsiteX194" fmla="*/ 7048500 w 11737340"/>
                    <a:gd name="connsiteY194" fmla="*/ 3246120 h 4185920"/>
                    <a:gd name="connsiteX195" fmla="*/ 6995160 w 11737340"/>
                    <a:gd name="connsiteY195" fmla="*/ 3307080 h 4185920"/>
                    <a:gd name="connsiteX196" fmla="*/ 6972300 w 11737340"/>
                    <a:gd name="connsiteY196" fmla="*/ 3352800 h 4185920"/>
                    <a:gd name="connsiteX197" fmla="*/ 6949440 w 11737340"/>
                    <a:gd name="connsiteY197" fmla="*/ 3413760 h 4185920"/>
                    <a:gd name="connsiteX198" fmla="*/ 6949440 w 11737340"/>
                    <a:gd name="connsiteY198" fmla="*/ 3413760 h 4185920"/>
                    <a:gd name="connsiteX199" fmla="*/ 6911340 w 11737340"/>
                    <a:gd name="connsiteY199" fmla="*/ 3474720 h 4185920"/>
                    <a:gd name="connsiteX200" fmla="*/ 6888480 w 11737340"/>
                    <a:gd name="connsiteY200" fmla="*/ 3505200 h 4185920"/>
                    <a:gd name="connsiteX201" fmla="*/ 6819900 w 11737340"/>
                    <a:gd name="connsiteY201" fmla="*/ 3566160 h 4185920"/>
                    <a:gd name="connsiteX202" fmla="*/ 6731000 w 11737340"/>
                    <a:gd name="connsiteY202" fmla="*/ 3599180 h 4185920"/>
                    <a:gd name="connsiteX203" fmla="*/ 6675120 w 11737340"/>
                    <a:gd name="connsiteY203" fmla="*/ 3657600 h 4185920"/>
                    <a:gd name="connsiteX204" fmla="*/ 6629400 w 11737340"/>
                    <a:gd name="connsiteY204" fmla="*/ 3718560 h 4185920"/>
                    <a:gd name="connsiteX205" fmla="*/ 6576060 w 11737340"/>
                    <a:gd name="connsiteY205" fmla="*/ 3779520 h 4185920"/>
                    <a:gd name="connsiteX206" fmla="*/ 6484620 w 11737340"/>
                    <a:gd name="connsiteY206" fmla="*/ 3817620 h 4185920"/>
                    <a:gd name="connsiteX207" fmla="*/ 6400800 w 11737340"/>
                    <a:gd name="connsiteY207" fmla="*/ 3832860 h 4185920"/>
                    <a:gd name="connsiteX208" fmla="*/ 6263640 w 11737340"/>
                    <a:gd name="connsiteY208" fmla="*/ 3870960 h 4185920"/>
                    <a:gd name="connsiteX209" fmla="*/ 6126480 w 11737340"/>
                    <a:gd name="connsiteY209" fmla="*/ 3901440 h 4185920"/>
                    <a:gd name="connsiteX210" fmla="*/ 6027420 w 11737340"/>
                    <a:gd name="connsiteY210" fmla="*/ 3916680 h 4185920"/>
                    <a:gd name="connsiteX211" fmla="*/ 5890260 w 11737340"/>
                    <a:gd name="connsiteY211" fmla="*/ 3878580 h 4185920"/>
                    <a:gd name="connsiteX212" fmla="*/ 5821680 w 11737340"/>
                    <a:gd name="connsiteY212" fmla="*/ 3863340 h 4185920"/>
                    <a:gd name="connsiteX213" fmla="*/ 5737860 w 11737340"/>
                    <a:gd name="connsiteY213" fmla="*/ 3825240 h 4185920"/>
                    <a:gd name="connsiteX214" fmla="*/ 5638800 w 11737340"/>
                    <a:gd name="connsiteY214" fmla="*/ 3794760 h 4185920"/>
                    <a:gd name="connsiteX215" fmla="*/ 5524500 w 11737340"/>
                    <a:gd name="connsiteY215" fmla="*/ 3756660 h 4185920"/>
                    <a:gd name="connsiteX216" fmla="*/ 5448300 w 11737340"/>
                    <a:gd name="connsiteY216" fmla="*/ 3718560 h 4185920"/>
                    <a:gd name="connsiteX217" fmla="*/ 5349240 w 11737340"/>
                    <a:gd name="connsiteY217" fmla="*/ 3657600 h 4185920"/>
                    <a:gd name="connsiteX218" fmla="*/ 5295900 w 11737340"/>
                    <a:gd name="connsiteY218" fmla="*/ 3619500 h 4185920"/>
                    <a:gd name="connsiteX219" fmla="*/ 5234940 w 11737340"/>
                    <a:gd name="connsiteY219" fmla="*/ 3596640 h 4185920"/>
                    <a:gd name="connsiteX220" fmla="*/ 5135880 w 11737340"/>
                    <a:gd name="connsiteY220" fmla="*/ 3550920 h 4185920"/>
                    <a:gd name="connsiteX221" fmla="*/ 5059680 w 11737340"/>
                    <a:gd name="connsiteY221" fmla="*/ 3505200 h 4185920"/>
                    <a:gd name="connsiteX222" fmla="*/ 5029200 w 11737340"/>
                    <a:gd name="connsiteY222" fmla="*/ 3482340 h 4185920"/>
                    <a:gd name="connsiteX223" fmla="*/ 4960620 w 11737340"/>
                    <a:gd name="connsiteY223" fmla="*/ 3413760 h 4185920"/>
                    <a:gd name="connsiteX224" fmla="*/ 4876800 w 11737340"/>
                    <a:gd name="connsiteY224" fmla="*/ 3299460 h 4185920"/>
                    <a:gd name="connsiteX225" fmla="*/ 4808220 w 11737340"/>
                    <a:gd name="connsiteY225" fmla="*/ 3200400 h 4185920"/>
                    <a:gd name="connsiteX226" fmla="*/ 4777740 w 11737340"/>
                    <a:gd name="connsiteY226" fmla="*/ 3147060 h 4185920"/>
                    <a:gd name="connsiteX227" fmla="*/ 4724400 w 11737340"/>
                    <a:gd name="connsiteY227" fmla="*/ 3108960 h 4185920"/>
                    <a:gd name="connsiteX228" fmla="*/ 4648200 w 11737340"/>
                    <a:gd name="connsiteY228" fmla="*/ 3063240 h 4185920"/>
                    <a:gd name="connsiteX229" fmla="*/ 4533900 w 11737340"/>
                    <a:gd name="connsiteY229" fmla="*/ 2979420 h 4185920"/>
                    <a:gd name="connsiteX230" fmla="*/ 4427220 w 11737340"/>
                    <a:gd name="connsiteY230" fmla="*/ 2941320 h 4185920"/>
                    <a:gd name="connsiteX231" fmla="*/ 4366260 w 11737340"/>
                    <a:gd name="connsiteY231" fmla="*/ 2903220 h 4185920"/>
                    <a:gd name="connsiteX232" fmla="*/ 4244340 w 11737340"/>
                    <a:gd name="connsiteY232" fmla="*/ 2842260 h 4185920"/>
                    <a:gd name="connsiteX233" fmla="*/ 4145280 w 11737340"/>
                    <a:gd name="connsiteY233" fmla="*/ 2811780 h 4185920"/>
                    <a:gd name="connsiteX234" fmla="*/ 4038600 w 11737340"/>
                    <a:gd name="connsiteY234" fmla="*/ 2804160 h 4185920"/>
                    <a:gd name="connsiteX235" fmla="*/ 3954780 w 11737340"/>
                    <a:gd name="connsiteY235" fmla="*/ 2819400 h 4185920"/>
                    <a:gd name="connsiteX236" fmla="*/ 3863340 w 11737340"/>
                    <a:gd name="connsiteY236" fmla="*/ 2804160 h 4185920"/>
                    <a:gd name="connsiteX237" fmla="*/ 3741420 w 11737340"/>
                    <a:gd name="connsiteY237" fmla="*/ 2781300 h 4185920"/>
                    <a:gd name="connsiteX238" fmla="*/ 3649980 w 11737340"/>
                    <a:gd name="connsiteY238" fmla="*/ 2743200 h 4185920"/>
                    <a:gd name="connsiteX239" fmla="*/ 3573780 w 11737340"/>
                    <a:gd name="connsiteY239" fmla="*/ 2674620 h 4185920"/>
                    <a:gd name="connsiteX240" fmla="*/ 3482340 w 11737340"/>
                    <a:gd name="connsiteY240" fmla="*/ 2621280 h 4185920"/>
                    <a:gd name="connsiteX241" fmla="*/ 3436620 w 11737340"/>
                    <a:gd name="connsiteY241" fmla="*/ 2552700 h 4185920"/>
                    <a:gd name="connsiteX242" fmla="*/ 3329940 w 11737340"/>
                    <a:gd name="connsiteY242" fmla="*/ 2423160 h 4185920"/>
                    <a:gd name="connsiteX243" fmla="*/ 3261360 w 11737340"/>
                    <a:gd name="connsiteY243" fmla="*/ 2324100 h 4185920"/>
                    <a:gd name="connsiteX244" fmla="*/ 3131820 w 11737340"/>
                    <a:gd name="connsiteY244" fmla="*/ 2209800 h 4185920"/>
                    <a:gd name="connsiteX245" fmla="*/ 3040380 w 11737340"/>
                    <a:gd name="connsiteY245" fmla="*/ 2141220 h 4185920"/>
                    <a:gd name="connsiteX246" fmla="*/ 2910840 w 11737340"/>
                    <a:gd name="connsiteY246" fmla="*/ 2034540 h 4185920"/>
                    <a:gd name="connsiteX247" fmla="*/ 2849880 w 11737340"/>
                    <a:gd name="connsiteY247" fmla="*/ 1958340 h 4185920"/>
                    <a:gd name="connsiteX248" fmla="*/ 2743200 w 11737340"/>
                    <a:gd name="connsiteY248" fmla="*/ 1889760 h 4185920"/>
                    <a:gd name="connsiteX249" fmla="*/ 2659380 w 11737340"/>
                    <a:gd name="connsiteY249" fmla="*/ 1844040 h 4185920"/>
                    <a:gd name="connsiteX250" fmla="*/ 2575560 w 11737340"/>
                    <a:gd name="connsiteY250" fmla="*/ 1744980 h 4185920"/>
                    <a:gd name="connsiteX251" fmla="*/ 2468880 w 11737340"/>
                    <a:gd name="connsiteY251" fmla="*/ 1645920 h 4185920"/>
                    <a:gd name="connsiteX252" fmla="*/ 2400300 w 11737340"/>
                    <a:gd name="connsiteY252" fmla="*/ 1607820 h 4185920"/>
                    <a:gd name="connsiteX253" fmla="*/ 2263140 w 11737340"/>
                    <a:gd name="connsiteY253" fmla="*/ 1501140 h 4185920"/>
                    <a:gd name="connsiteX254" fmla="*/ 2171700 w 11737340"/>
                    <a:gd name="connsiteY254" fmla="*/ 1432560 h 4185920"/>
                    <a:gd name="connsiteX255" fmla="*/ 2087880 w 11737340"/>
                    <a:gd name="connsiteY255" fmla="*/ 1363980 h 4185920"/>
                    <a:gd name="connsiteX256" fmla="*/ 1950720 w 11737340"/>
                    <a:gd name="connsiteY256" fmla="*/ 1272540 h 4185920"/>
                    <a:gd name="connsiteX257" fmla="*/ 1805940 w 11737340"/>
                    <a:gd name="connsiteY257" fmla="*/ 1135380 h 4185920"/>
                    <a:gd name="connsiteX258" fmla="*/ 1729740 w 11737340"/>
                    <a:gd name="connsiteY258" fmla="*/ 1089660 h 4185920"/>
                    <a:gd name="connsiteX259" fmla="*/ 1668780 w 11737340"/>
                    <a:gd name="connsiteY259" fmla="*/ 1043940 h 4185920"/>
                    <a:gd name="connsiteX260" fmla="*/ 1592580 w 11737340"/>
                    <a:gd name="connsiteY260" fmla="*/ 990600 h 4185920"/>
                    <a:gd name="connsiteX261" fmla="*/ 1470660 w 11737340"/>
                    <a:gd name="connsiteY261" fmla="*/ 891540 h 4185920"/>
                    <a:gd name="connsiteX262" fmla="*/ 1386840 w 11737340"/>
                    <a:gd name="connsiteY262" fmla="*/ 845820 h 4185920"/>
                    <a:gd name="connsiteX263" fmla="*/ 1318260 w 11737340"/>
                    <a:gd name="connsiteY263" fmla="*/ 784860 h 4185920"/>
                    <a:gd name="connsiteX264" fmla="*/ 1264920 w 11737340"/>
                    <a:gd name="connsiteY264" fmla="*/ 723900 h 4185920"/>
                    <a:gd name="connsiteX265" fmla="*/ 1181100 w 11737340"/>
                    <a:gd name="connsiteY265" fmla="*/ 647700 h 4185920"/>
                    <a:gd name="connsiteX266" fmla="*/ 1089660 w 11737340"/>
                    <a:gd name="connsiteY266" fmla="*/ 624840 h 4185920"/>
                    <a:gd name="connsiteX267" fmla="*/ 1021080 w 11737340"/>
                    <a:gd name="connsiteY267" fmla="*/ 586740 h 4185920"/>
                    <a:gd name="connsiteX268" fmla="*/ 937260 w 11737340"/>
                    <a:gd name="connsiteY268" fmla="*/ 548640 h 4185920"/>
                    <a:gd name="connsiteX269" fmla="*/ 830580 w 11737340"/>
                    <a:gd name="connsiteY269" fmla="*/ 510540 h 4185920"/>
                    <a:gd name="connsiteX270" fmla="*/ 754380 w 11737340"/>
                    <a:gd name="connsiteY270" fmla="*/ 457200 h 4185920"/>
                    <a:gd name="connsiteX271" fmla="*/ 708660 w 11737340"/>
                    <a:gd name="connsiteY271" fmla="*/ 419100 h 4185920"/>
                    <a:gd name="connsiteX272" fmla="*/ 609600 w 11737340"/>
                    <a:gd name="connsiteY272" fmla="*/ 396240 h 4185920"/>
                    <a:gd name="connsiteX273" fmla="*/ 548640 w 11737340"/>
                    <a:gd name="connsiteY273" fmla="*/ 320040 h 4185920"/>
                    <a:gd name="connsiteX274" fmla="*/ 510540 w 11737340"/>
                    <a:gd name="connsiteY274" fmla="*/ 251460 h 4185920"/>
                    <a:gd name="connsiteX275" fmla="*/ 464820 w 11737340"/>
                    <a:gd name="connsiteY275" fmla="*/ 190500 h 4185920"/>
                    <a:gd name="connsiteX276" fmla="*/ 411480 w 11737340"/>
                    <a:gd name="connsiteY276" fmla="*/ 137160 h 4185920"/>
                    <a:gd name="connsiteX277" fmla="*/ 373380 w 11737340"/>
                    <a:gd name="connsiteY277" fmla="*/ 45720 h 4185920"/>
                    <a:gd name="connsiteX278" fmla="*/ 342900 w 11737340"/>
                    <a:gd name="connsiteY278" fmla="*/ 0 h 4185920"/>
                    <a:gd name="connsiteX279" fmla="*/ 327660 w 11737340"/>
                    <a:gd name="connsiteY279" fmla="*/ 60960 h 4185920"/>
                    <a:gd name="connsiteX280" fmla="*/ 289560 w 11737340"/>
                    <a:gd name="connsiteY280" fmla="*/ 91440 h 4185920"/>
                    <a:gd name="connsiteX281" fmla="*/ 236220 w 11737340"/>
                    <a:gd name="connsiteY281" fmla="*/ 114300 h 4185920"/>
                    <a:gd name="connsiteX282" fmla="*/ 198120 w 11737340"/>
                    <a:gd name="connsiteY282" fmla="*/ 175260 h 4185920"/>
                    <a:gd name="connsiteX283" fmla="*/ 175260 w 11737340"/>
                    <a:gd name="connsiteY283" fmla="*/ 228600 h 4185920"/>
                    <a:gd name="connsiteX284" fmla="*/ 114300 w 11737340"/>
                    <a:gd name="connsiteY284" fmla="*/ 236220 h 4185920"/>
                    <a:gd name="connsiteX285" fmla="*/ 45720 w 11737340"/>
                    <a:gd name="connsiteY285" fmla="*/ 251460 h 4185920"/>
                    <a:gd name="connsiteX286" fmla="*/ 0 w 11737340"/>
                    <a:gd name="connsiteY286" fmla="*/ 281940 h 4185920"/>
                    <a:gd name="connsiteX287" fmla="*/ 68580 w 11737340"/>
                    <a:gd name="connsiteY287" fmla="*/ 320040 h 4185920"/>
                    <a:gd name="connsiteX0" fmla="*/ 68580 w 11737340"/>
                    <a:gd name="connsiteY0" fmla="*/ 320040 h 4185920"/>
                    <a:gd name="connsiteX1" fmla="*/ 121920 w 11737340"/>
                    <a:gd name="connsiteY1" fmla="*/ 381000 h 4185920"/>
                    <a:gd name="connsiteX2" fmla="*/ 198120 w 11737340"/>
                    <a:gd name="connsiteY2" fmla="*/ 419100 h 4185920"/>
                    <a:gd name="connsiteX3" fmla="*/ 320040 w 11737340"/>
                    <a:gd name="connsiteY3" fmla="*/ 510540 h 4185920"/>
                    <a:gd name="connsiteX4" fmla="*/ 411480 w 11737340"/>
                    <a:gd name="connsiteY4" fmla="*/ 563880 h 4185920"/>
                    <a:gd name="connsiteX5" fmla="*/ 472440 w 11737340"/>
                    <a:gd name="connsiteY5" fmla="*/ 632460 h 4185920"/>
                    <a:gd name="connsiteX6" fmla="*/ 601980 w 11737340"/>
                    <a:gd name="connsiteY6" fmla="*/ 708660 h 4185920"/>
                    <a:gd name="connsiteX7" fmla="*/ 739140 w 11737340"/>
                    <a:gd name="connsiteY7" fmla="*/ 784860 h 4185920"/>
                    <a:gd name="connsiteX8" fmla="*/ 861060 w 11737340"/>
                    <a:gd name="connsiteY8" fmla="*/ 868680 h 4185920"/>
                    <a:gd name="connsiteX9" fmla="*/ 944880 w 11737340"/>
                    <a:gd name="connsiteY9" fmla="*/ 952500 h 4185920"/>
                    <a:gd name="connsiteX10" fmla="*/ 1021080 w 11737340"/>
                    <a:gd name="connsiteY10" fmla="*/ 1005840 h 4185920"/>
                    <a:gd name="connsiteX11" fmla="*/ 1097280 w 11737340"/>
                    <a:gd name="connsiteY11" fmla="*/ 1043940 h 4185920"/>
                    <a:gd name="connsiteX12" fmla="*/ 1181100 w 11737340"/>
                    <a:gd name="connsiteY12" fmla="*/ 1104900 h 4185920"/>
                    <a:gd name="connsiteX13" fmla="*/ 1249680 w 11737340"/>
                    <a:gd name="connsiteY13" fmla="*/ 1150620 h 4185920"/>
                    <a:gd name="connsiteX14" fmla="*/ 1341120 w 11737340"/>
                    <a:gd name="connsiteY14" fmla="*/ 1196340 h 4185920"/>
                    <a:gd name="connsiteX15" fmla="*/ 1417320 w 11737340"/>
                    <a:gd name="connsiteY15" fmla="*/ 1257300 h 4185920"/>
                    <a:gd name="connsiteX16" fmla="*/ 1493520 w 11737340"/>
                    <a:gd name="connsiteY16" fmla="*/ 1333500 h 4185920"/>
                    <a:gd name="connsiteX17" fmla="*/ 1569720 w 11737340"/>
                    <a:gd name="connsiteY17" fmla="*/ 1356360 h 4185920"/>
                    <a:gd name="connsiteX18" fmla="*/ 1684020 w 11737340"/>
                    <a:gd name="connsiteY18" fmla="*/ 1424940 h 4185920"/>
                    <a:gd name="connsiteX19" fmla="*/ 1729740 w 11737340"/>
                    <a:gd name="connsiteY19" fmla="*/ 1485900 h 4185920"/>
                    <a:gd name="connsiteX20" fmla="*/ 1844040 w 11737340"/>
                    <a:gd name="connsiteY20" fmla="*/ 1569720 h 4185920"/>
                    <a:gd name="connsiteX21" fmla="*/ 1935480 w 11737340"/>
                    <a:gd name="connsiteY21" fmla="*/ 1615440 h 4185920"/>
                    <a:gd name="connsiteX22" fmla="*/ 2049780 w 11737340"/>
                    <a:gd name="connsiteY22" fmla="*/ 1691640 h 4185920"/>
                    <a:gd name="connsiteX23" fmla="*/ 2133600 w 11737340"/>
                    <a:gd name="connsiteY23" fmla="*/ 1729740 h 4185920"/>
                    <a:gd name="connsiteX24" fmla="*/ 2202180 w 11737340"/>
                    <a:gd name="connsiteY24" fmla="*/ 1805940 h 4185920"/>
                    <a:gd name="connsiteX25" fmla="*/ 2255520 w 11737340"/>
                    <a:gd name="connsiteY25" fmla="*/ 1821180 h 4185920"/>
                    <a:gd name="connsiteX26" fmla="*/ 2316480 w 11737340"/>
                    <a:gd name="connsiteY26" fmla="*/ 1866900 h 4185920"/>
                    <a:gd name="connsiteX27" fmla="*/ 2423160 w 11737340"/>
                    <a:gd name="connsiteY27" fmla="*/ 2004060 h 4185920"/>
                    <a:gd name="connsiteX28" fmla="*/ 2476500 w 11737340"/>
                    <a:gd name="connsiteY28" fmla="*/ 2087880 h 4185920"/>
                    <a:gd name="connsiteX29" fmla="*/ 2567940 w 11737340"/>
                    <a:gd name="connsiteY29" fmla="*/ 2148840 h 4185920"/>
                    <a:gd name="connsiteX30" fmla="*/ 2682240 w 11737340"/>
                    <a:gd name="connsiteY30" fmla="*/ 2186940 h 4185920"/>
                    <a:gd name="connsiteX31" fmla="*/ 2743200 w 11737340"/>
                    <a:gd name="connsiteY31" fmla="*/ 2209800 h 4185920"/>
                    <a:gd name="connsiteX32" fmla="*/ 2811780 w 11737340"/>
                    <a:gd name="connsiteY32" fmla="*/ 2247900 h 4185920"/>
                    <a:gd name="connsiteX33" fmla="*/ 2887980 w 11737340"/>
                    <a:gd name="connsiteY33" fmla="*/ 2301240 h 4185920"/>
                    <a:gd name="connsiteX34" fmla="*/ 2979420 w 11737340"/>
                    <a:gd name="connsiteY34" fmla="*/ 2385060 h 4185920"/>
                    <a:gd name="connsiteX35" fmla="*/ 3055620 w 11737340"/>
                    <a:gd name="connsiteY35" fmla="*/ 2461260 h 4185920"/>
                    <a:gd name="connsiteX36" fmla="*/ 3139440 w 11737340"/>
                    <a:gd name="connsiteY36" fmla="*/ 2537460 h 4185920"/>
                    <a:gd name="connsiteX37" fmla="*/ 3261360 w 11737340"/>
                    <a:gd name="connsiteY37" fmla="*/ 2628900 h 4185920"/>
                    <a:gd name="connsiteX38" fmla="*/ 3345180 w 11737340"/>
                    <a:gd name="connsiteY38" fmla="*/ 2720340 h 4185920"/>
                    <a:gd name="connsiteX39" fmla="*/ 3444240 w 11737340"/>
                    <a:gd name="connsiteY39" fmla="*/ 2796540 h 4185920"/>
                    <a:gd name="connsiteX40" fmla="*/ 3558540 w 11737340"/>
                    <a:gd name="connsiteY40" fmla="*/ 2872740 h 4185920"/>
                    <a:gd name="connsiteX41" fmla="*/ 3619500 w 11737340"/>
                    <a:gd name="connsiteY41" fmla="*/ 2979420 h 4185920"/>
                    <a:gd name="connsiteX42" fmla="*/ 3619500 w 11737340"/>
                    <a:gd name="connsiteY42" fmla="*/ 2979420 h 4185920"/>
                    <a:gd name="connsiteX43" fmla="*/ 3649980 w 11737340"/>
                    <a:gd name="connsiteY43" fmla="*/ 3048000 h 4185920"/>
                    <a:gd name="connsiteX44" fmla="*/ 3703320 w 11737340"/>
                    <a:gd name="connsiteY44" fmla="*/ 3086100 h 4185920"/>
                    <a:gd name="connsiteX45" fmla="*/ 3764280 w 11737340"/>
                    <a:gd name="connsiteY45" fmla="*/ 3063240 h 4185920"/>
                    <a:gd name="connsiteX46" fmla="*/ 3848100 w 11737340"/>
                    <a:gd name="connsiteY46" fmla="*/ 3025140 h 4185920"/>
                    <a:gd name="connsiteX47" fmla="*/ 3916680 w 11737340"/>
                    <a:gd name="connsiteY47" fmla="*/ 3032760 h 4185920"/>
                    <a:gd name="connsiteX48" fmla="*/ 4030980 w 11737340"/>
                    <a:gd name="connsiteY48" fmla="*/ 3063240 h 4185920"/>
                    <a:gd name="connsiteX49" fmla="*/ 4137660 w 11737340"/>
                    <a:gd name="connsiteY49" fmla="*/ 3101340 h 4185920"/>
                    <a:gd name="connsiteX50" fmla="*/ 4259580 w 11737340"/>
                    <a:gd name="connsiteY50" fmla="*/ 3147060 h 4185920"/>
                    <a:gd name="connsiteX51" fmla="*/ 4381500 w 11737340"/>
                    <a:gd name="connsiteY51" fmla="*/ 3192780 h 4185920"/>
                    <a:gd name="connsiteX52" fmla="*/ 4526280 w 11737340"/>
                    <a:gd name="connsiteY52" fmla="*/ 3276600 h 4185920"/>
                    <a:gd name="connsiteX53" fmla="*/ 4587240 w 11737340"/>
                    <a:gd name="connsiteY53" fmla="*/ 3299460 h 4185920"/>
                    <a:gd name="connsiteX54" fmla="*/ 4610100 w 11737340"/>
                    <a:gd name="connsiteY54" fmla="*/ 3352800 h 4185920"/>
                    <a:gd name="connsiteX55" fmla="*/ 4648200 w 11737340"/>
                    <a:gd name="connsiteY55" fmla="*/ 3436620 h 4185920"/>
                    <a:gd name="connsiteX56" fmla="*/ 4671060 w 11737340"/>
                    <a:gd name="connsiteY56" fmla="*/ 3520440 h 4185920"/>
                    <a:gd name="connsiteX57" fmla="*/ 4678680 w 11737340"/>
                    <a:gd name="connsiteY57" fmla="*/ 3589020 h 4185920"/>
                    <a:gd name="connsiteX58" fmla="*/ 4686300 w 11737340"/>
                    <a:gd name="connsiteY58" fmla="*/ 3649980 h 4185920"/>
                    <a:gd name="connsiteX59" fmla="*/ 4724400 w 11737340"/>
                    <a:gd name="connsiteY59" fmla="*/ 3680460 h 4185920"/>
                    <a:gd name="connsiteX60" fmla="*/ 4785360 w 11737340"/>
                    <a:gd name="connsiteY60" fmla="*/ 3672840 h 4185920"/>
                    <a:gd name="connsiteX61" fmla="*/ 4869180 w 11737340"/>
                    <a:gd name="connsiteY61" fmla="*/ 3703320 h 4185920"/>
                    <a:gd name="connsiteX62" fmla="*/ 4914900 w 11737340"/>
                    <a:gd name="connsiteY62" fmla="*/ 3756660 h 4185920"/>
                    <a:gd name="connsiteX63" fmla="*/ 5105400 w 11737340"/>
                    <a:gd name="connsiteY63" fmla="*/ 3832860 h 4185920"/>
                    <a:gd name="connsiteX64" fmla="*/ 5173980 w 11737340"/>
                    <a:gd name="connsiteY64" fmla="*/ 3886200 h 4185920"/>
                    <a:gd name="connsiteX65" fmla="*/ 5242560 w 11737340"/>
                    <a:gd name="connsiteY65" fmla="*/ 3924300 h 4185920"/>
                    <a:gd name="connsiteX66" fmla="*/ 5364480 w 11737340"/>
                    <a:gd name="connsiteY66" fmla="*/ 3962400 h 4185920"/>
                    <a:gd name="connsiteX67" fmla="*/ 5516880 w 11737340"/>
                    <a:gd name="connsiteY67" fmla="*/ 4046220 h 4185920"/>
                    <a:gd name="connsiteX68" fmla="*/ 5585460 w 11737340"/>
                    <a:gd name="connsiteY68" fmla="*/ 4099560 h 4185920"/>
                    <a:gd name="connsiteX69" fmla="*/ 5661660 w 11737340"/>
                    <a:gd name="connsiteY69" fmla="*/ 4122420 h 4185920"/>
                    <a:gd name="connsiteX70" fmla="*/ 5745480 w 11737340"/>
                    <a:gd name="connsiteY70" fmla="*/ 4130040 h 4185920"/>
                    <a:gd name="connsiteX71" fmla="*/ 5836920 w 11737340"/>
                    <a:gd name="connsiteY71" fmla="*/ 4130040 h 4185920"/>
                    <a:gd name="connsiteX72" fmla="*/ 5943600 w 11737340"/>
                    <a:gd name="connsiteY72" fmla="*/ 4165600 h 4185920"/>
                    <a:gd name="connsiteX73" fmla="*/ 6042660 w 11737340"/>
                    <a:gd name="connsiteY73" fmla="*/ 4185920 h 4185920"/>
                    <a:gd name="connsiteX74" fmla="*/ 6167120 w 11737340"/>
                    <a:gd name="connsiteY74" fmla="*/ 4160520 h 4185920"/>
                    <a:gd name="connsiteX75" fmla="*/ 6286500 w 11737340"/>
                    <a:gd name="connsiteY75" fmla="*/ 4114800 h 4185920"/>
                    <a:gd name="connsiteX76" fmla="*/ 6393180 w 11737340"/>
                    <a:gd name="connsiteY76" fmla="*/ 4071620 h 4185920"/>
                    <a:gd name="connsiteX77" fmla="*/ 6484620 w 11737340"/>
                    <a:gd name="connsiteY77" fmla="*/ 4038600 h 4185920"/>
                    <a:gd name="connsiteX78" fmla="*/ 6583680 w 11737340"/>
                    <a:gd name="connsiteY78" fmla="*/ 3970020 h 4185920"/>
                    <a:gd name="connsiteX79" fmla="*/ 6697980 w 11737340"/>
                    <a:gd name="connsiteY79" fmla="*/ 3886200 h 4185920"/>
                    <a:gd name="connsiteX80" fmla="*/ 6751320 w 11737340"/>
                    <a:gd name="connsiteY80" fmla="*/ 3822700 h 4185920"/>
                    <a:gd name="connsiteX81" fmla="*/ 6855460 w 11737340"/>
                    <a:gd name="connsiteY81" fmla="*/ 3764280 h 4185920"/>
                    <a:gd name="connsiteX82" fmla="*/ 6959600 w 11737340"/>
                    <a:gd name="connsiteY82" fmla="*/ 3629660 h 4185920"/>
                    <a:gd name="connsiteX83" fmla="*/ 7056120 w 11737340"/>
                    <a:gd name="connsiteY83" fmla="*/ 3528060 h 4185920"/>
                    <a:gd name="connsiteX84" fmla="*/ 7165340 w 11737340"/>
                    <a:gd name="connsiteY84" fmla="*/ 3454400 h 4185920"/>
                    <a:gd name="connsiteX85" fmla="*/ 7287260 w 11737340"/>
                    <a:gd name="connsiteY85" fmla="*/ 3296920 h 4185920"/>
                    <a:gd name="connsiteX86" fmla="*/ 7338060 w 11737340"/>
                    <a:gd name="connsiteY86" fmla="*/ 3200400 h 4185920"/>
                    <a:gd name="connsiteX87" fmla="*/ 7383780 w 11737340"/>
                    <a:gd name="connsiteY87" fmla="*/ 3144520 h 4185920"/>
                    <a:gd name="connsiteX88" fmla="*/ 7444740 w 11737340"/>
                    <a:gd name="connsiteY88" fmla="*/ 3093720 h 4185920"/>
                    <a:gd name="connsiteX89" fmla="*/ 7513320 w 11737340"/>
                    <a:gd name="connsiteY89" fmla="*/ 3101340 h 4185920"/>
                    <a:gd name="connsiteX90" fmla="*/ 7576820 w 11737340"/>
                    <a:gd name="connsiteY90" fmla="*/ 3093720 h 4185920"/>
                    <a:gd name="connsiteX91" fmla="*/ 7729220 w 11737340"/>
                    <a:gd name="connsiteY91" fmla="*/ 3136900 h 4185920"/>
                    <a:gd name="connsiteX92" fmla="*/ 7833360 w 11737340"/>
                    <a:gd name="connsiteY92" fmla="*/ 3180080 h 4185920"/>
                    <a:gd name="connsiteX93" fmla="*/ 7967980 w 11737340"/>
                    <a:gd name="connsiteY93" fmla="*/ 3208020 h 4185920"/>
                    <a:gd name="connsiteX94" fmla="*/ 8161020 w 11737340"/>
                    <a:gd name="connsiteY94" fmla="*/ 3296920 h 4185920"/>
                    <a:gd name="connsiteX95" fmla="*/ 8293100 w 11737340"/>
                    <a:gd name="connsiteY95" fmla="*/ 3370580 h 4185920"/>
                    <a:gd name="connsiteX96" fmla="*/ 8371840 w 11737340"/>
                    <a:gd name="connsiteY96" fmla="*/ 3395980 h 4185920"/>
                    <a:gd name="connsiteX97" fmla="*/ 8468360 w 11737340"/>
                    <a:gd name="connsiteY97" fmla="*/ 3434080 h 4185920"/>
                    <a:gd name="connsiteX98" fmla="*/ 8582660 w 11737340"/>
                    <a:gd name="connsiteY98" fmla="*/ 3528060 h 4185920"/>
                    <a:gd name="connsiteX99" fmla="*/ 8641080 w 11737340"/>
                    <a:gd name="connsiteY99" fmla="*/ 3566160 h 4185920"/>
                    <a:gd name="connsiteX100" fmla="*/ 8702040 w 11737340"/>
                    <a:gd name="connsiteY100" fmla="*/ 3604260 h 4185920"/>
                    <a:gd name="connsiteX101" fmla="*/ 8763000 w 11737340"/>
                    <a:gd name="connsiteY101" fmla="*/ 3634740 h 4185920"/>
                    <a:gd name="connsiteX102" fmla="*/ 8846820 w 11737340"/>
                    <a:gd name="connsiteY102" fmla="*/ 3632200 h 4185920"/>
                    <a:gd name="connsiteX103" fmla="*/ 8968740 w 11737340"/>
                    <a:gd name="connsiteY103" fmla="*/ 3634740 h 4185920"/>
                    <a:gd name="connsiteX104" fmla="*/ 9060180 w 11737340"/>
                    <a:gd name="connsiteY104" fmla="*/ 3642360 h 4185920"/>
                    <a:gd name="connsiteX105" fmla="*/ 9151620 w 11737340"/>
                    <a:gd name="connsiteY105" fmla="*/ 3657600 h 4185920"/>
                    <a:gd name="connsiteX106" fmla="*/ 9230360 w 11737340"/>
                    <a:gd name="connsiteY106" fmla="*/ 3657600 h 4185920"/>
                    <a:gd name="connsiteX107" fmla="*/ 9331960 w 11737340"/>
                    <a:gd name="connsiteY107" fmla="*/ 3629660 h 4185920"/>
                    <a:gd name="connsiteX108" fmla="*/ 9433560 w 11737340"/>
                    <a:gd name="connsiteY108" fmla="*/ 3589020 h 4185920"/>
                    <a:gd name="connsiteX109" fmla="*/ 9535160 w 11737340"/>
                    <a:gd name="connsiteY109" fmla="*/ 3540760 h 4185920"/>
                    <a:gd name="connsiteX110" fmla="*/ 9646920 w 11737340"/>
                    <a:gd name="connsiteY110" fmla="*/ 3489960 h 4185920"/>
                    <a:gd name="connsiteX111" fmla="*/ 9784080 w 11737340"/>
                    <a:gd name="connsiteY111" fmla="*/ 3444240 h 4185920"/>
                    <a:gd name="connsiteX112" fmla="*/ 9860280 w 11737340"/>
                    <a:gd name="connsiteY112" fmla="*/ 3383280 h 4185920"/>
                    <a:gd name="connsiteX113" fmla="*/ 9921240 w 11737340"/>
                    <a:gd name="connsiteY113" fmla="*/ 3314700 h 4185920"/>
                    <a:gd name="connsiteX114" fmla="*/ 9997440 w 11737340"/>
                    <a:gd name="connsiteY114" fmla="*/ 3208020 h 4185920"/>
                    <a:gd name="connsiteX115" fmla="*/ 10043160 w 11737340"/>
                    <a:gd name="connsiteY115" fmla="*/ 3101340 h 4185920"/>
                    <a:gd name="connsiteX116" fmla="*/ 10104120 w 11737340"/>
                    <a:gd name="connsiteY116" fmla="*/ 3017520 h 4185920"/>
                    <a:gd name="connsiteX117" fmla="*/ 10157460 w 11737340"/>
                    <a:gd name="connsiteY117" fmla="*/ 2933700 h 4185920"/>
                    <a:gd name="connsiteX118" fmla="*/ 10218420 w 11737340"/>
                    <a:gd name="connsiteY118" fmla="*/ 2849880 h 4185920"/>
                    <a:gd name="connsiteX119" fmla="*/ 10294620 w 11737340"/>
                    <a:gd name="connsiteY119" fmla="*/ 2735580 h 4185920"/>
                    <a:gd name="connsiteX120" fmla="*/ 10347960 w 11737340"/>
                    <a:gd name="connsiteY120" fmla="*/ 2621280 h 4185920"/>
                    <a:gd name="connsiteX121" fmla="*/ 10431780 w 11737340"/>
                    <a:gd name="connsiteY121" fmla="*/ 2499360 h 4185920"/>
                    <a:gd name="connsiteX122" fmla="*/ 10500360 w 11737340"/>
                    <a:gd name="connsiteY122" fmla="*/ 2354580 h 4185920"/>
                    <a:gd name="connsiteX123" fmla="*/ 10553700 w 11737340"/>
                    <a:gd name="connsiteY123" fmla="*/ 2263140 h 4185920"/>
                    <a:gd name="connsiteX124" fmla="*/ 10584180 w 11737340"/>
                    <a:gd name="connsiteY124" fmla="*/ 2194560 h 4185920"/>
                    <a:gd name="connsiteX125" fmla="*/ 10624820 w 11737340"/>
                    <a:gd name="connsiteY125" fmla="*/ 2125980 h 4185920"/>
                    <a:gd name="connsiteX126" fmla="*/ 10675620 w 11737340"/>
                    <a:gd name="connsiteY126" fmla="*/ 2049780 h 4185920"/>
                    <a:gd name="connsiteX127" fmla="*/ 10690860 w 11737340"/>
                    <a:gd name="connsiteY127" fmla="*/ 1988820 h 4185920"/>
                    <a:gd name="connsiteX128" fmla="*/ 10713720 w 11737340"/>
                    <a:gd name="connsiteY128" fmla="*/ 1927860 h 4185920"/>
                    <a:gd name="connsiteX129" fmla="*/ 10767060 w 11737340"/>
                    <a:gd name="connsiteY129" fmla="*/ 1859280 h 4185920"/>
                    <a:gd name="connsiteX130" fmla="*/ 10873740 w 11737340"/>
                    <a:gd name="connsiteY130" fmla="*/ 1828800 h 4185920"/>
                    <a:gd name="connsiteX131" fmla="*/ 11079480 w 11737340"/>
                    <a:gd name="connsiteY131" fmla="*/ 1767840 h 4185920"/>
                    <a:gd name="connsiteX132" fmla="*/ 11247120 w 11737340"/>
                    <a:gd name="connsiteY132" fmla="*/ 1684020 h 4185920"/>
                    <a:gd name="connsiteX133" fmla="*/ 11407140 w 11737340"/>
                    <a:gd name="connsiteY133" fmla="*/ 1628140 h 4185920"/>
                    <a:gd name="connsiteX134" fmla="*/ 11490960 w 11737340"/>
                    <a:gd name="connsiteY134" fmla="*/ 1577340 h 4185920"/>
                    <a:gd name="connsiteX135" fmla="*/ 11635740 w 11737340"/>
                    <a:gd name="connsiteY135" fmla="*/ 1508760 h 4185920"/>
                    <a:gd name="connsiteX136" fmla="*/ 11737340 w 11737340"/>
                    <a:gd name="connsiteY136" fmla="*/ 1442720 h 4185920"/>
                    <a:gd name="connsiteX137" fmla="*/ 11620500 w 11737340"/>
                    <a:gd name="connsiteY137" fmla="*/ 1417320 h 4185920"/>
                    <a:gd name="connsiteX138" fmla="*/ 11567160 w 11737340"/>
                    <a:gd name="connsiteY138" fmla="*/ 1379220 h 4185920"/>
                    <a:gd name="connsiteX139" fmla="*/ 11498580 w 11737340"/>
                    <a:gd name="connsiteY139" fmla="*/ 1318260 h 4185920"/>
                    <a:gd name="connsiteX140" fmla="*/ 11468100 w 11737340"/>
                    <a:gd name="connsiteY140" fmla="*/ 1280160 h 4185920"/>
                    <a:gd name="connsiteX141" fmla="*/ 11442700 w 11737340"/>
                    <a:gd name="connsiteY141" fmla="*/ 1231900 h 4185920"/>
                    <a:gd name="connsiteX142" fmla="*/ 11384280 w 11737340"/>
                    <a:gd name="connsiteY142" fmla="*/ 1310640 h 4185920"/>
                    <a:gd name="connsiteX143" fmla="*/ 11353800 w 11737340"/>
                    <a:gd name="connsiteY143" fmla="*/ 1356360 h 4185920"/>
                    <a:gd name="connsiteX144" fmla="*/ 11224260 w 11737340"/>
                    <a:gd name="connsiteY144" fmla="*/ 1417320 h 4185920"/>
                    <a:gd name="connsiteX145" fmla="*/ 11109960 w 11737340"/>
                    <a:gd name="connsiteY145" fmla="*/ 1463040 h 4185920"/>
                    <a:gd name="connsiteX146" fmla="*/ 10911840 w 11737340"/>
                    <a:gd name="connsiteY146" fmla="*/ 1524000 h 4185920"/>
                    <a:gd name="connsiteX147" fmla="*/ 10774680 w 11737340"/>
                    <a:gd name="connsiteY147" fmla="*/ 1546860 h 4185920"/>
                    <a:gd name="connsiteX148" fmla="*/ 10675620 w 11737340"/>
                    <a:gd name="connsiteY148" fmla="*/ 1615440 h 4185920"/>
                    <a:gd name="connsiteX149" fmla="*/ 10568940 w 11737340"/>
                    <a:gd name="connsiteY149" fmla="*/ 1676400 h 4185920"/>
                    <a:gd name="connsiteX150" fmla="*/ 10485120 w 11737340"/>
                    <a:gd name="connsiteY150" fmla="*/ 1760220 h 4185920"/>
                    <a:gd name="connsiteX151" fmla="*/ 10454640 w 11737340"/>
                    <a:gd name="connsiteY151" fmla="*/ 1836420 h 4185920"/>
                    <a:gd name="connsiteX152" fmla="*/ 10416540 w 11737340"/>
                    <a:gd name="connsiteY152" fmla="*/ 1927860 h 4185920"/>
                    <a:gd name="connsiteX153" fmla="*/ 10401300 w 11737340"/>
                    <a:gd name="connsiteY153" fmla="*/ 2004060 h 4185920"/>
                    <a:gd name="connsiteX154" fmla="*/ 10363200 w 11737340"/>
                    <a:gd name="connsiteY154" fmla="*/ 2095500 h 4185920"/>
                    <a:gd name="connsiteX155" fmla="*/ 10317480 w 11737340"/>
                    <a:gd name="connsiteY155" fmla="*/ 2225040 h 4185920"/>
                    <a:gd name="connsiteX156" fmla="*/ 10287000 w 11737340"/>
                    <a:gd name="connsiteY156" fmla="*/ 2346960 h 4185920"/>
                    <a:gd name="connsiteX157" fmla="*/ 10218420 w 11737340"/>
                    <a:gd name="connsiteY157" fmla="*/ 2499360 h 4185920"/>
                    <a:gd name="connsiteX158" fmla="*/ 10134600 w 11737340"/>
                    <a:gd name="connsiteY158" fmla="*/ 2621280 h 4185920"/>
                    <a:gd name="connsiteX159" fmla="*/ 10043160 w 11737340"/>
                    <a:gd name="connsiteY159" fmla="*/ 2735580 h 4185920"/>
                    <a:gd name="connsiteX160" fmla="*/ 9974580 w 11737340"/>
                    <a:gd name="connsiteY160" fmla="*/ 2857500 h 4185920"/>
                    <a:gd name="connsiteX161" fmla="*/ 9906000 w 11737340"/>
                    <a:gd name="connsiteY161" fmla="*/ 2941320 h 4185920"/>
                    <a:gd name="connsiteX162" fmla="*/ 9860280 w 11737340"/>
                    <a:gd name="connsiteY162" fmla="*/ 3032760 h 4185920"/>
                    <a:gd name="connsiteX163" fmla="*/ 9806940 w 11737340"/>
                    <a:gd name="connsiteY163" fmla="*/ 3116580 h 4185920"/>
                    <a:gd name="connsiteX164" fmla="*/ 9715500 w 11737340"/>
                    <a:gd name="connsiteY164" fmla="*/ 3208020 h 4185920"/>
                    <a:gd name="connsiteX165" fmla="*/ 9616440 w 11737340"/>
                    <a:gd name="connsiteY165" fmla="*/ 3261360 h 4185920"/>
                    <a:gd name="connsiteX166" fmla="*/ 9532620 w 11737340"/>
                    <a:gd name="connsiteY166" fmla="*/ 3329940 h 4185920"/>
                    <a:gd name="connsiteX167" fmla="*/ 9471660 w 11737340"/>
                    <a:gd name="connsiteY167" fmla="*/ 3375660 h 4185920"/>
                    <a:gd name="connsiteX168" fmla="*/ 9410700 w 11737340"/>
                    <a:gd name="connsiteY168" fmla="*/ 3429000 h 4185920"/>
                    <a:gd name="connsiteX169" fmla="*/ 9288780 w 11737340"/>
                    <a:gd name="connsiteY169" fmla="*/ 3436620 h 4185920"/>
                    <a:gd name="connsiteX170" fmla="*/ 9166860 w 11737340"/>
                    <a:gd name="connsiteY170" fmla="*/ 3444240 h 4185920"/>
                    <a:gd name="connsiteX171" fmla="*/ 9029700 w 11737340"/>
                    <a:gd name="connsiteY171" fmla="*/ 3413760 h 4185920"/>
                    <a:gd name="connsiteX172" fmla="*/ 8823960 w 11737340"/>
                    <a:gd name="connsiteY172" fmla="*/ 3360420 h 4185920"/>
                    <a:gd name="connsiteX173" fmla="*/ 8679180 w 11737340"/>
                    <a:gd name="connsiteY173" fmla="*/ 3329940 h 4185920"/>
                    <a:gd name="connsiteX174" fmla="*/ 8572500 w 11737340"/>
                    <a:gd name="connsiteY174" fmla="*/ 3276600 h 4185920"/>
                    <a:gd name="connsiteX175" fmla="*/ 8465820 w 11737340"/>
                    <a:gd name="connsiteY175" fmla="*/ 3215640 h 4185920"/>
                    <a:gd name="connsiteX176" fmla="*/ 8321040 w 11737340"/>
                    <a:gd name="connsiteY176" fmla="*/ 3177540 h 4185920"/>
                    <a:gd name="connsiteX177" fmla="*/ 8199120 w 11737340"/>
                    <a:gd name="connsiteY177" fmla="*/ 3131820 h 4185920"/>
                    <a:gd name="connsiteX178" fmla="*/ 8069580 w 11737340"/>
                    <a:gd name="connsiteY178" fmla="*/ 3078480 h 4185920"/>
                    <a:gd name="connsiteX179" fmla="*/ 7917180 w 11737340"/>
                    <a:gd name="connsiteY179" fmla="*/ 2994660 h 4185920"/>
                    <a:gd name="connsiteX180" fmla="*/ 7787640 w 11737340"/>
                    <a:gd name="connsiteY180" fmla="*/ 2971800 h 4185920"/>
                    <a:gd name="connsiteX181" fmla="*/ 7719060 w 11737340"/>
                    <a:gd name="connsiteY181" fmla="*/ 2933700 h 4185920"/>
                    <a:gd name="connsiteX182" fmla="*/ 7612380 w 11737340"/>
                    <a:gd name="connsiteY182" fmla="*/ 2903220 h 4185920"/>
                    <a:gd name="connsiteX183" fmla="*/ 7566660 w 11737340"/>
                    <a:gd name="connsiteY183" fmla="*/ 2887980 h 4185920"/>
                    <a:gd name="connsiteX184" fmla="*/ 7551420 w 11737340"/>
                    <a:gd name="connsiteY184" fmla="*/ 2849880 h 4185920"/>
                    <a:gd name="connsiteX185" fmla="*/ 7533640 w 11737340"/>
                    <a:gd name="connsiteY185" fmla="*/ 2788920 h 4185920"/>
                    <a:gd name="connsiteX186" fmla="*/ 7475220 w 11737340"/>
                    <a:gd name="connsiteY186" fmla="*/ 2857500 h 4185920"/>
                    <a:gd name="connsiteX187" fmla="*/ 7414260 w 11737340"/>
                    <a:gd name="connsiteY187" fmla="*/ 2887980 h 4185920"/>
                    <a:gd name="connsiteX188" fmla="*/ 7345680 w 11737340"/>
                    <a:gd name="connsiteY188" fmla="*/ 2971800 h 4185920"/>
                    <a:gd name="connsiteX189" fmla="*/ 7315200 w 11737340"/>
                    <a:gd name="connsiteY189" fmla="*/ 2994660 h 4185920"/>
                    <a:gd name="connsiteX190" fmla="*/ 7261860 w 11737340"/>
                    <a:gd name="connsiteY190" fmla="*/ 3009900 h 4185920"/>
                    <a:gd name="connsiteX191" fmla="*/ 7193280 w 11737340"/>
                    <a:gd name="connsiteY191" fmla="*/ 3025140 h 4185920"/>
                    <a:gd name="connsiteX192" fmla="*/ 7155180 w 11737340"/>
                    <a:gd name="connsiteY192" fmla="*/ 3078480 h 4185920"/>
                    <a:gd name="connsiteX193" fmla="*/ 7109460 w 11737340"/>
                    <a:gd name="connsiteY193" fmla="*/ 3154680 h 4185920"/>
                    <a:gd name="connsiteX194" fmla="*/ 7048500 w 11737340"/>
                    <a:gd name="connsiteY194" fmla="*/ 3246120 h 4185920"/>
                    <a:gd name="connsiteX195" fmla="*/ 6995160 w 11737340"/>
                    <a:gd name="connsiteY195" fmla="*/ 3307080 h 4185920"/>
                    <a:gd name="connsiteX196" fmla="*/ 6972300 w 11737340"/>
                    <a:gd name="connsiteY196" fmla="*/ 3352800 h 4185920"/>
                    <a:gd name="connsiteX197" fmla="*/ 6949440 w 11737340"/>
                    <a:gd name="connsiteY197" fmla="*/ 3413760 h 4185920"/>
                    <a:gd name="connsiteX198" fmla="*/ 6949440 w 11737340"/>
                    <a:gd name="connsiteY198" fmla="*/ 3413760 h 4185920"/>
                    <a:gd name="connsiteX199" fmla="*/ 6911340 w 11737340"/>
                    <a:gd name="connsiteY199" fmla="*/ 3474720 h 4185920"/>
                    <a:gd name="connsiteX200" fmla="*/ 6888480 w 11737340"/>
                    <a:gd name="connsiteY200" fmla="*/ 3505200 h 4185920"/>
                    <a:gd name="connsiteX201" fmla="*/ 6819900 w 11737340"/>
                    <a:gd name="connsiteY201" fmla="*/ 3566160 h 4185920"/>
                    <a:gd name="connsiteX202" fmla="*/ 6731000 w 11737340"/>
                    <a:gd name="connsiteY202" fmla="*/ 3599180 h 4185920"/>
                    <a:gd name="connsiteX203" fmla="*/ 6675120 w 11737340"/>
                    <a:gd name="connsiteY203" fmla="*/ 3657600 h 4185920"/>
                    <a:gd name="connsiteX204" fmla="*/ 6629400 w 11737340"/>
                    <a:gd name="connsiteY204" fmla="*/ 3718560 h 4185920"/>
                    <a:gd name="connsiteX205" fmla="*/ 6576060 w 11737340"/>
                    <a:gd name="connsiteY205" fmla="*/ 3779520 h 4185920"/>
                    <a:gd name="connsiteX206" fmla="*/ 6484620 w 11737340"/>
                    <a:gd name="connsiteY206" fmla="*/ 3817620 h 4185920"/>
                    <a:gd name="connsiteX207" fmla="*/ 6400800 w 11737340"/>
                    <a:gd name="connsiteY207" fmla="*/ 3832860 h 4185920"/>
                    <a:gd name="connsiteX208" fmla="*/ 6263640 w 11737340"/>
                    <a:gd name="connsiteY208" fmla="*/ 3870960 h 4185920"/>
                    <a:gd name="connsiteX209" fmla="*/ 6126480 w 11737340"/>
                    <a:gd name="connsiteY209" fmla="*/ 3901440 h 4185920"/>
                    <a:gd name="connsiteX210" fmla="*/ 6027420 w 11737340"/>
                    <a:gd name="connsiteY210" fmla="*/ 3916680 h 4185920"/>
                    <a:gd name="connsiteX211" fmla="*/ 5890260 w 11737340"/>
                    <a:gd name="connsiteY211" fmla="*/ 3878580 h 4185920"/>
                    <a:gd name="connsiteX212" fmla="*/ 5821680 w 11737340"/>
                    <a:gd name="connsiteY212" fmla="*/ 3863340 h 4185920"/>
                    <a:gd name="connsiteX213" fmla="*/ 5737860 w 11737340"/>
                    <a:gd name="connsiteY213" fmla="*/ 3825240 h 4185920"/>
                    <a:gd name="connsiteX214" fmla="*/ 5638800 w 11737340"/>
                    <a:gd name="connsiteY214" fmla="*/ 3794760 h 4185920"/>
                    <a:gd name="connsiteX215" fmla="*/ 5524500 w 11737340"/>
                    <a:gd name="connsiteY215" fmla="*/ 3756660 h 4185920"/>
                    <a:gd name="connsiteX216" fmla="*/ 5448300 w 11737340"/>
                    <a:gd name="connsiteY216" fmla="*/ 3718560 h 4185920"/>
                    <a:gd name="connsiteX217" fmla="*/ 5349240 w 11737340"/>
                    <a:gd name="connsiteY217" fmla="*/ 3657600 h 4185920"/>
                    <a:gd name="connsiteX218" fmla="*/ 5295900 w 11737340"/>
                    <a:gd name="connsiteY218" fmla="*/ 3619500 h 4185920"/>
                    <a:gd name="connsiteX219" fmla="*/ 5234940 w 11737340"/>
                    <a:gd name="connsiteY219" fmla="*/ 3596640 h 4185920"/>
                    <a:gd name="connsiteX220" fmla="*/ 5135880 w 11737340"/>
                    <a:gd name="connsiteY220" fmla="*/ 3550920 h 4185920"/>
                    <a:gd name="connsiteX221" fmla="*/ 5059680 w 11737340"/>
                    <a:gd name="connsiteY221" fmla="*/ 3505200 h 4185920"/>
                    <a:gd name="connsiteX222" fmla="*/ 5029200 w 11737340"/>
                    <a:gd name="connsiteY222" fmla="*/ 3482340 h 4185920"/>
                    <a:gd name="connsiteX223" fmla="*/ 4960620 w 11737340"/>
                    <a:gd name="connsiteY223" fmla="*/ 3413760 h 4185920"/>
                    <a:gd name="connsiteX224" fmla="*/ 4876800 w 11737340"/>
                    <a:gd name="connsiteY224" fmla="*/ 3299460 h 4185920"/>
                    <a:gd name="connsiteX225" fmla="*/ 4808220 w 11737340"/>
                    <a:gd name="connsiteY225" fmla="*/ 3200400 h 4185920"/>
                    <a:gd name="connsiteX226" fmla="*/ 4777740 w 11737340"/>
                    <a:gd name="connsiteY226" fmla="*/ 3147060 h 4185920"/>
                    <a:gd name="connsiteX227" fmla="*/ 4724400 w 11737340"/>
                    <a:gd name="connsiteY227" fmla="*/ 3108960 h 4185920"/>
                    <a:gd name="connsiteX228" fmla="*/ 4648200 w 11737340"/>
                    <a:gd name="connsiteY228" fmla="*/ 3063240 h 4185920"/>
                    <a:gd name="connsiteX229" fmla="*/ 4533900 w 11737340"/>
                    <a:gd name="connsiteY229" fmla="*/ 2979420 h 4185920"/>
                    <a:gd name="connsiteX230" fmla="*/ 4427220 w 11737340"/>
                    <a:gd name="connsiteY230" fmla="*/ 2941320 h 4185920"/>
                    <a:gd name="connsiteX231" fmla="*/ 4366260 w 11737340"/>
                    <a:gd name="connsiteY231" fmla="*/ 2903220 h 4185920"/>
                    <a:gd name="connsiteX232" fmla="*/ 4244340 w 11737340"/>
                    <a:gd name="connsiteY232" fmla="*/ 2842260 h 4185920"/>
                    <a:gd name="connsiteX233" fmla="*/ 4145280 w 11737340"/>
                    <a:gd name="connsiteY233" fmla="*/ 2811780 h 4185920"/>
                    <a:gd name="connsiteX234" fmla="*/ 4038600 w 11737340"/>
                    <a:gd name="connsiteY234" fmla="*/ 2804160 h 4185920"/>
                    <a:gd name="connsiteX235" fmla="*/ 3954780 w 11737340"/>
                    <a:gd name="connsiteY235" fmla="*/ 2819400 h 4185920"/>
                    <a:gd name="connsiteX236" fmla="*/ 3863340 w 11737340"/>
                    <a:gd name="connsiteY236" fmla="*/ 2804160 h 4185920"/>
                    <a:gd name="connsiteX237" fmla="*/ 3741420 w 11737340"/>
                    <a:gd name="connsiteY237" fmla="*/ 2781300 h 4185920"/>
                    <a:gd name="connsiteX238" fmla="*/ 3649980 w 11737340"/>
                    <a:gd name="connsiteY238" fmla="*/ 2743200 h 4185920"/>
                    <a:gd name="connsiteX239" fmla="*/ 3573780 w 11737340"/>
                    <a:gd name="connsiteY239" fmla="*/ 2674620 h 4185920"/>
                    <a:gd name="connsiteX240" fmla="*/ 3482340 w 11737340"/>
                    <a:gd name="connsiteY240" fmla="*/ 2621280 h 4185920"/>
                    <a:gd name="connsiteX241" fmla="*/ 3436620 w 11737340"/>
                    <a:gd name="connsiteY241" fmla="*/ 2552700 h 4185920"/>
                    <a:gd name="connsiteX242" fmla="*/ 3329940 w 11737340"/>
                    <a:gd name="connsiteY242" fmla="*/ 2423160 h 4185920"/>
                    <a:gd name="connsiteX243" fmla="*/ 3261360 w 11737340"/>
                    <a:gd name="connsiteY243" fmla="*/ 2324100 h 4185920"/>
                    <a:gd name="connsiteX244" fmla="*/ 3131820 w 11737340"/>
                    <a:gd name="connsiteY244" fmla="*/ 2209800 h 4185920"/>
                    <a:gd name="connsiteX245" fmla="*/ 3040380 w 11737340"/>
                    <a:gd name="connsiteY245" fmla="*/ 2141220 h 4185920"/>
                    <a:gd name="connsiteX246" fmla="*/ 2910840 w 11737340"/>
                    <a:gd name="connsiteY246" fmla="*/ 2034540 h 4185920"/>
                    <a:gd name="connsiteX247" fmla="*/ 2849880 w 11737340"/>
                    <a:gd name="connsiteY247" fmla="*/ 1958340 h 4185920"/>
                    <a:gd name="connsiteX248" fmla="*/ 2743200 w 11737340"/>
                    <a:gd name="connsiteY248" fmla="*/ 1889760 h 4185920"/>
                    <a:gd name="connsiteX249" fmla="*/ 2659380 w 11737340"/>
                    <a:gd name="connsiteY249" fmla="*/ 1844040 h 4185920"/>
                    <a:gd name="connsiteX250" fmla="*/ 2575560 w 11737340"/>
                    <a:gd name="connsiteY250" fmla="*/ 1744980 h 4185920"/>
                    <a:gd name="connsiteX251" fmla="*/ 2468880 w 11737340"/>
                    <a:gd name="connsiteY251" fmla="*/ 1645920 h 4185920"/>
                    <a:gd name="connsiteX252" fmla="*/ 2400300 w 11737340"/>
                    <a:gd name="connsiteY252" fmla="*/ 1607820 h 4185920"/>
                    <a:gd name="connsiteX253" fmla="*/ 2263140 w 11737340"/>
                    <a:gd name="connsiteY253" fmla="*/ 1501140 h 4185920"/>
                    <a:gd name="connsiteX254" fmla="*/ 2171700 w 11737340"/>
                    <a:gd name="connsiteY254" fmla="*/ 1432560 h 4185920"/>
                    <a:gd name="connsiteX255" fmla="*/ 2087880 w 11737340"/>
                    <a:gd name="connsiteY255" fmla="*/ 1363980 h 4185920"/>
                    <a:gd name="connsiteX256" fmla="*/ 1950720 w 11737340"/>
                    <a:gd name="connsiteY256" fmla="*/ 1272540 h 4185920"/>
                    <a:gd name="connsiteX257" fmla="*/ 1805940 w 11737340"/>
                    <a:gd name="connsiteY257" fmla="*/ 1135380 h 4185920"/>
                    <a:gd name="connsiteX258" fmla="*/ 1729740 w 11737340"/>
                    <a:gd name="connsiteY258" fmla="*/ 1089660 h 4185920"/>
                    <a:gd name="connsiteX259" fmla="*/ 1668780 w 11737340"/>
                    <a:gd name="connsiteY259" fmla="*/ 1043940 h 4185920"/>
                    <a:gd name="connsiteX260" fmla="*/ 1592580 w 11737340"/>
                    <a:gd name="connsiteY260" fmla="*/ 990600 h 4185920"/>
                    <a:gd name="connsiteX261" fmla="*/ 1470660 w 11737340"/>
                    <a:gd name="connsiteY261" fmla="*/ 891540 h 4185920"/>
                    <a:gd name="connsiteX262" fmla="*/ 1386840 w 11737340"/>
                    <a:gd name="connsiteY262" fmla="*/ 845820 h 4185920"/>
                    <a:gd name="connsiteX263" fmla="*/ 1318260 w 11737340"/>
                    <a:gd name="connsiteY263" fmla="*/ 784860 h 4185920"/>
                    <a:gd name="connsiteX264" fmla="*/ 1264920 w 11737340"/>
                    <a:gd name="connsiteY264" fmla="*/ 723900 h 4185920"/>
                    <a:gd name="connsiteX265" fmla="*/ 1181100 w 11737340"/>
                    <a:gd name="connsiteY265" fmla="*/ 647700 h 4185920"/>
                    <a:gd name="connsiteX266" fmla="*/ 1089660 w 11737340"/>
                    <a:gd name="connsiteY266" fmla="*/ 624840 h 4185920"/>
                    <a:gd name="connsiteX267" fmla="*/ 1021080 w 11737340"/>
                    <a:gd name="connsiteY267" fmla="*/ 586740 h 4185920"/>
                    <a:gd name="connsiteX268" fmla="*/ 937260 w 11737340"/>
                    <a:gd name="connsiteY268" fmla="*/ 548640 h 4185920"/>
                    <a:gd name="connsiteX269" fmla="*/ 830580 w 11737340"/>
                    <a:gd name="connsiteY269" fmla="*/ 510540 h 4185920"/>
                    <a:gd name="connsiteX270" fmla="*/ 754380 w 11737340"/>
                    <a:gd name="connsiteY270" fmla="*/ 457200 h 4185920"/>
                    <a:gd name="connsiteX271" fmla="*/ 708660 w 11737340"/>
                    <a:gd name="connsiteY271" fmla="*/ 419100 h 4185920"/>
                    <a:gd name="connsiteX272" fmla="*/ 609600 w 11737340"/>
                    <a:gd name="connsiteY272" fmla="*/ 396240 h 4185920"/>
                    <a:gd name="connsiteX273" fmla="*/ 548640 w 11737340"/>
                    <a:gd name="connsiteY273" fmla="*/ 320040 h 4185920"/>
                    <a:gd name="connsiteX274" fmla="*/ 510540 w 11737340"/>
                    <a:gd name="connsiteY274" fmla="*/ 251460 h 4185920"/>
                    <a:gd name="connsiteX275" fmla="*/ 464820 w 11737340"/>
                    <a:gd name="connsiteY275" fmla="*/ 190500 h 4185920"/>
                    <a:gd name="connsiteX276" fmla="*/ 411480 w 11737340"/>
                    <a:gd name="connsiteY276" fmla="*/ 137160 h 4185920"/>
                    <a:gd name="connsiteX277" fmla="*/ 373380 w 11737340"/>
                    <a:gd name="connsiteY277" fmla="*/ 45720 h 4185920"/>
                    <a:gd name="connsiteX278" fmla="*/ 342900 w 11737340"/>
                    <a:gd name="connsiteY278" fmla="*/ 0 h 4185920"/>
                    <a:gd name="connsiteX279" fmla="*/ 327660 w 11737340"/>
                    <a:gd name="connsiteY279" fmla="*/ 60960 h 4185920"/>
                    <a:gd name="connsiteX280" fmla="*/ 289560 w 11737340"/>
                    <a:gd name="connsiteY280" fmla="*/ 91440 h 4185920"/>
                    <a:gd name="connsiteX281" fmla="*/ 236220 w 11737340"/>
                    <a:gd name="connsiteY281" fmla="*/ 114300 h 4185920"/>
                    <a:gd name="connsiteX282" fmla="*/ 198120 w 11737340"/>
                    <a:gd name="connsiteY282" fmla="*/ 175260 h 4185920"/>
                    <a:gd name="connsiteX283" fmla="*/ 175260 w 11737340"/>
                    <a:gd name="connsiteY283" fmla="*/ 228600 h 4185920"/>
                    <a:gd name="connsiteX284" fmla="*/ 114300 w 11737340"/>
                    <a:gd name="connsiteY284" fmla="*/ 236220 h 4185920"/>
                    <a:gd name="connsiteX285" fmla="*/ 45720 w 11737340"/>
                    <a:gd name="connsiteY285" fmla="*/ 251460 h 4185920"/>
                    <a:gd name="connsiteX286" fmla="*/ 0 w 11737340"/>
                    <a:gd name="connsiteY286" fmla="*/ 281940 h 4185920"/>
                    <a:gd name="connsiteX287" fmla="*/ 68580 w 11737340"/>
                    <a:gd name="connsiteY287" fmla="*/ 320040 h 4185920"/>
                    <a:gd name="connsiteX0" fmla="*/ 68580 w 11737340"/>
                    <a:gd name="connsiteY0" fmla="*/ 320040 h 4185920"/>
                    <a:gd name="connsiteX1" fmla="*/ 121920 w 11737340"/>
                    <a:gd name="connsiteY1" fmla="*/ 381000 h 4185920"/>
                    <a:gd name="connsiteX2" fmla="*/ 198120 w 11737340"/>
                    <a:gd name="connsiteY2" fmla="*/ 419100 h 4185920"/>
                    <a:gd name="connsiteX3" fmla="*/ 320040 w 11737340"/>
                    <a:gd name="connsiteY3" fmla="*/ 510540 h 4185920"/>
                    <a:gd name="connsiteX4" fmla="*/ 411480 w 11737340"/>
                    <a:gd name="connsiteY4" fmla="*/ 563880 h 4185920"/>
                    <a:gd name="connsiteX5" fmla="*/ 472440 w 11737340"/>
                    <a:gd name="connsiteY5" fmla="*/ 632460 h 4185920"/>
                    <a:gd name="connsiteX6" fmla="*/ 601980 w 11737340"/>
                    <a:gd name="connsiteY6" fmla="*/ 708660 h 4185920"/>
                    <a:gd name="connsiteX7" fmla="*/ 739140 w 11737340"/>
                    <a:gd name="connsiteY7" fmla="*/ 784860 h 4185920"/>
                    <a:gd name="connsiteX8" fmla="*/ 861060 w 11737340"/>
                    <a:gd name="connsiteY8" fmla="*/ 868680 h 4185920"/>
                    <a:gd name="connsiteX9" fmla="*/ 944880 w 11737340"/>
                    <a:gd name="connsiteY9" fmla="*/ 952500 h 4185920"/>
                    <a:gd name="connsiteX10" fmla="*/ 1021080 w 11737340"/>
                    <a:gd name="connsiteY10" fmla="*/ 1005840 h 4185920"/>
                    <a:gd name="connsiteX11" fmla="*/ 1097280 w 11737340"/>
                    <a:gd name="connsiteY11" fmla="*/ 1043940 h 4185920"/>
                    <a:gd name="connsiteX12" fmla="*/ 1181100 w 11737340"/>
                    <a:gd name="connsiteY12" fmla="*/ 1104900 h 4185920"/>
                    <a:gd name="connsiteX13" fmla="*/ 1249680 w 11737340"/>
                    <a:gd name="connsiteY13" fmla="*/ 1150620 h 4185920"/>
                    <a:gd name="connsiteX14" fmla="*/ 1341120 w 11737340"/>
                    <a:gd name="connsiteY14" fmla="*/ 1196340 h 4185920"/>
                    <a:gd name="connsiteX15" fmla="*/ 1417320 w 11737340"/>
                    <a:gd name="connsiteY15" fmla="*/ 1257300 h 4185920"/>
                    <a:gd name="connsiteX16" fmla="*/ 1493520 w 11737340"/>
                    <a:gd name="connsiteY16" fmla="*/ 1333500 h 4185920"/>
                    <a:gd name="connsiteX17" fmla="*/ 1569720 w 11737340"/>
                    <a:gd name="connsiteY17" fmla="*/ 1356360 h 4185920"/>
                    <a:gd name="connsiteX18" fmla="*/ 1684020 w 11737340"/>
                    <a:gd name="connsiteY18" fmla="*/ 1424940 h 4185920"/>
                    <a:gd name="connsiteX19" fmla="*/ 1729740 w 11737340"/>
                    <a:gd name="connsiteY19" fmla="*/ 1485900 h 4185920"/>
                    <a:gd name="connsiteX20" fmla="*/ 1844040 w 11737340"/>
                    <a:gd name="connsiteY20" fmla="*/ 1569720 h 4185920"/>
                    <a:gd name="connsiteX21" fmla="*/ 1935480 w 11737340"/>
                    <a:gd name="connsiteY21" fmla="*/ 1615440 h 4185920"/>
                    <a:gd name="connsiteX22" fmla="*/ 2049780 w 11737340"/>
                    <a:gd name="connsiteY22" fmla="*/ 1691640 h 4185920"/>
                    <a:gd name="connsiteX23" fmla="*/ 2133600 w 11737340"/>
                    <a:gd name="connsiteY23" fmla="*/ 1729740 h 4185920"/>
                    <a:gd name="connsiteX24" fmla="*/ 2202180 w 11737340"/>
                    <a:gd name="connsiteY24" fmla="*/ 1805940 h 4185920"/>
                    <a:gd name="connsiteX25" fmla="*/ 2255520 w 11737340"/>
                    <a:gd name="connsiteY25" fmla="*/ 1821180 h 4185920"/>
                    <a:gd name="connsiteX26" fmla="*/ 2316480 w 11737340"/>
                    <a:gd name="connsiteY26" fmla="*/ 1866900 h 4185920"/>
                    <a:gd name="connsiteX27" fmla="*/ 2423160 w 11737340"/>
                    <a:gd name="connsiteY27" fmla="*/ 2004060 h 4185920"/>
                    <a:gd name="connsiteX28" fmla="*/ 2476500 w 11737340"/>
                    <a:gd name="connsiteY28" fmla="*/ 2087880 h 4185920"/>
                    <a:gd name="connsiteX29" fmla="*/ 2567940 w 11737340"/>
                    <a:gd name="connsiteY29" fmla="*/ 2148840 h 4185920"/>
                    <a:gd name="connsiteX30" fmla="*/ 2682240 w 11737340"/>
                    <a:gd name="connsiteY30" fmla="*/ 2186940 h 4185920"/>
                    <a:gd name="connsiteX31" fmla="*/ 2743200 w 11737340"/>
                    <a:gd name="connsiteY31" fmla="*/ 2209800 h 4185920"/>
                    <a:gd name="connsiteX32" fmla="*/ 2811780 w 11737340"/>
                    <a:gd name="connsiteY32" fmla="*/ 2247900 h 4185920"/>
                    <a:gd name="connsiteX33" fmla="*/ 2887980 w 11737340"/>
                    <a:gd name="connsiteY33" fmla="*/ 2301240 h 4185920"/>
                    <a:gd name="connsiteX34" fmla="*/ 2979420 w 11737340"/>
                    <a:gd name="connsiteY34" fmla="*/ 2385060 h 4185920"/>
                    <a:gd name="connsiteX35" fmla="*/ 3055620 w 11737340"/>
                    <a:gd name="connsiteY35" fmla="*/ 2461260 h 4185920"/>
                    <a:gd name="connsiteX36" fmla="*/ 3139440 w 11737340"/>
                    <a:gd name="connsiteY36" fmla="*/ 2537460 h 4185920"/>
                    <a:gd name="connsiteX37" fmla="*/ 3261360 w 11737340"/>
                    <a:gd name="connsiteY37" fmla="*/ 2628900 h 4185920"/>
                    <a:gd name="connsiteX38" fmla="*/ 3345180 w 11737340"/>
                    <a:gd name="connsiteY38" fmla="*/ 2720340 h 4185920"/>
                    <a:gd name="connsiteX39" fmla="*/ 3444240 w 11737340"/>
                    <a:gd name="connsiteY39" fmla="*/ 2796540 h 4185920"/>
                    <a:gd name="connsiteX40" fmla="*/ 3558540 w 11737340"/>
                    <a:gd name="connsiteY40" fmla="*/ 2872740 h 4185920"/>
                    <a:gd name="connsiteX41" fmla="*/ 3619500 w 11737340"/>
                    <a:gd name="connsiteY41" fmla="*/ 2979420 h 4185920"/>
                    <a:gd name="connsiteX42" fmla="*/ 3619500 w 11737340"/>
                    <a:gd name="connsiteY42" fmla="*/ 2979420 h 4185920"/>
                    <a:gd name="connsiteX43" fmla="*/ 3649980 w 11737340"/>
                    <a:gd name="connsiteY43" fmla="*/ 3048000 h 4185920"/>
                    <a:gd name="connsiteX44" fmla="*/ 3703320 w 11737340"/>
                    <a:gd name="connsiteY44" fmla="*/ 3086100 h 4185920"/>
                    <a:gd name="connsiteX45" fmla="*/ 3764280 w 11737340"/>
                    <a:gd name="connsiteY45" fmla="*/ 3063240 h 4185920"/>
                    <a:gd name="connsiteX46" fmla="*/ 3850640 w 11737340"/>
                    <a:gd name="connsiteY46" fmla="*/ 3040380 h 4185920"/>
                    <a:gd name="connsiteX47" fmla="*/ 3916680 w 11737340"/>
                    <a:gd name="connsiteY47" fmla="*/ 3032760 h 4185920"/>
                    <a:gd name="connsiteX48" fmla="*/ 4030980 w 11737340"/>
                    <a:gd name="connsiteY48" fmla="*/ 3063240 h 4185920"/>
                    <a:gd name="connsiteX49" fmla="*/ 4137660 w 11737340"/>
                    <a:gd name="connsiteY49" fmla="*/ 3101340 h 4185920"/>
                    <a:gd name="connsiteX50" fmla="*/ 4259580 w 11737340"/>
                    <a:gd name="connsiteY50" fmla="*/ 3147060 h 4185920"/>
                    <a:gd name="connsiteX51" fmla="*/ 4381500 w 11737340"/>
                    <a:gd name="connsiteY51" fmla="*/ 3192780 h 4185920"/>
                    <a:gd name="connsiteX52" fmla="*/ 4526280 w 11737340"/>
                    <a:gd name="connsiteY52" fmla="*/ 3276600 h 4185920"/>
                    <a:gd name="connsiteX53" fmla="*/ 4587240 w 11737340"/>
                    <a:gd name="connsiteY53" fmla="*/ 3299460 h 4185920"/>
                    <a:gd name="connsiteX54" fmla="*/ 4610100 w 11737340"/>
                    <a:gd name="connsiteY54" fmla="*/ 3352800 h 4185920"/>
                    <a:gd name="connsiteX55" fmla="*/ 4648200 w 11737340"/>
                    <a:gd name="connsiteY55" fmla="*/ 3436620 h 4185920"/>
                    <a:gd name="connsiteX56" fmla="*/ 4671060 w 11737340"/>
                    <a:gd name="connsiteY56" fmla="*/ 3520440 h 4185920"/>
                    <a:gd name="connsiteX57" fmla="*/ 4678680 w 11737340"/>
                    <a:gd name="connsiteY57" fmla="*/ 3589020 h 4185920"/>
                    <a:gd name="connsiteX58" fmla="*/ 4686300 w 11737340"/>
                    <a:gd name="connsiteY58" fmla="*/ 3649980 h 4185920"/>
                    <a:gd name="connsiteX59" fmla="*/ 4724400 w 11737340"/>
                    <a:gd name="connsiteY59" fmla="*/ 3680460 h 4185920"/>
                    <a:gd name="connsiteX60" fmla="*/ 4785360 w 11737340"/>
                    <a:gd name="connsiteY60" fmla="*/ 3672840 h 4185920"/>
                    <a:gd name="connsiteX61" fmla="*/ 4869180 w 11737340"/>
                    <a:gd name="connsiteY61" fmla="*/ 3703320 h 4185920"/>
                    <a:gd name="connsiteX62" fmla="*/ 4914900 w 11737340"/>
                    <a:gd name="connsiteY62" fmla="*/ 3756660 h 4185920"/>
                    <a:gd name="connsiteX63" fmla="*/ 5105400 w 11737340"/>
                    <a:gd name="connsiteY63" fmla="*/ 3832860 h 4185920"/>
                    <a:gd name="connsiteX64" fmla="*/ 5173980 w 11737340"/>
                    <a:gd name="connsiteY64" fmla="*/ 3886200 h 4185920"/>
                    <a:gd name="connsiteX65" fmla="*/ 5242560 w 11737340"/>
                    <a:gd name="connsiteY65" fmla="*/ 3924300 h 4185920"/>
                    <a:gd name="connsiteX66" fmla="*/ 5364480 w 11737340"/>
                    <a:gd name="connsiteY66" fmla="*/ 3962400 h 4185920"/>
                    <a:gd name="connsiteX67" fmla="*/ 5516880 w 11737340"/>
                    <a:gd name="connsiteY67" fmla="*/ 4046220 h 4185920"/>
                    <a:gd name="connsiteX68" fmla="*/ 5585460 w 11737340"/>
                    <a:gd name="connsiteY68" fmla="*/ 4099560 h 4185920"/>
                    <a:gd name="connsiteX69" fmla="*/ 5661660 w 11737340"/>
                    <a:gd name="connsiteY69" fmla="*/ 4122420 h 4185920"/>
                    <a:gd name="connsiteX70" fmla="*/ 5745480 w 11737340"/>
                    <a:gd name="connsiteY70" fmla="*/ 4130040 h 4185920"/>
                    <a:gd name="connsiteX71" fmla="*/ 5836920 w 11737340"/>
                    <a:gd name="connsiteY71" fmla="*/ 4130040 h 4185920"/>
                    <a:gd name="connsiteX72" fmla="*/ 5943600 w 11737340"/>
                    <a:gd name="connsiteY72" fmla="*/ 4165600 h 4185920"/>
                    <a:gd name="connsiteX73" fmla="*/ 6042660 w 11737340"/>
                    <a:gd name="connsiteY73" fmla="*/ 4185920 h 4185920"/>
                    <a:gd name="connsiteX74" fmla="*/ 6167120 w 11737340"/>
                    <a:gd name="connsiteY74" fmla="*/ 4160520 h 4185920"/>
                    <a:gd name="connsiteX75" fmla="*/ 6286500 w 11737340"/>
                    <a:gd name="connsiteY75" fmla="*/ 4114800 h 4185920"/>
                    <a:gd name="connsiteX76" fmla="*/ 6393180 w 11737340"/>
                    <a:gd name="connsiteY76" fmla="*/ 4071620 h 4185920"/>
                    <a:gd name="connsiteX77" fmla="*/ 6484620 w 11737340"/>
                    <a:gd name="connsiteY77" fmla="*/ 4038600 h 4185920"/>
                    <a:gd name="connsiteX78" fmla="*/ 6583680 w 11737340"/>
                    <a:gd name="connsiteY78" fmla="*/ 3970020 h 4185920"/>
                    <a:gd name="connsiteX79" fmla="*/ 6697980 w 11737340"/>
                    <a:gd name="connsiteY79" fmla="*/ 3886200 h 4185920"/>
                    <a:gd name="connsiteX80" fmla="*/ 6751320 w 11737340"/>
                    <a:gd name="connsiteY80" fmla="*/ 3822700 h 4185920"/>
                    <a:gd name="connsiteX81" fmla="*/ 6855460 w 11737340"/>
                    <a:gd name="connsiteY81" fmla="*/ 3764280 h 4185920"/>
                    <a:gd name="connsiteX82" fmla="*/ 6959600 w 11737340"/>
                    <a:gd name="connsiteY82" fmla="*/ 3629660 h 4185920"/>
                    <a:gd name="connsiteX83" fmla="*/ 7056120 w 11737340"/>
                    <a:gd name="connsiteY83" fmla="*/ 3528060 h 4185920"/>
                    <a:gd name="connsiteX84" fmla="*/ 7165340 w 11737340"/>
                    <a:gd name="connsiteY84" fmla="*/ 3454400 h 4185920"/>
                    <a:gd name="connsiteX85" fmla="*/ 7287260 w 11737340"/>
                    <a:gd name="connsiteY85" fmla="*/ 3296920 h 4185920"/>
                    <a:gd name="connsiteX86" fmla="*/ 7338060 w 11737340"/>
                    <a:gd name="connsiteY86" fmla="*/ 3200400 h 4185920"/>
                    <a:gd name="connsiteX87" fmla="*/ 7383780 w 11737340"/>
                    <a:gd name="connsiteY87" fmla="*/ 3144520 h 4185920"/>
                    <a:gd name="connsiteX88" fmla="*/ 7444740 w 11737340"/>
                    <a:gd name="connsiteY88" fmla="*/ 3093720 h 4185920"/>
                    <a:gd name="connsiteX89" fmla="*/ 7513320 w 11737340"/>
                    <a:gd name="connsiteY89" fmla="*/ 3101340 h 4185920"/>
                    <a:gd name="connsiteX90" fmla="*/ 7576820 w 11737340"/>
                    <a:gd name="connsiteY90" fmla="*/ 3093720 h 4185920"/>
                    <a:gd name="connsiteX91" fmla="*/ 7729220 w 11737340"/>
                    <a:gd name="connsiteY91" fmla="*/ 3136900 h 4185920"/>
                    <a:gd name="connsiteX92" fmla="*/ 7833360 w 11737340"/>
                    <a:gd name="connsiteY92" fmla="*/ 3180080 h 4185920"/>
                    <a:gd name="connsiteX93" fmla="*/ 7967980 w 11737340"/>
                    <a:gd name="connsiteY93" fmla="*/ 3208020 h 4185920"/>
                    <a:gd name="connsiteX94" fmla="*/ 8161020 w 11737340"/>
                    <a:gd name="connsiteY94" fmla="*/ 3296920 h 4185920"/>
                    <a:gd name="connsiteX95" fmla="*/ 8293100 w 11737340"/>
                    <a:gd name="connsiteY95" fmla="*/ 3370580 h 4185920"/>
                    <a:gd name="connsiteX96" fmla="*/ 8371840 w 11737340"/>
                    <a:gd name="connsiteY96" fmla="*/ 3395980 h 4185920"/>
                    <a:gd name="connsiteX97" fmla="*/ 8468360 w 11737340"/>
                    <a:gd name="connsiteY97" fmla="*/ 3434080 h 4185920"/>
                    <a:gd name="connsiteX98" fmla="*/ 8582660 w 11737340"/>
                    <a:gd name="connsiteY98" fmla="*/ 3528060 h 4185920"/>
                    <a:gd name="connsiteX99" fmla="*/ 8641080 w 11737340"/>
                    <a:gd name="connsiteY99" fmla="*/ 3566160 h 4185920"/>
                    <a:gd name="connsiteX100" fmla="*/ 8702040 w 11737340"/>
                    <a:gd name="connsiteY100" fmla="*/ 3604260 h 4185920"/>
                    <a:gd name="connsiteX101" fmla="*/ 8763000 w 11737340"/>
                    <a:gd name="connsiteY101" fmla="*/ 3634740 h 4185920"/>
                    <a:gd name="connsiteX102" fmla="*/ 8846820 w 11737340"/>
                    <a:gd name="connsiteY102" fmla="*/ 3632200 h 4185920"/>
                    <a:gd name="connsiteX103" fmla="*/ 8968740 w 11737340"/>
                    <a:gd name="connsiteY103" fmla="*/ 3634740 h 4185920"/>
                    <a:gd name="connsiteX104" fmla="*/ 9060180 w 11737340"/>
                    <a:gd name="connsiteY104" fmla="*/ 3642360 h 4185920"/>
                    <a:gd name="connsiteX105" fmla="*/ 9151620 w 11737340"/>
                    <a:gd name="connsiteY105" fmla="*/ 3657600 h 4185920"/>
                    <a:gd name="connsiteX106" fmla="*/ 9230360 w 11737340"/>
                    <a:gd name="connsiteY106" fmla="*/ 3657600 h 4185920"/>
                    <a:gd name="connsiteX107" fmla="*/ 9331960 w 11737340"/>
                    <a:gd name="connsiteY107" fmla="*/ 3629660 h 4185920"/>
                    <a:gd name="connsiteX108" fmla="*/ 9433560 w 11737340"/>
                    <a:gd name="connsiteY108" fmla="*/ 3589020 h 4185920"/>
                    <a:gd name="connsiteX109" fmla="*/ 9535160 w 11737340"/>
                    <a:gd name="connsiteY109" fmla="*/ 3540760 h 4185920"/>
                    <a:gd name="connsiteX110" fmla="*/ 9646920 w 11737340"/>
                    <a:gd name="connsiteY110" fmla="*/ 3489960 h 4185920"/>
                    <a:gd name="connsiteX111" fmla="*/ 9784080 w 11737340"/>
                    <a:gd name="connsiteY111" fmla="*/ 3444240 h 4185920"/>
                    <a:gd name="connsiteX112" fmla="*/ 9860280 w 11737340"/>
                    <a:gd name="connsiteY112" fmla="*/ 3383280 h 4185920"/>
                    <a:gd name="connsiteX113" fmla="*/ 9921240 w 11737340"/>
                    <a:gd name="connsiteY113" fmla="*/ 3314700 h 4185920"/>
                    <a:gd name="connsiteX114" fmla="*/ 9997440 w 11737340"/>
                    <a:gd name="connsiteY114" fmla="*/ 3208020 h 4185920"/>
                    <a:gd name="connsiteX115" fmla="*/ 10043160 w 11737340"/>
                    <a:gd name="connsiteY115" fmla="*/ 3101340 h 4185920"/>
                    <a:gd name="connsiteX116" fmla="*/ 10104120 w 11737340"/>
                    <a:gd name="connsiteY116" fmla="*/ 3017520 h 4185920"/>
                    <a:gd name="connsiteX117" fmla="*/ 10157460 w 11737340"/>
                    <a:gd name="connsiteY117" fmla="*/ 2933700 h 4185920"/>
                    <a:gd name="connsiteX118" fmla="*/ 10218420 w 11737340"/>
                    <a:gd name="connsiteY118" fmla="*/ 2849880 h 4185920"/>
                    <a:gd name="connsiteX119" fmla="*/ 10294620 w 11737340"/>
                    <a:gd name="connsiteY119" fmla="*/ 2735580 h 4185920"/>
                    <a:gd name="connsiteX120" fmla="*/ 10347960 w 11737340"/>
                    <a:gd name="connsiteY120" fmla="*/ 2621280 h 4185920"/>
                    <a:gd name="connsiteX121" fmla="*/ 10431780 w 11737340"/>
                    <a:gd name="connsiteY121" fmla="*/ 2499360 h 4185920"/>
                    <a:gd name="connsiteX122" fmla="*/ 10500360 w 11737340"/>
                    <a:gd name="connsiteY122" fmla="*/ 2354580 h 4185920"/>
                    <a:gd name="connsiteX123" fmla="*/ 10553700 w 11737340"/>
                    <a:gd name="connsiteY123" fmla="*/ 2263140 h 4185920"/>
                    <a:gd name="connsiteX124" fmla="*/ 10584180 w 11737340"/>
                    <a:gd name="connsiteY124" fmla="*/ 2194560 h 4185920"/>
                    <a:gd name="connsiteX125" fmla="*/ 10624820 w 11737340"/>
                    <a:gd name="connsiteY125" fmla="*/ 2125980 h 4185920"/>
                    <a:gd name="connsiteX126" fmla="*/ 10675620 w 11737340"/>
                    <a:gd name="connsiteY126" fmla="*/ 2049780 h 4185920"/>
                    <a:gd name="connsiteX127" fmla="*/ 10690860 w 11737340"/>
                    <a:gd name="connsiteY127" fmla="*/ 1988820 h 4185920"/>
                    <a:gd name="connsiteX128" fmla="*/ 10713720 w 11737340"/>
                    <a:gd name="connsiteY128" fmla="*/ 1927860 h 4185920"/>
                    <a:gd name="connsiteX129" fmla="*/ 10767060 w 11737340"/>
                    <a:gd name="connsiteY129" fmla="*/ 1859280 h 4185920"/>
                    <a:gd name="connsiteX130" fmla="*/ 10873740 w 11737340"/>
                    <a:gd name="connsiteY130" fmla="*/ 1828800 h 4185920"/>
                    <a:gd name="connsiteX131" fmla="*/ 11079480 w 11737340"/>
                    <a:gd name="connsiteY131" fmla="*/ 1767840 h 4185920"/>
                    <a:gd name="connsiteX132" fmla="*/ 11247120 w 11737340"/>
                    <a:gd name="connsiteY132" fmla="*/ 1684020 h 4185920"/>
                    <a:gd name="connsiteX133" fmla="*/ 11407140 w 11737340"/>
                    <a:gd name="connsiteY133" fmla="*/ 1628140 h 4185920"/>
                    <a:gd name="connsiteX134" fmla="*/ 11490960 w 11737340"/>
                    <a:gd name="connsiteY134" fmla="*/ 1577340 h 4185920"/>
                    <a:gd name="connsiteX135" fmla="*/ 11635740 w 11737340"/>
                    <a:gd name="connsiteY135" fmla="*/ 1508760 h 4185920"/>
                    <a:gd name="connsiteX136" fmla="*/ 11737340 w 11737340"/>
                    <a:gd name="connsiteY136" fmla="*/ 1442720 h 4185920"/>
                    <a:gd name="connsiteX137" fmla="*/ 11620500 w 11737340"/>
                    <a:gd name="connsiteY137" fmla="*/ 1417320 h 4185920"/>
                    <a:gd name="connsiteX138" fmla="*/ 11567160 w 11737340"/>
                    <a:gd name="connsiteY138" fmla="*/ 1379220 h 4185920"/>
                    <a:gd name="connsiteX139" fmla="*/ 11498580 w 11737340"/>
                    <a:gd name="connsiteY139" fmla="*/ 1318260 h 4185920"/>
                    <a:gd name="connsiteX140" fmla="*/ 11468100 w 11737340"/>
                    <a:gd name="connsiteY140" fmla="*/ 1280160 h 4185920"/>
                    <a:gd name="connsiteX141" fmla="*/ 11442700 w 11737340"/>
                    <a:gd name="connsiteY141" fmla="*/ 1231900 h 4185920"/>
                    <a:gd name="connsiteX142" fmla="*/ 11384280 w 11737340"/>
                    <a:gd name="connsiteY142" fmla="*/ 1310640 h 4185920"/>
                    <a:gd name="connsiteX143" fmla="*/ 11353800 w 11737340"/>
                    <a:gd name="connsiteY143" fmla="*/ 1356360 h 4185920"/>
                    <a:gd name="connsiteX144" fmla="*/ 11224260 w 11737340"/>
                    <a:gd name="connsiteY144" fmla="*/ 1417320 h 4185920"/>
                    <a:gd name="connsiteX145" fmla="*/ 11109960 w 11737340"/>
                    <a:gd name="connsiteY145" fmla="*/ 1463040 h 4185920"/>
                    <a:gd name="connsiteX146" fmla="*/ 10911840 w 11737340"/>
                    <a:gd name="connsiteY146" fmla="*/ 1524000 h 4185920"/>
                    <a:gd name="connsiteX147" fmla="*/ 10774680 w 11737340"/>
                    <a:gd name="connsiteY147" fmla="*/ 1546860 h 4185920"/>
                    <a:gd name="connsiteX148" fmla="*/ 10675620 w 11737340"/>
                    <a:gd name="connsiteY148" fmla="*/ 1615440 h 4185920"/>
                    <a:gd name="connsiteX149" fmla="*/ 10568940 w 11737340"/>
                    <a:gd name="connsiteY149" fmla="*/ 1676400 h 4185920"/>
                    <a:gd name="connsiteX150" fmla="*/ 10485120 w 11737340"/>
                    <a:gd name="connsiteY150" fmla="*/ 1760220 h 4185920"/>
                    <a:gd name="connsiteX151" fmla="*/ 10454640 w 11737340"/>
                    <a:gd name="connsiteY151" fmla="*/ 1836420 h 4185920"/>
                    <a:gd name="connsiteX152" fmla="*/ 10416540 w 11737340"/>
                    <a:gd name="connsiteY152" fmla="*/ 1927860 h 4185920"/>
                    <a:gd name="connsiteX153" fmla="*/ 10401300 w 11737340"/>
                    <a:gd name="connsiteY153" fmla="*/ 2004060 h 4185920"/>
                    <a:gd name="connsiteX154" fmla="*/ 10363200 w 11737340"/>
                    <a:gd name="connsiteY154" fmla="*/ 2095500 h 4185920"/>
                    <a:gd name="connsiteX155" fmla="*/ 10317480 w 11737340"/>
                    <a:gd name="connsiteY155" fmla="*/ 2225040 h 4185920"/>
                    <a:gd name="connsiteX156" fmla="*/ 10287000 w 11737340"/>
                    <a:gd name="connsiteY156" fmla="*/ 2346960 h 4185920"/>
                    <a:gd name="connsiteX157" fmla="*/ 10218420 w 11737340"/>
                    <a:gd name="connsiteY157" fmla="*/ 2499360 h 4185920"/>
                    <a:gd name="connsiteX158" fmla="*/ 10134600 w 11737340"/>
                    <a:gd name="connsiteY158" fmla="*/ 2621280 h 4185920"/>
                    <a:gd name="connsiteX159" fmla="*/ 10043160 w 11737340"/>
                    <a:gd name="connsiteY159" fmla="*/ 2735580 h 4185920"/>
                    <a:gd name="connsiteX160" fmla="*/ 9974580 w 11737340"/>
                    <a:gd name="connsiteY160" fmla="*/ 2857500 h 4185920"/>
                    <a:gd name="connsiteX161" fmla="*/ 9906000 w 11737340"/>
                    <a:gd name="connsiteY161" fmla="*/ 2941320 h 4185920"/>
                    <a:gd name="connsiteX162" fmla="*/ 9860280 w 11737340"/>
                    <a:gd name="connsiteY162" fmla="*/ 3032760 h 4185920"/>
                    <a:gd name="connsiteX163" fmla="*/ 9806940 w 11737340"/>
                    <a:gd name="connsiteY163" fmla="*/ 3116580 h 4185920"/>
                    <a:gd name="connsiteX164" fmla="*/ 9715500 w 11737340"/>
                    <a:gd name="connsiteY164" fmla="*/ 3208020 h 4185920"/>
                    <a:gd name="connsiteX165" fmla="*/ 9616440 w 11737340"/>
                    <a:gd name="connsiteY165" fmla="*/ 3261360 h 4185920"/>
                    <a:gd name="connsiteX166" fmla="*/ 9532620 w 11737340"/>
                    <a:gd name="connsiteY166" fmla="*/ 3329940 h 4185920"/>
                    <a:gd name="connsiteX167" fmla="*/ 9471660 w 11737340"/>
                    <a:gd name="connsiteY167" fmla="*/ 3375660 h 4185920"/>
                    <a:gd name="connsiteX168" fmla="*/ 9410700 w 11737340"/>
                    <a:gd name="connsiteY168" fmla="*/ 3429000 h 4185920"/>
                    <a:gd name="connsiteX169" fmla="*/ 9288780 w 11737340"/>
                    <a:gd name="connsiteY169" fmla="*/ 3436620 h 4185920"/>
                    <a:gd name="connsiteX170" fmla="*/ 9166860 w 11737340"/>
                    <a:gd name="connsiteY170" fmla="*/ 3444240 h 4185920"/>
                    <a:gd name="connsiteX171" fmla="*/ 9029700 w 11737340"/>
                    <a:gd name="connsiteY171" fmla="*/ 3413760 h 4185920"/>
                    <a:gd name="connsiteX172" fmla="*/ 8823960 w 11737340"/>
                    <a:gd name="connsiteY172" fmla="*/ 3360420 h 4185920"/>
                    <a:gd name="connsiteX173" fmla="*/ 8679180 w 11737340"/>
                    <a:gd name="connsiteY173" fmla="*/ 3329940 h 4185920"/>
                    <a:gd name="connsiteX174" fmla="*/ 8572500 w 11737340"/>
                    <a:gd name="connsiteY174" fmla="*/ 3276600 h 4185920"/>
                    <a:gd name="connsiteX175" fmla="*/ 8465820 w 11737340"/>
                    <a:gd name="connsiteY175" fmla="*/ 3215640 h 4185920"/>
                    <a:gd name="connsiteX176" fmla="*/ 8321040 w 11737340"/>
                    <a:gd name="connsiteY176" fmla="*/ 3177540 h 4185920"/>
                    <a:gd name="connsiteX177" fmla="*/ 8199120 w 11737340"/>
                    <a:gd name="connsiteY177" fmla="*/ 3131820 h 4185920"/>
                    <a:gd name="connsiteX178" fmla="*/ 8069580 w 11737340"/>
                    <a:gd name="connsiteY178" fmla="*/ 3078480 h 4185920"/>
                    <a:gd name="connsiteX179" fmla="*/ 7917180 w 11737340"/>
                    <a:gd name="connsiteY179" fmla="*/ 2994660 h 4185920"/>
                    <a:gd name="connsiteX180" fmla="*/ 7787640 w 11737340"/>
                    <a:gd name="connsiteY180" fmla="*/ 2971800 h 4185920"/>
                    <a:gd name="connsiteX181" fmla="*/ 7719060 w 11737340"/>
                    <a:gd name="connsiteY181" fmla="*/ 2933700 h 4185920"/>
                    <a:gd name="connsiteX182" fmla="*/ 7612380 w 11737340"/>
                    <a:gd name="connsiteY182" fmla="*/ 2903220 h 4185920"/>
                    <a:gd name="connsiteX183" fmla="*/ 7566660 w 11737340"/>
                    <a:gd name="connsiteY183" fmla="*/ 2887980 h 4185920"/>
                    <a:gd name="connsiteX184" fmla="*/ 7551420 w 11737340"/>
                    <a:gd name="connsiteY184" fmla="*/ 2849880 h 4185920"/>
                    <a:gd name="connsiteX185" fmla="*/ 7533640 w 11737340"/>
                    <a:gd name="connsiteY185" fmla="*/ 2788920 h 4185920"/>
                    <a:gd name="connsiteX186" fmla="*/ 7475220 w 11737340"/>
                    <a:gd name="connsiteY186" fmla="*/ 2857500 h 4185920"/>
                    <a:gd name="connsiteX187" fmla="*/ 7414260 w 11737340"/>
                    <a:gd name="connsiteY187" fmla="*/ 2887980 h 4185920"/>
                    <a:gd name="connsiteX188" fmla="*/ 7345680 w 11737340"/>
                    <a:gd name="connsiteY188" fmla="*/ 2971800 h 4185920"/>
                    <a:gd name="connsiteX189" fmla="*/ 7315200 w 11737340"/>
                    <a:gd name="connsiteY189" fmla="*/ 2994660 h 4185920"/>
                    <a:gd name="connsiteX190" fmla="*/ 7261860 w 11737340"/>
                    <a:gd name="connsiteY190" fmla="*/ 3009900 h 4185920"/>
                    <a:gd name="connsiteX191" fmla="*/ 7193280 w 11737340"/>
                    <a:gd name="connsiteY191" fmla="*/ 3025140 h 4185920"/>
                    <a:gd name="connsiteX192" fmla="*/ 7155180 w 11737340"/>
                    <a:gd name="connsiteY192" fmla="*/ 3078480 h 4185920"/>
                    <a:gd name="connsiteX193" fmla="*/ 7109460 w 11737340"/>
                    <a:gd name="connsiteY193" fmla="*/ 3154680 h 4185920"/>
                    <a:gd name="connsiteX194" fmla="*/ 7048500 w 11737340"/>
                    <a:gd name="connsiteY194" fmla="*/ 3246120 h 4185920"/>
                    <a:gd name="connsiteX195" fmla="*/ 6995160 w 11737340"/>
                    <a:gd name="connsiteY195" fmla="*/ 3307080 h 4185920"/>
                    <a:gd name="connsiteX196" fmla="*/ 6972300 w 11737340"/>
                    <a:gd name="connsiteY196" fmla="*/ 3352800 h 4185920"/>
                    <a:gd name="connsiteX197" fmla="*/ 6949440 w 11737340"/>
                    <a:gd name="connsiteY197" fmla="*/ 3413760 h 4185920"/>
                    <a:gd name="connsiteX198" fmla="*/ 6949440 w 11737340"/>
                    <a:gd name="connsiteY198" fmla="*/ 3413760 h 4185920"/>
                    <a:gd name="connsiteX199" fmla="*/ 6911340 w 11737340"/>
                    <a:gd name="connsiteY199" fmla="*/ 3474720 h 4185920"/>
                    <a:gd name="connsiteX200" fmla="*/ 6888480 w 11737340"/>
                    <a:gd name="connsiteY200" fmla="*/ 3505200 h 4185920"/>
                    <a:gd name="connsiteX201" fmla="*/ 6819900 w 11737340"/>
                    <a:gd name="connsiteY201" fmla="*/ 3566160 h 4185920"/>
                    <a:gd name="connsiteX202" fmla="*/ 6731000 w 11737340"/>
                    <a:gd name="connsiteY202" fmla="*/ 3599180 h 4185920"/>
                    <a:gd name="connsiteX203" fmla="*/ 6675120 w 11737340"/>
                    <a:gd name="connsiteY203" fmla="*/ 3657600 h 4185920"/>
                    <a:gd name="connsiteX204" fmla="*/ 6629400 w 11737340"/>
                    <a:gd name="connsiteY204" fmla="*/ 3718560 h 4185920"/>
                    <a:gd name="connsiteX205" fmla="*/ 6576060 w 11737340"/>
                    <a:gd name="connsiteY205" fmla="*/ 3779520 h 4185920"/>
                    <a:gd name="connsiteX206" fmla="*/ 6484620 w 11737340"/>
                    <a:gd name="connsiteY206" fmla="*/ 3817620 h 4185920"/>
                    <a:gd name="connsiteX207" fmla="*/ 6400800 w 11737340"/>
                    <a:gd name="connsiteY207" fmla="*/ 3832860 h 4185920"/>
                    <a:gd name="connsiteX208" fmla="*/ 6263640 w 11737340"/>
                    <a:gd name="connsiteY208" fmla="*/ 3870960 h 4185920"/>
                    <a:gd name="connsiteX209" fmla="*/ 6126480 w 11737340"/>
                    <a:gd name="connsiteY209" fmla="*/ 3901440 h 4185920"/>
                    <a:gd name="connsiteX210" fmla="*/ 6027420 w 11737340"/>
                    <a:gd name="connsiteY210" fmla="*/ 3916680 h 4185920"/>
                    <a:gd name="connsiteX211" fmla="*/ 5890260 w 11737340"/>
                    <a:gd name="connsiteY211" fmla="*/ 3878580 h 4185920"/>
                    <a:gd name="connsiteX212" fmla="*/ 5821680 w 11737340"/>
                    <a:gd name="connsiteY212" fmla="*/ 3863340 h 4185920"/>
                    <a:gd name="connsiteX213" fmla="*/ 5737860 w 11737340"/>
                    <a:gd name="connsiteY213" fmla="*/ 3825240 h 4185920"/>
                    <a:gd name="connsiteX214" fmla="*/ 5638800 w 11737340"/>
                    <a:gd name="connsiteY214" fmla="*/ 3794760 h 4185920"/>
                    <a:gd name="connsiteX215" fmla="*/ 5524500 w 11737340"/>
                    <a:gd name="connsiteY215" fmla="*/ 3756660 h 4185920"/>
                    <a:gd name="connsiteX216" fmla="*/ 5448300 w 11737340"/>
                    <a:gd name="connsiteY216" fmla="*/ 3718560 h 4185920"/>
                    <a:gd name="connsiteX217" fmla="*/ 5349240 w 11737340"/>
                    <a:gd name="connsiteY217" fmla="*/ 3657600 h 4185920"/>
                    <a:gd name="connsiteX218" fmla="*/ 5295900 w 11737340"/>
                    <a:gd name="connsiteY218" fmla="*/ 3619500 h 4185920"/>
                    <a:gd name="connsiteX219" fmla="*/ 5234940 w 11737340"/>
                    <a:gd name="connsiteY219" fmla="*/ 3596640 h 4185920"/>
                    <a:gd name="connsiteX220" fmla="*/ 5135880 w 11737340"/>
                    <a:gd name="connsiteY220" fmla="*/ 3550920 h 4185920"/>
                    <a:gd name="connsiteX221" fmla="*/ 5059680 w 11737340"/>
                    <a:gd name="connsiteY221" fmla="*/ 3505200 h 4185920"/>
                    <a:gd name="connsiteX222" fmla="*/ 5029200 w 11737340"/>
                    <a:gd name="connsiteY222" fmla="*/ 3482340 h 4185920"/>
                    <a:gd name="connsiteX223" fmla="*/ 4960620 w 11737340"/>
                    <a:gd name="connsiteY223" fmla="*/ 3413760 h 4185920"/>
                    <a:gd name="connsiteX224" fmla="*/ 4876800 w 11737340"/>
                    <a:gd name="connsiteY224" fmla="*/ 3299460 h 4185920"/>
                    <a:gd name="connsiteX225" fmla="*/ 4808220 w 11737340"/>
                    <a:gd name="connsiteY225" fmla="*/ 3200400 h 4185920"/>
                    <a:gd name="connsiteX226" fmla="*/ 4777740 w 11737340"/>
                    <a:gd name="connsiteY226" fmla="*/ 3147060 h 4185920"/>
                    <a:gd name="connsiteX227" fmla="*/ 4724400 w 11737340"/>
                    <a:gd name="connsiteY227" fmla="*/ 3108960 h 4185920"/>
                    <a:gd name="connsiteX228" fmla="*/ 4648200 w 11737340"/>
                    <a:gd name="connsiteY228" fmla="*/ 3063240 h 4185920"/>
                    <a:gd name="connsiteX229" fmla="*/ 4533900 w 11737340"/>
                    <a:gd name="connsiteY229" fmla="*/ 2979420 h 4185920"/>
                    <a:gd name="connsiteX230" fmla="*/ 4427220 w 11737340"/>
                    <a:gd name="connsiteY230" fmla="*/ 2941320 h 4185920"/>
                    <a:gd name="connsiteX231" fmla="*/ 4366260 w 11737340"/>
                    <a:gd name="connsiteY231" fmla="*/ 2903220 h 4185920"/>
                    <a:gd name="connsiteX232" fmla="*/ 4244340 w 11737340"/>
                    <a:gd name="connsiteY232" fmla="*/ 2842260 h 4185920"/>
                    <a:gd name="connsiteX233" fmla="*/ 4145280 w 11737340"/>
                    <a:gd name="connsiteY233" fmla="*/ 2811780 h 4185920"/>
                    <a:gd name="connsiteX234" fmla="*/ 4038600 w 11737340"/>
                    <a:gd name="connsiteY234" fmla="*/ 2804160 h 4185920"/>
                    <a:gd name="connsiteX235" fmla="*/ 3954780 w 11737340"/>
                    <a:gd name="connsiteY235" fmla="*/ 2819400 h 4185920"/>
                    <a:gd name="connsiteX236" fmla="*/ 3863340 w 11737340"/>
                    <a:gd name="connsiteY236" fmla="*/ 2804160 h 4185920"/>
                    <a:gd name="connsiteX237" fmla="*/ 3741420 w 11737340"/>
                    <a:gd name="connsiteY237" fmla="*/ 2781300 h 4185920"/>
                    <a:gd name="connsiteX238" fmla="*/ 3649980 w 11737340"/>
                    <a:gd name="connsiteY238" fmla="*/ 2743200 h 4185920"/>
                    <a:gd name="connsiteX239" fmla="*/ 3573780 w 11737340"/>
                    <a:gd name="connsiteY239" fmla="*/ 2674620 h 4185920"/>
                    <a:gd name="connsiteX240" fmla="*/ 3482340 w 11737340"/>
                    <a:gd name="connsiteY240" fmla="*/ 2621280 h 4185920"/>
                    <a:gd name="connsiteX241" fmla="*/ 3436620 w 11737340"/>
                    <a:gd name="connsiteY241" fmla="*/ 2552700 h 4185920"/>
                    <a:gd name="connsiteX242" fmla="*/ 3329940 w 11737340"/>
                    <a:gd name="connsiteY242" fmla="*/ 2423160 h 4185920"/>
                    <a:gd name="connsiteX243" fmla="*/ 3261360 w 11737340"/>
                    <a:gd name="connsiteY243" fmla="*/ 2324100 h 4185920"/>
                    <a:gd name="connsiteX244" fmla="*/ 3131820 w 11737340"/>
                    <a:gd name="connsiteY244" fmla="*/ 2209800 h 4185920"/>
                    <a:gd name="connsiteX245" fmla="*/ 3040380 w 11737340"/>
                    <a:gd name="connsiteY245" fmla="*/ 2141220 h 4185920"/>
                    <a:gd name="connsiteX246" fmla="*/ 2910840 w 11737340"/>
                    <a:gd name="connsiteY246" fmla="*/ 2034540 h 4185920"/>
                    <a:gd name="connsiteX247" fmla="*/ 2849880 w 11737340"/>
                    <a:gd name="connsiteY247" fmla="*/ 1958340 h 4185920"/>
                    <a:gd name="connsiteX248" fmla="*/ 2743200 w 11737340"/>
                    <a:gd name="connsiteY248" fmla="*/ 1889760 h 4185920"/>
                    <a:gd name="connsiteX249" fmla="*/ 2659380 w 11737340"/>
                    <a:gd name="connsiteY249" fmla="*/ 1844040 h 4185920"/>
                    <a:gd name="connsiteX250" fmla="*/ 2575560 w 11737340"/>
                    <a:gd name="connsiteY250" fmla="*/ 1744980 h 4185920"/>
                    <a:gd name="connsiteX251" fmla="*/ 2468880 w 11737340"/>
                    <a:gd name="connsiteY251" fmla="*/ 1645920 h 4185920"/>
                    <a:gd name="connsiteX252" fmla="*/ 2400300 w 11737340"/>
                    <a:gd name="connsiteY252" fmla="*/ 1607820 h 4185920"/>
                    <a:gd name="connsiteX253" fmla="*/ 2263140 w 11737340"/>
                    <a:gd name="connsiteY253" fmla="*/ 1501140 h 4185920"/>
                    <a:gd name="connsiteX254" fmla="*/ 2171700 w 11737340"/>
                    <a:gd name="connsiteY254" fmla="*/ 1432560 h 4185920"/>
                    <a:gd name="connsiteX255" fmla="*/ 2087880 w 11737340"/>
                    <a:gd name="connsiteY255" fmla="*/ 1363980 h 4185920"/>
                    <a:gd name="connsiteX256" fmla="*/ 1950720 w 11737340"/>
                    <a:gd name="connsiteY256" fmla="*/ 1272540 h 4185920"/>
                    <a:gd name="connsiteX257" fmla="*/ 1805940 w 11737340"/>
                    <a:gd name="connsiteY257" fmla="*/ 1135380 h 4185920"/>
                    <a:gd name="connsiteX258" fmla="*/ 1729740 w 11737340"/>
                    <a:gd name="connsiteY258" fmla="*/ 1089660 h 4185920"/>
                    <a:gd name="connsiteX259" fmla="*/ 1668780 w 11737340"/>
                    <a:gd name="connsiteY259" fmla="*/ 1043940 h 4185920"/>
                    <a:gd name="connsiteX260" fmla="*/ 1592580 w 11737340"/>
                    <a:gd name="connsiteY260" fmla="*/ 990600 h 4185920"/>
                    <a:gd name="connsiteX261" fmla="*/ 1470660 w 11737340"/>
                    <a:gd name="connsiteY261" fmla="*/ 891540 h 4185920"/>
                    <a:gd name="connsiteX262" fmla="*/ 1386840 w 11737340"/>
                    <a:gd name="connsiteY262" fmla="*/ 845820 h 4185920"/>
                    <a:gd name="connsiteX263" fmla="*/ 1318260 w 11737340"/>
                    <a:gd name="connsiteY263" fmla="*/ 784860 h 4185920"/>
                    <a:gd name="connsiteX264" fmla="*/ 1264920 w 11737340"/>
                    <a:gd name="connsiteY264" fmla="*/ 723900 h 4185920"/>
                    <a:gd name="connsiteX265" fmla="*/ 1181100 w 11737340"/>
                    <a:gd name="connsiteY265" fmla="*/ 647700 h 4185920"/>
                    <a:gd name="connsiteX266" fmla="*/ 1089660 w 11737340"/>
                    <a:gd name="connsiteY266" fmla="*/ 624840 h 4185920"/>
                    <a:gd name="connsiteX267" fmla="*/ 1021080 w 11737340"/>
                    <a:gd name="connsiteY267" fmla="*/ 586740 h 4185920"/>
                    <a:gd name="connsiteX268" fmla="*/ 937260 w 11737340"/>
                    <a:gd name="connsiteY268" fmla="*/ 548640 h 4185920"/>
                    <a:gd name="connsiteX269" fmla="*/ 830580 w 11737340"/>
                    <a:gd name="connsiteY269" fmla="*/ 510540 h 4185920"/>
                    <a:gd name="connsiteX270" fmla="*/ 754380 w 11737340"/>
                    <a:gd name="connsiteY270" fmla="*/ 457200 h 4185920"/>
                    <a:gd name="connsiteX271" fmla="*/ 708660 w 11737340"/>
                    <a:gd name="connsiteY271" fmla="*/ 419100 h 4185920"/>
                    <a:gd name="connsiteX272" fmla="*/ 609600 w 11737340"/>
                    <a:gd name="connsiteY272" fmla="*/ 396240 h 4185920"/>
                    <a:gd name="connsiteX273" fmla="*/ 548640 w 11737340"/>
                    <a:gd name="connsiteY273" fmla="*/ 320040 h 4185920"/>
                    <a:gd name="connsiteX274" fmla="*/ 510540 w 11737340"/>
                    <a:gd name="connsiteY274" fmla="*/ 251460 h 4185920"/>
                    <a:gd name="connsiteX275" fmla="*/ 464820 w 11737340"/>
                    <a:gd name="connsiteY275" fmla="*/ 190500 h 4185920"/>
                    <a:gd name="connsiteX276" fmla="*/ 411480 w 11737340"/>
                    <a:gd name="connsiteY276" fmla="*/ 137160 h 4185920"/>
                    <a:gd name="connsiteX277" fmla="*/ 373380 w 11737340"/>
                    <a:gd name="connsiteY277" fmla="*/ 45720 h 4185920"/>
                    <a:gd name="connsiteX278" fmla="*/ 342900 w 11737340"/>
                    <a:gd name="connsiteY278" fmla="*/ 0 h 4185920"/>
                    <a:gd name="connsiteX279" fmla="*/ 327660 w 11737340"/>
                    <a:gd name="connsiteY279" fmla="*/ 60960 h 4185920"/>
                    <a:gd name="connsiteX280" fmla="*/ 289560 w 11737340"/>
                    <a:gd name="connsiteY280" fmla="*/ 91440 h 4185920"/>
                    <a:gd name="connsiteX281" fmla="*/ 236220 w 11737340"/>
                    <a:gd name="connsiteY281" fmla="*/ 114300 h 4185920"/>
                    <a:gd name="connsiteX282" fmla="*/ 198120 w 11737340"/>
                    <a:gd name="connsiteY282" fmla="*/ 175260 h 4185920"/>
                    <a:gd name="connsiteX283" fmla="*/ 175260 w 11737340"/>
                    <a:gd name="connsiteY283" fmla="*/ 228600 h 4185920"/>
                    <a:gd name="connsiteX284" fmla="*/ 114300 w 11737340"/>
                    <a:gd name="connsiteY284" fmla="*/ 236220 h 4185920"/>
                    <a:gd name="connsiteX285" fmla="*/ 45720 w 11737340"/>
                    <a:gd name="connsiteY285" fmla="*/ 251460 h 4185920"/>
                    <a:gd name="connsiteX286" fmla="*/ 0 w 11737340"/>
                    <a:gd name="connsiteY286" fmla="*/ 281940 h 4185920"/>
                    <a:gd name="connsiteX287" fmla="*/ 68580 w 11737340"/>
                    <a:gd name="connsiteY287" fmla="*/ 320040 h 4185920"/>
                    <a:gd name="connsiteX0" fmla="*/ 68580 w 11737340"/>
                    <a:gd name="connsiteY0" fmla="*/ 320040 h 4185920"/>
                    <a:gd name="connsiteX1" fmla="*/ 121920 w 11737340"/>
                    <a:gd name="connsiteY1" fmla="*/ 381000 h 4185920"/>
                    <a:gd name="connsiteX2" fmla="*/ 198120 w 11737340"/>
                    <a:gd name="connsiteY2" fmla="*/ 419100 h 4185920"/>
                    <a:gd name="connsiteX3" fmla="*/ 320040 w 11737340"/>
                    <a:gd name="connsiteY3" fmla="*/ 510540 h 4185920"/>
                    <a:gd name="connsiteX4" fmla="*/ 411480 w 11737340"/>
                    <a:gd name="connsiteY4" fmla="*/ 563880 h 4185920"/>
                    <a:gd name="connsiteX5" fmla="*/ 472440 w 11737340"/>
                    <a:gd name="connsiteY5" fmla="*/ 632460 h 4185920"/>
                    <a:gd name="connsiteX6" fmla="*/ 601980 w 11737340"/>
                    <a:gd name="connsiteY6" fmla="*/ 708660 h 4185920"/>
                    <a:gd name="connsiteX7" fmla="*/ 739140 w 11737340"/>
                    <a:gd name="connsiteY7" fmla="*/ 784860 h 4185920"/>
                    <a:gd name="connsiteX8" fmla="*/ 861060 w 11737340"/>
                    <a:gd name="connsiteY8" fmla="*/ 868680 h 4185920"/>
                    <a:gd name="connsiteX9" fmla="*/ 944880 w 11737340"/>
                    <a:gd name="connsiteY9" fmla="*/ 952500 h 4185920"/>
                    <a:gd name="connsiteX10" fmla="*/ 1021080 w 11737340"/>
                    <a:gd name="connsiteY10" fmla="*/ 1005840 h 4185920"/>
                    <a:gd name="connsiteX11" fmla="*/ 1097280 w 11737340"/>
                    <a:gd name="connsiteY11" fmla="*/ 1043940 h 4185920"/>
                    <a:gd name="connsiteX12" fmla="*/ 1181100 w 11737340"/>
                    <a:gd name="connsiteY12" fmla="*/ 1104900 h 4185920"/>
                    <a:gd name="connsiteX13" fmla="*/ 1249680 w 11737340"/>
                    <a:gd name="connsiteY13" fmla="*/ 1150620 h 4185920"/>
                    <a:gd name="connsiteX14" fmla="*/ 1341120 w 11737340"/>
                    <a:gd name="connsiteY14" fmla="*/ 1196340 h 4185920"/>
                    <a:gd name="connsiteX15" fmla="*/ 1417320 w 11737340"/>
                    <a:gd name="connsiteY15" fmla="*/ 1257300 h 4185920"/>
                    <a:gd name="connsiteX16" fmla="*/ 1493520 w 11737340"/>
                    <a:gd name="connsiteY16" fmla="*/ 1333500 h 4185920"/>
                    <a:gd name="connsiteX17" fmla="*/ 1569720 w 11737340"/>
                    <a:gd name="connsiteY17" fmla="*/ 1356360 h 4185920"/>
                    <a:gd name="connsiteX18" fmla="*/ 1684020 w 11737340"/>
                    <a:gd name="connsiteY18" fmla="*/ 1424940 h 4185920"/>
                    <a:gd name="connsiteX19" fmla="*/ 1729740 w 11737340"/>
                    <a:gd name="connsiteY19" fmla="*/ 1485900 h 4185920"/>
                    <a:gd name="connsiteX20" fmla="*/ 1844040 w 11737340"/>
                    <a:gd name="connsiteY20" fmla="*/ 1569720 h 4185920"/>
                    <a:gd name="connsiteX21" fmla="*/ 1935480 w 11737340"/>
                    <a:gd name="connsiteY21" fmla="*/ 1615440 h 4185920"/>
                    <a:gd name="connsiteX22" fmla="*/ 2049780 w 11737340"/>
                    <a:gd name="connsiteY22" fmla="*/ 1691640 h 4185920"/>
                    <a:gd name="connsiteX23" fmla="*/ 2133600 w 11737340"/>
                    <a:gd name="connsiteY23" fmla="*/ 1729740 h 4185920"/>
                    <a:gd name="connsiteX24" fmla="*/ 2202180 w 11737340"/>
                    <a:gd name="connsiteY24" fmla="*/ 1805940 h 4185920"/>
                    <a:gd name="connsiteX25" fmla="*/ 2255520 w 11737340"/>
                    <a:gd name="connsiteY25" fmla="*/ 1821180 h 4185920"/>
                    <a:gd name="connsiteX26" fmla="*/ 2316480 w 11737340"/>
                    <a:gd name="connsiteY26" fmla="*/ 1866900 h 4185920"/>
                    <a:gd name="connsiteX27" fmla="*/ 2423160 w 11737340"/>
                    <a:gd name="connsiteY27" fmla="*/ 2004060 h 4185920"/>
                    <a:gd name="connsiteX28" fmla="*/ 2476500 w 11737340"/>
                    <a:gd name="connsiteY28" fmla="*/ 2087880 h 4185920"/>
                    <a:gd name="connsiteX29" fmla="*/ 2567940 w 11737340"/>
                    <a:gd name="connsiteY29" fmla="*/ 2148840 h 4185920"/>
                    <a:gd name="connsiteX30" fmla="*/ 2682240 w 11737340"/>
                    <a:gd name="connsiteY30" fmla="*/ 2186940 h 4185920"/>
                    <a:gd name="connsiteX31" fmla="*/ 2743200 w 11737340"/>
                    <a:gd name="connsiteY31" fmla="*/ 2209800 h 4185920"/>
                    <a:gd name="connsiteX32" fmla="*/ 2811780 w 11737340"/>
                    <a:gd name="connsiteY32" fmla="*/ 2247900 h 4185920"/>
                    <a:gd name="connsiteX33" fmla="*/ 2887980 w 11737340"/>
                    <a:gd name="connsiteY33" fmla="*/ 2301240 h 4185920"/>
                    <a:gd name="connsiteX34" fmla="*/ 2979420 w 11737340"/>
                    <a:gd name="connsiteY34" fmla="*/ 2385060 h 4185920"/>
                    <a:gd name="connsiteX35" fmla="*/ 3055620 w 11737340"/>
                    <a:gd name="connsiteY35" fmla="*/ 2461260 h 4185920"/>
                    <a:gd name="connsiteX36" fmla="*/ 3134360 w 11737340"/>
                    <a:gd name="connsiteY36" fmla="*/ 2555240 h 4185920"/>
                    <a:gd name="connsiteX37" fmla="*/ 3261360 w 11737340"/>
                    <a:gd name="connsiteY37" fmla="*/ 2628900 h 4185920"/>
                    <a:gd name="connsiteX38" fmla="*/ 3345180 w 11737340"/>
                    <a:gd name="connsiteY38" fmla="*/ 2720340 h 4185920"/>
                    <a:gd name="connsiteX39" fmla="*/ 3444240 w 11737340"/>
                    <a:gd name="connsiteY39" fmla="*/ 2796540 h 4185920"/>
                    <a:gd name="connsiteX40" fmla="*/ 3558540 w 11737340"/>
                    <a:gd name="connsiteY40" fmla="*/ 2872740 h 4185920"/>
                    <a:gd name="connsiteX41" fmla="*/ 3619500 w 11737340"/>
                    <a:gd name="connsiteY41" fmla="*/ 2979420 h 4185920"/>
                    <a:gd name="connsiteX42" fmla="*/ 3619500 w 11737340"/>
                    <a:gd name="connsiteY42" fmla="*/ 2979420 h 4185920"/>
                    <a:gd name="connsiteX43" fmla="*/ 3649980 w 11737340"/>
                    <a:gd name="connsiteY43" fmla="*/ 3048000 h 4185920"/>
                    <a:gd name="connsiteX44" fmla="*/ 3703320 w 11737340"/>
                    <a:gd name="connsiteY44" fmla="*/ 3086100 h 4185920"/>
                    <a:gd name="connsiteX45" fmla="*/ 3764280 w 11737340"/>
                    <a:gd name="connsiteY45" fmla="*/ 3063240 h 4185920"/>
                    <a:gd name="connsiteX46" fmla="*/ 3850640 w 11737340"/>
                    <a:gd name="connsiteY46" fmla="*/ 3040380 h 4185920"/>
                    <a:gd name="connsiteX47" fmla="*/ 3916680 w 11737340"/>
                    <a:gd name="connsiteY47" fmla="*/ 3032760 h 4185920"/>
                    <a:gd name="connsiteX48" fmla="*/ 4030980 w 11737340"/>
                    <a:gd name="connsiteY48" fmla="*/ 3063240 h 4185920"/>
                    <a:gd name="connsiteX49" fmla="*/ 4137660 w 11737340"/>
                    <a:gd name="connsiteY49" fmla="*/ 3101340 h 4185920"/>
                    <a:gd name="connsiteX50" fmla="*/ 4259580 w 11737340"/>
                    <a:gd name="connsiteY50" fmla="*/ 3147060 h 4185920"/>
                    <a:gd name="connsiteX51" fmla="*/ 4381500 w 11737340"/>
                    <a:gd name="connsiteY51" fmla="*/ 3192780 h 4185920"/>
                    <a:gd name="connsiteX52" fmla="*/ 4526280 w 11737340"/>
                    <a:gd name="connsiteY52" fmla="*/ 3276600 h 4185920"/>
                    <a:gd name="connsiteX53" fmla="*/ 4587240 w 11737340"/>
                    <a:gd name="connsiteY53" fmla="*/ 3299460 h 4185920"/>
                    <a:gd name="connsiteX54" fmla="*/ 4610100 w 11737340"/>
                    <a:gd name="connsiteY54" fmla="*/ 3352800 h 4185920"/>
                    <a:gd name="connsiteX55" fmla="*/ 4648200 w 11737340"/>
                    <a:gd name="connsiteY55" fmla="*/ 3436620 h 4185920"/>
                    <a:gd name="connsiteX56" fmla="*/ 4671060 w 11737340"/>
                    <a:gd name="connsiteY56" fmla="*/ 3520440 h 4185920"/>
                    <a:gd name="connsiteX57" fmla="*/ 4678680 w 11737340"/>
                    <a:gd name="connsiteY57" fmla="*/ 3589020 h 4185920"/>
                    <a:gd name="connsiteX58" fmla="*/ 4686300 w 11737340"/>
                    <a:gd name="connsiteY58" fmla="*/ 3649980 h 4185920"/>
                    <a:gd name="connsiteX59" fmla="*/ 4724400 w 11737340"/>
                    <a:gd name="connsiteY59" fmla="*/ 3680460 h 4185920"/>
                    <a:gd name="connsiteX60" fmla="*/ 4785360 w 11737340"/>
                    <a:gd name="connsiteY60" fmla="*/ 3672840 h 4185920"/>
                    <a:gd name="connsiteX61" fmla="*/ 4869180 w 11737340"/>
                    <a:gd name="connsiteY61" fmla="*/ 3703320 h 4185920"/>
                    <a:gd name="connsiteX62" fmla="*/ 4914900 w 11737340"/>
                    <a:gd name="connsiteY62" fmla="*/ 3756660 h 4185920"/>
                    <a:gd name="connsiteX63" fmla="*/ 5105400 w 11737340"/>
                    <a:gd name="connsiteY63" fmla="*/ 3832860 h 4185920"/>
                    <a:gd name="connsiteX64" fmla="*/ 5173980 w 11737340"/>
                    <a:gd name="connsiteY64" fmla="*/ 3886200 h 4185920"/>
                    <a:gd name="connsiteX65" fmla="*/ 5242560 w 11737340"/>
                    <a:gd name="connsiteY65" fmla="*/ 3924300 h 4185920"/>
                    <a:gd name="connsiteX66" fmla="*/ 5364480 w 11737340"/>
                    <a:gd name="connsiteY66" fmla="*/ 3962400 h 4185920"/>
                    <a:gd name="connsiteX67" fmla="*/ 5516880 w 11737340"/>
                    <a:gd name="connsiteY67" fmla="*/ 4046220 h 4185920"/>
                    <a:gd name="connsiteX68" fmla="*/ 5585460 w 11737340"/>
                    <a:gd name="connsiteY68" fmla="*/ 4099560 h 4185920"/>
                    <a:gd name="connsiteX69" fmla="*/ 5661660 w 11737340"/>
                    <a:gd name="connsiteY69" fmla="*/ 4122420 h 4185920"/>
                    <a:gd name="connsiteX70" fmla="*/ 5745480 w 11737340"/>
                    <a:gd name="connsiteY70" fmla="*/ 4130040 h 4185920"/>
                    <a:gd name="connsiteX71" fmla="*/ 5836920 w 11737340"/>
                    <a:gd name="connsiteY71" fmla="*/ 4130040 h 4185920"/>
                    <a:gd name="connsiteX72" fmla="*/ 5943600 w 11737340"/>
                    <a:gd name="connsiteY72" fmla="*/ 4165600 h 4185920"/>
                    <a:gd name="connsiteX73" fmla="*/ 6042660 w 11737340"/>
                    <a:gd name="connsiteY73" fmla="*/ 4185920 h 4185920"/>
                    <a:gd name="connsiteX74" fmla="*/ 6167120 w 11737340"/>
                    <a:gd name="connsiteY74" fmla="*/ 4160520 h 4185920"/>
                    <a:gd name="connsiteX75" fmla="*/ 6286500 w 11737340"/>
                    <a:gd name="connsiteY75" fmla="*/ 4114800 h 4185920"/>
                    <a:gd name="connsiteX76" fmla="*/ 6393180 w 11737340"/>
                    <a:gd name="connsiteY76" fmla="*/ 4071620 h 4185920"/>
                    <a:gd name="connsiteX77" fmla="*/ 6484620 w 11737340"/>
                    <a:gd name="connsiteY77" fmla="*/ 4038600 h 4185920"/>
                    <a:gd name="connsiteX78" fmla="*/ 6583680 w 11737340"/>
                    <a:gd name="connsiteY78" fmla="*/ 3970020 h 4185920"/>
                    <a:gd name="connsiteX79" fmla="*/ 6697980 w 11737340"/>
                    <a:gd name="connsiteY79" fmla="*/ 3886200 h 4185920"/>
                    <a:gd name="connsiteX80" fmla="*/ 6751320 w 11737340"/>
                    <a:gd name="connsiteY80" fmla="*/ 3822700 h 4185920"/>
                    <a:gd name="connsiteX81" fmla="*/ 6855460 w 11737340"/>
                    <a:gd name="connsiteY81" fmla="*/ 3764280 h 4185920"/>
                    <a:gd name="connsiteX82" fmla="*/ 6959600 w 11737340"/>
                    <a:gd name="connsiteY82" fmla="*/ 3629660 h 4185920"/>
                    <a:gd name="connsiteX83" fmla="*/ 7056120 w 11737340"/>
                    <a:gd name="connsiteY83" fmla="*/ 3528060 h 4185920"/>
                    <a:gd name="connsiteX84" fmla="*/ 7165340 w 11737340"/>
                    <a:gd name="connsiteY84" fmla="*/ 3454400 h 4185920"/>
                    <a:gd name="connsiteX85" fmla="*/ 7287260 w 11737340"/>
                    <a:gd name="connsiteY85" fmla="*/ 3296920 h 4185920"/>
                    <a:gd name="connsiteX86" fmla="*/ 7338060 w 11737340"/>
                    <a:gd name="connsiteY86" fmla="*/ 3200400 h 4185920"/>
                    <a:gd name="connsiteX87" fmla="*/ 7383780 w 11737340"/>
                    <a:gd name="connsiteY87" fmla="*/ 3144520 h 4185920"/>
                    <a:gd name="connsiteX88" fmla="*/ 7444740 w 11737340"/>
                    <a:gd name="connsiteY88" fmla="*/ 3093720 h 4185920"/>
                    <a:gd name="connsiteX89" fmla="*/ 7513320 w 11737340"/>
                    <a:gd name="connsiteY89" fmla="*/ 3101340 h 4185920"/>
                    <a:gd name="connsiteX90" fmla="*/ 7576820 w 11737340"/>
                    <a:gd name="connsiteY90" fmla="*/ 3093720 h 4185920"/>
                    <a:gd name="connsiteX91" fmla="*/ 7729220 w 11737340"/>
                    <a:gd name="connsiteY91" fmla="*/ 3136900 h 4185920"/>
                    <a:gd name="connsiteX92" fmla="*/ 7833360 w 11737340"/>
                    <a:gd name="connsiteY92" fmla="*/ 3180080 h 4185920"/>
                    <a:gd name="connsiteX93" fmla="*/ 7967980 w 11737340"/>
                    <a:gd name="connsiteY93" fmla="*/ 3208020 h 4185920"/>
                    <a:gd name="connsiteX94" fmla="*/ 8161020 w 11737340"/>
                    <a:gd name="connsiteY94" fmla="*/ 3296920 h 4185920"/>
                    <a:gd name="connsiteX95" fmla="*/ 8293100 w 11737340"/>
                    <a:gd name="connsiteY95" fmla="*/ 3370580 h 4185920"/>
                    <a:gd name="connsiteX96" fmla="*/ 8371840 w 11737340"/>
                    <a:gd name="connsiteY96" fmla="*/ 3395980 h 4185920"/>
                    <a:gd name="connsiteX97" fmla="*/ 8468360 w 11737340"/>
                    <a:gd name="connsiteY97" fmla="*/ 3434080 h 4185920"/>
                    <a:gd name="connsiteX98" fmla="*/ 8582660 w 11737340"/>
                    <a:gd name="connsiteY98" fmla="*/ 3528060 h 4185920"/>
                    <a:gd name="connsiteX99" fmla="*/ 8641080 w 11737340"/>
                    <a:gd name="connsiteY99" fmla="*/ 3566160 h 4185920"/>
                    <a:gd name="connsiteX100" fmla="*/ 8702040 w 11737340"/>
                    <a:gd name="connsiteY100" fmla="*/ 3604260 h 4185920"/>
                    <a:gd name="connsiteX101" fmla="*/ 8763000 w 11737340"/>
                    <a:gd name="connsiteY101" fmla="*/ 3634740 h 4185920"/>
                    <a:gd name="connsiteX102" fmla="*/ 8846820 w 11737340"/>
                    <a:gd name="connsiteY102" fmla="*/ 3632200 h 4185920"/>
                    <a:gd name="connsiteX103" fmla="*/ 8968740 w 11737340"/>
                    <a:gd name="connsiteY103" fmla="*/ 3634740 h 4185920"/>
                    <a:gd name="connsiteX104" fmla="*/ 9060180 w 11737340"/>
                    <a:gd name="connsiteY104" fmla="*/ 3642360 h 4185920"/>
                    <a:gd name="connsiteX105" fmla="*/ 9151620 w 11737340"/>
                    <a:gd name="connsiteY105" fmla="*/ 3657600 h 4185920"/>
                    <a:gd name="connsiteX106" fmla="*/ 9230360 w 11737340"/>
                    <a:gd name="connsiteY106" fmla="*/ 3657600 h 4185920"/>
                    <a:gd name="connsiteX107" fmla="*/ 9331960 w 11737340"/>
                    <a:gd name="connsiteY107" fmla="*/ 3629660 h 4185920"/>
                    <a:gd name="connsiteX108" fmla="*/ 9433560 w 11737340"/>
                    <a:gd name="connsiteY108" fmla="*/ 3589020 h 4185920"/>
                    <a:gd name="connsiteX109" fmla="*/ 9535160 w 11737340"/>
                    <a:gd name="connsiteY109" fmla="*/ 3540760 h 4185920"/>
                    <a:gd name="connsiteX110" fmla="*/ 9646920 w 11737340"/>
                    <a:gd name="connsiteY110" fmla="*/ 3489960 h 4185920"/>
                    <a:gd name="connsiteX111" fmla="*/ 9784080 w 11737340"/>
                    <a:gd name="connsiteY111" fmla="*/ 3444240 h 4185920"/>
                    <a:gd name="connsiteX112" fmla="*/ 9860280 w 11737340"/>
                    <a:gd name="connsiteY112" fmla="*/ 3383280 h 4185920"/>
                    <a:gd name="connsiteX113" fmla="*/ 9921240 w 11737340"/>
                    <a:gd name="connsiteY113" fmla="*/ 3314700 h 4185920"/>
                    <a:gd name="connsiteX114" fmla="*/ 9997440 w 11737340"/>
                    <a:gd name="connsiteY114" fmla="*/ 3208020 h 4185920"/>
                    <a:gd name="connsiteX115" fmla="*/ 10043160 w 11737340"/>
                    <a:gd name="connsiteY115" fmla="*/ 3101340 h 4185920"/>
                    <a:gd name="connsiteX116" fmla="*/ 10104120 w 11737340"/>
                    <a:gd name="connsiteY116" fmla="*/ 3017520 h 4185920"/>
                    <a:gd name="connsiteX117" fmla="*/ 10157460 w 11737340"/>
                    <a:gd name="connsiteY117" fmla="*/ 2933700 h 4185920"/>
                    <a:gd name="connsiteX118" fmla="*/ 10218420 w 11737340"/>
                    <a:gd name="connsiteY118" fmla="*/ 2849880 h 4185920"/>
                    <a:gd name="connsiteX119" fmla="*/ 10294620 w 11737340"/>
                    <a:gd name="connsiteY119" fmla="*/ 2735580 h 4185920"/>
                    <a:gd name="connsiteX120" fmla="*/ 10347960 w 11737340"/>
                    <a:gd name="connsiteY120" fmla="*/ 2621280 h 4185920"/>
                    <a:gd name="connsiteX121" fmla="*/ 10431780 w 11737340"/>
                    <a:gd name="connsiteY121" fmla="*/ 2499360 h 4185920"/>
                    <a:gd name="connsiteX122" fmla="*/ 10500360 w 11737340"/>
                    <a:gd name="connsiteY122" fmla="*/ 2354580 h 4185920"/>
                    <a:gd name="connsiteX123" fmla="*/ 10553700 w 11737340"/>
                    <a:gd name="connsiteY123" fmla="*/ 2263140 h 4185920"/>
                    <a:gd name="connsiteX124" fmla="*/ 10584180 w 11737340"/>
                    <a:gd name="connsiteY124" fmla="*/ 2194560 h 4185920"/>
                    <a:gd name="connsiteX125" fmla="*/ 10624820 w 11737340"/>
                    <a:gd name="connsiteY125" fmla="*/ 2125980 h 4185920"/>
                    <a:gd name="connsiteX126" fmla="*/ 10675620 w 11737340"/>
                    <a:gd name="connsiteY126" fmla="*/ 2049780 h 4185920"/>
                    <a:gd name="connsiteX127" fmla="*/ 10690860 w 11737340"/>
                    <a:gd name="connsiteY127" fmla="*/ 1988820 h 4185920"/>
                    <a:gd name="connsiteX128" fmla="*/ 10713720 w 11737340"/>
                    <a:gd name="connsiteY128" fmla="*/ 1927860 h 4185920"/>
                    <a:gd name="connsiteX129" fmla="*/ 10767060 w 11737340"/>
                    <a:gd name="connsiteY129" fmla="*/ 1859280 h 4185920"/>
                    <a:gd name="connsiteX130" fmla="*/ 10873740 w 11737340"/>
                    <a:gd name="connsiteY130" fmla="*/ 1828800 h 4185920"/>
                    <a:gd name="connsiteX131" fmla="*/ 11079480 w 11737340"/>
                    <a:gd name="connsiteY131" fmla="*/ 1767840 h 4185920"/>
                    <a:gd name="connsiteX132" fmla="*/ 11247120 w 11737340"/>
                    <a:gd name="connsiteY132" fmla="*/ 1684020 h 4185920"/>
                    <a:gd name="connsiteX133" fmla="*/ 11407140 w 11737340"/>
                    <a:gd name="connsiteY133" fmla="*/ 1628140 h 4185920"/>
                    <a:gd name="connsiteX134" fmla="*/ 11490960 w 11737340"/>
                    <a:gd name="connsiteY134" fmla="*/ 1577340 h 4185920"/>
                    <a:gd name="connsiteX135" fmla="*/ 11635740 w 11737340"/>
                    <a:gd name="connsiteY135" fmla="*/ 1508760 h 4185920"/>
                    <a:gd name="connsiteX136" fmla="*/ 11737340 w 11737340"/>
                    <a:gd name="connsiteY136" fmla="*/ 1442720 h 4185920"/>
                    <a:gd name="connsiteX137" fmla="*/ 11620500 w 11737340"/>
                    <a:gd name="connsiteY137" fmla="*/ 1417320 h 4185920"/>
                    <a:gd name="connsiteX138" fmla="*/ 11567160 w 11737340"/>
                    <a:gd name="connsiteY138" fmla="*/ 1379220 h 4185920"/>
                    <a:gd name="connsiteX139" fmla="*/ 11498580 w 11737340"/>
                    <a:gd name="connsiteY139" fmla="*/ 1318260 h 4185920"/>
                    <a:gd name="connsiteX140" fmla="*/ 11468100 w 11737340"/>
                    <a:gd name="connsiteY140" fmla="*/ 1280160 h 4185920"/>
                    <a:gd name="connsiteX141" fmla="*/ 11442700 w 11737340"/>
                    <a:gd name="connsiteY141" fmla="*/ 1231900 h 4185920"/>
                    <a:gd name="connsiteX142" fmla="*/ 11384280 w 11737340"/>
                    <a:gd name="connsiteY142" fmla="*/ 1310640 h 4185920"/>
                    <a:gd name="connsiteX143" fmla="*/ 11353800 w 11737340"/>
                    <a:gd name="connsiteY143" fmla="*/ 1356360 h 4185920"/>
                    <a:gd name="connsiteX144" fmla="*/ 11224260 w 11737340"/>
                    <a:gd name="connsiteY144" fmla="*/ 1417320 h 4185920"/>
                    <a:gd name="connsiteX145" fmla="*/ 11109960 w 11737340"/>
                    <a:gd name="connsiteY145" fmla="*/ 1463040 h 4185920"/>
                    <a:gd name="connsiteX146" fmla="*/ 10911840 w 11737340"/>
                    <a:gd name="connsiteY146" fmla="*/ 1524000 h 4185920"/>
                    <a:gd name="connsiteX147" fmla="*/ 10774680 w 11737340"/>
                    <a:gd name="connsiteY147" fmla="*/ 1546860 h 4185920"/>
                    <a:gd name="connsiteX148" fmla="*/ 10675620 w 11737340"/>
                    <a:gd name="connsiteY148" fmla="*/ 1615440 h 4185920"/>
                    <a:gd name="connsiteX149" fmla="*/ 10568940 w 11737340"/>
                    <a:gd name="connsiteY149" fmla="*/ 1676400 h 4185920"/>
                    <a:gd name="connsiteX150" fmla="*/ 10485120 w 11737340"/>
                    <a:gd name="connsiteY150" fmla="*/ 1760220 h 4185920"/>
                    <a:gd name="connsiteX151" fmla="*/ 10454640 w 11737340"/>
                    <a:gd name="connsiteY151" fmla="*/ 1836420 h 4185920"/>
                    <a:gd name="connsiteX152" fmla="*/ 10416540 w 11737340"/>
                    <a:gd name="connsiteY152" fmla="*/ 1927860 h 4185920"/>
                    <a:gd name="connsiteX153" fmla="*/ 10401300 w 11737340"/>
                    <a:gd name="connsiteY153" fmla="*/ 2004060 h 4185920"/>
                    <a:gd name="connsiteX154" fmla="*/ 10363200 w 11737340"/>
                    <a:gd name="connsiteY154" fmla="*/ 2095500 h 4185920"/>
                    <a:gd name="connsiteX155" fmla="*/ 10317480 w 11737340"/>
                    <a:gd name="connsiteY155" fmla="*/ 2225040 h 4185920"/>
                    <a:gd name="connsiteX156" fmla="*/ 10287000 w 11737340"/>
                    <a:gd name="connsiteY156" fmla="*/ 2346960 h 4185920"/>
                    <a:gd name="connsiteX157" fmla="*/ 10218420 w 11737340"/>
                    <a:gd name="connsiteY157" fmla="*/ 2499360 h 4185920"/>
                    <a:gd name="connsiteX158" fmla="*/ 10134600 w 11737340"/>
                    <a:gd name="connsiteY158" fmla="*/ 2621280 h 4185920"/>
                    <a:gd name="connsiteX159" fmla="*/ 10043160 w 11737340"/>
                    <a:gd name="connsiteY159" fmla="*/ 2735580 h 4185920"/>
                    <a:gd name="connsiteX160" fmla="*/ 9974580 w 11737340"/>
                    <a:gd name="connsiteY160" fmla="*/ 2857500 h 4185920"/>
                    <a:gd name="connsiteX161" fmla="*/ 9906000 w 11737340"/>
                    <a:gd name="connsiteY161" fmla="*/ 2941320 h 4185920"/>
                    <a:gd name="connsiteX162" fmla="*/ 9860280 w 11737340"/>
                    <a:gd name="connsiteY162" fmla="*/ 3032760 h 4185920"/>
                    <a:gd name="connsiteX163" fmla="*/ 9806940 w 11737340"/>
                    <a:gd name="connsiteY163" fmla="*/ 3116580 h 4185920"/>
                    <a:gd name="connsiteX164" fmla="*/ 9715500 w 11737340"/>
                    <a:gd name="connsiteY164" fmla="*/ 3208020 h 4185920"/>
                    <a:gd name="connsiteX165" fmla="*/ 9616440 w 11737340"/>
                    <a:gd name="connsiteY165" fmla="*/ 3261360 h 4185920"/>
                    <a:gd name="connsiteX166" fmla="*/ 9532620 w 11737340"/>
                    <a:gd name="connsiteY166" fmla="*/ 3329940 h 4185920"/>
                    <a:gd name="connsiteX167" fmla="*/ 9471660 w 11737340"/>
                    <a:gd name="connsiteY167" fmla="*/ 3375660 h 4185920"/>
                    <a:gd name="connsiteX168" fmla="*/ 9410700 w 11737340"/>
                    <a:gd name="connsiteY168" fmla="*/ 3429000 h 4185920"/>
                    <a:gd name="connsiteX169" fmla="*/ 9288780 w 11737340"/>
                    <a:gd name="connsiteY169" fmla="*/ 3436620 h 4185920"/>
                    <a:gd name="connsiteX170" fmla="*/ 9166860 w 11737340"/>
                    <a:gd name="connsiteY170" fmla="*/ 3444240 h 4185920"/>
                    <a:gd name="connsiteX171" fmla="*/ 9029700 w 11737340"/>
                    <a:gd name="connsiteY171" fmla="*/ 3413760 h 4185920"/>
                    <a:gd name="connsiteX172" fmla="*/ 8823960 w 11737340"/>
                    <a:gd name="connsiteY172" fmla="*/ 3360420 h 4185920"/>
                    <a:gd name="connsiteX173" fmla="*/ 8679180 w 11737340"/>
                    <a:gd name="connsiteY173" fmla="*/ 3329940 h 4185920"/>
                    <a:gd name="connsiteX174" fmla="*/ 8572500 w 11737340"/>
                    <a:gd name="connsiteY174" fmla="*/ 3276600 h 4185920"/>
                    <a:gd name="connsiteX175" fmla="*/ 8465820 w 11737340"/>
                    <a:gd name="connsiteY175" fmla="*/ 3215640 h 4185920"/>
                    <a:gd name="connsiteX176" fmla="*/ 8321040 w 11737340"/>
                    <a:gd name="connsiteY176" fmla="*/ 3177540 h 4185920"/>
                    <a:gd name="connsiteX177" fmla="*/ 8199120 w 11737340"/>
                    <a:gd name="connsiteY177" fmla="*/ 3131820 h 4185920"/>
                    <a:gd name="connsiteX178" fmla="*/ 8069580 w 11737340"/>
                    <a:gd name="connsiteY178" fmla="*/ 3078480 h 4185920"/>
                    <a:gd name="connsiteX179" fmla="*/ 7917180 w 11737340"/>
                    <a:gd name="connsiteY179" fmla="*/ 2994660 h 4185920"/>
                    <a:gd name="connsiteX180" fmla="*/ 7787640 w 11737340"/>
                    <a:gd name="connsiteY180" fmla="*/ 2971800 h 4185920"/>
                    <a:gd name="connsiteX181" fmla="*/ 7719060 w 11737340"/>
                    <a:gd name="connsiteY181" fmla="*/ 2933700 h 4185920"/>
                    <a:gd name="connsiteX182" fmla="*/ 7612380 w 11737340"/>
                    <a:gd name="connsiteY182" fmla="*/ 2903220 h 4185920"/>
                    <a:gd name="connsiteX183" fmla="*/ 7566660 w 11737340"/>
                    <a:gd name="connsiteY183" fmla="*/ 2887980 h 4185920"/>
                    <a:gd name="connsiteX184" fmla="*/ 7551420 w 11737340"/>
                    <a:gd name="connsiteY184" fmla="*/ 2849880 h 4185920"/>
                    <a:gd name="connsiteX185" fmla="*/ 7533640 w 11737340"/>
                    <a:gd name="connsiteY185" fmla="*/ 2788920 h 4185920"/>
                    <a:gd name="connsiteX186" fmla="*/ 7475220 w 11737340"/>
                    <a:gd name="connsiteY186" fmla="*/ 2857500 h 4185920"/>
                    <a:gd name="connsiteX187" fmla="*/ 7414260 w 11737340"/>
                    <a:gd name="connsiteY187" fmla="*/ 2887980 h 4185920"/>
                    <a:gd name="connsiteX188" fmla="*/ 7345680 w 11737340"/>
                    <a:gd name="connsiteY188" fmla="*/ 2971800 h 4185920"/>
                    <a:gd name="connsiteX189" fmla="*/ 7315200 w 11737340"/>
                    <a:gd name="connsiteY189" fmla="*/ 2994660 h 4185920"/>
                    <a:gd name="connsiteX190" fmla="*/ 7261860 w 11737340"/>
                    <a:gd name="connsiteY190" fmla="*/ 3009900 h 4185920"/>
                    <a:gd name="connsiteX191" fmla="*/ 7193280 w 11737340"/>
                    <a:gd name="connsiteY191" fmla="*/ 3025140 h 4185920"/>
                    <a:gd name="connsiteX192" fmla="*/ 7155180 w 11737340"/>
                    <a:gd name="connsiteY192" fmla="*/ 3078480 h 4185920"/>
                    <a:gd name="connsiteX193" fmla="*/ 7109460 w 11737340"/>
                    <a:gd name="connsiteY193" fmla="*/ 3154680 h 4185920"/>
                    <a:gd name="connsiteX194" fmla="*/ 7048500 w 11737340"/>
                    <a:gd name="connsiteY194" fmla="*/ 3246120 h 4185920"/>
                    <a:gd name="connsiteX195" fmla="*/ 6995160 w 11737340"/>
                    <a:gd name="connsiteY195" fmla="*/ 3307080 h 4185920"/>
                    <a:gd name="connsiteX196" fmla="*/ 6972300 w 11737340"/>
                    <a:gd name="connsiteY196" fmla="*/ 3352800 h 4185920"/>
                    <a:gd name="connsiteX197" fmla="*/ 6949440 w 11737340"/>
                    <a:gd name="connsiteY197" fmla="*/ 3413760 h 4185920"/>
                    <a:gd name="connsiteX198" fmla="*/ 6949440 w 11737340"/>
                    <a:gd name="connsiteY198" fmla="*/ 3413760 h 4185920"/>
                    <a:gd name="connsiteX199" fmla="*/ 6911340 w 11737340"/>
                    <a:gd name="connsiteY199" fmla="*/ 3474720 h 4185920"/>
                    <a:gd name="connsiteX200" fmla="*/ 6888480 w 11737340"/>
                    <a:gd name="connsiteY200" fmla="*/ 3505200 h 4185920"/>
                    <a:gd name="connsiteX201" fmla="*/ 6819900 w 11737340"/>
                    <a:gd name="connsiteY201" fmla="*/ 3566160 h 4185920"/>
                    <a:gd name="connsiteX202" fmla="*/ 6731000 w 11737340"/>
                    <a:gd name="connsiteY202" fmla="*/ 3599180 h 4185920"/>
                    <a:gd name="connsiteX203" fmla="*/ 6675120 w 11737340"/>
                    <a:gd name="connsiteY203" fmla="*/ 3657600 h 4185920"/>
                    <a:gd name="connsiteX204" fmla="*/ 6629400 w 11737340"/>
                    <a:gd name="connsiteY204" fmla="*/ 3718560 h 4185920"/>
                    <a:gd name="connsiteX205" fmla="*/ 6576060 w 11737340"/>
                    <a:gd name="connsiteY205" fmla="*/ 3779520 h 4185920"/>
                    <a:gd name="connsiteX206" fmla="*/ 6484620 w 11737340"/>
                    <a:gd name="connsiteY206" fmla="*/ 3817620 h 4185920"/>
                    <a:gd name="connsiteX207" fmla="*/ 6400800 w 11737340"/>
                    <a:gd name="connsiteY207" fmla="*/ 3832860 h 4185920"/>
                    <a:gd name="connsiteX208" fmla="*/ 6263640 w 11737340"/>
                    <a:gd name="connsiteY208" fmla="*/ 3870960 h 4185920"/>
                    <a:gd name="connsiteX209" fmla="*/ 6126480 w 11737340"/>
                    <a:gd name="connsiteY209" fmla="*/ 3901440 h 4185920"/>
                    <a:gd name="connsiteX210" fmla="*/ 6027420 w 11737340"/>
                    <a:gd name="connsiteY210" fmla="*/ 3916680 h 4185920"/>
                    <a:gd name="connsiteX211" fmla="*/ 5890260 w 11737340"/>
                    <a:gd name="connsiteY211" fmla="*/ 3878580 h 4185920"/>
                    <a:gd name="connsiteX212" fmla="*/ 5821680 w 11737340"/>
                    <a:gd name="connsiteY212" fmla="*/ 3863340 h 4185920"/>
                    <a:gd name="connsiteX213" fmla="*/ 5737860 w 11737340"/>
                    <a:gd name="connsiteY213" fmla="*/ 3825240 h 4185920"/>
                    <a:gd name="connsiteX214" fmla="*/ 5638800 w 11737340"/>
                    <a:gd name="connsiteY214" fmla="*/ 3794760 h 4185920"/>
                    <a:gd name="connsiteX215" fmla="*/ 5524500 w 11737340"/>
                    <a:gd name="connsiteY215" fmla="*/ 3756660 h 4185920"/>
                    <a:gd name="connsiteX216" fmla="*/ 5448300 w 11737340"/>
                    <a:gd name="connsiteY216" fmla="*/ 3718560 h 4185920"/>
                    <a:gd name="connsiteX217" fmla="*/ 5349240 w 11737340"/>
                    <a:gd name="connsiteY217" fmla="*/ 3657600 h 4185920"/>
                    <a:gd name="connsiteX218" fmla="*/ 5295900 w 11737340"/>
                    <a:gd name="connsiteY218" fmla="*/ 3619500 h 4185920"/>
                    <a:gd name="connsiteX219" fmla="*/ 5234940 w 11737340"/>
                    <a:gd name="connsiteY219" fmla="*/ 3596640 h 4185920"/>
                    <a:gd name="connsiteX220" fmla="*/ 5135880 w 11737340"/>
                    <a:gd name="connsiteY220" fmla="*/ 3550920 h 4185920"/>
                    <a:gd name="connsiteX221" fmla="*/ 5059680 w 11737340"/>
                    <a:gd name="connsiteY221" fmla="*/ 3505200 h 4185920"/>
                    <a:gd name="connsiteX222" fmla="*/ 5029200 w 11737340"/>
                    <a:gd name="connsiteY222" fmla="*/ 3482340 h 4185920"/>
                    <a:gd name="connsiteX223" fmla="*/ 4960620 w 11737340"/>
                    <a:gd name="connsiteY223" fmla="*/ 3413760 h 4185920"/>
                    <a:gd name="connsiteX224" fmla="*/ 4876800 w 11737340"/>
                    <a:gd name="connsiteY224" fmla="*/ 3299460 h 4185920"/>
                    <a:gd name="connsiteX225" fmla="*/ 4808220 w 11737340"/>
                    <a:gd name="connsiteY225" fmla="*/ 3200400 h 4185920"/>
                    <a:gd name="connsiteX226" fmla="*/ 4777740 w 11737340"/>
                    <a:gd name="connsiteY226" fmla="*/ 3147060 h 4185920"/>
                    <a:gd name="connsiteX227" fmla="*/ 4724400 w 11737340"/>
                    <a:gd name="connsiteY227" fmla="*/ 3108960 h 4185920"/>
                    <a:gd name="connsiteX228" fmla="*/ 4648200 w 11737340"/>
                    <a:gd name="connsiteY228" fmla="*/ 3063240 h 4185920"/>
                    <a:gd name="connsiteX229" fmla="*/ 4533900 w 11737340"/>
                    <a:gd name="connsiteY229" fmla="*/ 2979420 h 4185920"/>
                    <a:gd name="connsiteX230" fmla="*/ 4427220 w 11737340"/>
                    <a:gd name="connsiteY230" fmla="*/ 2941320 h 4185920"/>
                    <a:gd name="connsiteX231" fmla="*/ 4366260 w 11737340"/>
                    <a:gd name="connsiteY231" fmla="*/ 2903220 h 4185920"/>
                    <a:gd name="connsiteX232" fmla="*/ 4244340 w 11737340"/>
                    <a:gd name="connsiteY232" fmla="*/ 2842260 h 4185920"/>
                    <a:gd name="connsiteX233" fmla="*/ 4145280 w 11737340"/>
                    <a:gd name="connsiteY233" fmla="*/ 2811780 h 4185920"/>
                    <a:gd name="connsiteX234" fmla="*/ 4038600 w 11737340"/>
                    <a:gd name="connsiteY234" fmla="*/ 2804160 h 4185920"/>
                    <a:gd name="connsiteX235" fmla="*/ 3954780 w 11737340"/>
                    <a:gd name="connsiteY235" fmla="*/ 2819400 h 4185920"/>
                    <a:gd name="connsiteX236" fmla="*/ 3863340 w 11737340"/>
                    <a:gd name="connsiteY236" fmla="*/ 2804160 h 4185920"/>
                    <a:gd name="connsiteX237" fmla="*/ 3741420 w 11737340"/>
                    <a:gd name="connsiteY237" fmla="*/ 2781300 h 4185920"/>
                    <a:gd name="connsiteX238" fmla="*/ 3649980 w 11737340"/>
                    <a:gd name="connsiteY238" fmla="*/ 2743200 h 4185920"/>
                    <a:gd name="connsiteX239" fmla="*/ 3573780 w 11737340"/>
                    <a:gd name="connsiteY239" fmla="*/ 2674620 h 4185920"/>
                    <a:gd name="connsiteX240" fmla="*/ 3482340 w 11737340"/>
                    <a:gd name="connsiteY240" fmla="*/ 2621280 h 4185920"/>
                    <a:gd name="connsiteX241" fmla="*/ 3436620 w 11737340"/>
                    <a:gd name="connsiteY241" fmla="*/ 2552700 h 4185920"/>
                    <a:gd name="connsiteX242" fmla="*/ 3329940 w 11737340"/>
                    <a:gd name="connsiteY242" fmla="*/ 2423160 h 4185920"/>
                    <a:gd name="connsiteX243" fmla="*/ 3261360 w 11737340"/>
                    <a:gd name="connsiteY243" fmla="*/ 2324100 h 4185920"/>
                    <a:gd name="connsiteX244" fmla="*/ 3131820 w 11737340"/>
                    <a:gd name="connsiteY244" fmla="*/ 2209800 h 4185920"/>
                    <a:gd name="connsiteX245" fmla="*/ 3040380 w 11737340"/>
                    <a:gd name="connsiteY245" fmla="*/ 2141220 h 4185920"/>
                    <a:gd name="connsiteX246" fmla="*/ 2910840 w 11737340"/>
                    <a:gd name="connsiteY246" fmla="*/ 2034540 h 4185920"/>
                    <a:gd name="connsiteX247" fmla="*/ 2849880 w 11737340"/>
                    <a:gd name="connsiteY247" fmla="*/ 1958340 h 4185920"/>
                    <a:gd name="connsiteX248" fmla="*/ 2743200 w 11737340"/>
                    <a:gd name="connsiteY248" fmla="*/ 1889760 h 4185920"/>
                    <a:gd name="connsiteX249" fmla="*/ 2659380 w 11737340"/>
                    <a:gd name="connsiteY249" fmla="*/ 1844040 h 4185920"/>
                    <a:gd name="connsiteX250" fmla="*/ 2575560 w 11737340"/>
                    <a:gd name="connsiteY250" fmla="*/ 1744980 h 4185920"/>
                    <a:gd name="connsiteX251" fmla="*/ 2468880 w 11737340"/>
                    <a:gd name="connsiteY251" fmla="*/ 1645920 h 4185920"/>
                    <a:gd name="connsiteX252" fmla="*/ 2400300 w 11737340"/>
                    <a:gd name="connsiteY252" fmla="*/ 1607820 h 4185920"/>
                    <a:gd name="connsiteX253" fmla="*/ 2263140 w 11737340"/>
                    <a:gd name="connsiteY253" fmla="*/ 1501140 h 4185920"/>
                    <a:gd name="connsiteX254" fmla="*/ 2171700 w 11737340"/>
                    <a:gd name="connsiteY254" fmla="*/ 1432560 h 4185920"/>
                    <a:gd name="connsiteX255" fmla="*/ 2087880 w 11737340"/>
                    <a:gd name="connsiteY255" fmla="*/ 1363980 h 4185920"/>
                    <a:gd name="connsiteX256" fmla="*/ 1950720 w 11737340"/>
                    <a:gd name="connsiteY256" fmla="*/ 1272540 h 4185920"/>
                    <a:gd name="connsiteX257" fmla="*/ 1805940 w 11737340"/>
                    <a:gd name="connsiteY257" fmla="*/ 1135380 h 4185920"/>
                    <a:gd name="connsiteX258" fmla="*/ 1729740 w 11737340"/>
                    <a:gd name="connsiteY258" fmla="*/ 1089660 h 4185920"/>
                    <a:gd name="connsiteX259" fmla="*/ 1668780 w 11737340"/>
                    <a:gd name="connsiteY259" fmla="*/ 1043940 h 4185920"/>
                    <a:gd name="connsiteX260" fmla="*/ 1592580 w 11737340"/>
                    <a:gd name="connsiteY260" fmla="*/ 990600 h 4185920"/>
                    <a:gd name="connsiteX261" fmla="*/ 1470660 w 11737340"/>
                    <a:gd name="connsiteY261" fmla="*/ 891540 h 4185920"/>
                    <a:gd name="connsiteX262" fmla="*/ 1386840 w 11737340"/>
                    <a:gd name="connsiteY262" fmla="*/ 845820 h 4185920"/>
                    <a:gd name="connsiteX263" fmla="*/ 1318260 w 11737340"/>
                    <a:gd name="connsiteY263" fmla="*/ 784860 h 4185920"/>
                    <a:gd name="connsiteX264" fmla="*/ 1264920 w 11737340"/>
                    <a:gd name="connsiteY264" fmla="*/ 723900 h 4185920"/>
                    <a:gd name="connsiteX265" fmla="*/ 1181100 w 11737340"/>
                    <a:gd name="connsiteY265" fmla="*/ 647700 h 4185920"/>
                    <a:gd name="connsiteX266" fmla="*/ 1089660 w 11737340"/>
                    <a:gd name="connsiteY266" fmla="*/ 624840 h 4185920"/>
                    <a:gd name="connsiteX267" fmla="*/ 1021080 w 11737340"/>
                    <a:gd name="connsiteY267" fmla="*/ 586740 h 4185920"/>
                    <a:gd name="connsiteX268" fmla="*/ 937260 w 11737340"/>
                    <a:gd name="connsiteY268" fmla="*/ 548640 h 4185920"/>
                    <a:gd name="connsiteX269" fmla="*/ 830580 w 11737340"/>
                    <a:gd name="connsiteY269" fmla="*/ 510540 h 4185920"/>
                    <a:gd name="connsiteX270" fmla="*/ 754380 w 11737340"/>
                    <a:gd name="connsiteY270" fmla="*/ 457200 h 4185920"/>
                    <a:gd name="connsiteX271" fmla="*/ 708660 w 11737340"/>
                    <a:gd name="connsiteY271" fmla="*/ 419100 h 4185920"/>
                    <a:gd name="connsiteX272" fmla="*/ 609600 w 11737340"/>
                    <a:gd name="connsiteY272" fmla="*/ 396240 h 4185920"/>
                    <a:gd name="connsiteX273" fmla="*/ 548640 w 11737340"/>
                    <a:gd name="connsiteY273" fmla="*/ 320040 h 4185920"/>
                    <a:gd name="connsiteX274" fmla="*/ 510540 w 11737340"/>
                    <a:gd name="connsiteY274" fmla="*/ 251460 h 4185920"/>
                    <a:gd name="connsiteX275" fmla="*/ 464820 w 11737340"/>
                    <a:gd name="connsiteY275" fmla="*/ 190500 h 4185920"/>
                    <a:gd name="connsiteX276" fmla="*/ 411480 w 11737340"/>
                    <a:gd name="connsiteY276" fmla="*/ 137160 h 4185920"/>
                    <a:gd name="connsiteX277" fmla="*/ 373380 w 11737340"/>
                    <a:gd name="connsiteY277" fmla="*/ 45720 h 4185920"/>
                    <a:gd name="connsiteX278" fmla="*/ 342900 w 11737340"/>
                    <a:gd name="connsiteY278" fmla="*/ 0 h 4185920"/>
                    <a:gd name="connsiteX279" fmla="*/ 327660 w 11737340"/>
                    <a:gd name="connsiteY279" fmla="*/ 60960 h 4185920"/>
                    <a:gd name="connsiteX280" fmla="*/ 289560 w 11737340"/>
                    <a:gd name="connsiteY280" fmla="*/ 91440 h 4185920"/>
                    <a:gd name="connsiteX281" fmla="*/ 236220 w 11737340"/>
                    <a:gd name="connsiteY281" fmla="*/ 114300 h 4185920"/>
                    <a:gd name="connsiteX282" fmla="*/ 198120 w 11737340"/>
                    <a:gd name="connsiteY282" fmla="*/ 175260 h 4185920"/>
                    <a:gd name="connsiteX283" fmla="*/ 175260 w 11737340"/>
                    <a:gd name="connsiteY283" fmla="*/ 228600 h 4185920"/>
                    <a:gd name="connsiteX284" fmla="*/ 114300 w 11737340"/>
                    <a:gd name="connsiteY284" fmla="*/ 236220 h 4185920"/>
                    <a:gd name="connsiteX285" fmla="*/ 45720 w 11737340"/>
                    <a:gd name="connsiteY285" fmla="*/ 251460 h 4185920"/>
                    <a:gd name="connsiteX286" fmla="*/ 0 w 11737340"/>
                    <a:gd name="connsiteY286" fmla="*/ 281940 h 4185920"/>
                    <a:gd name="connsiteX287" fmla="*/ 68580 w 11737340"/>
                    <a:gd name="connsiteY287" fmla="*/ 320040 h 4185920"/>
                    <a:gd name="connsiteX0" fmla="*/ 68580 w 11737340"/>
                    <a:gd name="connsiteY0" fmla="*/ 320040 h 4185920"/>
                    <a:gd name="connsiteX1" fmla="*/ 121920 w 11737340"/>
                    <a:gd name="connsiteY1" fmla="*/ 381000 h 4185920"/>
                    <a:gd name="connsiteX2" fmla="*/ 198120 w 11737340"/>
                    <a:gd name="connsiteY2" fmla="*/ 419100 h 4185920"/>
                    <a:gd name="connsiteX3" fmla="*/ 320040 w 11737340"/>
                    <a:gd name="connsiteY3" fmla="*/ 510540 h 4185920"/>
                    <a:gd name="connsiteX4" fmla="*/ 411480 w 11737340"/>
                    <a:gd name="connsiteY4" fmla="*/ 563880 h 4185920"/>
                    <a:gd name="connsiteX5" fmla="*/ 472440 w 11737340"/>
                    <a:gd name="connsiteY5" fmla="*/ 632460 h 4185920"/>
                    <a:gd name="connsiteX6" fmla="*/ 601980 w 11737340"/>
                    <a:gd name="connsiteY6" fmla="*/ 708660 h 4185920"/>
                    <a:gd name="connsiteX7" fmla="*/ 739140 w 11737340"/>
                    <a:gd name="connsiteY7" fmla="*/ 784860 h 4185920"/>
                    <a:gd name="connsiteX8" fmla="*/ 861060 w 11737340"/>
                    <a:gd name="connsiteY8" fmla="*/ 868680 h 4185920"/>
                    <a:gd name="connsiteX9" fmla="*/ 944880 w 11737340"/>
                    <a:gd name="connsiteY9" fmla="*/ 952500 h 4185920"/>
                    <a:gd name="connsiteX10" fmla="*/ 1021080 w 11737340"/>
                    <a:gd name="connsiteY10" fmla="*/ 1005840 h 4185920"/>
                    <a:gd name="connsiteX11" fmla="*/ 1097280 w 11737340"/>
                    <a:gd name="connsiteY11" fmla="*/ 1043940 h 4185920"/>
                    <a:gd name="connsiteX12" fmla="*/ 1181100 w 11737340"/>
                    <a:gd name="connsiteY12" fmla="*/ 1104900 h 4185920"/>
                    <a:gd name="connsiteX13" fmla="*/ 1249680 w 11737340"/>
                    <a:gd name="connsiteY13" fmla="*/ 1150620 h 4185920"/>
                    <a:gd name="connsiteX14" fmla="*/ 1341120 w 11737340"/>
                    <a:gd name="connsiteY14" fmla="*/ 1196340 h 4185920"/>
                    <a:gd name="connsiteX15" fmla="*/ 1417320 w 11737340"/>
                    <a:gd name="connsiteY15" fmla="*/ 1257300 h 4185920"/>
                    <a:gd name="connsiteX16" fmla="*/ 1493520 w 11737340"/>
                    <a:gd name="connsiteY16" fmla="*/ 1333500 h 4185920"/>
                    <a:gd name="connsiteX17" fmla="*/ 1569720 w 11737340"/>
                    <a:gd name="connsiteY17" fmla="*/ 1356360 h 4185920"/>
                    <a:gd name="connsiteX18" fmla="*/ 1684020 w 11737340"/>
                    <a:gd name="connsiteY18" fmla="*/ 1424940 h 4185920"/>
                    <a:gd name="connsiteX19" fmla="*/ 1729740 w 11737340"/>
                    <a:gd name="connsiteY19" fmla="*/ 1485900 h 4185920"/>
                    <a:gd name="connsiteX20" fmla="*/ 1844040 w 11737340"/>
                    <a:gd name="connsiteY20" fmla="*/ 1569720 h 4185920"/>
                    <a:gd name="connsiteX21" fmla="*/ 1935480 w 11737340"/>
                    <a:gd name="connsiteY21" fmla="*/ 1615440 h 4185920"/>
                    <a:gd name="connsiteX22" fmla="*/ 2049780 w 11737340"/>
                    <a:gd name="connsiteY22" fmla="*/ 1691640 h 4185920"/>
                    <a:gd name="connsiteX23" fmla="*/ 2133600 w 11737340"/>
                    <a:gd name="connsiteY23" fmla="*/ 1729740 h 4185920"/>
                    <a:gd name="connsiteX24" fmla="*/ 2202180 w 11737340"/>
                    <a:gd name="connsiteY24" fmla="*/ 1805940 h 4185920"/>
                    <a:gd name="connsiteX25" fmla="*/ 2255520 w 11737340"/>
                    <a:gd name="connsiteY25" fmla="*/ 1821180 h 4185920"/>
                    <a:gd name="connsiteX26" fmla="*/ 2316480 w 11737340"/>
                    <a:gd name="connsiteY26" fmla="*/ 1866900 h 4185920"/>
                    <a:gd name="connsiteX27" fmla="*/ 2423160 w 11737340"/>
                    <a:gd name="connsiteY27" fmla="*/ 2004060 h 4185920"/>
                    <a:gd name="connsiteX28" fmla="*/ 2476500 w 11737340"/>
                    <a:gd name="connsiteY28" fmla="*/ 2087880 h 4185920"/>
                    <a:gd name="connsiteX29" fmla="*/ 2567940 w 11737340"/>
                    <a:gd name="connsiteY29" fmla="*/ 2148840 h 4185920"/>
                    <a:gd name="connsiteX30" fmla="*/ 2682240 w 11737340"/>
                    <a:gd name="connsiteY30" fmla="*/ 2186940 h 4185920"/>
                    <a:gd name="connsiteX31" fmla="*/ 2743200 w 11737340"/>
                    <a:gd name="connsiteY31" fmla="*/ 2209800 h 4185920"/>
                    <a:gd name="connsiteX32" fmla="*/ 2811780 w 11737340"/>
                    <a:gd name="connsiteY32" fmla="*/ 2247900 h 4185920"/>
                    <a:gd name="connsiteX33" fmla="*/ 2887980 w 11737340"/>
                    <a:gd name="connsiteY33" fmla="*/ 2301240 h 4185920"/>
                    <a:gd name="connsiteX34" fmla="*/ 2979420 w 11737340"/>
                    <a:gd name="connsiteY34" fmla="*/ 2385060 h 4185920"/>
                    <a:gd name="connsiteX35" fmla="*/ 3055620 w 11737340"/>
                    <a:gd name="connsiteY35" fmla="*/ 2461260 h 4185920"/>
                    <a:gd name="connsiteX36" fmla="*/ 3134360 w 11737340"/>
                    <a:gd name="connsiteY36" fmla="*/ 2555240 h 4185920"/>
                    <a:gd name="connsiteX37" fmla="*/ 3248660 w 11737340"/>
                    <a:gd name="connsiteY37" fmla="*/ 2654300 h 4185920"/>
                    <a:gd name="connsiteX38" fmla="*/ 3345180 w 11737340"/>
                    <a:gd name="connsiteY38" fmla="*/ 2720340 h 4185920"/>
                    <a:gd name="connsiteX39" fmla="*/ 3444240 w 11737340"/>
                    <a:gd name="connsiteY39" fmla="*/ 2796540 h 4185920"/>
                    <a:gd name="connsiteX40" fmla="*/ 3558540 w 11737340"/>
                    <a:gd name="connsiteY40" fmla="*/ 2872740 h 4185920"/>
                    <a:gd name="connsiteX41" fmla="*/ 3619500 w 11737340"/>
                    <a:gd name="connsiteY41" fmla="*/ 2979420 h 4185920"/>
                    <a:gd name="connsiteX42" fmla="*/ 3619500 w 11737340"/>
                    <a:gd name="connsiteY42" fmla="*/ 2979420 h 4185920"/>
                    <a:gd name="connsiteX43" fmla="*/ 3649980 w 11737340"/>
                    <a:gd name="connsiteY43" fmla="*/ 3048000 h 4185920"/>
                    <a:gd name="connsiteX44" fmla="*/ 3703320 w 11737340"/>
                    <a:gd name="connsiteY44" fmla="*/ 3086100 h 4185920"/>
                    <a:gd name="connsiteX45" fmla="*/ 3764280 w 11737340"/>
                    <a:gd name="connsiteY45" fmla="*/ 3063240 h 4185920"/>
                    <a:gd name="connsiteX46" fmla="*/ 3850640 w 11737340"/>
                    <a:gd name="connsiteY46" fmla="*/ 3040380 h 4185920"/>
                    <a:gd name="connsiteX47" fmla="*/ 3916680 w 11737340"/>
                    <a:gd name="connsiteY47" fmla="*/ 3032760 h 4185920"/>
                    <a:gd name="connsiteX48" fmla="*/ 4030980 w 11737340"/>
                    <a:gd name="connsiteY48" fmla="*/ 3063240 h 4185920"/>
                    <a:gd name="connsiteX49" fmla="*/ 4137660 w 11737340"/>
                    <a:gd name="connsiteY49" fmla="*/ 3101340 h 4185920"/>
                    <a:gd name="connsiteX50" fmla="*/ 4259580 w 11737340"/>
                    <a:gd name="connsiteY50" fmla="*/ 3147060 h 4185920"/>
                    <a:gd name="connsiteX51" fmla="*/ 4381500 w 11737340"/>
                    <a:gd name="connsiteY51" fmla="*/ 3192780 h 4185920"/>
                    <a:gd name="connsiteX52" fmla="*/ 4526280 w 11737340"/>
                    <a:gd name="connsiteY52" fmla="*/ 3276600 h 4185920"/>
                    <a:gd name="connsiteX53" fmla="*/ 4587240 w 11737340"/>
                    <a:gd name="connsiteY53" fmla="*/ 3299460 h 4185920"/>
                    <a:gd name="connsiteX54" fmla="*/ 4610100 w 11737340"/>
                    <a:gd name="connsiteY54" fmla="*/ 3352800 h 4185920"/>
                    <a:gd name="connsiteX55" fmla="*/ 4648200 w 11737340"/>
                    <a:gd name="connsiteY55" fmla="*/ 3436620 h 4185920"/>
                    <a:gd name="connsiteX56" fmla="*/ 4671060 w 11737340"/>
                    <a:gd name="connsiteY56" fmla="*/ 3520440 h 4185920"/>
                    <a:gd name="connsiteX57" fmla="*/ 4678680 w 11737340"/>
                    <a:gd name="connsiteY57" fmla="*/ 3589020 h 4185920"/>
                    <a:gd name="connsiteX58" fmla="*/ 4686300 w 11737340"/>
                    <a:gd name="connsiteY58" fmla="*/ 3649980 h 4185920"/>
                    <a:gd name="connsiteX59" fmla="*/ 4724400 w 11737340"/>
                    <a:gd name="connsiteY59" fmla="*/ 3680460 h 4185920"/>
                    <a:gd name="connsiteX60" fmla="*/ 4785360 w 11737340"/>
                    <a:gd name="connsiteY60" fmla="*/ 3672840 h 4185920"/>
                    <a:gd name="connsiteX61" fmla="*/ 4869180 w 11737340"/>
                    <a:gd name="connsiteY61" fmla="*/ 3703320 h 4185920"/>
                    <a:gd name="connsiteX62" fmla="*/ 4914900 w 11737340"/>
                    <a:gd name="connsiteY62" fmla="*/ 3756660 h 4185920"/>
                    <a:gd name="connsiteX63" fmla="*/ 5105400 w 11737340"/>
                    <a:gd name="connsiteY63" fmla="*/ 3832860 h 4185920"/>
                    <a:gd name="connsiteX64" fmla="*/ 5173980 w 11737340"/>
                    <a:gd name="connsiteY64" fmla="*/ 3886200 h 4185920"/>
                    <a:gd name="connsiteX65" fmla="*/ 5242560 w 11737340"/>
                    <a:gd name="connsiteY65" fmla="*/ 3924300 h 4185920"/>
                    <a:gd name="connsiteX66" fmla="*/ 5364480 w 11737340"/>
                    <a:gd name="connsiteY66" fmla="*/ 3962400 h 4185920"/>
                    <a:gd name="connsiteX67" fmla="*/ 5516880 w 11737340"/>
                    <a:gd name="connsiteY67" fmla="*/ 4046220 h 4185920"/>
                    <a:gd name="connsiteX68" fmla="*/ 5585460 w 11737340"/>
                    <a:gd name="connsiteY68" fmla="*/ 4099560 h 4185920"/>
                    <a:gd name="connsiteX69" fmla="*/ 5661660 w 11737340"/>
                    <a:gd name="connsiteY69" fmla="*/ 4122420 h 4185920"/>
                    <a:gd name="connsiteX70" fmla="*/ 5745480 w 11737340"/>
                    <a:gd name="connsiteY70" fmla="*/ 4130040 h 4185920"/>
                    <a:gd name="connsiteX71" fmla="*/ 5836920 w 11737340"/>
                    <a:gd name="connsiteY71" fmla="*/ 4130040 h 4185920"/>
                    <a:gd name="connsiteX72" fmla="*/ 5943600 w 11737340"/>
                    <a:gd name="connsiteY72" fmla="*/ 4165600 h 4185920"/>
                    <a:gd name="connsiteX73" fmla="*/ 6042660 w 11737340"/>
                    <a:gd name="connsiteY73" fmla="*/ 4185920 h 4185920"/>
                    <a:gd name="connsiteX74" fmla="*/ 6167120 w 11737340"/>
                    <a:gd name="connsiteY74" fmla="*/ 4160520 h 4185920"/>
                    <a:gd name="connsiteX75" fmla="*/ 6286500 w 11737340"/>
                    <a:gd name="connsiteY75" fmla="*/ 4114800 h 4185920"/>
                    <a:gd name="connsiteX76" fmla="*/ 6393180 w 11737340"/>
                    <a:gd name="connsiteY76" fmla="*/ 4071620 h 4185920"/>
                    <a:gd name="connsiteX77" fmla="*/ 6484620 w 11737340"/>
                    <a:gd name="connsiteY77" fmla="*/ 4038600 h 4185920"/>
                    <a:gd name="connsiteX78" fmla="*/ 6583680 w 11737340"/>
                    <a:gd name="connsiteY78" fmla="*/ 3970020 h 4185920"/>
                    <a:gd name="connsiteX79" fmla="*/ 6697980 w 11737340"/>
                    <a:gd name="connsiteY79" fmla="*/ 3886200 h 4185920"/>
                    <a:gd name="connsiteX80" fmla="*/ 6751320 w 11737340"/>
                    <a:gd name="connsiteY80" fmla="*/ 3822700 h 4185920"/>
                    <a:gd name="connsiteX81" fmla="*/ 6855460 w 11737340"/>
                    <a:gd name="connsiteY81" fmla="*/ 3764280 h 4185920"/>
                    <a:gd name="connsiteX82" fmla="*/ 6959600 w 11737340"/>
                    <a:gd name="connsiteY82" fmla="*/ 3629660 h 4185920"/>
                    <a:gd name="connsiteX83" fmla="*/ 7056120 w 11737340"/>
                    <a:gd name="connsiteY83" fmla="*/ 3528060 h 4185920"/>
                    <a:gd name="connsiteX84" fmla="*/ 7165340 w 11737340"/>
                    <a:gd name="connsiteY84" fmla="*/ 3454400 h 4185920"/>
                    <a:gd name="connsiteX85" fmla="*/ 7287260 w 11737340"/>
                    <a:gd name="connsiteY85" fmla="*/ 3296920 h 4185920"/>
                    <a:gd name="connsiteX86" fmla="*/ 7338060 w 11737340"/>
                    <a:gd name="connsiteY86" fmla="*/ 3200400 h 4185920"/>
                    <a:gd name="connsiteX87" fmla="*/ 7383780 w 11737340"/>
                    <a:gd name="connsiteY87" fmla="*/ 3144520 h 4185920"/>
                    <a:gd name="connsiteX88" fmla="*/ 7444740 w 11737340"/>
                    <a:gd name="connsiteY88" fmla="*/ 3093720 h 4185920"/>
                    <a:gd name="connsiteX89" fmla="*/ 7513320 w 11737340"/>
                    <a:gd name="connsiteY89" fmla="*/ 3101340 h 4185920"/>
                    <a:gd name="connsiteX90" fmla="*/ 7576820 w 11737340"/>
                    <a:gd name="connsiteY90" fmla="*/ 3093720 h 4185920"/>
                    <a:gd name="connsiteX91" fmla="*/ 7729220 w 11737340"/>
                    <a:gd name="connsiteY91" fmla="*/ 3136900 h 4185920"/>
                    <a:gd name="connsiteX92" fmla="*/ 7833360 w 11737340"/>
                    <a:gd name="connsiteY92" fmla="*/ 3180080 h 4185920"/>
                    <a:gd name="connsiteX93" fmla="*/ 7967980 w 11737340"/>
                    <a:gd name="connsiteY93" fmla="*/ 3208020 h 4185920"/>
                    <a:gd name="connsiteX94" fmla="*/ 8161020 w 11737340"/>
                    <a:gd name="connsiteY94" fmla="*/ 3296920 h 4185920"/>
                    <a:gd name="connsiteX95" fmla="*/ 8293100 w 11737340"/>
                    <a:gd name="connsiteY95" fmla="*/ 3370580 h 4185920"/>
                    <a:gd name="connsiteX96" fmla="*/ 8371840 w 11737340"/>
                    <a:gd name="connsiteY96" fmla="*/ 3395980 h 4185920"/>
                    <a:gd name="connsiteX97" fmla="*/ 8468360 w 11737340"/>
                    <a:gd name="connsiteY97" fmla="*/ 3434080 h 4185920"/>
                    <a:gd name="connsiteX98" fmla="*/ 8582660 w 11737340"/>
                    <a:gd name="connsiteY98" fmla="*/ 3528060 h 4185920"/>
                    <a:gd name="connsiteX99" fmla="*/ 8641080 w 11737340"/>
                    <a:gd name="connsiteY99" fmla="*/ 3566160 h 4185920"/>
                    <a:gd name="connsiteX100" fmla="*/ 8702040 w 11737340"/>
                    <a:gd name="connsiteY100" fmla="*/ 3604260 h 4185920"/>
                    <a:gd name="connsiteX101" fmla="*/ 8763000 w 11737340"/>
                    <a:gd name="connsiteY101" fmla="*/ 3634740 h 4185920"/>
                    <a:gd name="connsiteX102" fmla="*/ 8846820 w 11737340"/>
                    <a:gd name="connsiteY102" fmla="*/ 3632200 h 4185920"/>
                    <a:gd name="connsiteX103" fmla="*/ 8968740 w 11737340"/>
                    <a:gd name="connsiteY103" fmla="*/ 3634740 h 4185920"/>
                    <a:gd name="connsiteX104" fmla="*/ 9060180 w 11737340"/>
                    <a:gd name="connsiteY104" fmla="*/ 3642360 h 4185920"/>
                    <a:gd name="connsiteX105" fmla="*/ 9151620 w 11737340"/>
                    <a:gd name="connsiteY105" fmla="*/ 3657600 h 4185920"/>
                    <a:gd name="connsiteX106" fmla="*/ 9230360 w 11737340"/>
                    <a:gd name="connsiteY106" fmla="*/ 3657600 h 4185920"/>
                    <a:gd name="connsiteX107" fmla="*/ 9331960 w 11737340"/>
                    <a:gd name="connsiteY107" fmla="*/ 3629660 h 4185920"/>
                    <a:gd name="connsiteX108" fmla="*/ 9433560 w 11737340"/>
                    <a:gd name="connsiteY108" fmla="*/ 3589020 h 4185920"/>
                    <a:gd name="connsiteX109" fmla="*/ 9535160 w 11737340"/>
                    <a:gd name="connsiteY109" fmla="*/ 3540760 h 4185920"/>
                    <a:gd name="connsiteX110" fmla="*/ 9646920 w 11737340"/>
                    <a:gd name="connsiteY110" fmla="*/ 3489960 h 4185920"/>
                    <a:gd name="connsiteX111" fmla="*/ 9784080 w 11737340"/>
                    <a:gd name="connsiteY111" fmla="*/ 3444240 h 4185920"/>
                    <a:gd name="connsiteX112" fmla="*/ 9860280 w 11737340"/>
                    <a:gd name="connsiteY112" fmla="*/ 3383280 h 4185920"/>
                    <a:gd name="connsiteX113" fmla="*/ 9921240 w 11737340"/>
                    <a:gd name="connsiteY113" fmla="*/ 3314700 h 4185920"/>
                    <a:gd name="connsiteX114" fmla="*/ 9997440 w 11737340"/>
                    <a:gd name="connsiteY114" fmla="*/ 3208020 h 4185920"/>
                    <a:gd name="connsiteX115" fmla="*/ 10043160 w 11737340"/>
                    <a:gd name="connsiteY115" fmla="*/ 3101340 h 4185920"/>
                    <a:gd name="connsiteX116" fmla="*/ 10104120 w 11737340"/>
                    <a:gd name="connsiteY116" fmla="*/ 3017520 h 4185920"/>
                    <a:gd name="connsiteX117" fmla="*/ 10157460 w 11737340"/>
                    <a:gd name="connsiteY117" fmla="*/ 2933700 h 4185920"/>
                    <a:gd name="connsiteX118" fmla="*/ 10218420 w 11737340"/>
                    <a:gd name="connsiteY118" fmla="*/ 2849880 h 4185920"/>
                    <a:gd name="connsiteX119" fmla="*/ 10294620 w 11737340"/>
                    <a:gd name="connsiteY119" fmla="*/ 2735580 h 4185920"/>
                    <a:gd name="connsiteX120" fmla="*/ 10347960 w 11737340"/>
                    <a:gd name="connsiteY120" fmla="*/ 2621280 h 4185920"/>
                    <a:gd name="connsiteX121" fmla="*/ 10431780 w 11737340"/>
                    <a:gd name="connsiteY121" fmla="*/ 2499360 h 4185920"/>
                    <a:gd name="connsiteX122" fmla="*/ 10500360 w 11737340"/>
                    <a:gd name="connsiteY122" fmla="*/ 2354580 h 4185920"/>
                    <a:gd name="connsiteX123" fmla="*/ 10553700 w 11737340"/>
                    <a:gd name="connsiteY123" fmla="*/ 2263140 h 4185920"/>
                    <a:gd name="connsiteX124" fmla="*/ 10584180 w 11737340"/>
                    <a:gd name="connsiteY124" fmla="*/ 2194560 h 4185920"/>
                    <a:gd name="connsiteX125" fmla="*/ 10624820 w 11737340"/>
                    <a:gd name="connsiteY125" fmla="*/ 2125980 h 4185920"/>
                    <a:gd name="connsiteX126" fmla="*/ 10675620 w 11737340"/>
                    <a:gd name="connsiteY126" fmla="*/ 2049780 h 4185920"/>
                    <a:gd name="connsiteX127" fmla="*/ 10690860 w 11737340"/>
                    <a:gd name="connsiteY127" fmla="*/ 1988820 h 4185920"/>
                    <a:gd name="connsiteX128" fmla="*/ 10713720 w 11737340"/>
                    <a:gd name="connsiteY128" fmla="*/ 1927860 h 4185920"/>
                    <a:gd name="connsiteX129" fmla="*/ 10767060 w 11737340"/>
                    <a:gd name="connsiteY129" fmla="*/ 1859280 h 4185920"/>
                    <a:gd name="connsiteX130" fmla="*/ 10873740 w 11737340"/>
                    <a:gd name="connsiteY130" fmla="*/ 1828800 h 4185920"/>
                    <a:gd name="connsiteX131" fmla="*/ 11079480 w 11737340"/>
                    <a:gd name="connsiteY131" fmla="*/ 1767840 h 4185920"/>
                    <a:gd name="connsiteX132" fmla="*/ 11247120 w 11737340"/>
                    <a:gd name="connsiteY132" fmla="*/ 1684020 h 4185920"/>
                    <a:gd name="connsiteX133" fmla="*/ 11407140 w 11737340"/>
                    <a:gd name="connsiteY133" fmla="*/ 1628140 h 4185920"/>
                    <a:gd name="connsiteX134" fmla="*/ 11490960 w 11737340"/>
                    <a:gd name="connsiteY134" fmla="*/ 1577340 h 4185920"/>
                    <a:gd name="connsiteX135" fmla="*/ 11635740 w 11737340"/>
                    <a:gd name="connsiteY135" fmla="*/ 1508760 h 4185920"/>
                    <a:gd name="connsiteX136" fmla="*/ 11737340 w 11737340"/>
                    <a:gd name="connsiteY136" fmla="*/ 1442720 h 4185920"/>
                    <a:gd name="connsiteX137" fmla="*/ 11620500 w 11737340"/>
                    <a:gd name="connsiteY137" fmla="*/ 1417320 h 4185920"/>
                    <a:gd name="connsiteX138" fmla="*/ 11567160 w 11737340"/>
                    <a:gd name="connsiteY138" fmla="*/ 1379220 h 4185920"/>
                    <a:gd name="connsiteX139" fmla="*/ 11498580 w 11737340"/>
                    <a:gd name="connsiteY139" fmla="*/ 1318260 h 4185920"/>
                    <a:gd name="connsiteX140" fmla="*/ 11468100 w 11737340"/>
                    <a:gd name="connsiteY140" fmla="*/ 1280160 h 4185920"/>
                    <a:gd name="connsiteX141" fmla="*/ 11442700 w 11737340"/>
                    <a:gd name="connsiteY141" fmla="*/ 1231900 h 4185920"/>
                    <a:gd name="connsiteX142" fmla="*/ 11384280 w 11737340"/>
                    <a:gd name="connsiteY142" fmla="*/ 1310640 h 4185920"/>
                    <a:gd name="connsiteX143" fmla="*/ 11353800 w 11737340"/>
                    <a:gd name="connsiteY143" fmla="*/ 1356360 h 4185920"/>
                    <a:gd name="connsiteX144" fmla="*/ 11224260 w 11737340"/>
                    <a:gd name="connsiteY144" fmla="*/ 1417320 h 4185920"/>
                    <a:gd name="connsiteX145" fmla="*/ 11109960 w 11737340"/>
                    <a:gd name="connsiteY145" fmla="*/ 1463040 h 4185920"/>
                    <a:gd name="connsiteX146" fmla="*/ 10911840 w 11737340"/>
                    <a:gd name="connsiteY146" fmla="*/ 1524000 h 4185920"/>
                    <a:gd name="connsiteX147" fmla="*/ 10774680 w 11737340"/>
                    <a:gd name="connsiteY147" fmla="*/ 1546860 h 4185920"/>
                    <a:gd name="connsiteX148" fmla="*/ 10675620 w 11737340"/>
                    <a:gd name="connsiteY148" fmla="*/ 1615440 h 4185920"/>
                    <a:gd name="connsiteX149" fmla="*/ 10568940 w 11737340"/>
                    <a:gd name="connsiteY149" fmla="*/ 1676400 h 4185920"/>
                    <a:gd name="connsiteX150" fmla="*/ 10485120 w 11737340"/>
                    <a:gd name="connsiteY150" fmla="*/ 1760220 h 4185920"/>
                    <a:gd name="connsiteX151" fmla="*/ 10454640 w 11737340"/>
                    <a:gd name="connsiteY151" fmla="*/ 1836420 h 4185920"/>
                    <a:gd name="connsiteX152" fmla="*/ 10416540 w 11737340"/>
                    <a:gd name="connsiteY152" fmla="*/ 1927860 h 4185920"/>
                    <a:gd name="connsiteX153" fmla="*/ 10401300 w 11737340"/>
                    <a:gd name="connsiteY153" fmla="*/ 2004060 h 4185920"/>
                    <a:gd name="connsiteX154" fmla="*/ 10363200 w 11737340"/>
                    <a:gd name="connsiteY154" fmla="*/ 2095500 h 4185920"/>
                    <a:gd name="connsiteX155" fmla="*/ 10317480 w 11737340"/>
                    <a:gd name="connsiteY155" fmla="*/ 2225040 h 4185920"/>
                    <a:gd name="connsiteX156" fmla="*/ 10287000 w 11737340"/>
                    <a:gd name="connsiteY156" fmla="*/ 2346960 h 4185920"/>
                    <a:gd name="connsiteX157" fmla="*/ 10218420 w 11737340"/>
                    <a:gd name="connsiteY157" fmla="*/ 2499360 h 4185920"/>
                    <a:gd name="connsiteX158" fmla="*/ 10134600 w 11737340"/>
                    <a:gd name="connsiteY158" fmla="*/ 2621280 h 4185920"/>
                    <a:gd name="connsiteX159" fmla="*/ 10043160 w 11737340"/>
                    <a:gd name="connsiteY159" fmla="*/ 2735580 h 4185920"/>
                    <a:gd name="connsiteX160" fmla="*/ 9974580 w 11737340"/>
                    <a:gd name="connsiteY160" fmla="*/ 2857500 h 4185920"/>
                    <a:gd name="connsiteX161" fmla="*/ 9906000 w 11737340"/>
                    <a:gd name="connsiteY161" fmla="*/ 2941320 h 4185920"/>
                    <a:gd name="connsiteX162" fmla="*/ 9860280 w 11737340"/>
                    <a:gd name="connsiteY162" fmla="*/ 3032760 h 4185920"/>
                    <a:gd name="connsiteX163" fmla="*/ 9806940 w 11737340"/>
                    <a:gd name="connsiteY163" fmla="*/ 3116580 h 4185920"/>
                    <a:gd name="connsiteX164" fmla="*/ 9715500 w 11737340"/>
                    <a:gd name="connsiteY164" fmla="*/ 3208020 h 4185920"/>
                    <a:gd name="connsiteX165" fmla="*/ 9616440 w 11737340"/>
                    <a:gd name="connsiteY165" fmla="*/ 3261360 h 4185920"/>
                    <a:gd name="connsiteX166" fmla="*/ 9532620 w 11737340"/>
                    <a:gd name="connsiteY166" fmla="*/ 3329940 h 4185920"/>
                    <a:gd name="connsiteX167" fmla="*/ 9471660 w 11737340"/>
                    <a:gd name="connsiteY167" fmla="*/ 3375660 h 4185920"/>
                    <a:gd name="connsiteX168" fmla="*/ 9410700 w 11737340"/>
                    <a:gd name="connsiteY168" fmla="*/ 3429000 h 4185920"/>
                    <a:gd name="connsiteX169" fmla="*/ 9288780 w 11737340"/>
                    <a:gd name="connsiteY169" fmla="*/ 3436620 h 4185920"/>
                    <a:gd name="connsiteX170" fmla="*/ 9166860 w 11737340"/>
                    <a:gd name="connsiteY170" fmla="*/ 3444240 h 4185920"/>
                    <a:gd name="connsiteX171" fmla="*/ 9029700 w 11737340"/>
                    <a:gd name="connsiteY171" fmla="*/ 3413760 h 4185920"/>
                    <a:gd name="connsiteX172" fmla="*/ 8823960 w 11737340"/>
                    <a:gd name="connsiteY172" fmla="*/ 3360420 h 4185920"/>
                    <a:gd name="connsiteX173" fmla="*/ 8679180 w 11737340"/>
                    <a:gd name="connsiteY173" fmla="*/ 3329940 h 4185920"/>
                    <a:gd name="connsiteX174" fmla="*/ 8572500 w 11737340"/>
                    <a:gd name="connsiteY174" fmla="*/ 3276600 h 4185920"/>
                    <a:gd name="connsiteX175" fmla="*/ 8465820 w 11737340"/>
                    <a:gd name="connsiteY175" fmla="*/ 3215640 h 4185920"/>
                    <a:gd name="connsiteX176" fmla="*/ 8321040 w 11737340"/>
                    <a:gd name="connsiteY176" fmla="*/ 3177540 h 4185920"/>
                    <a:gd name="connsiteX177" fmla="*/ 8199120 w 11737340"/>
                    <a:gd name="connsiteY177" fmla="*/ 3131820 h 4185920"/>
                    <a:gd name="connsiteX178" fmla="*/ 8069580 w 11737340"/>
                    <a:gd name="connsiteY178" fmla="*/ 3078480 h 4185920"/>
                    <a:gd name="connsiteX179" fmla="*/ 7917180 w 11737340"/>
                    <a:gd name="connsiteY179" fmla="*/ 2994660 h 4185920"/>
                    <a:gd name="connsiteX180" fmla="*/ 7787640 w 11737340"/>
                    <a:gd name="connsiteY180" fmla="*/ 2971800 h 4185920"/>
                    <a:gd name="connsiteX181" fmla="*/ 7719060 w 11737340"/>
                    <a:gd name="connsiteY181" fmla="*/ 2933700 h 4185920"/>
                    <a:gd name="connsiteX182" fmla="*/ 7612380 w 11737340"/>
                    <a:gd name="connsiteY182" fmla="*/ 2903220 h 4185920"/>
                    <a:gd name="connsiteX183" fmla="*/ 7566660 w 11737340"/>
                    <a:gd name="connsiteY183" fmla="*/ 2887980 h 4185920"/>
                    <a:gd name="connsiteX184" fmla="*/ 7551420 w 11737340"/>
                    <a:gd name="connsiteY184" fmla="*/ 2849880 h 4185920"/>
                    <a:gd name="connsiteX185" fmla="*/ 7533640 w 11737340"/>
                    <a:gd name="connsiteY185" fmla="*/ 2788920 h 4185920"/>
                    <a:gd name="connsiteX186" fmla="*/ 7475220 w 11737340"/>
                    <a:gd name="connsiteY186" fmla="*/ 2857500 h 4185920"/>
                    <a:gd name="connsiteX187" fmla="*/ 7414260 w 11737340"/>
                    <a:gd name="connsiteY187" fmla="*/ 2887980 h 4185920"/>
                    <a:gd name="connsiteX188" fmla="*/ 7345680 w 11737340"/>
                    <a:gd name="connsiteY188" fmla="*/ 2971800 h 4185920"/>
                    <a:gd name="connsiteX189" fmla="*/ 7315200 w 11737340"/>
                    <a:gd name="connsiteY189" fmla="*/ 2994660 h 4185920"/>
                    <a:gd name="connsiteX190" fmla="*/ 7261860 w 11737340"/>
                    <a:gd name="connsiteY190" fmla="*/ 3009900 h 4185920"/>
                    <a:gd name="connsiteX191" fmla="*/ 7193280 w 11737340"/>
                    <a:gd name="connsiteY191" fmla="*/ 3025140 h 4185920"/>
                    <a:gd name="connsiteX192" fmla="*/ 7155180 w 11737340"/>
                    <a:gd name="connsiteY192" fmla="*/ 3078480 h 4185920"/>
                    <a:gd name="connsiteX193" fmla="*/ 7109460 w 11737340"/>
                    <a:gd name="connsiteY193" fmla="*/ 3154680 h 4185920"/>
                    <a:gd name="connsiteX194" fmla="*/ 7048500 w 11737340"/>
                    <a:gd name="connsiteY194" fmla="*/ 3246120 h 4185920"/>
                    <a:gd name="connsiteX195" fmla="*/ 6995160 w 11737340"/>
                    <a:gd name="connsiteY195" fmla="*/ 3307080 h 4185920"/>
                    <a:gd name="connsiteX196" fmla="*/ 6972300 w 11737340"/>
                    <a:gd name="connsiteY196" fmla="*/ 3352800 h 4185920"/>
                    <a:gd name="connsiteX197" fmla="*/ 6949440 w 11737340"/>
                    <a:gd name="connsiteY197" fmla="*/ 3413760 h 4185920"/>
                    <a:gd name="connsiteX198" fmla="*/ 6949440 w 11737340"/>
                    <a:gd name="connsiteY198" fmla="*/ 3413760 h 4185920"/>
                    <a:gd name="connsiteX199" fmla="*/ 6911340 w 11737340"/>
                    <a:gd name="connsiteY199" fmla="*/ 3474720 h 4185920"/>
                    <a:gd name="connsiteX200" fmla="*/ 6888480 w 11737340"/>
                    <a:gd name="connsiteY200" fmla="*/ 3505200 h 4185920"/>
                    <a:gd name="connsiteX201" fmla="*/ 6819900 w 11737340"/>
                    <a:gd name="connsiteY201" fmla="*/ 3566160 h 4185920"/>
                    <a:gd name="connsiteX202" fmla="*/ 6731000 w 11737340"/>
                    <a:gd name="connsiteY202" fmla="*/ 3599180 h 4185920"/>
                    <a:gd name="connsiteX203" fmla="*/ 6675120 w 11737340"/>
                    <a:gd name="connsiteY203" fmla="*/ 3657600 h 4185920"/>
                    <a:gd name="connsiteX204" fmla="*/ 6629400 w 11737340"/>
                    <a:gd name="connsiteY204" fmla="*/ 3718560 h 4185920"/>
                    <a:gd name="connsiteX205" fmla="*/ 6576060 w 11737340"/>
                    <a:gd name="connsiteY205" fmla="*/ 3779520 h 4185920"/>
                    <a:gd name="connsiteX206" fmla="*/ 6484620 w 11737340"/>
                    <a:gd name="connsiteY206" fmla="*/ 3817620 h 4185920"/>
                    <a:gd name="connsiteX207" fmla="*/ 6400800 w 11737340"/>
                    <a:gd name="connsiteY207" fmla="*/ 3832860 h 4185920"/>
                    <a:gd name="connsiteX208" fmla="*/ 6263640 w 11737340"/>
                    <a:gd name="connsiteY208" fmla="*/ 3870960 h 4185920"/>
                    <a:gd name="connsiteX209" fmla="*/ 6126480 w 11737340"/>
                    <a:gd name="connsiteY209" fmla="*/ 3901440 h 4185920"/>
                    <a:gd name="connsiteX210" fmla="*/ 6027420 w 11737340"/>
                    <a:gd name="connsiteY210" fmla="*/ 3916680 h 4185920"/>
                    <a:gd name="connsiteX211" fmla="*/ 5890260 w 11737340"/>
                    <a:gd name="connsiteY211" fmla="*/ 3878580 h 4185920"/>
                    <a:gd name="connsiteX212" fmla="*/ 5821680 w 11737340"/>
                    <a:gd name="connsiteY212" fmla="*/ 3863340 h 4185920"/>
                    <a:gd name="connsiteX213" fmla="*/ 5737860 w 11737340"/>
                    <a:gd name="connsiteY213" fmla="*/ 3825240 h 4185920"/>
                    <a:gd name="connsiteX214" fmla="*/ 5638800 w 11737340"/>
                    <a:gd name="connsiteY214" fmla="*/ 3794760 h 4185920"/>
                    <a:gd name="connsiteX215" fmla="*/ 5524500 w 11737340"/>
                    <a:gd name="connsiteY215" fmla="*/ 3756660 h 4185920"/>
                    <a:gd name="connsiteX216" fmla="*/ 5448300 w 11737340"/>
                    <a:gd name="connsiteY216" fmla="*/ 3718560 h 4185920"/>
                    <a:gd name="connsiteX217" fmla="*/ 5349240 w 11737340"/>
                    <a:gd name="connsiteY217" fmla="*/ 3657600 h 4185920"/>
                    <a:gd name="connsiteX218" fmla="*/ 5295900 w 11737340"/>
                    <a:gd name="connsiteY218" fmla="*/ 3619500 h 4185920"/>
                    <a:gd name="connsiteX219" fmla="*/ 5234940 w 11737340"/>
                    <a:gd name="connsiteY219" fmla="*/ 3596640 h 4185920"/>
                    <a:gd name="connsiteX220" fmla="*/ 5135880 w 11737340"/>
                    <a:gd name="connsiteY220" fmla="*/ 3550920 h 4185920"/>
                    <a:gd name="connsiteX221" fmla="*/ 5059680 w 11737340"/>
                    <a:gd name="connsiteY221" fmla="*/ 3505200 h 4185920"/>
                    <a:gd name="connsiteX222" fmla="*/ 5029200 w 11737340"/>
                    <a:gd name="connsiteY222" fmla="*/ 3482340 h 4185920"/>
                    <a:gd name="connsiteX223" fmla="*/ 4960620 w 11737340"/>
                    <a:gd name="connsiteY223" fmla="*/ 3413760 h 4185920"/>
                    <a:gd name="connsiteX224" fmla="*/ 4876800 w 11737340"/>
                    <a:gd name="connsiteY224" fmla="*/ 3299460 h 4185920"/>
                    <a:gd name="connsiteX225" fmla="*/ 4808220 w 11737340"/>
                    <a:gd name="connsiteY225" fmla="*/ 3200400 h 4185920"/>
                    <a:gd name="connsiteX226" fmla="*/ 4777740 w 11737340"/>
                    <a:gd name="connsiteY226" fmla="*/ 3147060 h 4185920"/>
                    <a:gd name="connsiteX227" fmla="*/ 4724400 w 11737340"/>
                    <a:gd name="connsiteY227" fmla="*/ 3108960 h 4185920"/>
                    <a:gd name="connsiteX228" fmla="*/ 4648200 w 11737340"/>
                    <a:gd name="connsiteY228" fmla="*/ 3063240 h 4185920"/>
                    <a:gd name="connsiteX229" fmla="*/ 4533900 w 11737340"/>
                    <a:gd name="connsiteY229" fmla="*/ 2979420 h 4185920"/>
                    <a:gd name="connsiteX230" fmla="*/ 4427220 w 11737340"/>
                    <a:gd name="connsiteY230" fmla="*/ 2941320 h 4185920"/>
                    <a:gd name="connsiteX231" fmla="*/ 4366260 w 11737340"/>
                    <a:gd name="connsiteY231" fmla="*/ 2903220 h 4185920"/>
                    <a:gd name="connsiteX232" fmla="*/ 4244340 w 11737340"/>
                    <a:gd name="connsiteY232" fmla="*/ 2842260 h 4185920"/>
                    <a:gd name="connsiteX233" fmla="*/ 4145280 w 11737340"/>
                    <a:gd name="connsiteY233" fmla="*/ 2811780 h 4185920"/>
                    <a:gd name="connsiteX234" fmla="*/ 4038600 w 11737340"/>
                    <a:gd name="connsiteY234" fmla="*/ 2804160 h 4185920"/>
                    <a:gd name="connsiteX235" fmla="*/ 3954780 w 11737340"/>
                    <a:gd name="connsiteY235" fmla="*/ 2819400 h 4185920"/>
                    <a:gd name="connsiteX236" fmla="*/ 3863340 w 11737340"/>
                    <a:gd name="connsiteY236" fmla="*/ 2804160 h 4185920"/>
                    <a:gd name="connsiteX237" fmla="*/ 3741420 w 11737340"/>
                    <a:gd name="connsiteY237" fmla="*/ 2781300 h 4185920"/>
                    <a:gd name="connsiteX238" fmla="*/ 3649980 w 11737340"/>
                    <a:gd name="connsiteY238" fmla="*/ 2743200 h 4185920"/>
                    <a:gd name="connsiteX239" fmla="*/ 3573780 w 11737340"/>
                    <a:gd name="connsiteY239" fmla="*/ 2674620 h 4185920"/>
                    <a:gd name="connsiteX240" fmla="*/ 3482340 w 11737340"/>
                    <a:gd name="connsiteY240" fmla="*/ 2621280 h 4185920"/>
                    <a:gd name="connsiteX241" fmla="*/ 3436620 w 11737340"/>
                    <a:gd name="connsiteY241" fmla="*/ 2552700 h 4185920"/>
                    <a:gd name="connsiteX242" fmla="*/ 3329940 w 11737340"/>
                    <a:gd name="connsiteY242" fmla="*/ 2423160 h 4185920"/>
                    <a:gd name="connsiteX243" fmla="*/ 3261360 w 11737340"/>
                    <a:gd name="connsiteY243" fmla="*/ 2324100 h 4185920"/>
                    <a:gd name="connsiteX244" fmla="*/ 3131820 w 11737340"/>
                    <a:gd name="connsiteY244" fmla="*/ 2209800 h 4185920"/>
                    <a:gd name="connsiteX245" fmla="*/ 3040380 w 11737340"/>
                    <a:gd name="connsiteY245" fmla="*/ 2141220 h 4185920"/>
                    <a:gd name="connsiteX246" fmla="*/ 2910840 w 11737340"/>
                    <a:gd name="connsiteY246" fmla="*/ 2034540 h 4185920"/>
                    <a:gd name="connsiteX247" fmla="*/ 2849880 w 11737340"/>
                    <a:gd name="connsiteY247" fmla="*/ 1958340 h 4185920"/>
                    <a:gd name="connsiteX248" fmla="*/ 2743200 w 11737340"/>
                    <a:gd name="connsiteY248" fmla="*/ 1889760 h 4185920"/>
                    <a:gd name="connsiteX249" fmla="*/ 2659380 w 11737340"/>
                    <a:gd name="connsiteY249" fmla="*/ 1844040 h 4185920"/>
                    <a:gd name="connsiteX250" fmla="*/ 2575560 w 11737340"/>
                    <a:gd name="connsiteY250" fmla="*/ 1744980 h 4185920"/>
                    <a:gd name="connsiteX251" fmla="*/ 2468880 w 11737340"/>
                    <a:gd name="connsiteY251" fmla="*/ 1645920 h 4185920"/>
                    <a:gd name="connsiteX252" fmla="*/ 2400300 w 11737340"/>
                    <a:gd name="connsiteY252" fmla="*/ 1607820 h 4185920"/>
                    <a:gd name="connsiteX253" fmla="*/ 2263140 w 11737340"/>
                    <a:gd name="connsiteY253" fmla="*/ 1501140 h 4185920"/>
                    <a:gd name="connsiteX254" fmla="*/ 2171700 w 11737340"/>
                    <a:gd name="connsiteY254" fmla="*/ 1432560 h 4185920"/>
                    <a:gd name="connsiteX255" fmla="*/ 2087880 w 11737340"/>
                    <a:gd name="connsiteY255" fmla="*/ 1363980 h 4185920"/>
                    <a:gd name="connsiteX256" fmla="*/ 1950720 w 11737340"/>
                    <a:gd name="connsiteY256" fmla="*/ 1272540 h 4185920"/>
                    <a:gd name="connsiteX257" fmla="*/ 1805940 w 11737340"/>
                    <a:gd name="connsiteY257" fmla="*/ 1135380 h 4185920"/>
                    <a:gd name="connsiteX258" fmla="*/ 1729740 w 11737340"/>
                    <a:gd name="connsiteY258" fmla="*/ 1089660 h 4185920"/>
                    <a:gd name="connsiteX259" fmla="*/ 1668780 w 11737340"/>
                    <a:gd name="connsiteY259" fmla="*/ 1043940 h 4185920"/>
                    <a:gd name="connsiteX260" fmla="*/ 1592580 w 11737340"/>
                    <a:gd name="connsiteY260" fmla="*/ 990600 h 4185920"/>
                    <a:gd name="connsiteX261" fmla="*/ 1470660 w 11737340"/>
                    <a:gd name="connsiteY261" fmla="*/ 891540 h 4185920"/>
                    <a:gd name="connsiteX262" fmla="*/ 1386840 w 11737340"/>
                    <a:gd name="connsiteY262" fmla="*/ 845820 h 4185920"/>
                    <a:gd name="connsiteX263" fmla="*/ 1318260 w 11737340"/>
                    <a:gd name="connsiteY263" fmla="*/ 784860 h 4185920"/>
                    <a:gd name="connsiteX264" fmla="*/ 1264920 w 11737340"/>
                    <a:gd name="connsiteY264" fmla="*/ 723900 h 4185920"/>
                    <a:gd name="connsiteX265" fmla="*/ 1181100 w 11737340"/>
                    <a:gd name="connsiteY265" fmla="*/ 647700 h 4185920"/>
                    <a:gd name="connsiteX266" fmla="*/ 1089660 w 11737340"/>
                    <a:gd name="connsiteY266" fmla="*/ 624840 h 4185920"/>
                    <a:gd name="connsiteX267" fmla="*/ 1021080 w 11737340"/>
                    <a:gd name="connsiteY267" fmla="*/ 586740 h 4185920"/>
                    <a:gd name="connsiteX268" fmla="*/ 937260 w 11737340"/>
                    <a:gd name="connsiteY268" fmla="*/ 548640 h 4185920"/>
                    <a:gd name="connsiteX269" fmla="*/ 830580 w 11737340"/>
                    <a:gd name="connsiteY269" fmla="*/ 510540 h 4185920"/>
                    <a:gd name="connsiteX270" fmla="*/ 754380 w 11737340"/>
                    <a:gd name="connsiteY270" fmla="*/ 457200 h 4185920"/>
                    <a:gd name="connsiteX271" fmla="*/ 708660 w 11737340"/>
                    <a:gd name="connsiteY271" fmla="*/ 419100 h 4185920"/>
                    <a:gd name="connsiteX272" fmla="*/ 609600 w 11737340"/>
                    <a:gd name="connsiteY272" fmla="*/ 396240 h 4185920"/>
                    <a:gd name="connsiteX273" fmla="*/ 548640 w 11737340"/>
                    <a:gd name="connsiteY273" fmla="*/ 320040 h 4185920"/>
                    <a:gd name="connsiteX274" fmla="*/ 510540 w 11737340"/>
                    <a:gd name="connsiteY274" fmla="*/ 251460 h 4185920"/>
                    <a:gd name="connsiteX275" fmla="*/ 464820 w 11737340"/>
                    <a:gd name="connsiteY275" fmla="*/ 190500 h 4185920"/>
                    <a:gd name="connsiteX276" fmla="*/ 411480 w 11737340"/>
                    <a:gd name="connsiteY276" fmla="*/ 137160 h 4185920"/>
                    <a:gd name="connsiteX277" fmla="*/ 373380 w 11737340"/>
                    <a:gd name="connsiteY277" fmla="*/ 45720 h 4185920"/>
                    <a:gd name="connsiteX278" fmla="*/ 342900 w 11737340"/>
                    <a:gd name="connsiteY278" fmla="*/ 0 h 4185920"/>
                    <a:gd name="connsiteX279" fmla="*/ 327660 w 11737340"/>
                    <a:gd name="connsiteY279" fmla="*/ 60960 h 4185920"/>
                    <a:gd name="connsiteX280" fmla="*/ 289560 w 11737340"/>
                    <a:gd name="connsiteY280" fmla="*/ 91440 h 4185920"/>
                    <a:gd name="connsiteX281" fmla="*/ 236220 w 11737340"/>
                    <a:gd name="connsiteY281" fmla="*/ 114300 h 4185920"/>
                    <a:gd name="connsiteX282" fmla="*/ 198120 w 11737340"/>
                    <a:gd name="connsiteY282" fmla="*/ 175260 h 4185920"/>
                    <a:gd name="connsiteX283" fmla="*/ 175260 w 11737340"/>
                    <a:gd name="connsiteY283" fmla="*/ 228600 h 4185920"/>
                    <a:gd name="connsiteX284" fmla="*/ 114300 w 11737340"/>
                    <a:gd name="connsiteY284" fmla="*/ 236220 h 4185920"/>
                    <a:gd name="connsiteX285" fmla="*/ 45720 w 11737340"/>
                    <a:gd name="connsiteY285" fmla="*/ 251460 h 4185920"/>
                    <a:gd name="connsiteX286" fmla="*/ 0 w 11737340"/>
                    <a:gd name="connsiteY286" fmla="*/ 281940 h 4185920"/>
                    <a:gd name="connsiteX287" fmla="*/ 68580 w 11737340"/>
                    <a:gd name="connsiteY287" fmla="*/ 320040 h 4185920"/>
                    <a:gd name="connsiteX0" fmla="*/ 68580 w 11737340"/>
                    <a:gd name="connsiteY0" fmla="*/ 320040 h 4185920"/>
                    <a:gd name="connsiteX1" fmla="*/ 121920 w 11737340"/>
                    <a:gd name="connsiteY1" fmla="*/ 381000 h 4185920"/>
                    <a:gd name="connsiteX2" fmla="*/ 198120 w 11737340"/>
                    <a:gd name="connsiteY2" fmla="*/ 419100 h 4185920"/>
                    <a:gd name="connsiteX3" fmla="*/ 320040 w 11737340"/>
                    <a:gd name="connsiteY3" fmla="*/ 510540 h 4185920"/>
                    <a:gd name="connsiteX4" fmla="*/ 411480 w 11737340"/>
                    <a:gd name="connsiteY4" fmla="*/ 563880 h 4185920"/>
                    <a:gd name="connsiteX5" fmla="*/ 472440 w 11737340"/>
                    <a:gd name="connsiteY5" fmla="*/ 632460 h 4185920"/>
                    <a:gd name="connsiteX6" fmla="*/ 601980 w 11737340"/>
                    <a:gd name="connsiteY6" fmla="*/ 708660 h 4185920"/>
                    <a:gd name="connsiteX7" fmla="*/ 739140 w 11737340"/>
                    <a:gd name="connsiteY7" fmla="*/ 784860 h 4185920"/>
                    <a:gd name="connsiteX8" fmla="*/ 861060 w 11737340"/>
                    <a:gd name="connsiteY8" fmla="*/ 868680 h 4185920"/>
                    <a:gd name="connsiteX9" fmla="*/ 944880 w 11737340"/>
                    <a:gd name="connsiteY9" fmla="*/ 952500 h 4185920"/>
                    <a:gd name="connsiteX10" fmla="*/ 1021080 w 11737340"/>
                    <a:gd name="connsiteY10" fmla="*/ 1005840 h 4185920"/>
                    <a:gd name="connsiteX11" fmla="*/ 1097280 w 11737340"/>
                    <a:gd name="connsiteY11" fmla="*/ 1043940 h 4185920"/>
                    <a:gd name="connsiteX12" fmla="*/ 1181100 w 11737340"/>
                    <a:gd name="connsiteY12" fmla="*/ 1104900 h 4185920"/>
                    <a:gd name="connsiteX13" fmla="*/ 1249680 w 11737340"/>
                    <a:gd name="connsiteY13" fmla="*/ 1150620 h 4185920"/>
                    <a:gd name="connsiteX14" fmla="*/ 1341120 w 11737340"/>
                    <a:gd name="connsiteY14" fmla="*/ 1196340 h 4185920"/>
                    <a:gd name="connsiteX15" fmla="*/ 1417320 w 11737340"/>
                    <a:gd name="connsiteY15" fmla="*/ 1257300 h 4185920"/>
                    <a:gd name="connsiteX16" fmla="*/ 1493520 w 11737340"/>
                    <a:gd name="connsiteY16" fmla="*/ 1333500 h 4185920"/>
                    <a:gd name="connsiteX17" fmla="*/ 1569720 w 11737340"/>
                    <a:gd name="connsiteY17" fmla="*/ 1356360 h 4185920"/>
                    <a:gd name="connsiteX18" fmla="*/ 1684020 w 11737340"/>
                    <a:gd name="connsiteY18" fmla="*/ 1424940 h 4185920"/>
                    <a:gd name="connsiteX19" fmla="*/ 1729740 w 11737340"/>
                    <a:gd name="connsiteY19" fmla="*/ 1485900 h 4185920"/>
                    <a:gd name="connsiteX20" fmla="*/ 1844040 w 11737340"/>
                    <a:gd name="connsiteY20" fmla="*/ 1569720 h 4185920"/>
                    <a:gd name="connsiteX21" fmla="*/ 1935480 w 11737340"/>
                    <a:gd name="connsiteY21" fmla="*/ 1615440 h 4185920"/>
                    <a:gd name="connsiteX22" fmla="*/ 2049780 w 11737340"/>
                    <a:gd name="connsiteY22" fmla="*/ 1691640 h 4185920"/>
                    <a:gd name="connsiteX23" fmla="*/ 2133600 w 11737340"/>
                    <a:gd name="connsiteY23" fmla="*/ 1729740 h 4185920"/>
                    <a:gd name="connsiteX24" fmla="*/ 2202180 w 11737340"/>
                    <a:gd name="connsiteY24" fmla="*/ 1805940 h 4185920"/>
                    <a:gd name="connsiteX25" fmla="*/ 2255520 w 11737340"/>
                    <a:gd name="connsiteY25" fmla="*/ 1821180 h 4185920"/>
                    <a:gd name="connsiteX26" fmla="*/ 2316480 w 11737340"/>
                    <a:gd name="connsiteY26" fmla="*/ 1866900 h 4185920"/>
                    <a:gd name="connsiteX27" fmla="*/ 2423160 w 11737340"/>
                    <a:gd name="connsiteY27" fmla="*/ 2004060 h 4185920"/>
                    <a:gd name="connsiteX28" fmla="*/ 2476500 w 11737340"/>
                    <a:gd name="connsiteY28" fmla="*/ 2087880 h 4185920"/>
                    <a:gd name="connsiteX29" fmla="*/ 2567940 w 11737340"/>
                    <a:gd name="connsiteY29" fmla="*/ 2148840 h 4185920"/>
                    <a:gd name="connsiteX30" fmla="*/ 2682240 w 11737340"/>
                    <a:gd name="connsiteY30" fmla="*/ 2186940 h 4185920"/>
                    <a:gd name="connsiteX31" fmla="*/ 2743200 w 11737340"/>
                    <a:gd name="connsiteY31" fmla="*/ 2209800 h 4185920"/>
                    <a:gd name="connsiteX32" fmla="*/ 2811780 w 11737340"/>
                    <a:gd name="connsiteY32" fmla="*/ 2247900 h 4185920"/>
                    <a:gd name="connsiteX33" fmla="*/ 2887980 w 11737340"/>
                    <a:gd name="connsiteY33" fmla="*/ 2301240 h 4185920"/>
                    <a:gd name="connsiteX34" fmla="*/ 2979420 w 11737340"/>
                    <a:gd name="connsiteY34" fmla="*/ 2385060 h 4185920"/>
                    <a:gd name="connsiteX35" fmla="*/ 3055620 w 11737340"/>
                    <a:gd name="connsiteY35" fmla="*/ 2461260 h 4185920"/>
                    <a:gd name="connsiteX36" fmla="*/ 3134360 w 11737340"/>
                    <a:gd name="connsiteY36" fmla="*/ 2555240 h 4185920"/>
                    <a:gd name="connsiteX37" fmla="*/ 3248660 w 11737340"/>
                    <a:gd name="connsiteY37" fmla="*/ 2654300 h 4185920"/>
                    <a:gd name="connsiteX38" fmla="*/ 3345180 w 11737340"/>
                    <a:gd name="connsiteY38" fmla="*/ 2720340 h 4185920"/>
                    <a:gd name="connsiteX39" fmla="*/ 3444240 w 11737340"/>
                    <a:gd name="connsiteY39" fmla="*/ 2796540 h 4185920"/>
                    <a:gd name="connsiteX40" fmla="*/ 3558540 w 11737340"/>
                    <a:gd name="connsiteY40" fmla="*/ 2872740 h 4185920"/>
                    <a:gd name="connsiteX41" fmla="*/ 3619500 w 11737340"/>
                    <a:gd name="connsiteY41" fmla="*/ 2979420 h 4185920"/>
                    <a:gd name="connsiteX42" fmla="*/ 3619500 w 11737340"/>
                    <a:gd name="connsiteY42" fmla="*/ 2979420 h 4185920"/>
                    <a:gd name="connsiteX43" fmla="*/ 3649980 w 11737340"/>
                    <a:gd name="connsiteY43" fmla="*/ 3048000 h 4185920"/>
                    <a:gd name="connsiteX44" fmla="*/ 3703320 w 11737340"/>
                    <a:gd name="connsiteY44" fmla="*/ 3086100 h 4185920"/>
                    <a:gd name="connsiteX45" fmla="*/ 3764280 w 11737340"/>
                    <a:gd name="connsiteY45" fmla="*/ 3063240 h 4185920"/>
                    <a:gd name="connsiteX46" fmla="*/ 3850640 w 11737340"/>
                    <a:gd name="connsiteY46" fmla="*/ 3040380 h 4185920"/>
                    <a:gd name="connsiteX47" fmla="*/ 3916680 w 11737340"/>
                    <a:gd name="connsiteY47" fmla="*/ 3032760 h 4185920"/>
                    <a:gd name="connsiteX48" fmla="*/ 4030980 w 11737340"/>
                    <a:gd name="connsiteY48" fmla="*/ 3063240 h 4185920"/>
                    <a:gd name="connsiteX49" fmla="*/ 4137660 w 11737340"/>
                    <a:gd name="connsiteY49" fmla="*/ 3101340 h 4185920"/>
                    <a:gd name="connsiteX50" fmla="*/ 4259580 w 11737340"/>
                    <a:gd name="connsiteY50" fmla="*/ 3147060 h 4185920"/>
                    <a:gd name="connsiteX51" fmla="*/ 4381500 w 11737340"/>
                    <a:gd name="connsiteY51" fmla="*/ 3192780 h 4185920"/>
                    <a:gd name="connsiteX52" fmla="*/ 4526280 w 11737340"/>
                    <a:gd name="connsiteY52" fmla="*/ 3276600 h 4185920"/>
                    <a:gd name="connsiteX53" fmla="*/ 4587240 w 11737340"/>
                    <a:gd name="connsiteY53" fmla="*/ 3299460 h 4185920"/>
                    <a:gd name="connsiteX54" fmla="*/ 4610100 w 11737340"/>
                    <a:gd name="connsiteY54" fmla="*/ 3352800 h 4185920"/>
                    <a:gd name="connsiteX55" fmla="*/ 4648200 w 11737340"/>
                    <a:gd name="connsiteY55" fmla="*/ 3436620 h 4185920"/>
                    <a:gd name="connsiteX56" fmla="*/ 4671060 w 11737340"/>
                    <a:gd name="connsiteY56" fmla="*/ 3520440 h 4185920"/>
                    <a:gd name="connsiteX57" fmla="*/ 4678680 w 11737340"/>
                    <a:gd name="connsiteY57" fmla="*/ 3589020 h 4185920"/>
                    <a:gd name="connsiteX58" fmla="*/ 4686300 w 11737340"/>
                    <a:gd name="connsiteY58" fmla="*/ 3649980 h 4185920"/>
                    <a:gd name="connsiteX59" fmla="*/ 4724400 w 11737340"/>
                    <a:gd name="connsiteY59" fmla="*/ 3680460 h 4185920"/>
                    <a:gd name="connsiteX60" fmla="*/ 4785360 w 11737340"/>
                    <a:gd name="connsiteY60" fmla="*/ 3672840 h 4185920"/>
                    <a:gd name="connsiteX61" fmla="*/ 4869180 w 11737340"/>
                    <a:gd name="connsiteY61" fmla="*/ 3703320 h 4185920"/>
                    <a:gd name="connsiteX62" fmla="*/ 4914900 w 11737340"/>
                    <a:gd name="connsiteY62" fmla="*/ 3756660 h 4185920"/>
                    <a:gd name="connsiteX63" fmla="*/ 5105400 w 11737340"/>
                    <a:gd name="connsiteY63" fmla="*/ 3832860 h 4185920"/>
                    <a:gd name="connsiteX64" fmla="*/ 5173980 w 11737340"/>
                    <a:gd name="connsiteY64" fmla="*/ 3886200 h 4185920"/>
                    <a:gd name="connsiteX65" fmla="*/ 5242560 w 11737340"/>
                    <a:gd name="connsiteY65" fmla="*/ 3924300 h 4185920"/>
                    <a:gd name="connsiteX66" fmla="*/ 5364480 w 11737340"/>
                    <a:gd name="connsiteY66" fmla="*/ 3962400 h 4185920"/>
                    <a:gd name="connsiteX67" fmla="*/ 5516880 w 11737340"/>
                    <a:gd name="connsiteY67" fmla="*/ 4046220 h 4185920"/>
                    <a:gd name="connsiteX68" fmla="*/ 5585460 w 11737340"/>
                    <a:gd name="connsiteY68" fmla="*/ 4099560 h 4185920"/>
                    <a:gd name="connsiteX69" fmla="*/ 5661660 w 11737340"/>
                    <a:gd name="connsiteY69" fmla="*/ 4122420 h 4185920"/>
                    <a:gd name="connsiteX70" fmla="*/ 5745480 w 11737340"/>
                    <a:gd name="connsiteY70" fmla="*/ 4130040 h 4185920"/>
                    <a:gd name="connsiteX71" fmla="*/ 5836920 w 11737340"/>
                    <a:gd name="connsiteY71" fmla="*/ 4130040 h 4185920"/>
                    <a:gd name="connsiteX72" fmla="*/ 5943600 w 11737340"/>
                    <a:gd name="connsiteY72" fmla="*/ 4165600 h 4185920"/>
                    <a:gd name="connsiteX73" fmla="*/ 6042660 w 11737340"/>
                    <a:gd name="connsiteY73" fmla="*/ 4185920 h 4185920"/>
                    <a:gd name="connsiteX74" fmla="*/ 6167120 w 11737340"/>
                    <a:gd name="connsiteY74" fmla="*/ 4160520 h 4185920"/>
                    <a:gd name="connsiteX75" fmla="*/ 6286500 w 11737340"/>
                    <a:gd name="connsiteY75" fmla="*/ 4114800 h 4185920"/>
                    <a:gd name="connsiteX76" fmla="*/ 6393180 w 11737340"/>
                    <a:gd name="connsiteY76" fmla="*/ 4071620 h 4185920"/>
                    <a:gd name="connsiteX77" fmla="*/ 6484620 w 11737340"/>
                    <a:gd name="connsiteY77" fmla="*/ 4038600 h 4185920"/>
                    <a:gd name="connsiteX78" fmla="*/ 6583680 w 11737340"/>
                    <a:gd name="connsiteY78" fmla="*/ 3970020 h 4185920"/>
                    <a:gd name="connsiteX79" fmla="*/ 6697980 w 11737340"/>
                    <a:gd name="connsiteY79" fmla="*/ 3886200 h 4185920"/>
                    <a:gd name="connsiteX80" fmla="*/ 6751320 w 11737340"/>
                    <a:gd name="connsiteY80" fmla="*/ 3822700 h 4185920"/>
                    <a:gd name="connsiteX81" fmla="*/ 6855460 w 11737340"/>
                    <a:gd name="connsiteY81" fmla="*/ 3764280 h 4185920"/>
                    <a:gd name="connsiteX82" fmla="*/ 6959600 w 11737340"/>
                    <a:gd name="connsiteY82" fmla="*/ 3629660 h 4185920"/>
                    <a:gd name="connsiteX83" fmla="*/ 7056120 w 11737340"/>
                    <a:gd name="connsiteY83" fmla="*/ 3528060 h 4185920"/>
                    <a:gd name="connsiteX84" fmla="*/ 7165340 w 11737340"/>
                    <a:gd name="connsiteY84" fmla="*/ 3454400 h 4185920"/>
                    <a:gd name="connsiteX85" fmla="*/ 7287260 w 11737340"/>
                    <a:gd name="connsiteY85" fmla="*/ 3296920 h 4185920"/>
                    <a:gd name="connsiteX86" fmla="*/ 7338060 w 11737340"/>
                    <a:gd name="connsiteY86" fmla="*/ 3200400 h 4185920"/>
                    <a:gd name="connsiteX87" fmla="*/ 7383780 w 11737340"/>
                    <a:gd name="connsiteY87" fmla="*/ 3144520 h 4185920"/>
                    <a:gd name="connsiteX88" fmla="*/ 7444740 w 11737340"/>
                    <a:gd name="connsiteY88" fmla="*/ 3093720 h 4185920"/>
                    <a:gd name="connsiteX89" fmla="*/ 7513320 w 11737340"/>
                    <a:gd name="connsiteY89" fmla="*/ 3101340 h 4185920"/>
                    <a:gd name="connsiteX90" fmla="*/ 7576820 w 11737340"/>
                    <a:gd name="connsiteY90" fmla="*/ 3093720 h 4185920"/>
                    <a:gd name="connsiteX91" fmla="*/ 7729220 w 11737340"/>
                    <a:gd name="connsiteY91" fmla="*/ 3136900 h 4185920"/>
                    <a:gd name="connsiteX92" fmla="*/ 7833360 w 11737340"/>
                    <a:gd name="connsiteY92" fmla="*/ 3180080 h 4185920"/>
                    <a:gd name="connsiteX93" fmla="*/ 7967980 w 11737340"/>
                    <a:gd name="connsiteY93" fmla="*/ 3208020 h 4185920"/>
                    <a:gd name="connsiteX94" fmla="*/ 8161020 w 11737340"/>
                    <a:gd name="connsiteY94" fmla="*/ 3296920 h 4185920"/>
                    <a:gd name="connsiteX95" fmla="*/ 8293100 w 11737340"/>
                    <a:gd name="connsiteY95" fmla="*/ 3370580 h 4185920"/>
                    <a:gd name="connsiteX96" fmla="*/ 8371840 w 11737340"/>
                    <a:gd name="connsiteY96" fmla="*/ 3395980 h 4185920"/>
                    <a:gd name="connsiteX97" fmla="*/ 8468360 w 11737340"/>
                    <a:gd name="connsiteY97" fmla="*/ 3434080 h 4185920"/>
                    <a:gd name="connsiteX98" fmla="*/ 8582660 w 11737340"/>
                    <a:gd name="connsiteY98" fmla="*/ 3528060 h 4185920"/>
                    <a:gd name="connsiteX99" fmla="*/ 8641080 w 11737340"/>
                    <a:gd name="connsiteY99" fmla="*/ 3566160 h 4185920"/>
                    <a:gd name="connsiteX100" fmla="*/ 8702040 w 11737340"/>
                    <a:gd name="connsiteY100" fmla="*/ 3604260 h 4185920"/>
                    <a:gd name="connsiteX101" fmla="*/ 8763000 w 11737340"/>
                    <a:gd name="connsiteY101" fmla="*/ 3634740 h 4185920"/>
                    <a:gd name="connsiteX102" fmla="*/ 8846820 w 11737340"/>
                    <a:gd name="connsiteY102" fmla="*/ 3632200 h 4185920"/>
                    <a:gd name="connsiteX103" fmla="*/ 8968740 w 11737340"/>
                    <a:gd name="connsiteY103" fmla="*/ 3634740 h 4185920"/>
                    <a:gd name="connsiteX104" fmla="*/ 9060180 w 11737340"/>
                    <a:gd name="connsiteY104" fmla="*/ 3642360 h 4185920"/>
                    <a:gd name="connsiteX105" fmla="*/ 9151620 w 11737340"/>
                    <a:gd name="connsiteY105" fmla="*/ 3657600 h 4185920"/>
                    <a:gd name="connsiteX106" fmla="*/ 9230360 w 11737340"/>
                    <a:gd name="connsiteY106" fmla="*/ 3657600 h 4185920"/>
                    <a:gd name="connsiteX107" fmla="*/ 9331960 w 11737340"/>
                    <a:gd name="connsiteY107" fmla="*/ 3629660 h 4185920"/>
                    <a:gd name="connsiteX108" fmla="*/ 9433560 w 11737340"/>
                    <a:gd name="connsiteY108" fmla="*/ 3589020 h 4185920"/>
                    <a:gd name="connsiteX109" fmla="*/ 9535160 w 11737340"/>
                    <a:gd name="connsiteY109" fmla="*/ 3540760 h 4185920"/>
                    <a:gd name="connsiteX110" fmla="*/ 9646920 w 11737340"/>
                    <a:gd name="connsiteY110" fmla="*/ 3489960 h 4185920"/>
                    <a:gd name="connsiteX111" fmla="*/ 9784080 w 11737340"/>
                    <a:gd name="connsiteY111" fmla="*/ 3444240 h 4185920"/>
                    <a:gd name="connsiteX112" fmla="*/ 9860280 w 11737340"/>
                    <a:gd name="connsiteY112" fmla="*/ 3383280 h 4185920"/>
                    <a:gd name="connsiteX113" fmla="*/ 9921240 w 11737340"/>
                    <a:gd name="connsiteY113" fmla="*/ 3314700 h 4185920"/>
                    <a:gd name="connsiteX114" fmla="*/ 9997440 w 11737340"/>
                    <a:gd name="connsiteY114" fmla="*/ 3208020 h 4185920"/>
                    <a:gd name="connsiteX115" fmla="*/ 10043160 w 11737340"/>
                    <a:gd name="connsiteY115" fmla="*/ 3101340 h 4185920"/>
                    <a:gd name="connsiteX116" fmla="*/ 10104120 w 11737340"/>
                    <a:gd name="connsiteY116" fmla="*/ 3017520 h 4185920"/>
                    <a:gd name="connsiteX117" fmla="*/ 10157460 w 11737340"/>
                    <a:gd name="connsiteY117" fmla="*/ 2933700 h 4185920"/>
                    <a:gd name="connsiteX118" fmla="*/ 10218420 w 11737340"/>
                    <a:gd name="connsiteY118" fmla="*/ 2849880 h 4185920"/>
                    <a:gd name="connsiteX119" fmla="*/ 10294620 w 11737340"/>
                    <a:gd name="connsiteY119" fmla="*/ 2735580 h 4185920"/>
                    <a:gd name="connsiteX120" fmla="*/ 10347960 w 11737340"/>
                    <a:gd name="connsiteY120" fmla="*/ 2621280 h 4185920"/>
                    <a:gd name="connsiteX121" fmla="*/ 10431780 w 11737340"/>
                    <a:gd name="connsiteY121" fmla="*/ 2499360 h 4185920"/>
                    <a:gd name="connsiteX122" fmla="*/ 10500360 w 11737340"/>
                    <a:gd name="connsiteY122" fmla="*/ 2354580 h 4185920"/>
                    <a:gd name="connsiteX123" fmla="*/ 10553700 w 11737340"/>
                    <a:gd name="connsiteY123" fmla="*/ 2263140 h 4185920"/>
                    <a:gd name="connsiteX124" fmla="*/ 10584180 w 11737340"/>
                    <a:gd name="connsiteY124" fmla="*/ 2194560 h 4185920"/>
                    <a:gd name="connsiteX125" fmla="*/ 10624820 w 11737340"/>
                    <a:gd name="connsiteY125" fmla="*/ 2125980 h 4185920"/>
                    <a:gd name="connsiteX126" fmla="*/ 10675620 w 11737340"/>
                    <a:gd name="connsiteY126" fmla="*/ 2049780 h 4185920"/>
                    <a:gd name="connsiteX127" fmla="*/ 10690860 w 11737340"/>
                    <a:gd name="connsiteY127" fmla="*/ 1988820 h 4185920"/>
                    <a:gd name="connsiteX128" fmla="*/ 10713720 w 11737340"/>
                    <a:gd name="connsiteY128" fmla="*/ 1927860 h 4185920"/>
                    <a:gd name="connsiteX129" fmla="*/ 10767060 w 11737340"/>
                    <a:gd name="connsiteY129" fmla="*/ 1859280 h 4185920"/>
                    <a:gd name="connsiteX130" fmla="*/ 10873740 w 11737340"/>
                    <a:gd name="connsiteY130" fmla="*/ 1828800 h 4185920"/>
                    <a:gd name="connsiteX131" fmla="*/ 11079480 w 11737340"/>
                    <a:gd name="connsiteY131" fmla="*/ 1767840 h 4185920"/>
                    <a:gd name="connsiteX132" fmla="*/ 11247120 w 11737340"/>
                    <a:gd name="connsiteY132" fmla="*/ 1684020 h 4185920"/>
                    <a:gd name="connsiteX133" fmla="*/ 11407140 w 11737340"/>
                    <a:gd name="connsiteY133" fmla="*/ 1628140 h 4185920"/>
                    <a:gd name="connsiteX134" fmla="*/ 11490960 w 11737340"/>
                    <a:gd name="connsiteY134" fmla="*/ 1577340 h 4185920"/>
                    <a:gd name="connsiteX135" fmla="*/ 11635740 w 11737340"/>
                    <a:gd name="connsiteY135" fmla="*/ 1508760 h 4185920"/>
                    <a:gd name="connsiteX136" fmla="*/ 11737340 w 11737340"/>
                    <a:gd name="connsiteY136" fmla="*/ 1442720 h 4185920"/>
                    <a:gd name="connsiteX137" fmla="*/ 11620500 w 11737340"/>
                    <a:gd name="connsiteY137" fmla="*/ 1417320 h 4185920"/>
                    <a:gd name="connsiteX138" fmla="*/ 11567160 w 11737340"/>
                    <a:gd name="connsiteY138" fmla="*/ 1379220 h 4185920"/>
                    <a:gd name="connsiteX139" fmla="*/ 11498580 w 11737340"/>
                    <a:gd name="connsiteY139" fmla="*/ 1318260 h 4185920"/>
                    <a:gd name="connsiteX140" fmla="*/ 11468100 w 11737340"/>
                    <a:gd name="connsiteY140" fmla="*/ 1280160 h 4185920"/>
                    <a:gd name="connsiteX141" fmla="*/ 11442700 w 11737340"/>
                    <a:gd name="connsiteY141" fmla="*/ 1231900 h 4185920"/>
                    <a:gd name="connsiteX142" fmla="*/ 11384280 w 11737340"/>
                    <a:gd name="connsiteY142" fmla="*/ 1310640 h 4185920"/>
                    <a:gd name="connsiteX143" fmla="*/ 11353800 w 11737340"/>
                    <a:gd name="connsiteY143" fmla="*/ 1356360 h 4185920"/>
                    <a:gd name="connsiteX144" fmla="*/ 11224260 w 11737340"/>
                    <a:gd name="connsiteY144" fmla="*/ 1417320 h 4185920"/>
                    <a:gd name="connsiteX145" fmla="*/ 11109960 w 11737340"/>
                    <a:gd name="connsiteY145" fmla="*/ 1463040 h 4185920"/>
                    <a:gd name="connsiteX146" fmla="*/ 10911840 w 11737340"/>
                    <a:gd name="connsiteY146" fmla="*/ 1524000 h 4185920"/>
                    <a:gd name="connsiteX147" fmla="*/ 10774680 w 11737340"/>
                    <a:gd name="connsiteY147" fmla="*/ 1546860 h 4185920"/>
                    <a:gd name="connsiteX148" fmla="*/ 10675620 w 11737340"/>
                    <a:gd name="connsiteY148" fmla="*/ 1615440 h 4185920"/>
                    <a:gd name="connsiteX149" fmla="*/ 10568940 w 11737340"/>
                    <a:gd name="connsiteY149" fmla="*/ 1676400 h 4185920"/>
                    <a:gd name="connsiteX150" fmla="*/ 10485120 w 11737340"/>
                    <a:gd name="connsiteY150" fmla="*/ 1760220 h 4185920"/>
                    <a:gd name="connsiteX151" fmla="*/ 10454640 w 11737340"/>
                    <a:gd name="connsiteY151" fmla="*/ 1836420 h 4185920"/>
                    <a:gd name="connsiteX152" fmla="*/ 10416540 w 11737340"/>
                    <a:gd name="connsiteY152" fmla="*/ 1927860 h 4185920"/>
                    <a:gd name="connsiteX153" fmla="*/ 10401300 w 11737340"/>
                    <a:gd name="connsiteY153" fmla="*/ 2004060 h 4185920"/>
                    <a:gd name="connsiteX154" fmla="*/ 10363200 w 11737340"/>
                    <a:gd name="connsiteY154" fmla="*/ 2095500 h 4185920"/>
                    <a:gd name="connsiteX155" fmla="*/ 10317480 w 11737340"/>
                    <a:gd name="connsiteY155" fmla="*/ 2225040 h 4185920"/>
                    <a:gd name="connsiteX156" fmla="*/ 10287000 w 11737340"/>
                    <a:gd name="connsiteY156" fmla="*/ 2346960 h 4185920"/>
                    <a:gd name="connsiteX157" fmla="*/ 10218420 w 11737340"/>
                    <a:gd name="connsiteY157" fmla="*/ 2499360 h 4185920"/>
                    <a:gd name="connsiteX158" fmla="*/ 10134600 w 11737340"/>
                    <a:gd name="connsiteY158" fmla="*/ 2621280 h 4185920"/>
                    <a:gd name="connsiteX159" fmla="*/ 10043160 w 11737340"/>
                    <a:gd name="connsiteY159" fmla="*/ 2735580 h 4185920"/>
                    <a:gd name="connsiteX160" fmla="*/ 9974580 w 11737340"/>
                    <a:gd name="connsiteY160" fmla="*/ 2857500 h 4185920"/>
                    <a:gd name="connsiteX161" fmla="*/ 9906000 w 11737340"/>
                    <a:gd name="connsiteY161" fmla="*/ 2941320 h 4185920"/>
                    <a:gd name="connsiteX162" fmla="*/ 9860280 w 11737340"/>
                    <a:gd name="connsiteY162" fmla="*/ 3032760 h 4185920"/>
                    <a:gd name="connsiteX163" fmla="*/ 9806940 w 11737340"/>
                    <a:gd name="connsiteY163" fmla="*/ 3116580 h 4185920"/>
                    <a:gd name="connsiteX164" fmla="*/ 9715500 w 11737340"/>
                    <a:gd name="connsiteY164" fmla="*/ 3208020 h 4185920"/>
                    <a:gd name="connsiteX165" fmla="*/ 9616440 w 11737340"/>
                    <a:gd name="connsiteY165" fmla="*/ 3261360 h 4185920"/>
                    <a:gd name="connsiteX166" fmla="*/ 9532620 w 11737340"/>
                    <a:gd name="connsiteY166" fmla="*/ 3329940 h 4185920"/>
                    <a:gd name="connsiteX167" fmla="*/ 9471660 w 11737340"/>
                    <a:gd name="connsiteY167" fmla="*/ 3375660 h 4185920"/>
                    <a:gd name="connsiteX168" fmla="*/ 9410700 w 11737340"/>
                    <a:gd name="connsiteY168" fmla="*/ 3429000 h 4185920"/>
                    <a:gd name="connsiteX169" fmla="*/ 9288780 w 11737340"/>
                    <a:gd name="connsiteY169" fmla="*/ 3436620 h 4185920"/>
                    <a:gd name="connsiteX170" fmla="*/ 9166860 w 11737340"/>
                    <a:gd name="connsiteY170" fmla="*/ 3444240 h 4185920"/>
                    <a:gd name="connsiteX171" fmla="*/ 9029700 w 11737340"/>
                    <a:gd name="connsiteY171" fmla="*/ 3413760 h 4185920"/>
                    <a:gd name="connsiteX172" fmla="*/ 8823960 w 11737340"/>
                    <a:gd name="connsiteY172" fmla="*/ 3360420 h 4185920"/>
                    <a:gd name="connsiteX173" fmla="*/ 8679180 w 11737340"/>
                    <a:gd name="connsiteY173" fmla="*/ 3329940 h 4185920"/>
                    <a:gd name="connsiteX174" fmla="*/ 8572500 w 11737340"/>
                    <a:gd name="connsiteY174" fmla="*/ 3276600 h 4185920"/>
                    <a:gd name="connsiteX175" fmla="*/ 8465820 w 11737340"/>
                    <a:gd name="connsiteY175" fmla="*/ 3215640 h 4185920"/>
                    <a:gd name="connsiteX176" fmla="*/ 8321040 w 11737340"/>
                    <a:gd name="connsiteY176" fmla="*/ 3177540 h 4185920"/>
                    <a:gd name="connsiteX177" fmla="*/ 8199120 w 11737340"/>
                    <a:gd name="connsiteY177" fmla="*/ 3131820 h 4185920"/>
                    <a:gd name="connsiteX178" fmla="*/ 8069580 w 11737340"/>
                    <a:gd name="connsiteY178" fmla="*/ 3078480 h 4185920"/>
                    <a:gd name="connsiteX179" fmla="*/ 7917180 w 11737340"/>
                    <a:gd name="connsiteY179" fmla="*/ 2994660 h 4185920"/>
                    <a:gd name="connsiteX180" fmla="*/ 7787640 w 11737340"/>
                    <a:gd name="connsiteY180" fmla="*/ 2971800 h 4185920"/>
                    <a:gd name="connsiteX181" fmla="*/ 7719060 w 11737340"/>
                    <a:gd name="connsiteY181" fmla="*/ 2933700 h 4185920"/>
                    <a:gd name="connsiteX182" fmla="*/ 7612380 w 11737340"/>
                    <a:gd name="connsiteY182" fmla="*/ 2903220 h 4185920"/>
                    <a:gd name="connsiteX183" fmla="*/ 7566660 w 11737340"/>
                    <a:gd name="connsiteY183" fmla="*/ 2887980 h 4185920"/>
                    <a:gd name="connsiteX184" fmla="*/ 7551420 w 11737340"/>
                    <a:gd name="connsiteY184" fmla="*/ 2849880 h 4185920"/>
                    <a:gd name="connsiteX185" fmla="*/ 7533640 w 11737340"/>
                    <a:gd name="connsiteY185" fmla="*/ 2788920 h 4185920"/>
                    <a:gd name="connsiteX186" fmla="*/ 7475220 w 11737340"/>
                    <a:gd name="connsiteY186" fmla="*/ 2857500 h 4185920"/>
                    <a:gd name="connsiteX187" fmla="*/ 7414260 w 11737340"/>
                    <a:gd name="connsiteY187" fmla="*/ 2887980 h 4185920"/>
                    <a:gd name="connsiteX188" fmla="*/ 7345680 w 11737340"/>
                    <a:gd name="connsiteY188" fmla="*/ 2971800 h 4185920"/>
                    <a:gd name="connsiteX189" fmla="*/ 7315200 w 11737340"/>
                    <a:gd name="connsiteY189" fmla="*/ 2994660 h 4185920"/>
                    <a:gd name="connsiteX190" fmla="*/ 7261860 w 11737340"/>
                    <a:gd name="connsiteY190" fmla="*/ 3009900 h 4185920"/>
                    <a:gd name="connsiteX191" fmla="*/ 7193280 w 11737340"/>
                    <a:gd name="connsiteY191" fmla="*/ 3025140 h 4185920"/>
                    <a:gd name="connsiteX192" fmla="*/ 7155180 w 11737340"/>
                    <a:gd name="connsiteY192" fmla="*/ 3078480 h 4185920"/>
                    <a:gd name="connsiteX193" fmla="*/ 7109460 w 11737340"/>
                    <a:gd name="connsiteY193" fmla="*/ 3154680 h 4185920"/>
                    <a:gd name="connsiteX194" fmla="*/ 7048500 w 11737340"/>
                    <a:gd name="connsiteY194" fmla="*/ 3246120 h 4185920"/>
                    <a:gd name="connsiteX195" fmla="*/ 6995160 w 11737340"/>
                    <a:gd name="connsiteY195" fmla="*/ 3307080 h 4185920"/>
                    <a:gd name="connsiteX196" fmla="*/ 6972300 w 11737340"/>
                    <a:gd name="connsiteY196" fmla="*/ 3352800 h 4185920"/>
                    <a:gd name="connsiteX197" fmla="*/ 6949440 w 11737340"/>
                    <a:gd name="connsiteY197" fmla="*/ 3413760 h 4185920"/>
                    <a:gd name="connsiteX198" fmla="*/ 6949440 w 11737340"/>
                    <a:gd name="connsiteY198" fmla="*/ 3413760 h 4185920"/>
                    <a:gd name="connsiteX199" fmla="*/ 6911340 w 11737340"/>
                    <a:gd name="connsiteY199" fmla="*/ 3474720 h 4185920"/>
                    <a:gd name="connsiteX200" fmla="*/ 6888480 w 11737340"/>
                    <a:gd name="connsiteY200" fmla="*/ 3505200 h 4185920"/>
                    <a:gd name="connsiteX201" fmla="*/ 6819900 w 11737340"/>
                    <a:gd name="connsiteY201" fmla="*/ 3566160 h 4185920"/>
                    <a:gd name="connsiteX202" fmla="*/ 6731000 w 11737340"/>
                    <a:gd name="connsiteY202" fmla="*/ 3599180 h 4185920"/>
                    <a:gd name="connsiteX203" fmla="*/ 6675120 w 11737340"/>
                    <a:gd name="connsiteY203" fmla="*/ 3657600 h 4185920"/>
                    <a:gd name="connsiteX204" fmla="*/ 6629400 w 11737340"/>
                    <a:gd name="connsiteY204" fmla="*/ 3718560 h 4185920"/>
                    <a:gd name="connsiteX205" fmla="*/ 6576060 w 11737340"/>
                    <a:gd name="connsiteY205" fmla="*/ 3779520 h 4185920"/>
                    <a:gd name="connsiteX206" fmla="*/ 6484620 w 11737340"/>
                    <a:gd name="connsiteY206" fmla="*/ 3817620 h 4185920"/>
                    <a:gd name="connsiteX207" fmla="*/ 6400800 w 11737340"/>
                    <a:gd name="connsiteY207" fmla="*/ 3832860 h 4185920"/>
                    <a:gd name="connsiteX208" fmla="*/ 6263640 w 11737340"/>
                    <a:gd name="connsiteY208" fmla="*/ 3870960 h 4185920"/>
                    <a:gd name="connsiteX209" fmla="*/ 6126480 w 11737340"/>
                    <a:gd name="connsiteY209" fmla="*/ 3901440 h 4185920"/>
                    <a:gd name="connsiteX210" fmla="*/ 6027420 w 11737340"/>
                    <a:gd name="connsiteY210" fmla="*/ 3916680 h 4185920"/>
                    <a:gd name="connsiteX211" fmla="*/ 5890260 w 11737340"/>
                    <a:gd name="connsiteY211" fmla="*/ 3878580 h 4185920"/>
                    <a:gd name="connsiteX212" fmla="*/ 5821680 w 11737340"/>
                    <a:gd name="connsiteY212" fmla="*/ 3863340 h 4185920"/>
                    <a:gd name="connsiteX213" fmla="*/ 5737860 w 11737340"/>
                    <a:gd name="connsiteY213" fmla="*/ 3825240 h 4185920"/>
                    <a:gd name="connsiteX214" fmla="*/ 5638800 w 11737340"/>
                    <a:gd name="connsiteY214" fmla="*/ 3794760 h 4185920"/>
                    <a:gd name="connsiteX215" fmla="*/ 5524500 w 11737340"/>
                    <a:gd name="connsiteY215" fmla="*/ 3756660 h 4185920"/>
                    <a:gd name="connsiteX216" fmla="*/ 5448300 w 11737340"/>
                    <a:gd name="connsiteY216" fmla="*/ 3718560 h 4185920"/>
                    <a:gd name="connsiteX217" fmla="*/ 5349240 w 11737340"/>
                    <a:gd name="connsiteY217" fmla="*/ 3657600 h 4185920"/>
                    <a:gd name="connsiteX218" fmla="*/ 5295900 w 11737340"/>
                    <a:gd name="connsiteY218" fmla="*/ 3619500 h 4185920"/>
                    <a:gd name="connsiteX219" fmla="*/ 5234940 w 11737340"/>
                    <a:gd name="connsiteY219" fmla="*/ 3596640 h 4185920"/>
                    <a:gd name="connsiteX220" fmla="*/ 5135880 w 11737340"/>
                    <a:gd name="connsiteY220" fmla="*/ 3550920 h 4185920"/>
                    <a:gd name="connsiteX221" fmla="*/ 5059680 w 11737340"/>
                    <a:gd name="connsiteY221" fmla="*/ 3505200 h 4185920"/>
                    <a:gd name="connsiteX222" fmla="*/ 5029200 w 11737340"/>
                    <a:gd name="connsiteY222" fmla="*/ 3482340 h 4185920"/>
                    <a:gd name="connsiteX223" fmla="*/ 4960620 w 11737340"/>
                    <a:gd name="connsiteY223" fmla="*/ 3413760 h 4185920"/>
                    <a:gd name="connsiteX224" fmla="*/ 4876800 w 11737340"/>
                    <a:gd name="connsiteY224" fmla="*/ 3299460 h 4185920"/>
                    <a:gd name="connsiteX225" fmla="*/ 4808220 w 11737340"/>
                    <a:gd name="connsiteY225" fmla="*/ 3200400 h 4185920"/>
                    <a:gd name="connsiteX226" fmla="*/ 4777740 w 11737340"/>
                    <a:gd name="connsiteY226" fmla="*/ 3147060 h 4185920"/>
                    <a:gd name="connsiteX227" fmla="*/ 4724400 w 11737340"/>
                    <a:gd name="connsiteY227" fmla="*/ 3108960 h 4185920"/>
                    <a:gd name="connsiteX228" fmla="*/ 4648200 w 11737340"/>
                    <a:gd name="connsiteY228" fmla="*/ 3063240 h 4185920"/>
                    <a:gd name="connsiteX229" fmla="*/ 4533900 w 11737340"/>
                    <a:gd name="connsiteY229" fmla="*/ 2979420 h 4185920"/>
                    <a:gd name="connsiteX230" fmla="*/ 4427220 w 11737340"/>
                    <a:gd name="connsiteY230" fmla="*/ 2941320 h 4185920"/>
                    <a:gd name="connsiteX231" fmla="*/ 4366260 w 11737340"/>
                    <a:gd name="connsiteY231" fmla="*/ 2903220 h 4185920"/>
                    <a:gd name="connsiteX232" fmla="*/ 4244340 w 11737340"/>
                    <a:gd name="connsiteY232" fmla="*/ 2842260 h 4185920"/>
                    <a:gd name="connsiteX233" fmla="*/ 4145280 w 11737340"/>
                    <a:gd name="connsiteY233" fmla="*/ 2811780 h 4185920"/>
                    <a:gd name="connsiteX234" fmla="*/ 4038600 w 11737340"/>
                    <a:gd name="connsiteY234" fmla="*/ 2804160 h 4185920"/>
                    <a:gd name="connsiteX235" fmla="*/ 3954780 w 11737340"/>
                    <a:gd name="connsiteY235" fmla="*/ 2819400 h 4185920"/>
                    <a:gd name="connsiteX236" fmla="*/ 3863340 w 11737340"/>
                    <a:gd name="connsiteY236" fmla="*/ 2804160 h 4185920"/>
                    <a:gd name="connsiteX237" fmla="*/ 3741420 w 11737340"/>
                    <a:gd name="connsiteY237" fmla="*/ 2781300 h 4185920"/>
                    <a:gd name="connsiteX238" fmla="*/ 3649980 w 11737340"/>
                    <a:gd name="connsiteY238" fmla="*/ 2743200 h 4185920"/>
                    <a:gd name="connsiteX239" fmla="*/ 3573780 w 11737340"/>
                    <a:gd name="connsiteY239" fmla="*/ 2674620 h 4185920"/>
                    <a:gd name="connsiteX240" fmla="*/ 3482340 w 11737340"/>
                    <a:gd name="connsiteY240" fmla="*/ 2621280 h 4185920"/>
                    <a:gd name="connsiteX241" fmla="*/ 3436620 w 11737340"/>
                    <a:gd name="connsiteY241" fmla="*/ 2552700 h 4185920"/>
                    <a:gd name="connsiteX242" fmla="*/ 3329940 w 11737340"/>
                    <a:gd name="connsiteY242" fmla="*/ 2423160 h 4185920"/>
                    <a:gd name="connsiteX243" fmla="*/ 3261360 w 11737340"/>
                    <a:gd name="connsiteY243" fmla="*/ 2324100 h 4185920"/>
                    <a:gd name="connsiteX244" fmla="*/ 3131820 w 11737340"/>
                    <a:gd name="connsiteY244" fmla="*/ 2209800 h 4185920"/>
                    <a:gd name="connsiteX245" fmla="*/ 3040380 w 11737340"/>
                    <a:gd name="connsiteY245" fmla="*/ 2141220 h 4185920"/>
                    <a:gd name="connsiteX246" fmla="*/ 2910840 w 11737340"/>
                    <a:gd name="connsiteY246" fmla="*/ 2034540 h 4185920"/>
                    <a:gd name="connsiteX247" fmla="*/ 2849880 w 11737340"/>
                    <a:gd name="connsiteY247" fmla="*/ 1958340 h 4185920"/>
                    <a:gd name="connsiteX248" fmla="*/ 2743200 w 11737340"/>
                    <a:gd name="connsiteY248" fmla="*/ 1889760 h 4185920"/>
                    <a:gd name="connsiteX249" fmla="*/ 2659380 w 11737340"/>
                    <a:gd name="connsiteY249" fmla="*/ 1844040 h 4185920"/>
                    <a:gd name="connsiteX250" fmla="*/ 2575560 w 11737340"/>
                    <a:gd name="connsiteY250" fmla="*/ 1744980 h 4185920"/>
                    <a:gd name="connsiteX251" fmla="*/ 2468880 w 11737340"/>
                    <a:gd name="connsiteY251" fmla="*/ 1645920 h 4185920"/>
                    <a:gd name="connsiteX252" fmla="*/ 2400300 w 11737340"/>
                    <a:gd name="connsiteY252" fmla="*/ 1607820 h 4185920"/>
                    <a:gd name="connsiteX253" fmla="*/ 2263140 w 11737340"/>
                    <a:gd name="connsiteY253" fmla="*/ 1501140 h 4185920"/>
                    <a:gd name="connsiteX254" fmla="*/ 2171700 w 11737340"/>
                    <a:gd name="connsiteY254" fmla="*/ 1432560 h 4185920"/>
                    <a:gd name="connsiteX255" fmla="*/ 2087880 w 11737340"/>
                    <a:gd name="connsiteY255" fmla="*/ 1363980 h 4185920"/>
                    <a:gd name="connsiteX256" fmla="*/ 1950720 w 11737340"/>
                    <a:gd name="connsiteY256" fmla="*/ 1272540 h 4185920"/>
                    <a:gd name="connsiteX257" fmla="*/ 1805940 w 11737340"/>
                    <a:gd name="connsiteY257" fmla="*/ 1135380 h 4185920"/>
                    <a:gd name="connsiteX258" fmla="*/ 1729740 w 11737340"/>
                    <a:gd name="connsiteY258" fmla="*/ 1089660 h 4185920"/>
                    <a:gd name="connsiteX259" fmla="*/ 1668780 w 11737340"/>
                    <a:gd name="connsiteY259" fmla="*/ 1043940 h 4185920"/>
                    <a:gd name="connsiteX260" fmla="*/ 1592580 w 11737340"/>
                    <a:gd name="connsiteY260" fmla="*/ 990600 h 4185920"/>
                    <a:gd name="connsiteX261" fmla="*/ 1470660 w 11737340"/>
                    <a:gd name="connsiteY261" fmla="*/ 891540 h 4185920"/>
                    <a:gd name="connsiteX262" fmla="*/ 1386840 w 11737340"/>
                    <a:gd name="connsiteY262" fmla="*/ 845820 h 4185920"/>
                    <a:gd name="connsiteX263" fmla="*/ 1318260 w 11737340"/>
                    <a:gd name="connsiteY263" fmla="*/ 784860 h 4185920"/>
                    <a:gd name="connsiteX264" fmla="*/ 1264920 w 11737340"/>
                    <a:gd name="connsiteY264" fmla="*/ 723900 h 4185920"/>
                    <a:gd name="connsiteX265" fmla="*/ 1181100 w 11737340"/>
                    <a:gd name="connsiteY265" fmla="*/ 647700 h 4185920"/>
                    <a:gd name="connsiteX266" fmla="*/ 1089660 w 11737340"/>
                    <a:gd name="connsiteY266" fmla="*/ 624840 h 4185920"/>
                    <a:gd name="connsiteX267" fmla="*/ 1021080 w 11737340"/>
                    <a:gd name="connsiteY267" fmla="*/ 586740 h 4185920"/>
                    <a:gd name="connsiteX268" fmla="*/ 937260 w 11737340"/>
                    <a:gd name="connsiteY268" fmla="*/ 548640 h 4185920"/>
                    <a:gd name="connsiteX269" fmla="*/ 830580 w 11737340"/>
                    <a:gd name="connsiteY269" fmla="*/ 510540 h 4185920"/>
                    <a:gd name="connsiteX270" fmla="*/ 754380 w 11737340"/>
                    <a:gd name="connsiteY270" fmla="*/ 457200 h 4185920"/>
                    <a:gd name="connsiteX271" fmla="*/ 708660 w 11737340"/>
                    <a:gd name="connsiteY271" fmla="*/ 419100 h 4185920"/>
                    <a:gd name="connsiteX272" fmla="*/ 609600 w 11737340"/>
                    <a:gd name="connsiteY272" fmla="*/ 396240 h 4185920"/>
                    <a:gd name="connsiteX273" fmla="*/ 548640 w 11737340"/>
                    <a:gd name="connsiteY273" fmla="*/ 320040 h 4185920"/>
                    <a:gd name="connsiteX274" fmla="*/ 510540 w 11737340"/>
                    <a:gd name="connsiteY274" fmla="*/ 251460 h 4185920"/>
                    <a:gd name="connsiteX275" fmla="*/ 464820 w 11737340"/>
                    <a:gd name="connsiteY275" fmla="*/ 190500 h 4185920"/>
                    <a:gd name="connsiteX276" fmla="*/ 411480 w 11737340"/>
                    <a:gd name="connsiteY276" fmla="*/ 137160 h 4185920"/>
                    <a:gd name="connsiteX277" fmla="*/ 373380 w 11737340"/>
                    <a:gd name="connsiteY277" fmla="*/ 45720 h 4185920"/>
                    <a:gd name="connsiteX278" fmla="*/ 342900 w 11737340"/>
                    <a:gd name="connsiteY278" fmla="*/ 0 h 4185920"/>
                    <a:gd name="connsiteX279" fmla="*/ 327660 w 11737340"/>
                    <a:gd name="connsiteY279" fmla="*/ 60960 h 4185920"/>
                    <a:gd name="connsiteX280" fmla="*/ 289560 w 11737340"/>
                    <a:gd name="connsiteY280" fmla="*/ 91440 h 4185920"/>
                    <a:gd name="connsiteX281" fmla="*/ 236220 w 11737340"/>
                    <a:gd name="connsiteY281" fmla="*/ 114300 h 4185920"/>
                    <a:gd name="connsiteX282" fmla="*/ 198120 w 11737340"/>
                    <a:gd name="connsiteY282" fmla="*/ 175260 h 4185920"/>
                    <a:gd name="connsiteX283" fmla="*/ 165100 w 11737340"/>
                    <a:gd name="connsiteY283" fmla="*/ 220980 h 4185920"/>
                    <a:gd name="connsiteX284" fmla="*/ 114300 w 11737340"/>
                    <a:gd name="connsiteY284" fmla="*/ 236220 h 4185920"/>
                    <a:gd name="connsiteX285" fmla="*/ 45720 w 11737340"/>
                    <a:gd name="connsiteY285" fmla="*/ 251460 h 4185920"/>
                    <a:gd name="connsiteX286" fmla="*/ 0 w 11737340"/>
                    <a:gd name="connsiteY286" fmla="*/ 281940 h 4185920"/>
                    <a:gd name="connsiteX287" fmla="*/ 68580 w 11737340"/>
                    <a:gd name="connsiteY287" fmla="*/ 320040 h 41859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Lst>
                  <a:rect l="l" t="t" r="r" b="b"/>
                  <a:pathLst>
                    <a:path w="11737340" h="4185920">
                      <a:moveTo>
                        <a:pt x="68580" y="320040"/>
                      </a:moveTo>
                      <a:lnTo>
                        <a:pt x="121920" y="381000"/>
                      </a:lnTo>
                      <a:lnTo>
                        <a:pt x="198120" y="419100"/>
                      </a:lnTo>
                      <a:lnTo>
                        <a:pt x="320040" y="510540"/>
                      </a:lnTo>
                      <a:lnTo>
                        <a:pt x="411480" y="563880"/>
                      </a:lnTo>
                      <a:lnTo>
                        <a:pt x="472440" y="632460"/>
                      </a:lnTo>
                      <a:lnTo>
                        <a:pt x="601980" y="708660"/>
                      </a:lnTo>
                      <a:lnTo>
                        <a:pt x="739140" y="784860"/>
                      </a:lnTo>
                      <a:lnTo>
                        <a:pt x="861060" y="868680"/>
                      </a:lnTo>
                      <a:lnTo>
                        <a:pt x="944880" y="952500"/>
                      </a:lnTo>
                      <a:lnTo>
                        <a:pt x="1021080" y="1005840"/>
                      </a:lnTo>
                      <a:lnTo>
                        <a:pt x="1097280" y="1043940"/>
                      </a:lnTo>
                      <a:lnTo>
                        <a:pt x="1181100" y="1104900"/>
                      </a:lnTo>
                      <a:lnTo>
                        <a:pt x="1249680" y="1150620"/>
                      </a:lnTo>
                      <a:lnTo>
                        <a:pt x="1341120" y="1196340"/>
                      </a:lnTo>
                      <a:lnTo>
                        <a:pt x="1417320" y="1257300"/>
                      </a:lnTo>
                      <a:lnTo>
                        <a:pt x="1493520" y="1333500"/>
                      </a:lnTo>
                      <a:lnTo>
                        <a:pt x="1569720" y="1356360"/>
                      </a:lnTo>
                      <a:lnTo>
                        <a:pt x="1684020" y="1424940"/>
                      </a:lnTo>
                      <a:lnTo>
                        <a:pt x="1729740" y="1485900"/>
                      </a:lnTo>
                      <a:lnTo>
                        <a:pt x="1844040" y="1569720"/>
                      </a:lnTo>
                      <a:lnTo>
                        <a:pt x="1935480" y="1615440"/>
                      </a:lnTo>
                      <a:lnTo>
                        <a:pt x="2049780" y="1691640"/>
                      </a:lnTo>
                      <a:lnTo>
                        <a:pt x="2133600" y="1729740"/>
                      </a:lnTo>
                      <a:lnTo>
                        <a:pt x="2202180" y="1805940"/>
                      </a:lnTo>
                      <a:lnTo>
                        <a:pt x="2255520" y="1821180"/>
                      </a:lnTo>
                      <a:lnTo>
                        <a:pt x="2316480" y="1866900"/>
                      </a:lnTo>
                      <a:lnTo>
                        <a:pt x="2423160" y="2004060"/>
                      </a:lnTo>
                      <a:lnTo>
                        <a:pt x="2476500" y="2087880"/>
                      </a:lnTo>
                      <a:lnTo>
                        <a:pt x="2567940" y="2148840"/>
                      </a:lnTo>
                      <a:lnTo>
                        <a:pt x="2682240" y="2186940"/>
                      </a:lnTo>
                      <a:lnTo>
                        <a:pt x="2743200" y="2209800"/>
                      </a:lnTo>
                      <a:lnTo>
                        <a:pt x="2811780" y="2247900"/>
                      </a:lnTo>
                      <a:lnTo>
                        <a:pt x="2887980" y="2301240"/>
                      </a:lnTo>
                      <a:lnTo>
                        <a:pt x="2979420" y="2385060"/>
                      </a:lnTo>
                      <a:lnTo>
                        <a:pt x="3055620" y="2461260"/>
                      </a:lnTo>
                      <a:lnTo>
                        <a:pt x="3134360" y="2555240"/>
                      </a:lnTo>
                      <a:lnTo>
                        <a:pt x="3248660" y="2654300"/>
                      </a:lnTo>
                      <a:lnTo>
                        <a:pt x="3345180" y="2720340"/>
                      </a:lnTo>
                      <a:lnTo>
                        <a:pt x="3444240" y="2796540"/>
                      </a:lnTo>
                      <a:lnTo>
                        <a:pt x="3558540" y="2872740"/>
                      </a:lnTo>
                      <a:lnTo>
                        <a:pt x="3619500" y="2979420"/>
                      </a:lnTo>
                      <a:lnTo>
                        <a:pt x="3619500" y="2979420"/>
                      </a:lnTo>
                      <a:lnTo>
                        <a:pt x="3649980" y="3048000"/>
                      </a:lnTo>
                      <a:lnTo>
                        <a:pt x="3703320" y="3086100"/>
                      </a:lnTo>
                      <a:lnTo>
                        <a:pt x="3764280" y="3063240"/>
                      </a:lnTo>
                      <a:lnTo>
                        <a:pt x="3850640" y="3040380"/>
                      </a:lnTo>
                      <a:lnTo>
                        <a:pt x="3916680" y="3032760"/>
                      </a:lnTo>
                      <a:lnTo>
                        <a:pt x="4030980" y="3063240"/>
                      </a:lnTo>
                      <a:lnTo>
                        <a:pt x="4137660" y="3101340"/>
                      </a:lnTo>
                      <a:lnTo>
                        <a:pt x="4259580" y="3147060"/>
                      </a:lnTo>
                      <a:lnTo>
                        <a:pt x="4381500" y="3192780"/>
                      </a:lnTo>
                      <a:lnTo>
                        <a:pt x="4526280" y="3276600"/>
                      </a:lnTo>
                      <a:lnTo>
                        <a:pt x="4587240" y="3299460"/>
                      </a:lnTo>
                      <a:lnTo>
                        <a:pt x="4610100" y="3352800"/>
                      </a:lnTo>
                      <a:lnTo>
                        <a:pt x="4648200" y="3436620"/>
                      </a:lnTo>
                      <a:lnTo>
                        <a:pt x="4671060" y="3520440"/>
                      </a:lnTo>
                      <a:lnTo>
                        <a:pt x="4678680" y="3589020"/>
                      </a:lnTo>
                      <a:lnTo>
                        <a:pt x="4686300" y="3649980"/>
                      </a:lnTo>
                      <a:lnTo>
                        <a:pt x="4724400" y="3680460"/>
                      </a:lnTo>
                      <a:lnTo>
                        <a:pt x="4785360" y="3672840"/>
                      </a:lnTo>
                      <a:lnTo>
                        <a:pt x="4869180" y="3703320"/>
                      </a:lnTo>
                      <a:lnTo>
                        <a:pt x="4914900" y="3756660"/>
                      </a:lnTo>
                      <a:lnTo>
                        <a:pt x="5105400" y="3832860"/>
                      </a:lnTo>
                      <a:lnTo>
                        <a:pt x="5173980" y="3886200"/>
                      </a:lnTo>
                      <a:lnTo>
                        <a:pt x="5242560" y="3924300"/>
                      </a:lnTo>
                      <a:lnTo>
                        <a:pt x="5364480" y="3962400"/>
                      </a:lnTo>
                      <a:lnTo>
                        <a:pt x="5516880" y="4046220"/>
                      </a:lnTo>
                      <a:lnTo>
                        <a:pt x="5585460" y="4099560"/>
                      </a:lnTo>
                      <a:lnTo>
                        <a:pt x="5661660" y="4122420"/>
                      </a:lnTo>
                      <a:lnTo>
                        <a:pt x="5745480" y="4130040"/>
                      </a:lnTo>
                      <a:lnTo>
                        <a:pt x="5836920" y="4130040"/>
                      </a:lnTo>
                      <a:lnTo>
                        <a:pt x="5943600" y="4165600"/>
                      </a:lnTo>
                      <a:lnTo>
                        <a:pt x="6042660" y="4185920"/>
                      </a:lnTo>
                      <a:lnTo>
                        <a:pt x="6167120" y="4160520"/>
                      </a:lnTo>
                      <a:lnTo>
                        <a:pt x="6286500" y="4114800"/>
                      </a:lnTo>
                      <a:lnTo>
                        <a:pt x="6393180" y="4071620"/>
                      </a:lnTo>
                      <a:lnTo>
                        <a:pt x="6484620" y="4038600"/>
                      </a:lnTo>
                      <a:lnTo>
                        <a:pt x="6583680" y="3970020"/>
                      </a:lnTo>
                      <a:lnTo>
                        <a:pt x="6697980" y="3886200"/>
                      </a:lnTo>
                      <a:lnTo>
                        <a:pt x="6751320" y="3822700"/>
                      </a:lnTo>
                      <a:lnTo>
                        <a:pt x="6855460" y="3764280"/>
                      </a:lnTo>
                      <a:lnTo>
                        <a:pt x="6959600" y="3629660"/>
                      </a:lnTo>
                      <a:lnTo>
                        <a:pt x="7056120" y="3528060"/>
                      </a:lnTo>
                      <a:lnTo>
                        <a:pt x="7165340" y="3454400"/>
                      </a:lnTo>
                      <a:lnTo>
                        <a:pt x="7287260" y="3296920"/>
                      </a:lnTo>
                      <a:lnTo>
                        <a:pt x="7338060" y="3200400"/>
                      </a:lnTo>
                      <a:lnTo>
                        <a:pt x="7383780" y="3144520"/>
                      </a:lnTo>
                      <a:cubicBezTo>
                        <a:pt x="7404947" y="3132667"/>
                        <a:pt x="7423150" y="3100917"/>
                        <a:pt x="7444740" y="3093720"/>
                      </a:cubicBezTo>
                      <a:cubicBezTo>
                        <a:pt x="7466330" y="3086523"/>
                        <a:pt x="7490460" y="3098800"/>
                        <a:pt x="7513320" y="3101340"/>
                      </a:cubicBezTo>
                      <a:lnTo>
                        <a:pt x="7576820" y="3093720"/>
                      </a:lnTo>
                      <a:lnTo>
                        <a:pt x="7729220" y="3136900"/>
                      </a:lnTo>
                      <a:lnTo>
                        <a:pt x="7833360" y="3180080"/>
                      </a:lnTo>
                      <a:lnTo>
                        <a:pt x="7967980" y="3208020"/>
                      </a:lnTo>
                      <a:lnTo>
                        <a:pt x="8161020" y="3296920"/>
                      </a:lnTo>
                      <a:lnTo>
                        <a:pt x="8293100" y="3370580"/>
                      </a:lnTo>
                      <a:lnTo>
                        <a:pt x="8371840" y="3395980"/>
                      </a:lnTo>
                      <a:lnTo>
                        <a:pt x="8468360" y="3434080"/>
                      </a:lnTo>
                      <a:lnTo>
                        <a:pt x="8582660" y="3528060"/>
                      </a:lnTo>
                      <a:lnTo>
                        <a:pt x="8641080" y="3566160"/>
                      </a:lnTo>
                      <a:lnTo>
                        <a:pt x="8702040" y="3604260"/>
                      </a:lnTo>
                      <a:lnTo>
                        <a:pt x="8763000" y="3634740"/>
                      </a:lnTo>
                      <a:cubicBezTo>
                        <a:pt x="8793480" y="3632200"/>
                        <a:pt x="8812530" y="3632200"/>
                        <a:pt x="8846820" y="3632200"/>
                      </a:cubicBezTo>
                      <a:cubicBezTo>
                        <a:pt x="8881110" y="3632200"/>
                        <a:pt x="8930640" y="3632200"/>
                        <a:pt x="8968740" y="3634740"/>
                      </a:cubicBezTo>
                      <a:lnTo>
                        <a:pt x="9060180" y="3642360"/>
                      </a:lnTo>
                      <a:lnTo>
                        <a:pt x="9151620" y="3657600"/>
                      </a:lnTo>
                      <a:lnTo>
                        <a:pt x="9230360" y="3657600"/>
                      </a:lnTo>
                      <a:cubicBezTo>
                        <a:pt x="9264227" y="3648287"/>
                        <a:pt x="9298093" y="3646593"/>
                        <a:pt x="9331960" y="3629660"/>
                      </a:cubicBezTo>
                      <a:lnTo>
                        <a:pt x="9433560" y="3589020"/>
                      </a:lnTo>
                      <a:lnTo>
                        <a:pt x="9535160" y="3540760"/>
                      </a:lnTo>
                      <a:lnTo>
                        <a:pt x="9646920" y="3489960"/>
                      </a:lnTo>
                      <a:lnTo>
                        <a:pt x="9784080" y="3444240"/>
                      </a:lnTo>
                      <a:lnTo>
                        <a:pt x="9860280" y="3383280"/>
                      </a:lnTo>
                      <a:lnTo>
                        <a:pt x="9921240" y="3314700"/>
                      </a:lnTo>
                      <a:lnTo>
                        <a:pt x="9997440" y="3208020"/>
                      </a:lnTo>
                      <a:lnTo>
                        <a:pt x="10043160" y="3101340"/>
                      </a:lnTo>
                      <a:lnTo>
                        <a:pt x="10104120" y="3017520"/>
                      </a:lnTo>
                      <a:lnTo>
                        <a:pt x="10157460" y="2933700"/>
                      </a:lnTo>
                      <a:lnTo>
                        <a:pt x="10218420" y="2849880"/>
                      </a:lnTo>
                      <a:lnTo>
                        <a:pt x="10294620" y="2735580"/>
                      </a:lnTo>
                      <a:lnTo>
                        <a:pt x="10347960" y="2621280"/>
                      </a:lnTo>
                      <a:lnTo>
                        <a:pt x="10431780" y="2499360"/>
                      </a:lnTo>
                      <a:lnTo>
                        <a:pt x="10500360" y="2354580"/>
                      </a:lnTo>
                      <a:lnTo>
                        <a:pt x="10553700" y="2263140"/>
                      </a:lnTo>
                      <a:lnTo>
                        <a:pt x="10584180" y="2194560"/>
                      </a:lnTo>
                      <a:lnTo>
                        <a:pt x="10624820" y="2125980"/>
                      </a:lnTo>
                      <a:lnTo>
                        <a:pt x="10675620" y="2049780"/>
                      </a:lnTo>
                      <a:lnTo>
                        <a:pt x="10690860" y="1988820"/>
                      </a:lnTo>
                      <a:lnTo>
                        <a:pt x="10713720" y="1927860"/>
                      </a:lnTo>
                      <a:lnTo>
                        <a:pt x="10767060" y="1859280"/>
                      </a:lnTo>
                      <a:lnTo>
                        <a:pt x="10873740" y="1828800"/>
                      </a:lnTo>
                      <a:lnTo>
                        <a:pt x="11079480" y="1767840"/>
                      </a:lnTo>
                      <a:lnTo>
                        <a:pt x="11247120" y="1684020"/>
                      </a:lnTo>
                      <a:lnTo>
                        <a:pt x="11407140" y="1628140"/>
                      </a:lnTo>
                      <a:lnTo>
                        <a:pt x="11490960" y="1577340"/>
                      </a:lnTo>
                      <a:lnTo>
                        <a:pt x="11635740" y="1508760"/>
                      </a:lnTo>
                      <a:lnTo>
                        <a:pt x="11737340" y="1442720"/>
                      </a:lnTo>
                      <a:lnTo>
                        <a:pt x="11620500" y="1417320"/>
                      </a:lnTo>
                      <a:lnTo>
                        <a:pt x="11567160" y="1379220"/>
                      </a:lnTo>
                      <a:lnTo>
                        <a:pt x="11498580" y="1318260"/>
                      </a:lnTo>
                      <a:lnTo>
                        <a:pt x="11468100" y="1280160"/>
                      </a:lnTo>
                      <a:lnTo>
                        <a:pt x="11442700" y="1231900"/>
                      </a:lnTo>
                      <a:lnTo>
                        <a:pt x="11384280" y="1310640"/>
                      </a:lnTo>
                      <a:lnTo>
                        <a:pt x="11353800" y="1356360"/>
                      </a:lnTo>
                      <a:lnTo>
                        <a:pt x="11224260" y="1417320"/>
                      </a:lnTo>
                      <a:lnTo>
                        <a:pt x="11109960" y="1463040"/>
                      </a:lnTo>
                      <a:lnTo>
                        <a:pt x="10911840" y="1524000"/>
                      </a:lnTo>
                      <a:lnTo>
                        <a:pt x="10774680" y="1546860"/>
                      </a:lnTo>
                      <a:lnTo>
                        <a:pt x="10675620" y="1615440"/>
                      </a:lnTo>
                      <a:lnTo>
                        <a:pt x="10568940" y="1676400"/>
                      </a:lnTo>
                      <a:lnTo>
                        <a:pt x="10485120" y="1760220"/>
                      </a:lnTo>
                      <a:lnTo>
                        <a:pt x="10454640" y="1836420"/>
                      </a:lnTo>
                      <a:lnTo>
                        <a:pt x="10416540" y="1927860"/>
                      </a:lnTo>
                      <a:lnTo>
                        <a:pt x="10401300" y="2004060"/>
                      </a:lnTo>
                      <a:lnTo>
                        <a:pt x="10363200" y="2095500"/>
                      </a:lnTo>
                      <a:lnTo>
                        <a:pt x="10317480" y="2225040"/>
                      </a:lnTo>
                      <a:lnTo>
                        <a:pt x="10287000" y="2346960"/>
                      </a:lnTo>
                      <a:lnTo>
                        <a:pt x="10218420" y="2499360"/>
                      </a:lnTo>
                      <a:lnTo>
                        <a:pt x="10134600" y="2621280"/>
                      </a:lnTo>
                      <a:lnTo>
                        <a:pt x="10043160" y="2735580"/>
                      </a:lnTo>
                      <a:lnTo>
                        <a:pt x="9974580" y="2857500"/>
                      </a:lnTo>
                      <a:lnTo>
                        <a:pt x="9906000" y="2941320"/>
                      </a:lnTo>
                      <a:lnTo>
                        <a:pt x="9860280" y="3032760"/>
                      </a:lnTo>
                      <a:lnTo>
                        <a:pt x="9806940" y="3116580"/>
                      </a:lnTo>
                      <a:lnTo>
                        <a:pt x="9715500" y="3208020"/>
                      </a:lnTo>
                      <a:lnTo>
                        <a:pt x="9616440" y="3261360"/>
                      </a:lnTo>
                      <a:lnTo>
                        <a:pt x="9532620" y="3329940"/>
                      </a:lnTo>
                      <a:lnTo>
                        <a:pt x="9471660" y="3375660"/>
                      </a:lnTo>
                      <a:lnTo>
                        <a:pt x="9410700" y="3429000"/>
                      </a:lnTo>
                      <a:lnTo>
                        <a:pt x="9288780" y="3436620"/>
                      </a:lnTo>
                      <a:lnTo>
                        <a:pt x="9166860" y="3444240"/>
                      </a:lnTo>
                      <a:lnTo>
                        <a:pt x="9029700" y="3413760"/>
                      </a:lnTo>
                      <a:lnTo>
                        <a:pt x="8823960" y="3360420"/>
                      </a:lnTo>
                      <a:lnTo>
                        <a:pt x="8679180" y="3329940"/>
                      </a:lnTo>
                      <a:lnTo>
                        <a:pt x="8572500" y="3276600"/>
                      </a:lnTo>
                      <a:lnTo>
                        <a:pt x="8465820" y="3215640"/>
                      </a:lnTo>
                      <a:lnTo>
                        <a:pt x="8321040" y="3177540"/>
                      </a:lnTo>
                      <a:lnTo>
                        <a:pt x="8199120" y="3131820"/>
                      </a:lnTo>
                      <a:lnTo>
                        <a:pt x="8069580" y="3078480"/>
                      </a:lnTo>
                      <a:lnTo>
                        <a:pt x="7917180" y="2994660"/>
                      </a:lnTo>
                      <a:lnTo>
                        <a:pt x="7787640" y="2971800"/>
                      </a:lnTo>
                      <a:lnTo>
                        <a:pt x="7719060" y="2933700"/>
                      </a:lnTo>
                      <a:lnTo>
                        <a:pt x="7612380" y="2903220"/>
                      </a:lnTo>
                      <a:lnTo>
                        <a:pt x="7566660" y="2887980"/>
                      </a:lnTo>
                      <a:lnTo>
                        <a:pt x="7551420" y="2849880"/>
                      </a:lnTo>
                      <a:lnTo>
                        <a:pt x="7533640" y="2788920"/>
                      </a:lnTo>
                      <a:lnTo>
                        <a:pt x="7475220" y="2857500"/>
                      </a:lnTo>
                      <a:lnTo>
                        <a:pt x="7414260" y="2887980"/>
                      </a:lnTo>
                      <a:lnTo>
                        <a:pt x="7345680" y="2971800"/>
                      </a:lnTo>
                      <a:lnTo>
                        <a:pt x="7315200" y="2994660"/>
                      </a:lnTo>
                      <a:lnTo>
                        <a:pt x="7261860" y="3009900"/>
                      </a:lnTo>
                      <a:lnTo>
                        <a:pt x="7193280" y="3025140"/>
                      </a:lnTo>
                      <a:lnTo>
                        <a:pt x="7155180" y="3078480"/>
                      </a:lnTo>
                      <a:lnTo>
                        <a:pt x="7109460" y="3154680"/>
                      </a:lnTo>
                      <a:lnTo>
                        <a:pt x="7048500" y="3246120"/>
                      </a:lnTo>
                      <a:lnTo>
                        <a:pt x="6995160" y="3307080"/>
                      </a:lnTo>
                      <a:lnTo>
                        <a:pt x="6972300" y="3352800"/>
                      </a:lnTo>
                      <a:lnTo>
                        <a:pt x="6949440" y="3413760"/>
                      </a:lnTo>
                      <a:lnTo>
                        <a:pt x="6949440" y="3413760"/>
                      </a:lnTo>
                      <a:lnTo>
                        <a:pt x="6911340" y="3474720"/>
                      </a:lnTo>
                      <a:lnTo>
                        <a:pt x="6888480" y="3505200"/>
                      </a:lnTo>
                      <a:lnTo>
                        <a:pt x="6819900" y="3566160"/>
                      </a:lnTo>
                      <a:lnTo>
                        <a:pt x="6731000" y="3599180"/>
                      </a:lnTo>
                      <a:lnTo>
                        <a:pt x="6675120" y="3657600"/>
                      </a:lnTo>
                      <a:lnTo>
                        <a:pt x="6629400" y="3718560"/>
                      </a:lnTo>
                      <a:lnTo>
                        <a:pt x="6576060" y="3779520"/>
                      </a:lnTo>
                      <a:lnTo>
                        <a:pt x="6484620" y="3817620"/>
                      </a:lnTo>
                      <a:lnTo>
                        <a:pt x="6400800" y="3832860"/>
                      </a:lnTo>
                      <a:lnTo>
                        <a:pt x="6263640" y="3870960"/>
                      </a:lnTo>
                      <a:lnTo>
                        <a:pt x="6126480" y="3901440"/>
                      </a:lnTo>
                      <a:lnTo>
                        <a:pt x="6027420" y="3916680"/>
                      </a:lnTo>
                      <a:lnTo>
                        <a:pt x="5890260" y="3878580"/>
                      </a:lnTo>
                      <a:lnTo>
                        <a:pt x="5821680" y="3863340"/>
                      </a:lnTo>
                      <a:lnTo>
                        <a:pt x="5737860" y="3825240"/>
                      </a:lnTo>
                      <a:lnTo>
                        <a:pt x="5638800" y="3794760"/>
                      </a:lnTo>
                      <a:lnTo>
                        <a:pt x="5524500" y="3756660"/>
                      </a:lnTo>
                      <a:lnTo>
                        <a:pt x="5448300" y="3718560"/>
                      </a:lnTo>
                      <a:lnTo>
                        <a:pt x="5349240" y="3657600"/>
                      </a:lnTo>
                      <a:lnTo>
                        <a:pt x="5295900" y="3619500"/>
                      </a:lnTo>
                      <a:lnTo>
                        <a:pt x="5234940" y="3596640"/>
                      </a:lnTo>
                      <a:lnTo>
                        <a:pt x="5135880" y="3550920"/>
                      </a:lnTo>
                      <a:lnTo>
                        <a:pt x="5059680" y="3505200"/>
                      </a:lnTo>
                      <a:lnTo>
                        <a:pt x="5029200" y="3482340"/>
                      </a:lnTo>
                      <a:lnTo>
                        <a:pt x="4960620" y="3413760"/>
                      </a:lnTo>
                      <a:lnTo>
                        <a:pt x="4876800" y="3299460"/>
                      </a:lnTo>
                      <a:lnTo>
                        <a:pt x="4808220" y="3200400"/>
                      </a:lnTo>
                      <a:lnTo>
                        <a:pt x="4777740" y="3147060"/>
                      </a:lnTo>
                      <a:lnTo>
                        <a:pt x="4724400" y="3108960"/>
                      </a:lnTo>
                      <a:lnTo>
                        <a:pt x="4648200" y="3063240"/>
                      </a:lnTo>
                      <a:lnTo>
                        <a:pt x="4533900" y="2979420"/>
                      </a:lnTo>
                      <a:lnTo>
                        <a:pt x="4427220" y="2941320"/>
                      </a:lnTo>
                      <a:lnTo>
                        <a:pt x="4366260" y="2903220"/>
                      </a:lnTo>
                      <a:lnTo>
                        <a:pt x="4244340" y="2842260"/>
                      </a:lnTo>
                      <a:lnTo>
                        <a:pt x="4145280" y="2811780"/>
                      </a:lnTo>
                      <a:lnTo>
                        <a:pt x="4038600" y="2804160"/>
                      </a:lnTo>
                      <a:lnTo>
                        <a:pt x="3954780" y="2819400"/>
                      </a:lnTo>
                      <a:lnTo>
                        <a:pt x="3863340" y="2804160"/>
                      </a:lnTo>
                      <a:lnTo>
                        <a:pt x="3741420" y="2781300"/>
                      </a:lnTo>
                      <a:lnTo>
                        <a:pt x="3649980" y="2743200"/>
                      </a:lnTo>
                      <a:lnTo>
                        <a:pt x="3573780" y="2674620"/>
                      </a:lnTo>
                      <a:lnTo>
                        <a:pt x="3482340" y="2621280"/>
                      </a:lnTo>
                      <a:lnTo>
                        <a:pt x="3436620" y="2552700"/>
                      </a:lnTo>
                      <a:lnTo>
                        <a:pt x="3329940" y="2423160"/>
                      </a:lnTo>
                      <a:lnTo>
                        <a:pt x="3261360" y="2324100"/>
                      </a:lnTo>
                      <a:lnTo>
                        <a:pt x="3131820" y="2209800"/>
                      </a:lnTo>
                      <a:lnTo>
                        <a:pt x="3040380" y="2141220"/>
                      </a:lnTo>
                      <a:lnTo>
                        <a:pt x="2910840" y="2034540"/>
                      </a:lnTo>
                      <a:lnTo>
                        <a:pt x="2849880" y="1958340"/>
                      </a:lnTo>
                      <a:lnTo>
                        <a:pt x="2743200" y="1889760"/>
                      </a:lnTo>
                      <a:lnTo>
                        <a:pt x="2659380" y="1844040"/>
                      </a:lnTo>
                      <a:lnTo>
                        <a:pt x="2575560" y="1744980"/>
                      </a:lnTo>
                      <a:lnTo>
                        <a:pt x="2468880" y="1645920"/>
                      </a:lnTo>
                      <a:lnTo>
                        <a:pt x="2400300" y="1607820"/>
                      </a:lnTo>
                      <a:lnTo>
                        <a:pt x="2263140" y="1501140"/>
                      </a:lnTo>
                      <a:lnTo>
                        <a:pt x="2171700" y="1432560"/>
                      </a:lnTo>
                      <a:lnTo>
                        <a:pt x="2087880" y="1363980"/>
                      </a:lnTo>
                      <a:lnTo>
                        <a:pt x="1950720" y="1272540"/>
                      </a:lnTo>
                      <a:lnTo>
                        <a:pt x="1805940" y="1135380"/>
                      </a:lnTo>
                      <a:lnTo>
                        <a:pt x="1729740" y="1089660"/>
                      </a:lnTo>
                      <a:lnTo>
                        <a:pt x="1668780" y="1043940"/>
                      </a:lnTo>
                      <a:lnTo>
                        <a:pt x="1592580" y="990600"/>
                      </a:lnTo>
                      <a:lnTo>
                        <a:pt x="1470660" y="891540"/>
                      </a:lnTo>
                      <a:lnTo>
                        <a:pt x="1386840" y="845820"/>
                      </a:lnTo>
                      <a:lnTo>
                        <a:pt x="1318260" y="784860"/>
                      </a:lnTo>
                      <a:lnTo>
                        <a:pt x="1264920" y="723900"/>
                      </a:lnTo>
                      <a:lnTo>
                        <a:pt x="1181100" y="647700"/>
                      </a:lnTo>
                      <a:lnTo>
                        <a:pt x="1089660" y="624840"/>
                      </a:lnTo>
                      <a:lnTo>
                        <a:pt x="1021080" y="586740"/>
                      </a:lnTo>
                      <a:lnTo>
                        <a:pt x="937260" y="548640"/>
                      </a:lnTo>
                      <a:lnTo>
                        <a:pt x="830580" y="510540"/>
                      </a:lnTo>
                      <a:lnTo>
                        <a:pt x="754380" y="457200"/>
                      </a:lnTo>
                      <a:lnTo>
                        <a:pt x="708660" y="419100"/>
                      </a:lnTo>
                      <a:lnTo>
                        <a:pt x="609600" y="396240"/>
                      </a:lnTo>
                      <a:lnTo>
                        <a:pt x="548640" y="320040"/>
                      </a:lnTo>
                      <a:lnTo>
                        <a:pt x="510540" y="251460"/>
                      </a:lnTo>
                      <a:lnTo>
                        <a:pt x="464820" y="190500"/>
                      </a:lnTo>
                      <a:lnTo>
                        <a:pt x="411480" y="137160"/>
                      </a:lnTo>
                      <a:lnTo>
                        <a:pt x="373380" y="45720"/>
                      </a:lnTo>
                      <a:lnTo>
                        <a:pt x="342900" y="0"/>
                      </a:lnTo>
                      <a:lnTo>
                        <a:pt x="327660" y="60960"/>
                      </a:lnTo>
                      <a:lnTo>
                        <a:pt x="289560" y="91440"/>
                      </a:lnTo>
                      <a:lnTo>
                        <a:pt x="236220" y="114300"/>
                      </a:lnTo>
                      <a:lnTo>
                        <a:pt x="198120" y="175260"/>
                      </a:lnTo>
                      <a:lnTo>
                        <a:pt x="165100" y="220980"/>
                      </a:lnTo>
                      <a:lnTo>
                        <a:pt x="114300" y="236220"/>
                      </a:lnTo>
                      <a:lnTo>
                        <a:pt x="45720" y="251460"/>
                      </a:lnTo>
                      <a:lnTo>
                        <a:pt x="0" y="281940"/>
                      </a:lnTo>
                      <a:lnTo>
                        <a:pt x="68580" y="320040"/>
                      </a:lnTo>
                      <a:close/>
                    </a:path>
                  </a:pathLst>
                </a:cu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700">
                    <a:ln>
                      <a:solidFill>
                        <a:schemeClr val="accent1">
                          <a:alpha val="0"/>
                        </a:schemeClr>
                      </a:solidFill>
                    </a:ln>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grpSp>
              <p:nvGrpSpPr>
                <p:cNvPr id="141" name="서남권">
                  <a:extLst>
                    <a:ext uri="{FF2B5EF4-FFF2-40B4-BE49-F238E27FC236}">
                      <a16:creationId xmlns:a16="http://schemas.microsoft.com/office/drawing/2014/main" id="{23910611-9993-4529-FA59-881296639E95}"/>
                    </a:ext>
                  </a:extLst>
                </p:cNvPr>
                <p:cNvGrpSpPr/>
                <p:nvPr/>
              </p:nvGrpSpPr>
              <p:grpSpPr>
                <a:xfrm>
                  <a:off x="1799690" y="3557772"/>
                  <a:ext cx="2975742" cy="2773864"/>
                  <a:chOff x="-4053840" y="5459730"/>
                  <a:chExt cx="7295804" cy="6800850"/>
                </a:xfrm>
                <a:grpFill/>
              </p:grpSpPr>
              <p:sp>
                <p:nvSpPr>
                  <p:cNvPr id="164" name="영등포구">
                    <a:extLst>
                      <a:ext uri="{FF2B5EF4-FFF2-40B4-BE49-F238E27FC236}">
                        <a16:creationId xmlns:a16="http://schemas.microsoft.com/office/drawing/2014/main" id="{66CA8D31-870E-4F93-F1F1-9722B041C3EB}"/>
                      </a:ext>
                    </a:extLst>
                  </p:cNvPr>
                  <p:cNvSpPr/>
                  <p:nvPr/>
                </p:nvSpPr>
                <p:spPr>
                  <a:xfrm>
                    <a:off x="-251460" y="7360920"/>
                    <a:ext cx="1901190" cy="2735580"/>
                  </a:xfrm>
                  <a:custGeom>
                    <a:avLst/>
                    <a:gdLst>
                      <a:gd name="connsiteX0" fmla="*/ 1203960 w 1901190"/>
                      <a:gd name="connsiteY0" fmla="*/ 803910 h 2735580"/>
                      <a:gd name="connsiteX1" fmla="*/ 1280160 w 1901190"/>
                      <a:gd name="connsiteY1" fmla="*/ 819150 h 2735580"/>
                      <a:gd name="connsiteX2" fmla="*/ 1352550 w 1901190"/>
                      <a:gd name="connsiteY2" fmla="*/ 853440 h 2735580"/>
                      <a:gd name="connsiteX3" fmla="*/ 1405890 w 1901190"/>
                      <a:gd name="connsiteY3" fmla="*/ 876300 h 2735580"/>
                      <a:gd name="connsiteX4" fmla="*/ 1497330 w 1901190"/>
                      <a:gd name="connsiteY4" fmla="*/ 895350 h 2735580"/>
                      <a:gd name="connsiteX5" fmla="*/ 1596390 w 1901190"/>
                      <a:gd name="connsiteY5" fmla="*/ 941070 h 2735580"/>
                      <a:gd name="connsiteX6" fmla="*/ 1684020 w 1901190"/>
                      <a:gd name="connsiteY6" fmla="*/ 979170 h 2735580"/>
                      <a:gd name="connsiteX7" fmla="*/ 1802130 w 1901190"/>
                      <a:gd name="connsiteY7" fmla="*/ 1036320 h 2735580"/>
                      <a:gd name="connsiteX8" fmla="*/ 1832610 w 1901190"/>
                      <a:gd name="connsiteY8" fmla="*/ 1074420 h 2735580"/>
                      <a:gd name="connsiteX9" fmla="*/ 1844040 w 1901190"/>
                      <a:gd name="connsiteY9" fmla="*/ 1108710 h 2735580"/>
                      <a:gd name="connsiteX10" fmla="*/ 1874520 w 1901190"/>
                      <a:gd name="connsiteY10" fmla="*/ 1173480 h 2735580"/>
                      <a:gd name="connsiteX11" fmla="*/ 1897380 w 1901190"/>
                      <a:gd name="connsiteY11" fmla="*/ 1223010 h 2735580"/>
                      <a:gd name="connsiteX12" fmla="*/ 1901190 w 1901190"/>
                      <a:gd name="connsiteY12" fmla="*/ 1287780 h 2735580"/>
                      <a:gd name="connsiteX13" fmla="*/ 1889760 w 1901190"/>
                      <a:gd name="connsiteY13" fmla="*/ 1337310 h 2735580"/>
                      <a:gd name="connsiteX14" fmla="*/ 1863090 w 1901190"/>
                      <a:gd name="connsiteY14" fmla="*/ 1348740 h 2735580"/>
                      <a:gd name="connsiteX15" fmla="*/ 1809750 w 1901190"/>
                      <a:gd name="connsiteY15" fmla="*/ 1348740 h 2735580"/>
                      <a:gd name="connsiteX16" fmla="*/ 1752600 w 1901190"/>
                      <a:gd name="connsiteY16" fmla="*/ 1371600 h 2735580"/>
                      <a:gd name="connsiteX17" fmla="*/ 1695450 w 1901190"/>
                      <a:gd name="connsiteY17" fmla="*/ 1386840 h 2735580"/>
                      <a:gd name="connsiteX18" fmla="*/ 1638300 w 1901190"/>
                      <a:gd name="connsiteY18" fmla="*/ 1371600 h 2735580"/>
                      <a:gd name="connsiteX19" fmla="*/ 1554480 w 1901190"/>
                      <a:gd name="connsiteY19" fmla="*/ 1375410 h 2735580"/>
                      <a:gd name="connsiteX20" fmla="*/ 1466850 w 1901190"/>
                      <a:gd name="connsiteY20" fmla="*/ 1363980 h 2735580"/>
                      <a:gd name="connsiteX21" fmla="*/ 1264920 w 1901190"/>
                      <a:gd name="connsiteY21" fmla="*/ 1283970 h 2735580"/>
                      <a:gd name="connsiteX22" fmla="*/ 1203960 w 1901190"/>
                      <a:gd name="connsiteY22" fmla="*/ 1253490 h 2735580"/>
                      <a:gd name="connsiteX23" fmla="*/ 1169670 w 1901190"/>
                      <a:gd name="connsiteY23" fmla="*/ 1207770 h 2735580"/>
                      <a:gd name="connsiteX24" fmla="*/ 1120140 w 1901190"/>
                      <a:gd name="connsiteY24" fmla="*/ 1146810 h 2735580"/>
                      <a:gd name="connsiteX25" fmla="*/ 1097280 w 1901190"/>
                      <a:gd name="connsiteY25" fmla="*/ 1078230 h 2735580"/>
                      <a:gd name="connsiteX26" fmla="*/ 1059180 w 1901190"/>
                      <a:gd name="connsiteY26" fmla="*/ 944880 h 2735580"/>
                      <a:gd name="connsiteX27" fmla="*/ 1040130 w 1901190"/>
                      <a:gd name="connsiteY27" fmla="*/ 891540 h 2735580"/>
                      <a:gd name="connsiteX28" fmla="*/ 1040130 w 1901190"/>
                      <a:gd name="connsiteY28" fmla="*/ 857250 h 2735580"/>
                      <a:gd name="connsiteX29" fmla="*/ 1074420 w 1901190"/>
                      <a:gd name="connsiteY29" fmla="*/ 838200 h 2735580"/>
                      <a:gd name="connsiteX30" fmla="*/ 26670 w 1901190"/>
                      <a:gd name="connsiteY30" fmla="*/ 0 h 2735580"/>
                      <a:gd name="connsiteX31" fmla="*/ 60960 w 1901190"/>
                      <a:gd name="connsiteY31" fmla="*/ 22860 h 2735580"/>
                      <a:gd name="connsiteX32" fmla="*/ 121920 w 1901190"/>
                      <a:gd name="connsiteY32" fmla="*/ 57150 h 2735580"/>
                      <a:gd name="connsiteX33" fmla="*/ 167640 w 1901190"/>
                      <a:gd name="connsiteY33" fmla="*/ 125730 h 2735580"/>
                      <a:gd name="connsiteX34" fmla="*/ 217170 w 1901190"/>
                      <a:gd name="connsiteY34" fmla="*/ 167640 h 2735580"/>
                      <a:gd name="connsiteX35" fmla="*/ 274320 w 1901190"/>
                      <a:gd name="connsiteY35" fmla="*/ 217170 h 2735580"/>
                      <a:gd name="connsiteX36" fmla="*/ 354330 w 1901190"/>
                      <a:gd name="connsiteY36" fmla="*/ 312420 h 2735580"/>
                      <a:gd name="connsiteX37" fmla="*/ 434340 w 1901190"/>
                      <a:gd name="connsiteY37" fmla="*/ 373380 h 2735580"/>
                      <a:gd name="connsiteX38" fmla="*/ 571500 w 1901190"/>
                      <a:gd name="connsiteY38" fmla="*/ 472440 h 2735580"/>
                      <a:gd name="connsiteX39" fmla="*/ 678180 w 1901190"/>
                      <a:gd name="connsiteY39" fmla="*/ 575310 h 2735580"/>
                      <a:gd name="connsiteX40" fmla="*/ 720090 w 1901190"/>
                      <a:gd name="connsiteY40" fmla="*/ 605790 h 2735580"/>
                      <a:gd name="connsiteX41" fmla="*/ 758190 w 1901190"/>
                      <a:gd name="connsiteY41" fmla="*/ 628650 h 2735580"/>
                      <a:gd name="connsiteX42" fmla="*/ 784860 w 1901190"/>
                      <a:gd name="connsiteY42" fmla="*/ 659130 h 2735580"/>
                      <a:gd name="connsiteX43" fmla="*/ 803910 w 1901190"/>
                      <a:gd name="connsiteY43" fmla="*/ 716280 h 2735580"/>
                      <a:gd name="connsiteX44" fmla="*/ 864870 w 1901190"/>
                      <a:gd name="connsiteY44" fmla="*/ 819150 h 2735580"/>
                      <a:gd name="connsiteX45" fmla="*/ 929640 w 1901190"/>
                      <a:gd name="connsiteY45" fmla="*/ 941070 h 2735580"/>
                      <a:gd name="connsiteX46" fmla="*/ 960120 w 1901190"/>
                      <a:gd name="connsiteY46" fmla="*/ 1040130 h 2735580"/>
                      <a:gd name="connsiteX47" fmla="*/ 1009650 w 1901190"/>
                      <a:gd name="connsiteY47" fmla="*/ 1162050 h 2735580"/>
                      <a:gd name="connsiteX48" fmla="*/ 1028700 w 1901190"/>
                      <a:gd name="connsiteY48" fmla="*/ 1257300 h 2735580"/>
                      <a:gd name="connsiteX49" fmla="*/ 1051560 w 1901190"/>
                      <a:gd name="connsiteY49" fmla="*/ 1318260 h 2735580"/>
                      <a:gd name="connsiteX50" fmla="*/ 1104900 w 1901190"/>
                      <a:gd name="connsiteY50" fmla="*/ 1363980 h 2735580"/>
                      <a:gd name="connsiteX51" fmla="*/ 1158240 w 1901190"/>
                      <a:gd name="connsiteY51" fmla="*/ 1402080 h 2735580"/>
                      <a:gd name="connsiteX52" fmla="*/ 1196340 w 1901190"/>
                      <a:gd name="connsiteY52" fmla="*/ 1428750 h 2735580"/>
                      <a:gd name="connsiteX53" fmla="*/ 1295400 w 1901190"/>
                      <a:gd name="connsiteY53" fmla="*/ 1443990 h 2735580"/>
                      <a:gd name="connsiteX54" fmla="*/ 1360170 w 1901190"/>
                      <a:gd name="connsiteY54" fmla="*/ 1463040 h 2735580"/>
                      <a:gd name="connsiteX55" fmla="*/ 1432560 w 1901190"/>
                      <a:gd name="connsiteY55" fmla="*/ 1470660 h 2735580"/>
                      <a:gd name="connsiteX56" fmla="*/ 1455420 w 1901190"/>
                      <a:gd name="connsiteY56" fmla="*/ 1493520 h 2735580"/>
                      <a:gd name="connsiteX57" fmla="*/ 1470660 w 1901190"/>
                      <a:gd name="connsiteY57" fmla="*/ 1535430 h 2735580"/>
                      <a:gd name="connsiteX58" fmla="*/ 1463040 w 1901190"/>
                      <a:gd name="connsiteY58" fmla="*/ 1596390 h 2735580"/>
                      <a:gd name="connsiteX59" fmla="*/ 1428750 w 1901190"/>
                      <a:gd name="connsiteY59" fmla="*/ 1638300 h 2735580"/>
                      <a:gd name="connsiteX60" fmla="*/ 1421130 w 1901190"/>
                      <a:gd name="connsiteY60" fmla="*/ 1687830 h 2735580"/>
                      <a:gd name="connsiteX61" fmla="*/ 1386840 w 1901190"/>
                      <a:gd name="connsiteY61" fmla="*/ 1744980 h 2735580"/>
                      <a:gd name="connsiteX62" fmla="*/ 1352550 w 1901190"/>
                      <a:gd name="connsiteY62" fmla="*/ 1798320 h 2735580"/>
                      <a:gd name="connsiteX63" fmla="*/ 1318260 w 1901190"/>
                      <a:gd name="connsiteY63" fmla="*/ 1870710 h 2735580"/>
                      <a:gd name="connsiteX64" fmla="*/ 1318260 w 1901190"/>
                      <a:gd name="connsiteY64" fmla="*/ 1908810 h 2735580"/>
                      <a:gd name="connsiteX65" fmla="*/ 1306830 w 1901190"/>
                      <a:gd name="connsiteY65" fmla="*/ 1965960 h 2735580"/>
                      <a:gd name="connsiteX66" fmla="*/ 1295400 w 1901190"/>
                      <a:gd name="connsiteY66" fmla="*/ 2045970 h 2735580"/>
                      <a:gd name="connsiteX67" fmla="*/ 1287780 w 1901190"/>
                      <a:gd name="connsiteY67" fmla="*/ 2118360 h 2735580"/>
                      <a:gd name="connsiteX68" fmla="*/ 1283970 w 1901190"/>
                      <a:gd name="connsiteY68" fmla="*/ 2167890 h 2735580"/>
                      <a:gd name="connsiteX69" fmla="*/ 1303020 w 1901190"/>
                      <a:gd name="connsiteY69" fmla="*/ 2228850 h 2735580"/>
                      <a:gd name="connsiteX70" fmla="*/ 1276350 w 1901190"/>
                      <a:gd name="connsiteY70" fmla="*/ 2251710 h 2735580"/>
                      <a:gd name="connsiteX71" fmla="*/ 1249680 w 1901190"/>
                      <a:gd name="connsiteY71" fmla="*/ 2251710 h 2735580"/>
                      <a:gd name="connsiteX72" fmla="*/ 1207770 w 1901190"/>
                      <a:gd name="connsiteY72" fmla="*/ 2244090 h 2735580"/>
                      <a:gd name="connsiteX73" fmla="*/ 1123950 w 1901190"/>
                      <a:gd name="connsiteY73" fmla="*/ 2263140 h 2735580"/>
                      <a:gd name="connsiteX74" fmla="*/ 1089660 w 1901190"/>
                      <a:gd name="connsiteY74" fmla="*/ 2266950 h 2735580"/>
                      <a:gd name="connsiteX75" fmla="*/ 1040130 w 1901190"/>
                      <a:gd name="connsiteY75" fmla="*/ 2312670 h 2735580"/>
                      <a:gd name="connsiteX76" fmla="*/ 979170 w 1901190"/>
                      <a:gd name="connsiteY76" fmla="*/ 2354580 h 2735580"/>
                      <a:gd name="connsiteX77" fmla="*/ 925830 w 1901190"/>
                      <a:gd name="connsiteY77" fmla="*/ 2434590 h 2735580"/>
                      <a:gd name="connsiteX78" fmla="*/ 902970 w 1901190"/>
                      <a:gd name="connsiteY78" fmla="*/ 2510790 h 2735580"/>
                      <a:gd name="connsiteX79" fmla="*/ 876300 w 1901190"/>
                      <a:gd name="connsiteY79" fmla="*/ 2564130 h 2735580"/>
                      <a:gd name="connsiteX80" fmla="*/ 830580 w 1901190"/>
                      <a:gd name="connsiteY80" fmla="*/ 2609850 h 2735580"/>
                      <a:gd name="connsiteX81" fmla="*/ 788670 w 1901190"/>
                      <a:gd name="connsiteY81" fmla="*/ 2693670 h 2735580"/>
                      <a:gd name="connsiteX82" fmla="*/ 765810 w 1901190"/>
                      <a:gd name="connsiteY82" fmla="*/ 2731770 h 2735580"/>
                      <a:gd name="connsiteX83" fmla="*/ 731520 w 1901190"/>
                      <a:gd name="connsiteY83" fmla="*/ 2735580 h 2735580"/>
                      <a:gd name="connsiteX84" fmla="*/ 693420 w 1901190"/>
                      <a:gd name="connsiteY84" fmla="*/ 2708910 h 2735580"/>
                      <a:gd name="connsiteX85" fmla="*/ 621030 w 1901190"/>
                      <a:gd name="connsiteY85" fmla="*/ 2686050 h 2735580"/>
                      <a:gd name="connsiteX86" fmla="*/ 590550 w 1901190"/>
                      <a:gd name="connsiteY86" fmla="*/ 2628900 h 2735580"/>
                      <a:gd name="connsiteX87" fmla="*/ 518160 w 1901190"/>
                      <a:gd name="connsiteY87" fmla="*/ 2526030 h 2735580"/>
                      <a:gd name="connsiteX88" fmla="*/ 518160 w 1901190"/>
                      <a:gd name="connsiteY88" fmla="*/ 2465070 h 2735580"/>
                      <a:gd name="connsiteX89" fmla="*/ 518160 w 1901190"/>
                      <a:gd name="connsiteY89" fmla="*/ 2392680 h 2735580"/>
                      <a:gd name="connsiteX90" fmla="*/ 499110 w 1901190"/>
                      <a:gd name="connsiteY90" fmla="*/ 2316480 h 2735580"/>
                      <a:gd name="connsiteX91" fmla="*/ 491490 w 1901190"/>
                      <a:gd name="connsiteY91" fmla="*/ 2160270 h 2735580"/>
                      <a:gd name="connsiteX92" fmla="*/ 468630 w 1901190"/>
                      <a:gd name="connsiteY92" fmla="*/ 2061210 h 2735580"/>
                      <a:gd name="connsiteX93" fmla="*/ 464820 w 1901190"/>
                      <a:gd name="connsiteY93" fmla="*/ 1973580 h 2735580"/>
                      <a:gd name="connsiteX94" fmla="*/ 476250 w 1901190"/>
                      <a:gd name="connsiteY94" fmla="*/ 1908810 h 2735580"/>
                      <a:gd name="connsiteX95" fmla="*/ 487680 w 1901190"/>
                      <a:gd name="connsiteY95" fmla="*/ 1855470 h 2735580"/>
                      <a:gd name="connsiteX96" fmla="*/ 464820 w 1901190"/>
                      <a:gd name="connsiteY96" fmla="*/ 1790700 h 2735580"/>
                      <a:gd name="connsiteX97" fmla="*/ 434340 w 1901190"/>
                      <a:gd name="connsiteY97" fmla="*/ 1775460 h 2735580"/>
                      <a:gd name="connsiteX98" fmla="*/ 407670 w 1901190"/>
                      <a:gd name="connsiteY98" fmla="*/ 1706880 h 2735580"/>
                      <a:gd name="connsiteX99" fmla="*/ 373380 w 1901190"/>
                      <a:gd name="connsiteY99" fmla="*/ 1645920 h 2735580"/>
                      <a:gd name="connsiteX100" fmla="*/ 342900 w 1901190"/>
                      <a:gd name="connsiteY100" fmla="*/ 1623060 h 2735580"/>
                      <a:gd name="connsiteX101" fmla="*/ 270510 w 1901190"/>
                      <a:gd name="connsiteY101" fmla="*/ 1581150 h 2735580"/>
                      <a:gd name="connsiteX102" fmla="*/ 217170 w 1901190"/>
                      <a:gd name="connsiteY102" fmla="*/ 1531620 h 2735580"/>
                      <a:gd name="connsiteX103" fmla="*/ 175260 w 1901190"/>
                      <a:gd name="connsiteY103" fmla="*/ 1497330 h 2735580"/>
                      <a:gd name="connsiteX104" fmla="*/ 102870 w 1901190"/>
                      <a:gd name="connsiteY104" fmla="*/ 1455420 h 2735580"/>
                      <a:gd name="connsiteX105" fmla="*/ 68580 w 1901190"/>
                      <a:gd name="connsiteY105" fmla="*/ 1455420 h 2735580"/>
                      <a:gd name="connsiteX106" fmla="*/ 40005 w 1901190"/>
                      <a:gd name="connsiteY106" fmla="*/ 1424940 h 2735580"/>
                      <a:gd name="connsiteX107" fmla="*/ 15240 w 1901190"/>
                      <a:gd name="connsiteY107" fmla="*/ 1379220 h 2735580"/>
                      <a:gd name="connsiteX108" fmla="*/ 30480 w 1901190"/>
                      <a:gd name="connsiteY108" fmla="*/ 1348740 h 2735580"/>
                      <a:gd name="connsiteX109" fmla="*/ 34290 w 1901190"/>
                      <a:gd name="connsiteY109" fmla="*/ 1276350 h 2735580"/>
                      <a:gd name="connsiteX110" fmla="*/ 19050 w 1901190"/>
                      <a:gd name="connsiteY110" fmla="*/ 1203960 h 2735580"/>
                      <a:gd name="connsiteX111" fmla="*/ 41910 w 1901190"/>
                      <a:gd name="connsiteY111" fmla="*/ 1154430 h 2735580"/>
                      <a:gd name="connsiteX112" fmla="*/ 87630 w 1901190"/>
                      <a:gd name="connsiteY112" fmla="*/ 1112520 h 2735580"/>
                      <a:gd name="connsiteX113" fmla="*/ 137160 w 1901190"/>
                      <a:gd name="connsiteY113" fmla="*/ 1097280 h 2735580"/>
                      <a:gd name="connsiteX114" fmla="*/ 179070 w 1901190"/>
                      <a:gd name="connsiteY114" fmla="*/ 1093470 h 2735580"/>
                      <a:gd name="connsiteX115" fmla="*/ 255270 w 1901190"/>
                      <a:gd name="connsiteY115" fmla="*/ 1093470 h 2735580"/>
                      <a:gd name="connsiteX116" fmla="*/ 308610 w 1901190"/>
                      <a:gd name="connsiteY116" fmla="*/ 1078230 h 2735580"/>
                      <a:gd name="connsiteX117" fmla="*/ 320040 w 1901190"/>
                      <a:gd name="connsiteY117" fmla="*/ 1032510 h 2735580"/>
                      <a:gd name="connsiteX118" fmla="*/ 361950 w 1901190"/>
                      <a:gd name="connsiteY118" fmla="*/ 963930 h 2735580"/>
                      <a:gd name="connsiteX119" fmla="*/ 396240 w 1901190"/>
                      <a:gd name="connsiteY119" fmla="*/ 902970 h 2735580"/>
                      <a:gd name="connsiteX120" fmla="*/ 419100 w 1901190"/>
                      <a:gd name="connsiteY120" fmla="*/ 830580 h 2735580"/>
                      <a:gd name="connsiteX121" fmla="*/ 426720 w 1901190"/>
                      <a:gd name="connsiteY121" fmla="*/ 781050 h 2735580"/>
                      <a:gd name="connsiteX122" fmla="*/ 392430 w 1901190"/>
                      <a:gd name="connsiteY122" fmla="*/ 716280 h 2735580"/>
                      <a:gd name="connsiteX123" fmla="*/ 384810 w 1901190"/>
                      <a:gd name="connsiteY123" fmla="*/ 647700 h 2735580"/>
                      <a:gd name="connsiteX124" fmla="*/ 365760 w 1901190"/>
                      <a:gd name="connsiteY124" fmla="*/ 552450 h 2735580"/>
                      <a:gd name="connsiteX125" fmla="*/ 369570 w 1901190"/>
                      <a:gd name="connsiteY125" fmla="*/ 499110 h 2735580"/>
                      <a:gd name="connsiteX126" fmla="*/ 354330 w 1901190"/>
                      <a:gd name="connsiteY126" fmla="*/ 457200 h 2735580"/>
                      <a:gd name="connsiteX127" fmla="*/ 312420 w 1901190"/>
                      <a:gd name="connsiteY127" fmla="*/ 438150 h 2735580"/>
                      <a:gd name="connsiteX128" fmla="*/ 293370 w 1901190"/>
                      <a:gd name="connsiteY128" fmla="*/ 411480 h 2735580"/>
                      <a:gd name="connsiteX129" fmla="*/ 220980 w 1901190"/>
                      <a:gd name="connsiteY129" fmla="*/ 365760 h 2735580"/>
                      <a:gd name="connsiteX130" fmla="*/ 121920 w 1901190"/>
                      <a:gd name="connsiteY130" fmla="*/ 300990 h 2735580"/>
                      <a:gd name="connsiteX131" fmla="*/ 72390 w 1901190"/>
                      <a:gd name="connsiteY131" fmla="*/ 247650 h 2735580"/>
                      <a:gd name="connsiteX132" fmla="*/ 53340 w 1901190"/>
                      <a:gd name="connsiteY132" fmla="*/ 217170 h 2735580"/>
                      <a:gd name="connsiteX133" fmla="*/ 49530 w 1901190"/>
                      <a:gd name="connsiteY133" fmla="*/ 163830 h 2735580"/>
                      <a:gd name="connsiteX134" fmla="*/ 38100 w 1901190"/>
                      <a:gd name="connsiteY134" fmla="*/ 118110 h 2735580"/>
                      <a:gd name="connsiteX135" fmla="*/ 11430 w 1901190"/>
                      <a:gd name="connsiteY135" fmla="*/ 49530 h 2735580"/>
                      <a:gd name="connsiteX136" fmla="*/ 0 w 1901190"/>
                      <a:gd name="connsiteY136" fmla="*/ 3810 h 2735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Lst>
                    <a:rect l="l" t="t" r="r" b="b"/>
                    <a:pathLst>
                      <a:path w="1901190" h="2735580">
                        <a:moveTo>
                          <a:pt x="1203960" y="803910"/>
                        </a:moveTo>
                        <a:lnTo>
                          <a:pt x="1280160" y="819150"/>
                        </a:lnTo>
                        <a:lnTo>
                          <a:pt x="1352550" y="853440"/>
                        </a:lnTo>
                        <a:lnTo>
                          <a:pt x="1405890" y="876300"/>
                        </a:lnTo>
                        <a:lnTo>
                          <a:pt x="1497330" y="895350"/>
                        </a:lnTo>
                        <a:lnTo>
                          <a:pt x="1596390" y="941070"/>
                        </a:lnTo>
                        <a:lnTo>
                          <a:pt x="1684020" y="979170"/>
                        </a:lnTo>
                        <a:lnTo>
                          <a:pt x="1802130" y="1036320"/>
                        </a:lnTo>
                        <a:lnTo>
                          <a:pt x="1832610" y="1074420"/>
                        </a:lnTo>
                        <a:lnTo>
                          <a:pt x="1844040" y="1108710"/>
                        </a:lnTo>
                        <a:lnTo>
                          <a:pt x="1874520" y="1173480"/>
                        </a:lnTo>
                        <a:lnTo>
                          <a:pt x="1897380" y="1223010"/>
                        </a:lnTo>
                        <a:lnTo>
                          <a:pt x="1901190" y="1287780"/>
                        </a:lnTo>
                        <a:lnTo>
                          <a:pt x="1889760" y="1337310"/>
                        </a:lnTo>
                        <a:lnTo>
                          <a:pt x="1863090" y="1348740"/>
                        </a:lnTo>
                        <a:lnTo>
                          <a:pt x="1809750" y="1348740"/>
                        </a:lnTo>
                        <a:lnTo>
                          <a:pt x="1752600" y="1371600"/>
                        </a:lnTo>
                        <a:lnTo>
                          <a:pt x="1695450" y="1386840"/>
                        </a:lnTo>
                        <a:lnTo>
                          <a:pt x="1638300" y="1371600"/>
                        </a:lnTo>
                        <a:lnTo>
                          <a:pt x="1554480" y="1375410"/>
                        </a:lnTo>
                        <a:lnTo>
                          <a:pt x="1466850" y="1363980"/>
                        </a:lnTo>
                        <a:lnTo>
                          <a:pt x="1264920" y="1283970"/>
                        </a:lnTo>
                        <a:lnTo>
                          <a:pt x="1203960" y="1253490"/>
                        </a:lnTo>
                        <a:lnTo>
                          <a:pt x="1169670" y="1207770"/>
                        </a:lnTo>
                        <a:lnTo>
                          <a:pt x="1120140" y="1146810"/>
                        </a:lnTo>
                        <a:lnTo>
                          <a:pt x="1097280" y="1078230"/>
                        </a:lnTo>
                        <a:lnTo>
                          <a:pt x="1059180" y="944880"/>
                        </a:lnTo>
                        <a:lnTo>
                          <a:pt x="1040130" y="891540"/>
                        </a:lnTo>
                        <a:lnTo>
                          <a:pt x="1040130" y="857250"/>
                        </a:lnTo>
                        <a:lnTo>
                          <a:pt x="1074420" y="838200"/>
                        </a:lnTo>
                        <a:close/>
                        <a:moveTo>
                          <a:pt x="26670" y="0"/>
                        </a:moveTo>
                        <a:lnTo>
                          <a:pt x="60960" y="22860"/>
                        </a:lnTo>
                        <a:lnTo>
                          <a:pt x="121920" y="57150"/>
                        </a:lnTo>
                        <a:lnTo>
                          <a:pt x="167640" y="125730"/>
                        </a:lnTo>
                        <a:lnTo>
                          <a:pt x="217170" y="167640"/>
                        </a:lnTo>
                        <a:lnTo>
                          <a:pt x="274320" y="217170"/>
                        </a:lnTo>
                        <a:lnTo>
                          <a:pt x="354330" y="312420"/>
                        </a:lnTo>
                        <a:lnTo>
                          <a:pt x="434340" y="373380"/>
                        </a:lnTo>
                        <a:lnTo>
                          <a:pt x="571500" y="472440"/>
                        </a:lnTo>
                        <a:lnTo>
                          <a:pt x="678180" y="575310"/>
                        </a:lnTo>
                        <a:lnTo>
                          <a:pt x="720090" y="605790"/>
                        </a:lnTo>
                        <a:lnTo>
                          <a:pt x="758190" y="628650"/>
                        </a:lnTo>
                        <a:lnTo>
                          <a:pt x="784860" y="659130"/>
                        </a:lnTo>
                        <a:lnTo>
                          <a:pt x="803910" y="716280"/>
                        </a:lnTo>
                        <a:lnTo>
                          <a:pt x="864870" y="819150"/>
                        </a:lnTo>
                        <a:lnTo>
                          <a:pt x="929640" y="941070"/>
                        </a:lnTo>
                        <a:lnTo>
                          <a:pt x="960120" y="1040130"/>
                        </a:lnTo>
                        <a:lnTo>
                          <a:pt x="1009650" y="1162050"/>
                        </a:lnTo>
                        <a:lnTo>
                          <a:pt x="1028700" y="1257300"/>
                        </a:lnTo>
                        <a:lnTo>
                          <a:pt x="1051560" y="1318260"/>
                        </a:lnTo>
                        <a:lnTo>
                          <a:pt x="1104900" y="1363980"/>
                        </a:lnTo>
                        <a:lnTo>
                          <a:pt x="1158240" y="1402080"/>
                        </a:lnTo>
                        <a:lnTo>
                          <a:pt x="1196340" y="1428750"/>
                        </a:lnTo>
                        <a:lnTo>
                          <a:pt x="1295400" y="1443990"/>
                        </a:lnTo>
                        <a:lnTo>
                          <a:pt x="1360170" y="1463040"/>
                        </a:lnTo>
                        <a:lnTo>
                          <a:pt x="1432560" y="1470660"/>
                        </a:lnTo>
                        <a:lnTo>
                          <a:pt x="1455420" y="1493520"/>
                        </a:lnTo>
                        <a:lnTo>
                          <a:pt x="1470660" y="1535430"/>
                        </a:lnTo>
                        <a:lnTo>
                          <a:pt x="1463040" y="1596390"/>
                        </a:lnTo>
                        <a:lnTo>
                          <a:pt x="1428750" y="1638300"/>
                        </a:lnTo>
                        <a:lnTo>
                          <a:pt x="1421130" y="1687830"/>
                        </a:lnTo>
                        <a:lnTo>
                          <a:pt x="1386840" y="1744980"/>
                        </a:lnTo>
                        <a:lnTo>
                          <a:pt x="1352550" y="1798320"/>
                        </a:lnTo>
                        <a:lnTo>
                          <a:pt x="1318260" y="1870710"/>
                        </a:lnTo>
                        <a:lnTo>
                          <a:pt x="1318260" y="1908810"/>
                        </a:lnTo>
                        <a:lnTo>
                          <a:pt x="1306830" y="1965960"/>
                        </a:lnTo>
                        <a:lnTo>
                          <a:pt x="1295400" y="2045970"/>
                        </a:lnTo>
                        <a:lnTo>
                          <a:pt x="1287780" y="2118360"/>
                        </a:lnTo>
                        <a:lnTo>
                          <a:pt x="1283970" y="2167890"/>
                        </a:lnTo>
                        <a:lnTo>
                          <a:pt x="1303020" y="2228850"/>
                        </a:lnTo>
                        <a:lnTo>
                          <a:pt x="1276350" y="2251710"/>
                        </a:lnTo>
                        <a:lnTo>
                          <a:pt x="1249680" y="2251710"/>
                        </a:lnTo>
                        <a:lnTo>
                          <a:pt x="1207770" y="2244090"/>
                        </a:lnTo>
                        <a:lnTo>
                          <a:pt x="1123950" y="2263140"/>
                        </a:lnTo>
                        <a:lnTo>
                          <a:pt x="1089660" y="2266950"/>
                        </a:lnTo>
                        <a:lnTo>
                          <a:pt x="1040130" y="2312670"/>
                        </a:lnTo>
                        <a:lnTo>
                          <a:pt x="979170" y="2354580"/>
                        </a:lnTo>
                        <a:lnTo>
                          <a:pt x="925830" y="2434590"/>
                        </a:lnTo>
                        <a:lnTo>
                          <a:pt x="902970" y="2510790"/>
                        </a:lnTo>
                        <a:lnTo>
                          <a:pt x="876300" y="2564130"/>
                        </a:lnTo>
                        <a:lnTo>
                          <a:pt x="830580" y="2609850"/>
                        </a:lnTo>
                        <a:lnTo>
                          <a:pt x="788670" y="2693670"/>
                        </a:lnTo>
                        <a:lnTo>
                          <a:pt x="765810" y="2731770"/>
                        </a:lnTo>
                        <a:lnTo>
                          <a:pt x="731520" y="2735580"/>
                        </a:lnTo>
                        <a:lnTo>
                          <a:pt x="693420" y="2708910"/>
                        </a:lnTo>
                        <a:lnTo>
                          <a:pt x="621030" y="2686050"/>
                        </a:lnTo>
                        <a:lnTo>
                          <a:pt x="590550" y="2628900"/>
                        </a:lnTo>
                        <a:lnTo>
                          <a:pt x="518160" y="2526030"/>
                        </a:lnTo>
                        <a:lnTo>
                          <a:pt x="518160" y="2465070"/>
                        </a:lnTo>
                        <a:lnTo>
                          <a:pt x="518160" y="2392680"/>
                        </a:lnTo>
                        <a:lnTo>
                          <a:pt x="499110" y="2316480"/>
                        </a:lnTo>
                        <a:lnTo>
                          <a:pt x="491490" y="2160270"/>
                        </a:lnTo>
                        <a:lnTo>
                          <a:pt x="468630" y="2061210"/>
                        </a:lnTo>
                        <a:lnTo>
                          <a:pt x="464820" y="1973580"/>
                        </a:lnTo>
                        <a:lnTo>
                          <a:pt x="476250" y="1908810"/>
                        </a:lnTo>
                        <a:lnTo>
                          <a:pt x="487680" y="1855470"/>
                        </a:lnTo>
                        <a:lnTo>
                          <a:pt x="464820" y="1790700"/>
                        </a:lnTo>
                        <a:lnTo>
                          <a:pt x="434340" y="1775460"/>
                        </a:lnTo>
                        <a:lnTo>
                          <a:pt x="407670" y="1706880"/>
                        </a:lnTo>
                        <a:lnTo>
                          <a:pt x="373380" y="1645920"/>
                        </a:lnTo>
                        <a:lnTo>
                          <a:pt x="342900" y="1623060"/>
                        </a:lnTo>
                        <a:lnTo>
                          <a:pt x="270510" y="1581150"/>
                        </a:lnTo>
                        <a:lnTo>
                          <a:pt x="217170" y="1531620"/>
                        </a:lnTo>
                        <a:lnTo>
                          <a:pt x="175260" y="1497330"/>
                        </a:lnTo>
                        <a:lnTo>
                          <a:pt x="102870" y="1455420"/>
                        </a:lnTo>
                        <a:lnTo>
                          <a:pt x="68580" y="1455420"/>
                        </a:lnTo>
                        <a:lnTo>
                          <a:pt x="40005" y="1424940"/>
                        </a:lnTo>
                        <a:lnTo>
                          <a:pt x="15240" y="1379220"/>
                        </a:lnTo>
                        <a:lnTo>
                          <a:pt x="30480" y="1348740"/>
                        </a:lnTo>
                        <a:lnTo>
                          <a:pt x="34290" y="1276350"/>
                        </a:lnTo>
                        <a:lnTo>
                          <a:pt x="19050" y="1203960"/>
                        </a:lnTo>
                        <a:lnTo>
                          <a:pt x="41910" y="1154430"/>
                        </a:lnTo>
                        <a:lnTo>
                          <a:pt x="87630" y="1112520"/>
                        </a:lnTo>
                        <a:lnTo>
                          <a:pt x="137160" y="1097280"/>
                        </a:lnTo>
                        <a:lnTo>
                          <a:pt x="179070" y="1093470"/>
                        </a:lnTo>
                        <a:lnTo>
                          <a:pt x="255270" y="1093470"/>
                        </a:lnTo>
                        <a:lnTo>
                          <a:pt x="308610" y="1078230"/>
                        </a:lnTo>
                        <a:lnTo>
                          <a:pt x="320040" y="1032510"/>
                        </a:lnTo>
                        <a:lnTo>
                          <a:pt x="361950" y="963930"/>
                        </a:lnTo>
                        <a:lnTo>
                          <a:pt x="396240" y="902970"/>
                        </a:lnTo>
                        <a:lnTo>
                          <a:pt x="419100" y="830580"/>
                        </a:lnTo>
                        <a:lnTo>
                          <a:pt x="426720" y="781050"/>
                        </a:lnTo>
                        <a:lnTo>
                          <a:pt x="392430" y="716280"/>
                        </a:lnTo>
                        <a:lnTo>
                          <a:pt x="384810" y="647700"/>
                        </a:lnTo>
                        <a:lnTo>
                          <a:pt x="365760" y="552450"/>
                        </a:lnTo>
                        <a:lnTo>
                          <a:pt x="369570" y="499110"/>
                        </a:lnTo>
                        <a:lnTo>
                          <a:pt x="354330" y="457200"/>
                        </a:lnTo>
                        <a:lnTo>
                          <a:pt x="312420" y="438150"/>
                        </a:lnTo>
                        <a:lnTo>
                          <a:pt x="293370" y="411480"/>
                        </a:lnTo>
                        <a:lnTo>
                          <a:pt x="220980" y="365760"/>
                        </a:lnTo>
                        <a:lnTo>
                          <a:pt x="121920" y="300990"/>
                        </a:lnTo>
                        <a:lnTo>
                          <a:pt x="72390" y="247650"/>
                        </a:lnTo>
                        <a:lnTo>
                          <a:pt x="53340" y="217170"/>
                        </a:lnTo>
                        <a:lnTo>
                          <a:pt x="49530" y="163830"/>
                        </a:lnTo>
                        <a:lnTo>
                          <a:pt x="38100" y="118110"/>
                        </a:lnTo>
                        <a:lnTo>
                          <a:pt x="11430" y="49530"/>
                        </a:lnTo>
                        <a:lnTo>
                          <a:pt x="0" y="3810"/>
                        </a:lnTo>
                        <a:close/>
                      </a:path>
                    </a:pathLst>
                  </a:cu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700">
                      <a:ln>
                        <a:solidFill>
                          <a:schemeClr val="accent1">
                            <a:alpha val="0"/>
                          </a:schemeClr>
                        </a:solidFill>
                      </a:ln>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65" name="양천구">
                    <a:extLst>
                      <a:ext uri="{FF2B5EF4-FFF2-40B4-BE49-F238E27FC236}">
                        <a16:creationId xmlns:a16="http://schemas.microsoft.com/office/drawing/2014/main" id="{474A0B47-413A-07AC-05D6-6AB5EF7A6F90}"/>
                      </a:ext>
                    </a:extLst>
                  </p:cNvPr>
                  <p:cNvSpPr/>
                  <p:nvPr/>
                </p:nvSpPr>
                <p:spPr>
                  <a:xfrm>
                    <a:off x="-2186940" y="7482840"/>
                    <a:ext cx="2265680" cy="1930400"/>
                  </a:xfrm>
                  <a:custGeom>
                    <a:avLst/>
                    <a:gdLst>
                      <a:gd name="connsiteX0" fmla="*/ 1887220 w 2265680"/>
                      <a:gd name="connsiteY0" fmla="*/ 187960 h 1930400"/>
                      <a:gd name="connsiteX1" fmla="*/ 1772920 w 2265680"/>
                      <a:gd name="connsiteY1" fmla="*/ 205740 h 1930400"/>
                      <a:gd name="connsiteX2" fmla="*/ 1724660 w 2265680"/>
                      <a:gd name="connsiteY2" fmla="*/ 203200 h 1930400"/>
                      <a:gd name="connsiteX3" fmla="*/ 1699260 w 2265680"/>
                      <a:gd name="connsiteY3" fmla="*/ 187960 h 1930400"/>
                      <a:gd name="connsiteX4" fmla="*/ 1661160 w 2265680"/>
                      <a:gd name="connsiteY4" fmla="*/ 177800 h 1930400"/>
                      <a:gd name="connsiteX5" fmla="*/ 1600200 w 2265680"/>
                      <a:gd name="connsiteY5" fmla="*/ 142240 h 1930400"/>
                      <a:gd name="connsiteX6" fmla="*/ 1587500 w 2265680"/>
                      <a:gd name="connsiteY6" fmla="*/ 116840 h 1930400"/>
                      <a:gd name="connsiteX7" fmla="*/ 1562100 w 2265680"/>
                      <a:gd name="connsiteY7" fmla="*/ 121920 h 1930400"/>
                      <a:gd name="connsiteX8" fmla="*/ 1516380 w 2265680"/>
                      <a:gd name="connsiteY8" fmla="*/ 91440 h 1930400"/>
                      <a:gd name="connsiteX9" fmla="*/ 1478280 w 2265680"/>
                      <a:gd name="connsiteY9" fmla="*/ 53340 h 1930400"/>
                      <a:gd name="connsiteX10" fmla="*/ 1452880 w 2265680"/>
                      <a:gd name="connsiteY10" fmla="*/ 12700 h 1930400"/>
                      <a:gd name="connsiteX11" fmla="*/ 1445260 w 2265680"/>
                      <a:gd name="connsiteY11" fmla="*/ 5080 h 1930400"/>
                      <a:gd name="connsiteX12" fmla="*/ 1427480 w 2265680"/>
                      <a:gd name="connsiteY12" fmla="*/ 0 h 1930400"/>
                      <a:gd name="connsiteX13" fmla="*/ 1412240 w 2265680"/>
                      <a:gd name="connsiteY13" fmla="*/ 20320 h 1930400"/>
                      <a:gd name="connsiteX14" fmla="*/ 1412240 w 2265680"/>
                      <a:gd name="connsiteY14" fmla="*/ 60960 h 1930400"/>
                      <a:gd name="connsiteX15" fmla="*/ 1424940 w 2265680"/>
                      <a:gd name="connsiteY15" fmla="*/ 154940 h 1930400"/>
                      <a:gd name="connsiteX16" fmla="*/ 1422400 w 2265680"/>
                      <a:gd name="connsiteY16" fmla="*/ 203200 h 1930400"/>
                      <a:gd name="connsiteX17" fmla="*/ 1422400 w 2265680"/>
                      <a:gd name="connsiteY17" fmla="*/ 246380 h 1930400"/>
                      <a:gd name="connsiteX18" fmla="*/ 1430020 w 2265680"/>
                      <a:gd name="connsiteY18" fmla="*/ 276860 h 1930400"/>
                      <a:gd name="connsiteX19" fmla="*/ 1460500 w 2265680"/>
                      <a:gd name="connsiteY19" fmla="*/ 294640 h 1930400"/>
                      <a:gd name="connsiteX20" fmla="*/ 1490980 w 2265680"/>
                      <a:gd name="connsiteY20" fmla="*/ 314960 h 1930400"/>
                      <a:gd name="connsiteX21" fmla="*/ 1501140 w 2265680"/>
                      <a:gd name="connsiteY21" fmla="*/ 353060 h 1930400"/>
                      <a:gd name="connsiteX22" fmla="*/ 1498600 w 2265680"/>
                      <a:gd name="connsiteY22" fmla="*/ 403860 h 1930400"/>
                      <a:gd name="connsiteX23" fmla="*/ 1468120 w 2265680"/>
                      <a:gd name="connsiteY23" fmla="*/ 421640 h 1930400"/>
                      <a:gd name="connsiteX24" fmla="*/ 1445260 w 2265680"/>
                      <a:gd name="connsiteY24" fmla="*/ 464820 h 1930400"/>
                      <a:gd name="connsiteX25" fmla="*/ 1430020 w 2265680"/>
                      <a:gd name="connsiteY25" fmla="*/ 502920 h 1930400"/>
                      <a:gd name="connsiteX26" fmla="*/ 1437640 w 2265680"/>
                      <a:gd name="connsiteY26" fmla="*/ 558800 h 1930400"/>
                      <a:gd name="connsiteX27" fmla="*/ 1437640 w 2265680"/>
                      <a:gd name="connsiteY27" fmla="*/ 657860 h 1930400"/>
                      <a:gd name="connsiteX28" fmla="*/ 1430020 w 2265680"/>
                      <a:gd name="connsiteY28" fmla="*/ 741680 h 1930400"/>
                      <a:gd name="connsiteX29" fmla="*/ 1437640 w 2265680"/>
                      <a:gd name="connsiteY29" fmla="*/ 797560 h 1930400"/>
                      <a:gd name="connsiteX30" fmla="*/ 1437640 w 2265680"/>
                      <a:gd name="connsiteY30" fmla="*/ 840740 h 1930400"/>
                      <a:gd name="connsiteX31" fmla="*/ 1414780 w 2265680"/>
                      <a:gd name="connsiteY31" fmla="*/ 868680 h 1930400"/>
                      <a:gd name="connsiteX32" fmla="*/ 1348740 w 2265680"/>
                      <a:gd name="connsiteY32" fmla="*/ 868680 h 1930400"/>
                      <a:gd name="connsiteX33" fmla="*/ 1277620 w 2265680"/>
                      <a:gd name="connsiteY33" fmla="*/ 873760 h 1930400"/>
                      <a:gd name="connsiteX34" fmla="*/ 1183640 w 2265680"/>
                      <a:gd name="connsiteY34" fmla="*/ 894080 h 1930400"/>
                      <a:gd name="connsiteX35" fmla="*/ 1084580 w 2265680"/>
                      <a:gd name="connsiteY35" fmla="*/ 916940 h 1930400"/>
                      <a:gd name="connsiteX36" fmla="*/ 985520 w 2265680"/>
                      <a:gd name="connsiteY36" fmla="*/ 955040 h 1930400"/>
                      <a:gd name="connsiteX37" fmla="*/ 901700 w 2265680"/>
                      <a:gd name="connsiteY37" fmla="*/ 995680 h 1930400"/>
                      <a:gd name="connsiteX38" fmla="*/ 840740 w 2265680"/>
                      <a:gd name="connsiteY38" fmla="*/ 1026160 h 1930400"/>
                      <a:gd name="connsiteX39" fmla="*/ 795020 w 2265680"/>
                      <a:gd name="connsiteY39" fmla="*/ 1051560 h 1930400"/>
                      <a:gd name="connsiteX40" fmla="*/ 741680 w 2265680"/>
                      <a:gd name="connsiteY40" fmla="*/ 1051560 h 1930400"/>
                      <a:gd name="connsiteX41" fmla="*/ 690880 w 2265680"/>
                      <a:gd name="connsiteY41" fmla="*/ 1038860 h 1930400"/>
                      <a:gd name="connsiteX42" fmla="*/ 637540 w 2265680"/>
                      <a:gd name="connsiteY42" fmla="*/ 1026160 h 1930400"/>
                      <a:gd name="connsiteX43" fmla="*/ 584200 w 2265680"/>
                      <a:gd name="connsiteY43" fmla="*/ 1003300 h 1930400"/>
                      <a:gd name="connsiteX44" fmla="*/ 553720 w 2265680"/>
                      <a:gd name="connsiteY44" fmla="*/ 962660 h 1930400"/>
                      <a:gd name="connsiteX45" fmla="*/ 551180 w 2265680"/>
                      <a:gd name="connsiteY45" fmla="*/ 919480 h 1930400"/>
                      <a:gd name="connsiteX46" fmla="*/ 535940 w 2265680"/>
                      <a:gd name="connsiteY46" fmla="*/ 891540 h 1930400"/>
                      <a:gd name="connsiteX47" fmla="*/ 528320 w 2265680"/>
                      <a:gd name="connsiteY47" fmla="*/ 835660 h 1930400"/>
                      <a:gd name="connsiteX48" fmla="*/ 508000 w 2265680"/>
                      <a:gd name="connsiteY48" fmla="*/ 802640 h 1930400"/>
                      <a:gd name="connsiteX49" fmla="*/ 464820 w 2265680"/>
                      <a:gd name="connsiteY49" fmla="*/ 751840 h 1930400"/>
                      <a:gd name="connsiteX50" fmla="*/ 431800 w 2265680"/>
                      <a:gd name="connsiteY50" fmla="*/ 695960 h 1930400"/>
                      <a:gd name="connsiteX51" fmla="*/ 398780 w 2265680"/>
                      <a:gd name="connsiteY51" fmla="*/ 665480 h 1930400"/>
                      <a:gd name="connsiteX52" fmla="*/ 393700 w 2265680"/>
                      <a:gd name="connsiteY52" fmla="*/ 627380 h 1930400"/>
                      <a:gd name="connsiteX53" fmla="*/ 381000 w 2265680"/>
                      <a:gd name="connsiteY53" fmla="*/ 584200 h 1930400"/>
                      <a:gd name="connsiteX54" fmla="*/ 396240 w 2265680"/>
                      <a:gd name="connsiteY54" fmla="*/ 548640 h 1930400"/>
                      <a:gd name="connsiteX55" fmla="*/ 426720 w 2265680"/>
                      <a:gd name="connsiteY55" fmla="*/ 530860 h 1930400"/>
                      <a:gd name="connsiteX56" fmla="*/ 426720 w 2265680"/>
                      <a:gd name="connsiteY56" fmla="*/ 502920 h 1930400"/>
                      <a:gd name="connsiteX57" fmla="*/ 426720 w 2265680"/>
                      <a:gd name="connsiteY57" fmla="*/ 467360 h 1930400"/>
                      <a:gd name="connsiteX58" fmla="*/ 403860 w 2265680"/>
                      <a:gd name="connsiteY58" fmla="*/ 411480 h 1930400"/>
                      <a:gd name="connsiteX59" fmla="*/ 386080 w 2265680"/>
                      <a:gd name="connsiteY59" fmla="*/ 381000 h 1930400"/>
                      <a:gd name="connsiteX60" fmla="*/ 350520 w 2265680"/>
                      <a:gd name="connsiteY60" fmla="*/ 381000 h 1930400"/>
                      <a:gd name="connsiteX61" fmla="*/ 304800 w 2265680"/>
                      <a:gd name="connsiteY61" fmla="*/ 391160 h 1930400"/>
                      <a:gd name="connsiteX62" fmla="*/ 279400 w 2265680"/>
                      <a:gd name="connsiteY62" fmla="*/ 381000 h 1930400"/>
                      <a:gd name="connsiteX63" fmla="*/ 264160 w 2265680"/>
                      <a:gd name="connsiteY63" fmla="*/ 358140 h 1930400"/>
                      <a:gd name="connsiteX64" fmla="*/ 264160 w 2265680"/>
                      <a:gd name="connsiteY64" fmla="*/ 304800 h 1930400"/>
                      <a:gd name="connsiteX65" fmla="*/ 266700 w 2265680"/>
                      <a:gd name="connsiteY65" fmla="*/ 276860 h 1930400"/>
                      <a:gd name="connsiteX66" fmla="*/ 276860 w 2265680"/>
                      <a:gd name="connsiteY66" fmla="*/ 251460 h 1930400"/>
                      <a:gd name="connsiteX67" fmla="*/ 307340 w 2265680"/>
                      <a:gd name="connsiteY67" fmla="*/ 238760 h 1930400"/>
                      <a:gd name="connsiteX68" fmla="*/ 317500 w 2265680"/>
                      <a:gd name="connsiteY68" fmla="*/ 223520 h 1930400"/>
                      <a:gd name="connsiteX69" fmla="*/ 302260 w 2265680"/>
                      <a:gd name="connsiteY69" fmla="*/ 203200 h 1930400"/>
                      <a:gd name="connsiteX70" fmla="*/ 264160 w 2265680"/>
                      <a:gd name="connsiteY70" fmla="*/ 193040 h 1930400"/>
                      <a:gd name="connsiteX71" fmla="*/ 238760 w 2265680"/>
                      <a:gd name="connsiteY71" fmla="*/ 215900 h 1930400"/>
                      <a:gd name="connsiteX72" fmla="*/ 236220 w 2265680"/>
                      <a:gd name="connsiteY72" fmla="*/ 251460 h 1930400"/>
                      <a:gd name="connsiteX73" fmla="*/ 220980 w 2265680"/>
                      <a:gd name="connsiteY73" fmla="*/ 276860 h 1930400"/>
                      <a:gd name="connsiteX74" fmla="*/ 205740 w 2265680"/>
                      <a:gd name="connsiteY74" fmla="*/ 309880 h 1930400"/>
                      <a:gd name="connsiteX75" fmla="*/ 213360 w 2265680"/>
                      <a:gd name="connsiteY75" fmla="*/ 378460 h 1930400"/>
                      <a:gd name="connsiteX76" fmla="*/ 213360 w 2265680"/>
                      <a:gd name="connsiteY76" fmla="*/ 414020 h 1930400"/>
                      <a:gd name="connsiteX77" fmla="*/ 203200 w 2265680"/>
                      <a:gd name="connsiteY77" fmla="*/ 434340 h 1930400"/>
                      <a:gd name="connsiteX78" fmla="*/ 185420 w 2265680"/>
                      <a:gd name="connsiteY78" fmla="*/ 439420 h 1930400"/>
                      <a:gd name="connsiteX79" fmla="*/ 109220 w 2265680"/>
                      <a:gd name="connsiteY79" fmla="*/ 444500 h 1930400"/>
                      <a:gd name="connsiteX80" fmla="*/ 71120 w 2265680"/>
                      <a:gd name="connsiteY80" fmla="*/ 436880 h 1930400"/>
                      <a:gd name="connsiteX81" fmla="*/ 33020 w 2265680"/>
                      <a:gd name="connsiteY81" fmla="*/ 431800 h 1930400"/>
                      <a:gd name="connsiteX82" fmla="*/ 2540 w 2265680"/>
                      <a:gd name="connsiteY82" fmla="*/ 447040 h 1930400"/>
                      <a:gd name="connsiteX83" fmla="*/ 0 w 2265680"/>
                      <a:gd name="connsiteY83" fmla="*/ 495300 h 1930400"/>
                      <a:gd name="connsiteX84" fmla="*/ 20320 w 2265680"/>
                      <a:gd name="connsiteY84" fmla="*/ 546100 h 1930400"/>
                      <a:gd name="connsiteX85" fmla="*/ 45720 w 2265680"/>
                      <a:gd name="connsiteY85" fmla="*/ 629920 h 1930400"/>
                      <a:gd name="connsiteX86" fmla="*/ 60960 w 2265680"/>
                      <a:gd name="connsiteY86" fmla="*/ 670560 h 1930400"/>
                      <a:gd name="connsiteX87" fmla="*/ 114300 w 2265680"/>
                      <a:gd name="connsiteY87" fmla="*/ 718820 h 1930400"/>
                      <a:gd name="connsiteX88" fmla="*/ 226060 w 2265680"/>
                      <a:gd name="connsiteY88" fmla="*/ 840740 h 1930400"/>
                      <a:gd name="connsiteX89" fmla="*/ 251460 w 2265680"/>
                      <a:gd name="connsiteY89" fmla="*/ 876300 h 1930400"/>
                      <a:gd name="connsiteX90" fmla="*/ 269240 w 2265680"/>
                      <a:gd name="connsiteY90" fmla="*/ 901700 h 1930400"/>
                      <a:gd name="connsiteX91" fmla="*/ 271780 w 2265680"/>
                      <a:gd name="connsiteY91" fmla="*/ 939800 h 1930400"/>
                      <a:gd name="connsiteX92" fmla="*/ 233680 w 2265680"/>
                      <a:gd name="connsiteY92" fmla="*/ 1028700 h 1930400"/>
                      <a:gd name="connsiteX93" fmla="*/ 208280 w 2265680"/>
                      <a:gd name="connsiteY93" fmla="*/ 1097280 h 1930400"/>
                      <a:gd name="connsiteX94" fmla="*/ 149860 w 2265680"/>
                      <a:gd name="connsiteY94" fmla="*/ 1239520 h 1930400"/>
                      <a:gd name="connsiteX95" fmla="*/ 119380 w 2265680"/>
                      <a:gd name="connsiteY95" fmla="*/ 1295400 h 1930400"/>
                      <a:gd name="connsiteX96" fmla="*/ 104140 w 2265680"/>
                      <a:gd name="connsiteY96" fmla="*/ 1371600 h 1930400"/>
                      <a:gd name="connsiteX97" fmla="*/ 101600 w 2265680"/>
                      <a:gd name="connsiteY97" fmla="*/ 1409700 h 1930400"/>
                      <a:gd name="connsiteX98" fmla="*/ 76200 w 2265680"/>
                      <a:gd name="connsiteY98" fmla="*/ 1452880 h 1930400"/>
                      <a:gd name="connsiteX99" fmla="*/ 76200 w 2265680"/>
                      <a:gd name="connsiteY99" fmla="*/ 1490980 h 1930400"/>
                      <a:gd name="connsiteX100" fmla="*/ 60960 w 2265680"/>
                      <a:gd name="connsiteY100" fmla="*/ 1529080 h 1930400"/>
                      <a:gd name="connsiteX101" fmla="*/ 58420 w 2265680"/>
                      <a:gd name="connsiteY101" fmla="*/ 1554480 h 1930400"/>
                      <a:gd name="connsiteX102" fmla="*/ 53340 w 2265680"/>
                      <a:gd name="connsiteY102" fmla="*/ 1579880 h 1930400"/>
                      <a:gd name="connsiteX103" fmla="*/ 63500 w 2265680"/>
                      <a:gd name="connsiteY103" fmla="*/ 1630680 h 1930400"/>
                      <a:gd name="connsiteX104" fmla="*/ 68580 w 2265680"/>
                      <a:gd name="connsiteY104" fmla="*/ 1658620 h 1930400"/>
                      <a:gd name="connsiteX105" fmla="*/ 91440 w 2265680"/>
                      <a:gd name="connsiteY105" fmla="*/ 1668780 h 1930400"/>
                      <a:gd name="connsiteX106" fmla="*/ 116840 w 2265680"/>
                      <a:gd name="connsiteY106" fmla="*/ 1648460 h 1930400"/>
                      <a:gd name="connsiteX107" fmla="*/ 162560 w 2265680"/>
                      <a:gd name="connsiteY107" fmla="*/ 1651000 h 1930400"/>
                      <a:gd name="connsiteX108" fmla="*/ 213360 w 2265680"/>
                      <a:gd name="connsiteY108" fmla="*/ 1653540 h 1930400"/>
                      <a:gd name="connsiteX109" fmla="*/ 289560 w 2265680"/>
                      <a:gd name="connsiteY109" fmla="*/ 1653540 h 1930400"/>
                      <a:gd name="connsiteX110" fmla="*/ 337820 w 2265680"/>
                      <a:gd name="connsiteY110" fmla="*/ 1645920 h 1930400"/>
                      <a:gd name="connsiteX111" fmla="*/ 388620 w 2265680"/>
                      <a:gd name="connsiteY111" fmla="*/ 1648460 h 1930400"/>
                      <a:gd name="connsiteX112" fmla="*/ 411480 w 2265680"/>
                      <a:gd name="connsiteY112" fmla="*/ 1658620 h 1930400"/>
                      <a:gd name="connsiteX113" fmla="*/ 434340 w 2265680"/>
                      <a:gd name="connsiteY113" fmla="*/ 1681480 h 1930400"/>
                      <a:gd name="connsiteX114" fmla="*/ 439420 w 2265680"/>
                      <a:gd name="connsiteY114" fmla="*/ 1719580 h 1930400"/>
                      <a:gd name="connsiteX115" fmla="*/ 434340 w 2265680"/>
                      <a:gd name="connsiteY115" fmla="*/ 1770380 h 1930400"/>
                      <a:gd name="connsiteX116" fmla="*/ 421640 w 2265680"/>
                      <a:gd name="connsiteY116" fmla="*/ 1793240 h 1930400"/>
                      <a:gd name="connsiteX117" fmla="*/ 403860 w 2265680"/>
                      <a:gd name="connsiteY117" fmla="*/ 1818640 h 1930400"/>
                      <a:gd name="connsiteX118" fmla="*/ 378460 w 2265680"/>
                      <a:gd name="connsiteY118" fmla="*/ 1823720 h 1930400"/>
                      <a:gd name="connsiteX119" fmla="*/ 365760 w 2265680"/>
                      <a:gd name="connsiteY119" fmla="*/ 1844040 h 1930400"/>
                      <a:gd name="connsiteX120" fmla="*/ 378460 w 2265680"/>
                      <a:gd name="connsiteY120" fmla="*/ 1884680 h 1930400"/>
                      <a:gd name="connsiteX121" fmla="*/ 434340 w 2265680"/>
                      <a:gd name="connsiteY121" fmla="*/ 1894840 h 1930400"/>
                      <a:gd name="connsiteX122" fmla="*/ 467360 w 2265680"/>
                      <a:gd name="connsiteY122" fmla="*/ 1905000 h 1930400"/>
                      <a:gd name="connsiteX123" fmla="*/ 515620 w 2265680"/>
                      <a:gd name="connsiteY123" fmla="*/ 1899920 h 1930400"/>
                      <a:gd name="connsiteX124" fmla="*/ 543560 w 2265680"/>
                      <a:gd name="connsiteY124" fmla="*/ 1905000 h 1930400"/>
                      <a:gd name="connsiteX125" fmla="*/ 571500 w 2265680"/>
                      <a:gd name="connsiteY125" fmla="*/ 1930400 h 1930400"/>
                      <a:gd name="connsiteX126" fmla="*/ 607060 w 2265680"/>
                      <a:gd name="connsiteY126" fmla="*/ 1930400 h 1930400"/>
                      <a:gd name="connsiteX127" fmla="*/ 604520 w 2265680"/>
                      <a:gd name="connsiteY127" fmla="*/ 1884680 h 1930400"/>
                      <a:gd name="connsiteX128" fmla="*/ 614680 w 2265680"/>
                      <a:gd name="connsiteY128" fmla="*/ 1861820 h 1930400"/>
                      <a:gd name="connsiteX129" fmla="*/ 637540 w 2265680"/>
                      <a:gd name="connsiteY129" fmla="*/ 1828800 h 1930400"/>
                      <a:gd name="connsiteX130" fmla="*/ 640080 w 2265680"/>
                      <a:gd name="connsiteY130" fmla="*/ 1800860 h 1930400"/>
                      <a:gd name="connsiteX131" fmla="*/ 650240 w 2265680"/>
                      <a:gd name="connsiteY131" fmla="*/ 1772920 h 1930400"/>
                      <a:gd name="connsiteX132" fmla="*/ 675640 w 2265680"/>
                      <a:gd name="connsiteY132" fmla="*/ 1750060 h 1930400"/>
                      <a:gd name="connsiteX133" fmla="*/ 695960 w 2265680"/>
                      <a:gd name="connsiteY133" fmla="*/ 1767840 h 1930400"/>
                      <a:gd name="connsiteX134" fmla="*/ 713740 w 2265680"/>
                      <a:gd name="connsiteY134" fmla="*/ 1757680 h 1930400"/>
                      <a:gd name="connsiteX135" fmla="*/ 728980 w 2265680"/>
                      <a:gd name="connsiteY135" fmla="*/ 1783080 h 1930400"/>
                      <a:gd name="connsiteX136" fmla="*/ 759460 w 2265680"/>
                      <a:gd name="connsiteY136" fmla="*/ 1775460 h 1930400"/>
                      <a:gd name="connsiteX137" fmla="*/ 764540 w 2265680"/>
                      <a:gd name="connsiteY137" fmla="*/ 1752600 h 1930400"/>
                      <a:gd name="connsiteX138" fmla="*/ 810260 w 2265680"/>
                      <a:gd name="connsiteY138" fmla="*/ 1701800 h 1930400"/>
                      <a:gd name="connsiteX139" fmla="*/ 828040 w 2265680"/>
                      <a:gd name="connsiteY139" fmla="*/ 1671320 h 1930400"/>
                      <a:gd name="connsiteX140" fmla="*/ 843280 w 2265680"/>
                      <a:gd name="connsiteY140" fmla="*/ 1645920 h 1930400"/>
                      <a:gd name="connsiteX141" fmla="*/ 876300 w 2265680"/>
                      <a:gd name="connsiteY141" fmla="*/ 1643380 h 1930400"/>
                      <a:gd name="connsiteX142" fmla="*/ 909320 w 2265680"/>
                      <a:gd name="connsiteY142" fmla="*/ 1628140 h 1930400"/>
                      <a:gd name="connsiteX143" fmla="*/ 985520 w 2265680"/>
                      <a:gd name="connsiteY143" fmla="*/ 1605280 h 1930400"/>
                      <a:gd name="connsiteX144" fmla="*/ 1016000 w 2265680"/>
                      <a:gd name="connsiteY144" fmla="*/ 1574800 h 1930400"/>
                      <a:gd name="connsiteX145" fmla="*/ 1038860 w 2265680"/>
                      <a:gd name="connsiteY145" fmla="*/ 1569720 h 1930400"/>
                      <a:gd name="connsiteX146" fmla="*/ 1066800 w 2265680"/>
                      <a:gd name="connsiteY146" fmla="*/ 1582420 h 1930400"/>
                      <a:gd name="connsiteX147" fmla="*/ 1087120 w 2265680"/>
                      <a:gd name="connsiteY147" fmla="*/ 1615440 h 1930400"/>
                      <a:gd name="connsiteX148" fmla="*/ 1115060 w 2265680"/>
                      <a:gd name="connsiteY148" fmla="*/ 1643380 h 1930400"/>
                      <a:gd name="connsiteX149" fmla="*/ 1158240 w 2265680"/>
                      <a:gd name="connsiteY149" fmla="*/ 1648460 h 1930400"/>
                      <a:gd name="connsiteX150" fmla="*/ 1203960 w 2265680"/>
                      <a:gd name="connsiteY150" fmla="*/ 1640840 h 1930400"/>
                      <a:gd name="connsiteX151" fmla="*/ 1236980 w 2265680"/>
                      <a:gd name="connsiteY151" fmla="*/ 1645920 h 1930400"/>
                      <a:gd name="connsiteX152" fmla="*/ 1264920 w 2265680"/>
                      <a:gd name="connsiteY152" fmla="*/ 1666240 h 1930400"/>
                      <a:gd name="connsiteX153" fmla="*/ 1267460 w 2265680"/>
                      <a:gd name="connsiteY153" fmla="*/ 1691640 h 1930400"/>
                      <a:gd name="connsiteX154" fmla="*/ 1267460 w 2265680"/>
                      <a:gd name="connsiteY154" fmla="*/ 1739900 h 1930400"/>
                      <a:gd name="connsiteX155" fmla="*/ 1300480 w 2265680"/>
                      <a:gd name="connsiteY155" fmla="*/ 1752600 h 1930400"/>
                      <a:gd name="connsiteX156" fmla="*/ 1356360 w 2265680"/>
                      <a:gd name="connsiteY156" fmla="*/ 1739900 h 1930400"/>
                      <a:gd name="connsiteX157" fmla="*/ 1384300 w 2265680"/>
                      <a:gd name="connsiteY157" fmla="*/ 1742440 h 1930400"/>
                      <a:gd name="connsiteX158" fmla="*/ 1427480 w 2265680"/>
                      <a:gd name="connsiteY158" fmla="*/ 1765300 h 1930400"/>
                      <a:gd name="connsiteX159" fmla="*/ 1422400 w 2265680"/>
                      <a:gd name="connsiteY159" fmla="*/ 1790700 h 1930400"/>
                      <a:gd name="connsiteX160" fmla="*/ 1435100 w 2265680"/>
                      <a:gd name="connsiteY160" fmla="*/ 1823720 h 1930400"/>
                      <a:gd name="connsiteX161" fmla="*/ 1483360 w 2265680"/>
                      <a:gd name="connsiteY161" fmla="*/ 1811020 h 1930400"/>
                      <a:gd name="connsiteX162" fmla="*/ 1501140 w 2265680"/>
                      <a:gd name="connsiteY162" fmla="*/ 1795780 h 1930400"/>
                      <a:gd name="connsiteX163" fmla="*/ 1546860 w 2265680"/>
                      <a:gd name="connsiteY163" fmla="*/ 1788160 h 1930400"/>
                      <a:gd name="connsiteX164" fmla="*/ 1625600 w 2265680"/>
                      <a:gd name="connsiteY164" fmla="*/ 1747520 h 1930400"/>
                      <a:gd name="connsiteX165" fmla="*/ 1686560 w 2265680"/>
                      <a:gd name="connsiteY165" fmla="*/ 1681480 h 1930400"/>
                      <a:gd name="connsiteX166" fmla="*/ 1727200 w 2265680"/>
                      <a:gd name="connsiteY166" fmla="*/ 1612900 h 1930400"/>
                      <a:gd name="connsiteX167" fmla="*/ 1760220 w 2265680"/>
                      <a:gd name="connsiteY167" fmla="*/ 1551940 h 1930400"/>
                      <a:gd name="connsiteX168" fmla="*/ 1821180 w 2265680"/>
                      <a:gd name="connsiteY168" fmla="*/ 1503680 h 1930400"/>
                      <a:gd name="connsiteX169" fmla="*/ 1869440 w 2265680"/>
                      <a:gd name="connsiteY169" fmla="*/ 1450340 h 1930400"/>
                      <a:gd name="connsiteX170" fmla="*/ 1882140 w 2265680"/>
                      <a:gd name="connsiteY170" fmla="*/ 1402080 h 1930400"/>
                      <a:gd name="connsiteX171" fmla="*/ 1897380 w 2265680"/>
                      <a:gd name="connsiteY171" fmla="*/ 1363980 h 1930400"/>
                      <a:gd name="connsiteX172" fmla="*/ 1892300 w 2265680"/>
                      <a:gd name="connsiteY172" fmla="*/ 1300480 h 1930400"/>
                      <a:gd name="connsiteX173" fmla="*/ 1887220 w 2265680"/>
                      <a:gd name="connsiteY173" fmla="*/ 1249680 h 1930400"/>
                      <a:gd name="connsiteX174" fmla="*/ 1892300 w 2265680"/>
                      <a:gd name="connsiteY174" fmla="*/ 1176020 h 1930400"/>
                      <a:gd name="connsiteX175" fmla="*/ 1887220 w 2265680"/>
                      <a:gd name="connsiteY175" fmla="*/ 1084580 h 1930400"/>
                      <a:gd name="connsiteX176" fmla="*/ 1884680 w 2265680"/>
                      <a:gd name="connsiteY176" fmla="*/ 1049020 h 1930400"/>
                      <a:gd name="connsiteX177" fmla="*/ 1887220 w 2265680"/>
                      <a:gd name="connsiteY177" fmla="*/ 1008380 h 1930400"/>
                      <a:gd name="connsiteX178" fmla="*/ 1902460 w 2265680"/>
                      <a:gd name="connsiteY178" fmla="*/ 985520 h 1930400"/>
                      <a:gd name="connsiteX179" fmla="*/ 1971040 w 2265680"/>
                      <a:gd name="connsiteY179" fmla="*/ 952500 h 1930400"/>
                      <a:gd name="connsiteX180" fmla="*/ 2001520 w 2265680"/>
                      <a:gd name="connsiteY180" fmla="*/ 919480 h 1930400"/>
                      <a:gd name="connsiteX181" fmla="*/ 2014220 w 2265680"/>
                      <a:gd name="connsiteY181" fmla="*/ 894080 h 1930400"/>
                      <a:gd name="connsiteX182" fmla="*/ 2014220 w 2265680"/>
                      <a:gd name="connsiteY182" fmla="*/ 894080 h 1930400"/>
                      <a:gd name="connsiteX183" fmla="*/ 2065020 w 2265680"/>
                      <a:gd name="connsiteY183" fmla="*/ 889000 h 1930400"/>
                      <a:gd name="connsiteX184" fmla="*/ 2136140 w 2265680"/>
                      <a:gd name="connsiteY184" fmla="*/ 889000 h 1930400"/>
                      <a:gd name="connsiteX185" fmla="*/ 2166620 w 2265680"/>
                      <a:gd name="connsiteY185" fmla="*/ 899160 h 1930400"/>
                      <a:gd name="connsiteX186" fmla="*/ 2192020 w 2265680"/>
                      <a:gd name="connsiteY186" fmla="*/ 886460 h 1930400"/>
                      <a:gd name="connsiteX187" fmla="*/ 2202180 w 2265680"/>
                      <a:gd name="connsiteY187" fmla="*/ 850900 h 1930400"/>
                      <a:gd name="connsiteX188" fmla="*/ 2227580 w 2265680"/>
                      <a:gd name="connsiteY188" fmla="*/ 787400 h 1930400"/>
                      <a:gd name="connsiteX189" fmla="*/ 2260600 w 2265680"/>
                      <a:gd name="connsiteY189" fmla="*/ 736600 h 1930400"/>
                      <a:gd name="connsiteX190" fmla="*/ 2265680 w 2265680"/>
                      <a:gd name="connsiteY190" fmla="*/ 695960 h 1930400"/>
                      <a:gd name="connsiteX191" fmla="*/ 2252980 w 2265680"/>
                      <a:gd name="connsiteY191" fmla="*/ 635000 h 1930400"/>
                      <a:gd name="connsiteX192" fmla="*/ 2250440 w 2265680"/>
                      <a:gd name="connsiteY192" fmla="*/ 584200 h 1930400"/>
                      <a:gd name="connsiteX193" fmla="*/ 2242820 w 2265680"/>
                      <a:gd name="connsiteY193" fmla="*/ 528320 h 1930400"/>
                      <a:gd name="connsiteX194" fmla="*/ 2232660 w 2265680"/>
                      <a:gd name="connsiteY194" fmla="*/ 492760 h 1930400"/>
                      <a:gd name="connsiteX195" fmla="*/ 2219960 w 2265680"/>
                      <a:gd name="connsiteY195" fmla="*/ 474980 h 1930400"/>
                      <a:gd name="connsiteX196" fmla="*/ 2227580 w 2265680"/>
                      <a:gd name="connsiteY196" fmla="*/ 411480 h 1930400"/>
                      <a:gd name="connsiteX197" fmla="*/ 2222500 w 2265680"/>
                      <a:gd name="connsiteY197" fmla="*/ 368300 h 1930400"/>
                      <a:gd name="connsiteX198" fmla="*/ 2197100 w 2265680"/>
                      <a:gd name="connsiteY198" fmla="*/ 350520 h 1930400"/>
                      <a:gd name="connsiteX199" fmla="*/ 2166620 w 2265680"/>
                      <a:gd name="connsiteY199" fmla="*/ 342900 h 1930400"/>
                      <a:gd name="connsiteX200" fmla="*/ 2115820 w 2265680"/>
                      <a:gd name="connsiteY200" fmla="*/ 322580 h 1930400"/>
                      <a:gd name="connsiteX201" fmla="*/ 2065020 w 2265680"/>
                      <a:gd name="connsiteY201" fmla="*/ 289560 h 1930400"/>
                      <a:gd name="connsiteX202" fmla="*/ 2016760 w 2265680"/>
                      <a:gd name="connsiteY202" fmla="*/ 259080 h 1930400"/>
                      <a:gd name="connsiteX203" fmla="*/ 1988820 w 2265680"/>
                      <a:gd name="connsiteY203" fmla="*/ 215900 h 1930400"/>
                      <a:gd name="connsiteX204" fmla="*/ 1965960 w 2265680"/>
                      <a:gd name="connsiteY204" fmla="*/ 175260 h 1930400"/>
                      <a:gd name="connsiteX205" fmla="*/ 1935480 w 2265680"/>
                      <a:gd name="connsiteY205" fmla="*/ 162560 h 1930400"/>
                      <a:gd name="connsiteX206" fmla="*/ 1887220 w 2265680"/>
                      <a:gd name="connsiteY206" fmla="*/ 187960 h 193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Lst>
                    <a:rect l="l" t="t" r="r" b="b"/>
                    <a:pathLst>
                      <a:path w="2265680" h="1930400">
                        <a:moveTo>
                          <a:pt x="1887220" y="187960"/>
                        </a:moveTo>
                        <a:lnTo>
                          <a:pt x="1772920" y="205740"/>
                        </a:lnTo>
                        <a:lnTo>
                          <a:pt x="1724660" y="203200"/>
                        </a:lnTo>
                        <a:lnTo>
                          <a:pt x="1699260" y="187960"/>
                        </a:lnTo>
                        <a:lnTo>
                          <a:pt x="1661160" y="177800"/>
                        </a:lnTo>
                        <a:lnTo>
                          <a:pt x="1600200" y="142240"/>
                        </a:lnTo>
                        <a:lnTo>
                          <a:pt x="1587500" y="116840"/>
                        </a:lnTo>
                        <a:lnTo>
                          <a:pt x="1562100" y="121920"/>
                        </a:lnTo>
                        <a:lnTo>
                          <a:pt x="1516380" y="91440"/>
                        </a:lnTo>
                        <a:lnTo>
                          <a:pt x="1478280" y="53340"/>
                        </a:lnTo>
                        <a:lnTo>
                          <a:pt x="1452880" y="12700"/>
                        </a:lnTo>
                        <a:lnTo>
                          <a:pt x="1445260" y="5080"/>
                        </a:lnTo>
                        <a:lnTo>
                          <a:pt x="1427480" y="0"/>
                        </a:lnTo>
                        <a:lnTo>
                          <a:pt x="1412240" y="20320"/>
                        </a:lnTo>
                        <a:lnTo>
                          <a:pt x="1412240" y="60960"/>
                        </a:lnTo>
                        <a:lnTo>
                          <a:pt x="1424940" y="154940"/>
                        </a:lnTo>
                        <a:lnTo>
                          <a:pt x="1422400" y="203200"/>
                        </a:lnTo>
                        <a:lnTo>
                          <a:pt x="1422400" y="246380"/>
                        </a:lnTo>
                        <a:lnTo>
                          <a:pt x="1430020" y="276860"/>
                        </a:lnTo>
                        <a:lnTo>
                          <a:pt x="1460500" y="294640"/>
                        </a:lnTo>
                        <a:lnTo>
                          <a:pt x="1490980" y="314960"/>
                        </a:lnTo>
                        <a:lnTo>
                          <a:pt x="1501140" y="353060"/>
                        </a:lnTo>
                        <a:lnTo>
                          <a:pt x="1498600" y="403860"/>
                        </a:lnTo>
                        <a:lnTo>
                          <a:pt x="1468120" y="421640"/>
                        </a:lnTo>
                        <a:lnTo>
                          <a:pt x="1445260" y="464820"/>
                        </a:lnTo>
                        <a:lnTo>
                          <a:pt x="1430020" y="502920"/>
                        </a:lnTo>
                        <a:lnTo>
                          <a:pt x="1437640" y="558800"/>
                        </a:lnTo>
                        <a:lnTo>
                          <a:pt x="1437640" y="657860"/>
                        </a:lnTo>
                        <a:lnTo>
                          <a:pt x="1430020" y="741680"/>
                        </a:lnTo>
                        <a:lnTo>
                          <a:pt x="1437640" y="797560"/>
                        </a:lnTo>
                        <a:lnTo>
                          <a:pt x="1437640" y="840740"/>
                        </a:lnTo>
                        <a:lnTo>
                          <a:pt x="1414780" y="868680"/>
                        </a:lnTo>
                        <a:lnTo>
                          <a:pt x="1348740" y="868680"/>
                        </a:lnTo>
                        <a:lnTo>
                          <a:pt x="1277620" y="873760"/>
                        </a:lnTo>
                        <a:lnTo>
                          <a:pt x="1183640" y="894080"/>
                        </a:lnTo>
                        <a:lnTo>
                          <a:pt x="1084580" y="916940"/>
                        </a:lnTo>
                        <a:lnTo>
                          <a:pt x="985520" y="955040"/>
                        </a:lnTo>
                        <a:lnTo>
                          <a:pt x="901700" y="995680"/>
                        </a:lnTo>
                        <a:lnTo>
                          <a:pt x="840740" y="1026160"/>
                        </a:lnTo>
                        <a:lnTo>
                          <a:pt x="795020" y="1051560"/>
                        </a:lnTo>
                        <a:lnTo>
                          <a:pt x="741680" y="1051560"/>
                        </a:lnTo>
                        <a:lnTo>
                          <a:pt x="690880" y="1038860"/>
                        </a:lnTo>
                        <a:lnTo>
                          <a:pt x="637540" y="1026160"/>
                        </a:lnTo>
                        <a:lnTo>
                          <a:pt x="584200" y="1003300"/>
                        </a:lnTo>
                        <a:lnTo>
                          <a:pt x="553720" y="962660"/>
                        </a:lnTo>
                        <a:lnTo>
                          <a:pt x="551180" y="919480"/>
                        </a:lnTo>
                        <a:lnTo>
                          <a:pt x="535940" y="891540"/>
                        </a:lnTo>
                        <a:lnTo>
                          <a:pt x="528320" y="835660"/>
                        </a:lnTo>
                        <a:lnTo>
                          <a:pt x="508000" y="802640"/>
                        </a:lnTo>
                        <a:lnTo>
                          <a:pt x="464820" y="751840"/>
                        </a:lnTo>
                        <a:lnTo>
                          <a:pt x="431800" y="695960"/>
                        </a:lnTo>
                        <a:lnTo>
                          <a:pt x="398780" y="665480"/>
                        </a:lnTo>
                        <a:lnTo>
                          <a:pt x="393700" y="627380"/>
                        </a:lnTo>
                        <a:lnTo>
                          <a:pt x="381000" y="584200"/>
                        </a:lnTo>
                        <a:lnTo>
                          <a:pt x="396240" y="548640"/>
                        </a:lnTo>
                        <a:lnTo>
                          <a:pt x="426720" y="530860"/>
                        </a:lnTo>
                        <a:lnTo>
                          <a:pt x="426720" y="502920"/>
                        </a:lnTo>
                        <a:lnTo>
                          <a:pt x="426720" y="467360"/>
                        </a:lnTo>
                        <a:lnTo>
                          <a:pt x="403860" y="411480"/>
                        </a:lnTo>
                        <a:lnTo>
                          <a:pt x="386080" y="381000"/>
                        </a:lnTo>
                        <a:lnTo>
                          <a:pt x="350520" y="381000"/>
                        </a:lnTo>
                        <a:lnTo>
                          <a:pt x="304800" y="391160"/>
                        </a:lnTo>
                        <a:lnTo>
                          <a:pt x="279400" y="381000"/>
                        </a:lnTo>
                        <a:lnTo>
                          <a:pt x="264160" y="358140"/>
                        </a:lnTo>
                        <a:lnTo>
                          <a:pt x="264160" y="304800"/>
                        </a:lnTo>
                        <a:lnTo>
                          <a:pt x="266700" y="276860"/>
                        </a:lnTo>
                        <a:lnTo>
                          <a:pt x="276860" y="251460"/>
                        </a:lnTo>
                        <a:lnTo>
                          <a:pt x="307340" y="238760"/>
                        </a:lnTo>
                        <a:lnTo>
                          <a:pt x="317500" y="223520"/>
                        </a:lnTo>
                        <a:lnTo>
                          <a:pt x="302260" y="203200"/>
                        </a:lnTo>
                        <a:lnTo>
                          <a:pt x="264160" y="193040"/>
                        </a:lnTo>
                        <a:lnTo>
                          <a:pt x="238760" y="215900"/>
                        </a:lnTo>
                        <a:lnTo>
                          <a:pt x="236220" y="251460"/>
                        </a:lnTo>
                        <a:lnTo>
                          <a:pt x="220980" y="276860"/>
                        </a:lnTo>
                        <a:lnTo>
                          <a:pt x="205740" y="309880"/>
                        </a:lnTo>
                        <a:lnTo>
                          <a:pt x="213360" y="378460"/>
                        </a:lnTo>
                        <a:lnTo>
                          <a:pt x="213360" y="414020"/>
                        </a:lnTo>
                        <a:lnTo>
                          <a:pt x="203200" y="434340"/>
                        </a:lnTo>
                        <a:lnTo>
                          <a:pt x="185420" y="439420"/>
                        </a:lnTo>
                        <a:lnTo>
                          <a:pt x="109220" y="444500"/>
                        </a:lnTo>
                        <a:lnTo>
                          <a:pt x="71120" y="436880"/>
                        </a:lnTo>
                        <a:lnTo>
                          <a:pt x="33020" y="431800"/>
                        </a:lnTo>
                        <a:lnTo>
                          <a:pt x="2540" y="447040"/>
                        </a:lnTo>
                        <a:lnTo>
                          <a:pt x="0" y="495300"/>
                        </a:lnTo>
                        <a:lnTo>
                          <a:pt x="20320" y="546100"/>
                        </a:lnTo>
                        <a:lnTo>
                          <a:pt x="45720" y="629920"/>
                        </a:lnTo>
                        <a:lnTo>
                          <a:pt x="60960" y="670560"/>
                        </a:lnTo>
                        <a:lnTo>
                          <a:pt x="114300" y="718820"/>
                        </a:lnTo>
                        <a:lnTo>
                          <a:pt x="226060" y="840740"/>
                        </a:lnTo>
                        <a:lnTo>
                          <a:pt x="251460" y="876300"/>
                        </a:lnTo>
                        <a:lnTo>
                          <a:pt x="269240" y="901700"/>
                        </a:lnTo>
                        <a:lnTo>
                          <a:pt x="271780" y="939800"/>
                        </a:lnTo>
                        <a:lnTo>
                          <a:pt x="233680" y="1028700"/>
                        </a:lnTo>
                        <a:lnTo>
                          <a:pt x="208280" y="1097280"/>
                        </a:lnTo>
                        <a:lnTo>
                          <a:pt x="149860" y="1239520"/>
                        </a:lnTo>
                        <a:lnTo>
                          <a:pt x="119380" y="1295400"/>
                        </a:lnTo>
                        <a:lnTo>
                          <a:pt x="104140" y="1371600"/>
                        </a:lnTo>
                        <a:lnTo>
                          <a:pt x="101600" y="1409700"/>
                        </a:lnTo>
                        <a:lnTo>
                          <a:pt x="76200" y="1452880"/>
                        </a:lnTo>
                        <a:lnTo>
                          <a:pt x="76200" y="1490980"/>
                        </a:lnTo>
                        <a:lnTo>
                          <a:pt x="60960" y="1529080"/>
                        </a:lnTo>
                        <a:lnTo>
                          <a:pt x="58420" y="1554480"/>
                        </a:lnTo>
                        <a:lnTo>
                          <a:pt x="53340" y="1579880"/>
                        </a:lnTo>
                        <a:lnTo>
                          <a:pt x="63500" y="1630680"/>
                        </a:lnTo>
                        <a:lnTo>
                          <a:pt x="68580" y="1658620"/>
                        </a:lnTo>
                        <a:lnTo>
                          <a:pt x="91440" y="1668780"/>
                        </a:lnTo>
                        <a:lnTo>
                          <a:pt x="116840" y="1648460"/>
                        </a:lnTo>
                        <a:lnTo>
                          <a:pt x="162560" y="1651000"/>
                        </a:lnTo>
                        <a:lnTo>
                          <a:pt x="213360" y="1653540"/>
                        </a:lnTo>
                        <a:lnTo>
                          <a:pt x="289560" y="1653540"/>
                        </a:lnTo>
                        <a:lnTo>
                          <a:pt x="337820" y="1645920"/>
                        </a:lnTo>
                        <a:lnTo>
                          <a:pt x="388620" y="1648460"/>
                        </a:lnTo>
                        <a:lnTo>
                          <a:pt x="411480" y="1658620"/>
                        </a:lnTo>
                        <a:lnTo>
                          <a:pt x="434340" y="1681480"/>
                        </a:lnTo>
                        <a:lnTo>
                          <a:pt x="439420" y="1719580"/>
                        </a:lnTo>
                        <a:lnTo>
                          <a:pt x="434340" y="1770380"/>
                        </a:lnTo>
                        <a:lnTo>
                          <a:pt x="421640" y="1793240"/>
                        </a:lnTo>
                        <a:lnTo>
                          <a:pt x="403860" y="1818640"/>
                        </a:lnTo>
                        <a:lnTo>
                          <a:pt x="378460" y="1823720"/>
                        </a:lnTo>
                        <a:lnTo>
                          <a:pt x="365760" y="1844040"/>
                        </a:lnTo>
                        <a:lnTo>
                          <a:pt x="378460" y="1884680"/>
                        </a:lnTo>
                        <a:lnTo>
                          <a:pt x="434340" y="1894840"/>
                        </a:lnTo>
                        <a:lnTo>
                          <a:pt x="467360" y="1905000"/>
                        </a:lnTo>
                        <a:lnTo>
                          <a:pt x="515620" y="1899920"/>
                        </a:lnTo>
                        <a:lnTo>
                          <a:pt x="543560" y="1905000"/>
                        </a:lnTo>
                        <a:lnTo>
                          <a:pt x="571500" y="1930400"/>
                        </a:lnTo>
                        <a:lnTo>
                          <a:pt x="607060" y="1930400"/>
                        </a:lnTo>
                        <a:lnTo>
                          <a:pt x="604520" y="1884680"/>
                        </a:lnTo>
                        <a:lnTo>
                          <a:pt x="614680" y="1861820"/>
                        </a:lnTo>
                        <a:lnTo>
                          <a:pt x="637540" y="1828800"/>
                        </a:lnTo>
                        <a:lnTo>
                          <a:pt x="640080" y="1800860"/>
                        </a:lnTo>
                        <a:lnTo>
                          <a:pt x="650240" y="1772920"/>
                        </a:lnTo>
                        <a:lnTo>
                          <a:pt x="675640" y="1750060"/>
                        </a:lnTo>
                        <a:lnTo>
                          <a:pt x="695960" y="1767840"/>
                        </a:lnTo>
                        <a:lnTo>
                          <a:pt x="713740" y="1757680"/>
                        </a:lnTo>
                        <a:lnTo>
                          <a:pt x="728980" y="1783080"/>
                        </a:lnTo>
                        <a:lnTo>
                          <a:pt x="759460" y="1775460"/>
                        </a:lnTo>
                        <a:lnTo>
                          <a:pt x="764540" y="1752600"/>
                        </a:lnTo>
                        <a:lnTo>
                          <a:pt x="810260" y="1701800"/>
                        </a:lnTo>
                        <a:lnTo>
                          <a:pt x="828040" y="1671320"/>
                        </a:lnTo>
                        <a:lnTo>
                          <a:pt x="843280" y="1645920"/>
                        </a:lnTo>
                        <a:lnTo>
                          <a:pt x="876300" y="1643380"/>
                        </a:lnTo>
                        <a:lnTo>
                          <a:pt x="909320" y="1628140"/>
                        </a:lnTo>
                        <a:lnTo>
                          <a:pt x="985520" y="1605280"/>
                        </a:lnTo>
                        <a:lnTo>
                          <a:pt x="1016000" y="1574800"/>
                        </a:lnTo>
                        <a:lnTo>
                          <a:pt x="1038860" y="1569720"/>
                        </a:lnTo>
                        <a:lnTo>
                          <a:pt x="1066800" y="1582420"/>
                        </a:lnTo>
                        <a:lnTo>
                          <a:pt x="1087120" y="1615440"/>
                        </a:lnTo>
                        <a:lnTo>
                          <a:pt x="1115060" y="1643380"/>
                        </a:lnTo>
                        <a:lnTo>
                          <a:pt x="1158240" y="1648460"/>
                        </a:lnTo>
                        <a:lnTo>
                          <a:pt x="1203960" y="1640840"/>
                        </a:lnTo>
                        <a:lnTo>
                          <a:pt x="1236980" y="1645920"/>
                        </a:lnTo>
                        <a:lnTo>
                          <a:pt x="1264920" y="1666240"/>
                        </a:lnTo>
                        <a:lnTo>
                          <a:pt x="1267460" y="1691640"/>
                        </a:lnTo>
                        <a:lnTo>
                          <a:pt x="1267460" y="1739900"/>
                        </a:lnTo>
                        <a:lnTo>
                          <a:pt x="1300480" y="1752600"/>
                        </a:lnTo>
                        <a:lnTo>
                          <a:pt x="1356360" y="1739900"/>
                        </a:lnTo>
                        <a:lnTo>
                          <a:pt x="1384300" y="1742440"/>
                        </a:lnTo>
                        <a:lnTo>
                          <a:pt x="1427480" y="1765300"/>
                        </a:lnTo>
                        <a:lnTo>
                          <a:pt x="1422400" y="1790700"/>
                        </a:lnTo>
                        <a:lnTo>
                          <a:pt x="1435100" y="1823720"/>
                        </a:lnTo>
                        <a:lnTo>
                          <a:pt x="1483360" y="1811020"/>
                        </a:lnTo>
                        <a:lnTo>
                          <a:pt x="1501140" y="1795780"/>
                        </a:lnTo>
                        <a:lnTo>
                          <a:pt x="1546860" y="1788160"/>
                        </a:lnTo>
                        <a:lnTo>
                          <a:pt x="1625600" y="1747520"/>
                        </a:lnTo>
                        <a:lnTo>
                          <a:pt x="1686560" y="1681480"/>
                        </a:lnTo>
                        <a:lnTo>
                          <a:pt x="1727200" y="1612900"/>
                        </a:lnTo>
                        <a:lnTo>
                          <a:pt x="1760220" y="1551940"/>
                        </a:lnTo>
                        <a:lnTo>
                          <a:pt x="1821180" y="1503680"/>
                        </a:lnTo>
                        <a:lnTo>
                          <a:pt x="1869440" y="1450340"/>
                        </a:lnTo>
                        <a:lnTo>
                          <a:pt x="1882140" y="1402080"/>
                        </a:lnTo>
                        <a:lnTo>
                          <a:pt x="1897380" y="1363980"/>
                        </a:lnTo>
                        <a:lnTo>
                          <a:pt x="1892300" y="1300480"/>
                        </a:lnTo>
                        <a:lnTo>
                          <a:pt x="1887220" y="1249680"/>
                        </a:lnTo>
                        <a:lnTo>
                          <a:pt x="1892300" y="1176020"/>
                        </a:lnTo>
                        <a:lnTo>
                          <a:pt x="1887220" y="1084580"/>
                        </a:lnTo>
                        <a:lnTo>
                          <a:pt x="1884680" y="1049020"/>
                        </a:lnTo>
                        <a:lnTo>
                          <a:pt x="1887220" y="1008380"/>
                        </a:lnTo>
                        <a:lnTo>
                          <a:pt x="1902460" y="985520"/>
                        </a:lnTo>
                        <a:lnTo>
                          <a:pt x="1971040" y="952500"/>
                        </a:lnTo>
                        <a:lnTo>
                          <a:pt x="2001520" y="919480"/>
                        </a:lnTo>
                        <a:lnTo>
                          <a:pt x="2014220" y="894080"/>
                        </a:lnTo>
                        <a:lnTo>
                          <a:pt x="2014220" y="894080"/>
                        </a:lnTo>
                        <a:lnTo>
                          <a:pt x="2065020" y="889000"/>
                        </a:lnTo>
                        <a:lnTo>
                          <a:pt x="2136140" y="889000"/>
                        </a:lnTo>
                        <a:lnTo>
                          <a:pt x="2166620" y="899160"/>
                        </a:lnTo>
                        <a:lnTo>
                          <a:pt x="2192020" y="886460"/>
                        </a:lnTo>
                        <a:lnTo>
                          <a:pt x="2202180" y="850900"/>
                        </a:lnTo>
                        <a:lnTo>
                          <a:pt x="2227580" y="787400"/>
                        </a:lnTo>
                        <a:lnTo>
                          <a:pt x="2260600" y="736600"/>
                        </a:lnTo>
                        <a:lnTo>
                          <a:pt x="2265680" y="695960"/>
                        </a:lnTo>
                        <a:lnTo>
                          <a:pt x="2252980" y="635000"/>
                        </a:lnTo>
                        <a:lnTo>
                          <a:pt x="2250440" y="584200"/>
                        </a:lnTo>
                        <a:lnTo>
                          <a:pt x="2242820" y="528320"/>
                        </a:lnTo>
                        <a:lnTo>
                          <a:pt x="2232660" y="492760"/>
                        </a:lnTo>
                        <a:lnTo>
                          <a:pt x="2219960" y="474980"/>
                        </a:lnTo>
                        <a:lnTo>
                          <a:pt x="2227580" y="411480"/>
                        </a:lnTo>
                        <a:lnTo>
                          <a:pt x="2222500" y="368300"/>
                        </a:lnTo>
                        <a:lnTo>
                          <a:pt x="2197100" y="350520"/>
                        </a:lnTo>
                        <a:lnTo>
                          <a:pt x="2166620" y="342900"/>
                        </a:lnTo>
                        <a:lnTo>
                          <a:pt x="2115820" y="322580"/>
                        </a:lnTo>
                        <a:lnTo>
                          <a:pt x="2065020" y="289560"/>
                        </a:lnTo>
                        <a:lnTo>
                          <a:pt x="2016760" y="259080"/>
                        </a:lnTo>
                        <a:lnTo>
                          <a:pt x="1988820" y="215900"/>
                        </a:lnTo>
                        <a:lnTo>
                          <a:pt x="1965960" y="175260"/>
                        </a:lnTo>
                        <a:lnTo>
                          <a:pt x="1935480" y="162560"/>
                        </a:lnTo>
                        <a:lnTo>
                          <a:pt x="1887220" y="187960"/>
                        </a:lnTo>
                        <a:close/>
                      </a:path>
                    </a:pathLst>
                  </a:cu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700">
                      <a:ln>
                        <a:solidFill>
                          <a:schemeClr val="accent1">
                            <a:alpha val="0"/>
                          </a:schemeClr>
                        </a:solidFill>
                      </a:ln>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66" name="동작구">
                    <a:extLst>
                      <a:ext uri="{FF2B5EF4-FFF2-40B4-BE49-F238E27FC236}">
                        <a16:creationId xmlns:a16="http://schemas.microsoft.com/office/drawing/2014/main" id="{09A3159F-4739-1255-8F7F-DAE920555994}"/>
                      </a:ext>
                    </a:extLst>
                  </p:cNvPr>
                  <p:cNvSpPr/>
                  <p:nvPr/>
                </p:nvSpPr>
                <p:spPr>
                  <a:xfrm>
                    <a:off x="586740" y="8816340"/>
                    <a:ext cx="2547620" cy="1678940"/>
                  </a:xfrm>
                  <a:custGeom>
                    <a:avLst/>
                    <a:gdLst>
                      <a:gd name="connsiteX0" fmla="*/ 1513840 w 2547620"/>
                      <a:gd name="connsiteY0" fmla="*/ 152400 h 1678940"/>
                      <a:gd name="connsiteX1" fmla="*/ 1404620 w 2547620"/>
                      <a:gd name="connsiteY1" fmla="*/ 111760 h 1678940"/>
                      <a:gd name="connsiteX2" fmla="*/ 1295400 w 2547620"/>
                      <a:gd name="connsiteY2" fmla="*/ 60960 h 1678940"/>
                      <a:gd name="connsiteX3" fmla="*/ 1259840 w 2547620"/>
                      <a:gd name="connsiteY3" fmla="*/ 27940 h 1678940"/>
                      <a:gd name="connsiteX4" fmla="*/ 1239520 w 2547620"/>
                      <a:gd name="connsiteY4" fmla="*/ 2540 h 1678940"/>
                      <a:gd name="connsiteX5" fmla="*/ 1201420 w 2547620"/>
                      <a:gd name="connsiteY5" fmla="*/ 0 h 1678940"/>
                      <a:gd name="connsiteX6" fmla="*/ 1143000 w 2547620"/>
                      <a:gd name="connsiteY6" fmla="*/ 20320 h 1678940"/>
                      <a:gd name="connsiteX7" fmla="*/ 1074420 w 2547620"/>
                      <a:gd name="connsiteY7" fmla="*/ 38100 h 1678940"/>
                      <a:gd name="connsiteX8" fmla="*/ 990600 w 2547620"/>
                      <a:gd name="connsiteY8" fmla="*/ 50800 h 1678940"/>
                      <a:gd name="connsiteX9" fmla="*/ 899160 w 2547620"/>
                      <a:gd name="connsiteY9" fmla="*/ 58420 h 1678940"/>
                      <a:gd name="connsiteX10" fmla="*/ 792480 w 2547620"/>
                      <a:gd name="connsiteY10" fmla="*/ 66040 h 1678940"/>
                      <a:gd name="connsiteX11" fmla="*/ 726440 w 2547620"/>
                      <a:gd name="connsiteY11" fmla="*/ 73660 h 1678940"/>
                      <a:gd name="connsiteX12" fmla="*/ 698500 w 2547620"/>
                      <a:gd name="connsiteY12" fmla="*/ 91440 h 1678940"/>
                      <a:gd name="connsiteX13" fmla="*/ 698500 w 2547620"/>
                      <a:gd name="connsiteY13" fmla="*/ 137160 h 1678940"/>
                      <a:gd name="connsiteX14" fmla="*/ 693420 w 2547620"/>
                      <a:gd name="connsiteY14" fmla="*/ 182880 h 1678940"/>
                      <a:gd name="connsiteX15" fmla="*/ 657860 w 2547620"/>
                      <a:gd name="connsiteY15" fmla="*/ 228600 h 1678940"/>
                      <a:gd name="connsiteX16" fmla="*/ 640080 w 2547620"/>
                      <a:gd name="connsiteY16" fmla="*/ 281940 h 1678940"/>
                      <a:gd name="connsiteX17" fmla="*/ 612140 w 2547620"/>
                      <a:gd name="connsiteY17" fmla="*/ 350520 h 1678940"/>
                      <a:gd name="connsiteX18" fmla="*/ 571500 w 2547620"/>
                      <a:gd name="connsiteY18" fmla="*/ 421640 h 1678940"/>
                      <a:gd name="connsiteX19" fmla="*/ 546100 w 2547620"/>
                      <a:gd name="connsiteY19" fmla="*/ 457200 h 1678940"/>
                      <a:gd name="connsiteX20" fmla="*/ 543560 w 2547620"/>
                      <a:gd name="connsiteY20" fmla="*/ 523240 h 1678940"/>
                      <a:gd name="connsiteX21" fmla="*/ 520700 w 2547620"/>
                      <a:gd name="connsiteY21" fmla="*/ 609600 h 1678940"/>
                      <a:gd name="connsiteX22" fmla="*/ 520700 w 2547620"/>
                      <a:gd name="connsiteY22" fmla="*/ 665480 h 1678940"/>
                      <a:gd name="connsiteX23" fmla="*/ 543560 w 2547620"/>
                      <a:gd name="connsiteY23" fmla="*/ 726440 h 1678940"/>
                      <a:gd name="connsiteX24" fmla="*/ 551180 w 2547620"/>
                      <a:gd name="connsiteY24" fmla="*/ 787400 h 1678940"/>
                      <a:gd name="connsiteX25" fmla="*/ 535940 w 2547620"/>
                      <a:gd name="connsiteY25" fmla="*/ 828040 h 1678940"/>
                      <a:gd name="connsiteX26" fmla="*/ 472440 w 2547620"/>
                      <a:gd name="connsiteY26" fmla="*/ 871220 h 1678940"/>
                      <a:gd name="connsiteX27" fmla="*/ 419100 w 2547620"/>
                      <a:gd name="connsiteY27" fmla="*/ 883920 h 1678940"/>
                      <a:gd name="connsiteX28" fmla="*/ 337820 w 2547620"/>
                      <a:gd name="connsiteY28" fmla="*/ 876300 h 1678940"/>
                      <a:gd name="connsiteX29" fmla="*/ 279400 w 2547620"/>
                      <a:gd name="connsiteY29" fmla="*/ 886460 h 1678940"/>
                      <a:gd name="connsiteX30" fmla="*/ 215900 w 2547620"/>
                      <a:gd name="connsiteY30" fmla="*/ 927100 h 1678940"/>
                      <a:gd name="connsiteX31" fmla="*/ 170180 w 2547620"/>
                      <a:gd name="connsiteY31" fmla="*/ 993140 h 1678940"/>
                      <a:gd name="connsiteX32" fmla="*/ 116840 w 2547620"/>
                      <a:gd name="connsiteY32" fmla="*/ 1102360 h 1678940"/>
                      <a:gd name="connsiteX33" fmla="*/ 81280 w 2547620"/>
                      <a:gd name="connsiteY33" fmla="*/ 1178560 h 1678940"/>
                      <a:gd name="connsiteX34" fmla="*/ 17780 w 2547620"/>
                      <a:gd name="connsiteY34" fmla="*/ 1247140 h 1678940"/>
                      <a:gd name="connsiteX35" fmla="*/ 0 w 2547620"/>
                      <a:gd name="connsiteY35" fmla="*/ 1285240 h 1678940"/>
                      <a:gd name="connsiteX36" fmla="*/ 33020 w 2547620"/>
                      <a:gd name="connsiteY36" fmla="*/ 1303020 h 1678940"/>
                      <a:gd name="connsiteX37" fmla="*/ 86360 w 2547620"/>
                      <a:gd name="connsiteY37" fmla="*/ 1249680 h 1678940"/>
                      <a:gd name="connsiteX38" fmla="*/ 175260 w 2547620"/>
                      <a:gd name="connsiteY38" fmla="*/ 1193800 h 1678940"/>
                      <a:gd name="connsiteX39" fmla="*/ 264160 w 2547620"/>
                      <a:gd name="connsiteY39" fmla="*/ 1143000 h 1678940"/>
                      <a:gd name="connsiteX40" fmla="*/ 317500 w 2547620"/>
                      <a:gd name="connsiteY40" fmla="*/ 1112520 h 1678940"/>
                      <a:gd name="connsiteX41" fmla="*/ 401320 w 2547620"/>
                      <a:gd name="connsiteY41" fmla="*/ 1094740 h 1678940"/>
                      <a:gd name="connsiteX42" fmla="*/ 485140 w 2547620"/>
                      <a:gd name="connsiteY42" fmla="*/ 1104900 h 1678940"/>
                      <a:gd name="connsiteX43" fmla="*/ 556260 w 2547620"/>
                      <a:gd name="connsiteY43" fmla="*/ 1104900 h 1678940"/>
                      <a:gd name="connsiteX44" fmla="*/ 579120 w 2547620"/>
                      <a:gd name="connsiteY44" fmla="*/ 1076960 h 1678940"/>
                      <a:gd name="connsiteX45" fmla="*/ 574040 w 2547620"/>
                      <a:gd name="connsiteY45" fmla="*/ 1036320 h 1678940"/>
                      <a:gd name="connsiteX46" fmla="*/ 599440 w 2547620"/>
                      <a:gd name="connsiteY46" fmla="*/ 995680 h 1678940"/>
                      <a:gd name="connsiteX47" fmla="*/ 660400 w 2547620"/>
                      <a:gd name="connsiteY47" fmla="*/ 975360 h 1678940"/>
                      <a:gd name="connsiteX48" fmla="*/ 678180 w 2547620"/>
                      <a:gd name="connsiteY48" fmla="*/ 939800 h 1678940"/>
                      <a:gd name="connsiteX49" fmla="*/ 695960 w 2547620"/>
                      <a:gd name="connsiteY49" fmla="*/ 899160 h 1678940"/>
                      <a:gd name="connsiteX50" fmla="*/ 744220 w 2547620"/>
                      <a:gd name="connsiteY50" fmla="*/ 891540 h 1678940"/>
                      <a:gd name="connsiteX51" fmla="*/ 779780 w 2547620"/>
                      <a:gd name="connsiteY51" fmla="*/ 919480 h 1678940"/>
                      <a:gd name="connsiteX52" fmla="*/ 833120 w 2547620"/>
                      <a:gd name="connsiteY52" fmla="*/ 949960 h 1678940"/>
                      <a:gd name="connsiteX53" fmla="*/ 853440 w 2547620"/>
                      <a:gd name="connsiteY53" fmla="*/ 982980 h 1678940"/>
                      <a:gd name="connsiteX54" fmla="*/ 876300 w 2547620"/>
                      <a:gd name="connsiteY54" fmla="*/ 985520 h 1678940"/>
                      <a:gd name="connsiteX55" fmla="*/ 916940 w 2547620"/>
                      <a:gd name="connsiteY55" fmla="*/ 985520 h 1678940"/>
                      <a:gd name="connsiteX56" fmla="*/ 977900 w 2547620"/>
                      <a:gd name="connsiteY56" fmla="*/ 982980 h 1678940"/>
                      <a:gd name="connsiteX57" fmla="*/ 1043940 w 2547620"/>
                      <a:gd name="connsiteY57" fmla="*/ 1016000 h 1678940"/>
                      <a:gd name="connsiteX58" fmla="*/ 1089660 w 2547620"/>
                      <a:gd name="connsiteY58" fmla="*/ 1049020 h 1678940"/>
                      <a:gd name="connsiteX59" fmla="*/ 1122680 w 2547620"/>
                      <a:gd name="connsiteY59" fmla="*/ 1026160 h 1678940"/>
                      <a:gd name="connsiteX60" fmla="*/ 1125220 w 2547620"/>
                      <a:gd name="connsiteY60" fmla="*/ 1000760 h 1678940"/>
                      <a:gd name="connsiteX61" fmla="*/ 1206500 w 2547620"/>
                      <a:gd name="connsiteY61" fmla="*/ 990600 h 1678940"/>
                      <a:gd name="connsiteX62" fmla="*/ 1285240 w 2547620"/>
                      <a:gd name="connsiteY62" fmla="*/ 1005840 h 1678940"/>
                      <a:gd name="connsiteX63" fmla="*/ 1333500 w 2547620"/>
                      <a:gd name="connsiteY63" fmla="*/ 1005840 h 1678940"/>
                      <a:gd name="connsiteX64" fmla="*/ 1361440 w 2547620"/>
                      <a:gd name="connsiteY64" fmla="*/ 970280 h 1678940"/>
                      <a:gd name="connsiteX65" fmla="*/ 1389380 w 2547620"/>
                      <a:gd name="connsiteY65" fmla="*/ 955040 h 1678940"/>
                      <a:gd name="connsiteX66" fmla="*/ 1414780 w 2547620"/>
                      <a:gd name="connsiteY66" fmla="*/ 937260 h 1678940"/>
                      <a:gd name="connsiteX67" fmla="*/ 1447800 w 2547620"/>
                      <a:gd name="connsiteY67" fmla="*/ 942340 h 1678940"/>
                      <a:gd name="connsiteX68" fmla="*/ 1465580 w 2547620"/>
                      <a:gd name="connsiteY68" fmla="*/ 980440 h 1678940"/>
                      <a:gd name="connsiteX69" fmla="*/ 1488440 w 2547620"/>
                      <a:gd name="connsiteY69" fmla="*/ 1016000 h 1678940"/>
                      <a:gd name="connsiteX70" fmla="*/ 1534160 w 2547620"/>
                      <a:gd name="connsiteY70" fmla="*/ 1043940 h 1678940"/>
                      <a:gd name="connsiteX71" fmla="*/ 1600200 w 2547620"/>
                      <a:gd name="connsiteY71" fmla="*/ 1054100 h 1678940"/>
                      <a:gd name="connsiteX72" fmla="*/ 1648460 w 2547620"/>
                      <a:gd name="connsiteY72" fmla="*/ 1043940 h 1678940"/>
                      <a:gd name="connsiteX73" fmla="*/ 1663700 w 2547620"/>
                      <a:gd name="connsiteY73" fmla="*/ 1016000 h 1678940"/>
                      <a:gd name="connsiteX74" fmla="*/ 1691640 w 2547620"/>
                      <a:gd name="connsiteY74" fmla="*/ 985520 h 1678940"/>
                      <a:gd name="connsiteX75" fmla="*/ 1719580 w 2547620"/>
                      <a:gd name="connsiteY75" fmla="*/ 955040 h 1678940"/>
                      <a:gd name="connsiteX76" fmla="*/ 1770380 w 2547620"/>
                      <a:gd name="connsiteY76" fmla="*/ 955040 h 1678940"/>
                      <a:gd name="connsiteX77" fmla="*/ 1823720 w 2547620"/>
                      <a:gd name="connsiteY77" fmla="*/ 990600 h 1678940"/>
                      <a:gd name="connsiteX78" fmla="*/ 1846580 w 2547620"/>
                      <a:gd name="connsiteY78" fmla="*/ 1031240 h 1678940"/>
                      <a:gd name="connsiteX79" fmla="*/ 1849120 w 2547620"/>
                      <a:gd name="connsiteY79" fmla="*/ 1082040 h 1678940"/>
                      <a:gd name="connsiteX80" fmla="*/ 1833880 w 2547620"/>
                      <a:gd name="connsiteY80" fmla="*/ 1148080 h 1678940"/>
                      <a:gd name="connsiteX81" fmla="*/ 1864360 w 2547620"/>
                      <a:gd name="connsiteY81" fmla="*/ 1234440 h 1678940"/>
                      <a:gd name="connsiteX82" fmla="*/ 1894840 w 2547620"/>
                      <a:gd name="connsiteY82" fmla="*/ 1272540 h 1678940"/>
                      <a:gd name="connsiteX83" fmla="*/ 1922780 w 2547620"/>
                      <a:gd name="connsiteY83" fmla="*/ 1305560 h 1678940"/>
                      <a:gd name="connsiteX84" fmla="*/ 1915160 w 2547620"/>
                      <a:gd name="connsiteY84" fmla="*/ 1376680 h 1678940"/>
                      <a:gd name="connsiteX85" fmla="*/ 1912620 w 2547620"/>
                      <a:gd name="connsiteY85" fmla="*/ 1427480 h 1678940"/>
                      <a:gd name="connsiteX86" fmla="*/ 1932940 w 2547620"/>
                      <a:gd name="connsiteY86" fmla="*/ 1493520 h 1678940"/>
                      <a:gd name="connsiteX87" fmla="*/ 2044700 w 2547620"/>
                      <a:gd name="connsiteY87" fmla="*/ 1638300 h 1678940"/>
                      <a:gd name="connsiteX88" fmla="*/ 2082800 w 2547620"/>
                      <a:gd name="connsiteY88" fmla="*/ 1671320 h 1678940"/>
                      <a:gd name="connsiteX89" fmla="*/ 2143760 w 2547620"/>
                      <a:gd name="connsiteY89" fmla="*/ 1673860 h 1678940"/>
                      <a:gd name="connsiteX90" fmla="*/ 2242820 w 2547620"/>
                      <a:gd name="connsiteY90" fmla="*/ 1678940 h 1678940"/>
                      <a:gd name="connsiteX91" fmla="*/ 2326640 w 2547620"/>
                      <a:gd name="connsiteY91" fmla="*/ 1656080 h 1678940"/>
                      <a:gd name="connsiteX92" fmla="*/ 2379980 w 2547620"/>
                      <a:gd name="connsiteY92" fmla="*/ 1663700 h 1678940"/>
                      <a:gd name="connsiteX93" fmla="*/ 2410460 w 2547620"/>
                      <a:gd name="connsiteY93" fmla="*/ 1651000 h 1678940"/>
                      <a:gd name="connsiteX94" fmla="*/ 2400300 w 2547620"/>
                      <a:gd name="connsiteY94" fmla="*/ 1600200 h 1678940"/>
                      <a:gd name="connsiteX95" fmla="*/ 2397760 w 2547620"/>
                      <a:gd name="connsiteY95" fmla="*/ 1536700 h 1678940"/>
                      <a:gd name="connsiteX96" fmla="*/ 2418080 w 2547620"/>
                      <a:gd name="connsiteY96" fmla="*/ 1465580 h 1678940"/>
                      <a:gd name="connsiteX97" fmla="*/ 2425700 w 2547620"/>
                      <a:gd name="connsiteY97" fmla="*/ 1407160 h 1678940"/>
                      <a:gd name="connsiteX98" fmla="*/ 2433320 w 2547620"/>
                      <a:gd name="connsiteY98" fmla="*/ 1277620 h 1678940"/>
                      <a:gd name="connsiteX99" fmla="*/ 2428240 w 2547620"/>
                      <a:gd name="connsiteY99" fmla="*/ 1193800 h 1678940"/>
                      <a:gd name="connsiteX100" fmla="*/ 2440940 w 2547620"/>
                      <a:gd name="connsiteY100" fmla="*/ 1112520 h 1678940"/>
                      <a:gd name="connsiteX101" fmla="*/ 2443480 w 2547620"/>
                      <a:gd name="connsiteY101" fmla="*/ 993140 h 1678940"/>
                      <a:gd name="connsiteX102" fmla="*/ 2446020 w 2547620"/>
                      <a:gd name="connsiteY102" fmla="*/ 922020 h 1678940"/>
                      <a:gd name="connsiteX103" fmla="*/ 2456180 w 2547620"/>
                      <a:gd name="connsiteY103" fmla="*/ 878840 h 1678940"/>
                      <a:gd name="connsiteX104" fmla="*/ 2506980 w 2547620"/>
                      <a:gd name="connsiteY104" fmla="*/ 848360 h 1678940"/>
                      <a:gd name="connsiteX105" fmla="*/ 2547620 w 2547620"/>
                      <a:gd name="connsiteY105" fmla="*/ 822960 h 1678940"/>
                      <a:gd name="connsiteX106" fmla="*/ 2542540 w 2547620"/>
                      <a:gd name="connsiteY106" fmla="*/ 792480 h 1678940"/>
                      <a:gd name="connsiteX107" fmla="*/ 2504440 w 2547620"/>
                      <a:gd name="connsiteY107" fmla="*/ 762000 h 1678940"/>
                      <a:gd name="connsiteX108" fmla="*/ 2463800 w 2547620"/>
                      <a:gd name="connsiteY108" fmla="*/ 701040 h 1678940"/>
                      <a:gd name="connsiteX109" fmla="*/ 2423160 w 2547620"/>
                      <a:gd name="connsiteY109" fmla="*/ 645160 h 1678940"/>
                      <a:gd name="connsiteX110" fmla="*/ 2379980 w 2547620"/>
                      <a:gd name="connsiteY110" fmla="*/ 579120 h 1678940"/>
                      <a:gd name="connsiteX111" fmla="*/ 2369820 w 2547620"/>
                      <a:gd name="connsiteY111" fmla="*/ 535940 h 1678940"/>
                      <a:gd name="connsiteX112" fmla="*/ 2369820 w 2547620"/>
                      <a:gd name="connsiteY112" fmla="*/ 490220 h 1678940"/>
                      <a:gd name="connsiteX113" fmla="*/ 2339340 w 2547620"/>
                      <a:gd name="connsiteY113" fmla="*/ 464820 h 1678940"/>
                      <a:gd name="connsiteX114" fmla="*/ 2273300 w 2547620"/>
                      <a:gd name="connsiteY114" fmla="*/ 449580 h 1678940"/>
                      <a:gd name="connsiteX115" fmla="*/ 2199640 w 2547620"/>
                      <a:gd name="connsiteY115" fmla="*/ 441960 h 1678940"/>
                      <a:gd name="connsiteX116" fmla="*/ 2098040 w 2547620"/>
                      <a:gd name="connsiteY116" fmla="*/ 452120 h 1678940"/>
                      <a:gd name="connsiteX117" fmla="*/ 2054860 w 2547620"/>
                      <a:gd name="connsiteY117" fmla="*/ 431800 h 1678940"/>
                      <a:gd name="connsiteX118" fmla="*/ 1991360 w 2547620"/>
                      <a:gd name="connsiteY118" fmla="*/ 403860 h 1678940"/>
                      <a:gd name="connsiteX119" fmla="*/ 1907540 w 2547620"/>
                      <a:gd name="connsiteY119" fmla="*/ 347980 h 1678940"/>
                      <a:gd name="connsiteX120" fmla="*/ 1800860 w 2547620"/>
                      <a:gd name="connsiteY120" fmla="*/ 297180 h 1678940"/>
                      <a:gd name="connsiteX121" fmla="*/ 1724660 w 2547620"/>
                      <a:gd name="connsiteY121" fmla="*/ 264160 h 1678940"/>
                      <a:gd name="connsiteX122" fmla="*/ 1633220 w 2547620"/>
                      <a:gd name="connsiteY122" fmla="*/ 233680 h 1678940"/>
                      <a:gd name="connsiteX123" fmla="*/ 1567180 w 2547620"/>
                      <a:gd name="connsiteY123" fmla="*/ 177800 h 1678940"/>
                      <a:gd name="connsiteX124" fmla="*/ 1513840 w 2547620"/>
                      <a:gd name="connsiteY124" fmla="*/ 152400 h 1678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Lst>
                    <a:rect l="l" t="t" r="r" b="b"/>
                    <a:pathLst>
                      <a:path w="2547620" h="1678940">
                        <a:moveTo>
                          <a:pt x="1513840" y="152400"/>
                        </a:moveTo>
                        <a:lnTo>
                          <a:pt x="1404620" y="111760"/>
                        </a:lnTo>
                        <a:lnTo>
                          <a:pt x="1295400" y="60960"/>
                        </a:lnTo>
                        <a:lnTo>
                          <a:pt x="1259840" y="27940"/>
                        </a:lnTo>
                        <a:lnTo>
                          <a:pt x="1239520" y="2540"/>
                        </a:lnTo>
                        <a:lnTo>
                          <a:pt x="1201420" y="0"/>
                        </a:lnTo>
                        <a:lnTo>
                          <a:pt x="1143000" y="20320"/>
                        </a:lnTo>
                        <a:lnTo>
                          <a:pt x="1074420" y="38100"/>
                        </a:lnTo>
                        <a:lnTo>
                          <a:pt x="990600" y="50800"/>
                        </a:lnTo>
                        <a:lnTo>
                          <a:pt x="899160" y="58420"/>
                        </a:lnTo>
                        <a:lnTo>
                          <a:pt x="792480" y="66040"/>
                        </a:lnTo>
                        <a:lnTo>
                          <a:pt x="726440" y="73660"/>
                        </a:lnTo>
                        <a:lnTo>
                          <a:pt x="698500" y="91440"/>
                        </a:lnTo>
                        <a:lnTo>
                          <a:pt x="698500" y="137160"/>
                        </a:lnTo>
                        <a:lnTo>
                          <a:pt x="693420" y="182880"/>
                        </a:lnTo>
                        <a:lnTo>
                          <a:pt x="657860" y="228600"/>
                        </a:lnTo>
                        <a:lnTo>
                          <a:pt x="640080" y="281940"/>
                        </a:lnTo>
                        <a:lnTo>
                          <a:pt x="612140" y="350520"/>
                        </a:lnTo>
                        <a:lnTo>
                          <a:pt x="571500" y="421640"/>
                        </a:lnTo>
                        <a:lnTo>
                          <a:pt x="546100" y="457200"/>
                        </a:lnTo>
                        <a:cubicBezTo>
                          <a:pt x="545253" y="479213"/>
                          <a:pt x="544407" y="501227"/>
                          <a:pt x="543560" y="523240"/>
                        </a:cubicBezTo>
                        <a:lnTo>
                          <a:pt x="520700" y="609600"/>
                        </a:lnTo>
                        <a:lnTo>
                          <a:pt x="520700" y="665480"/>
                        </a:lnTo>
                        <a:lnTo>
                          <a:pt x="543560" y="726440"/>
                        </a:lnTo>
                        <a:lnTo>
                          <a:pt x="551180" y="787400"/>
                        </a:lnTo>
                        <a:lnTo>
                          <a:pt x="535940" y="828040"/>
                        </a:lnTo>
                        <a:lnTo>
                          <a:pt x="472440" y="871220"/>
                        </a:lnTo>
                        <a:lnTo>
                          <a:pt x="419100" y="883920"/>
                        </a:lnTo>
                        <a:lnTo>
                          <a:pt x="337820" y="876300"/>
                        </a:lnTo>
                        <a:lnTo>
                          <a:pt x="279400" y="886460"/>
                        </a:lnTo>
                        <a:lnTo>
                          <a:pt x="215900" y="927100"/>
                        </a:lnTo>
                        <a:lnTo>
                          <a:pt x="170180" y="993140"/>
                        </a:lnTo>
                        <a:lnTo>
                          <a:pt x="116840" y="1102360"/>
                        </a:lnTo>
                        <a:lnTo>
                          <a:pt x="81280" y="1178560"/>
                        </a:lnTo>
                        <a:lnTo>
                          <a:pt x="17780" y="1247140"/>
                        </a:lnTo>
                        <a:lnTo>
                          <a:pt x="0" y="1285240"/>
                        </a:lnTo>
                        <a:lnTo>
                          <a:pt x="33020" y="1303020"/>
                        </a:lnTo>
                        <a:lnTo>
                          <a:pt x="86360" y="1249680"/>
                        </a:lnTo>
                        <a:lnTo>
                          <a:pt x="175260" y="1193800"/>
                        </a:lnTo>
                        <a:lnTo>
                          <a:pt x="264160" y="1143000"/>
                        </a:lnTo>
                        <a:lnTo>
                          <a:pt x="317500" y="1112520"/>
                        </a:lnTo>
                        <a:lnTo>
                          <a:pt x="401320" y="1094740"/>
                        </a:lnTo>
                        <a:lnTo>
                          <a:pt x="485140" y="1104900"/>
                        </a:lnTo>
                        <a:lnTo>
                          <a:pt x="556260" y="1104900"/>
                        </a:lnTo>
                        <a:lnTo>
                          <a:pt x="579120" y="1076960"/>
                        </a:lnTo>
                        <a:lnTo>
                          <a:pt x="574040" y="1036320"/>
                        </a:lnTo>
                        <a:lnTo>
                          <a:pt x="599440" y="995680"/>
                        </a:lnTo>
                        <a:lnTo>
                          <a:pt x="660400" y="975360"/>
                        </a:lnTo>
                        <a:lnTo>
                          <a:pt x="678180" y="939800"/>
                        </a:lnTo>
                        <a:lnTo>
                          <a:pt x="695960" y="899160"/>
                        </a:lnTo>
                        <a:lnTo>
                          <a:pt x="744220" y="891540"/>
                        </a:lnTo>
                        <a:lnTo>
                          <a:pt x="779780" y="919480"/>
                        </a:lnTo>
                        <a:lnTo>
                          <a:pt x="833120" y="949960"/>
                        </a:lnTo>
                        <a:lnTo>
                          <a:pt x="853440" y="982980"/>
                        </a:lnTo>
                        <a:lnTo>
                          <a:pt x="876300" y="985520"/>
                        </a:lnTo>
                        <a:lnTo>
                          <a:pt x="916940" y="985520"/>
                        </a:lnTo>
                        <a:lnTo>
                          <a:pt x="977900" y="982980"/>
                        </a:lnTo>
                        <a:lnTo>
                          <a:pt x="1043940" y="1016000"/>
                        </a:lnTo>
                        <a:lnTo>
                          <a:pt x="1089660" y="1049020"/>
                        </a:lnTo>
                        <a:lnTo>
                          <a:pt x="1122680" y="1026160"/>
                        </a:lnTo>
                        <a:lnTo>
                          <a:pt x="1125220" y="1000760"/>
                        </a:lnTo>
                        <a:lnTo>
                          <a:pt x="1206500" y="990600"/>
                        </a:lnTo>
                        <a:lnTo>
                          <a:pt x="1285240" y="1005840"/>
                        </a:lnTo>
                        <a:lnTo>
                          <a:pt x="1333500" y="1005840"/>
                        </a:lnTo>
                        <a:lnTo>
                          <a:pt x="1361440" y="970280"/>
                        </a:lnTo>
                        <a:lnTo>
                          <a:pt x="1389380" y="955040"/>
                        </a:lnTo>
                        <a:lnTo>
                          <a:pt x="1414780" y="937260"/>
                        </a:lnTo>
                        <a:lnTo>
                          <a:pt x="1447800" y="942340"/>
                        </a:lnTo>
                        <a:lnTo>
                          <a:pt x="1465580" y="980440"/>
                        </a:lnTo>
                        <a:lnTo>
                          <a:pt x="1488440" y="1016000"/>
                        </a:lnTo>
                        <a:lnTo>
                          <a:pt x="1534160" y="1043940"/>
                        </a:lnTo>
                        <a:lnTo>
                          <a:pt x="1600200" y="1054100"/>
                        </a:lnTo>
                        <a:lnTo>
                          <a:pt x="1648460" y="1043940"/>
                        </a:lnTo>
                        <a:lnTo>
                          <a:pt x="1663700" y="1016000"/>
                        </a:lnTo>
                        <a:lnTo>
                          <a:pt x="1691640" y="985520"/>
                        </a:lnTo>
                        <a:lnTo>
                          <a:pt x="1719580" y="955040"/>
                        </a:lnTo>
                        <a:lnTo>
                          <a:pt x="1770380" y="955040"/>
                        </a:lnTo>
                        <a:lnTo>
                          <a:pt x="1823720" y="990600"/>
                        </a:lnTo>
                        <a:lnTo>
                          <a:pt x="1846580" y="1031240"/>
                        </a:lnTo>
                        <a:lnTo>
                          <a:pt x="1849120" y="1082040"/>
                        </a:lnTo>
                        <a:lnTo>
                          <a:pt x="1833880" y="1148080"/>
                        </a:lnTo>
                        <a:lnTo>
                          <a:pt x="1864360" y="1234440"/>
                        </a:lnTo>
                        <a:lnTo>
                          <a:pt x="1894840" y="1272540"/>
                        </a:lnTo>
                        <a:lnTo>
                          <a:pt x="1922780" y="1305560"/>
                        </a:lnTo>
                        <a:lnTo>
                          <a:pt x="1915160" y="1376680"/>
                        </a:lnTo>
                        <a:lnTo>
                          <a:pt x="1912620" y="1427480"/>
                        </a:lnTo>
                        <a:lnTo>
                          <a:pt x="1932940" y="1493520"/>
                        </a:lnTo>
                        <a:lnTo>
                          <a:pt x="2044700" y="1638300"/>
                        </a:lnTo>
                        <a:lnTo>
                          <a:pt x="2082800" y="1671320"/>
                        </a:lnTo>
                        <a:lnTo>
                          <a:pt x="2143760" y="1673860"/>
                        </a:lnTo>
                        <a:lnTo>
                          <a:pt x="2242820" y="1678940"/>
                        </a:lnTo>
                        <a:lnTo>
                          <a:pt x="2326640" y="1656080"/>
                        </a:lnTo>
                        <a:lnTo>
                          <a:pt x="2379980" y="1663700"/>
                        </a:lnTo>
                        <a:lnTo>
                          <a:pt x="2410460" y="1651000"/>
                        </a:lnTo>
                        <a:lnTo>
                          <a:pt x="2400300" y="1600200"/>
                        </a:lnTo>
                        <a:lnTo>
                          <a:pt x="2397760" y="1536700"/>
                        </a:lnTo>
                        <a:lnTo>
                          <a:pt x="2418080" y="1465580"/>
                        </a:lnTo>
                        <a:lnTo>
                          <a:pt x="2425700" y="1407160"/>
                        </a:lnTo>
                        <a:lnTo>
                          <a:pt x="2433320" y="1277620"/>
                        </a:lnTo>
                        <a:lnTo>
                          <a:pt x="2428240" y="1193800"/>
                        </a:lnTo>
                        <a:lnTo>
                          <a:pt x="2440940" y="1112520"/>
                        </a:lnTo>
                        <a:cubicBezTo>
                          <a:pt x="2441787" y="1072727"/>
                          <a:pt x="2442633" y="1032933"/>
                          <a:pt x="2443480" y="993140"/>
                        </a:cubicBezTo>
                        <a:cubicBezTo>
                          <a:pt x="2444327" y="969433"/>
                          <a:pt x="2445173" y="945727"/>
                          <a:pt x="2446020" y="922020"/>
                        </a:cubicBezTo>
                        <a:lnTo>
                          <a:pt x="2456180" y="878840"/>
                        </a:lnTo>
                        <a:lnTo>
                          <a:pt x="2506980" y="848360"/>
                        </a:lnTo>
                        <a:lnTo>
                          <a:pt x="2547620" y="822960"/>
                        </a:lnTo>
                        <a:lnTo>
                          <a:pt x="2542540" y="792480"/>
                        </a:lnTo>
                        <a:lnTo>
                          <a:pt x="2504440" y="762000"/>
                        </a:lnTo>
                        <a:lnTo>
                          <a:pt x="2463800" y="701040"/>
                        </a:lnTo>
                        <a:lnTo>
                          <a:pt x="2423160" y="645160"/>
                        </a:lnTo>
                        <a:lnTo>
                          <a:pt x="2379980" y="579120"/>
                        </a:lnTo>
                        <a:lnTo>
                          <a:pt x="2369820" y="535940"/>
                        </a:lnTo>
                        <a:lnTo>
                          <a:pt x="2369820" y="490220"/>
                        </a:lnTo>
                        <a:lnTo>
                          <a:pt x="2339340" y="464820"/>
                        </a:lnTo>
                        <a:lnTo>
                          <a:pt x="2273300" y="449580"/>
                        </a:lnTo>
                        <a:lnTo>
                          <a:pt x="2199640" y="441960"/>
                        </a:lnTo>
                        <a:lnTo>
                          <a:pt x="2098040" y="452120"/>
                        </a:lnTo>
                        <a:lnTo>
                          <a:pt x="2054860" y="431800"/>
                        </a:lnTo>
                        <a:lnTo>
                          <a:pt x="1991360" y="403860"/>
                        </a:lnTo>
                        <a:lnTo>
                          <a:pt x="1907540" y="347980"/>
                        </a:lnTo>
                        <a:lnTo>
                          <a:pt x="1800860" y="297180"/>
                        </a:lnTo>
                        <a:lnTo>
                          <a:pt x="1724660" y="264160"/>
                        </a:lnTo>
                        <a:lnTo>
                          <a:pt x="1633220" y="233680"/>
                        </a:lnTo>
                        <a:lnTo>
                          <a:pt x="1567180" y="177800"/>
                        </a:lnTo>
                        <a:lnTo>
                          <a:pt x="1513840" y="152400"/>
                        </a:lnTo>
                        <a:close/>
                      </a:path>
                    </a:pathLst>
                  </a:cu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700">
                      <a:ln>
                        <a:solidFill>
                          <a:schemeClr val="accent1">
                            <a:alpha val="0"/>
                          </a:schemeClr>
                        </a:solidFill>
                      </a:ln>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67" name="금천구">
                    <a:extLst>
                      <a:ext uri="{FF2B5EF4-FFF2-40B4-BE49-F238E27FC236}">
                        <a16:creationId xmlns:a16="http://schemas.microsoft.com/office/drawing/2014/main" id="{35D8349C-2CF5-1F89-21A3-5AE09B65921A}"/>
                      </a:ext>
                    </a:extLst>
                  </p:cNvPr>
                  <p:cNvSpPr/>
                  <p:nvPr/>
                </p:nvSpPr>
                <p:spPr>
                  <a:xfrm>
                    <a:off x="-499110" y="10031730"/>
                    <a:ext cx="1821180" cy="2228850"/>
                  </a:xfrm>
                  <a:custGeom>
                    <a:avLst/>
                    <a:gdLst>
                      <a:gd name="connsiteX0" fmla="*/ 582930 w 1821180"/>
                      <a:gd name="connsiteY0" fmla="*/ 422910 h 2228850"/>
                      <a:gd name="connsiteX1" fmla="*/ 449580 w 1821180"/>
                      <a:gd name="connsiteY1" fmla="*/ 297180 h 2228850"/>
                      <a:gd name="connsiteX2" fmla="*/ 419100 w 1821180"/>
                      <a:gd name="connsiteY2" fmla="*/ 255270 h 2228850"/>
                      <a:gd name="connsiteX3" fmla="*/ 400050 w 1821180"/>
                      <a:gd name="connsiteY3" fmla="*/ 213360 h 2228850"/>
                      <a:gd name="connsiteX4" fmla="*/ 400050 w 1821180"/>
                      <a:gd name="connsiteY4" fmla="*/ 167640 h 2228850"/>
                      <a:gd name="connsiteX5" fmla="*/ 400050 w 1821180"/>
                      <a:gd name="connsiteY5" fmla="*/ 125730 h 2228850"/>
                      <a:gd name="connsiteX6" fmla="*/ 400050 w 1821180"/>
                      <a:gd name="connsiteY6" fmla="*/ 125730 h 2228850"/>
                      <a:gd name="connsiteX7" fmla="*/ 342900 w 1821180"/>
                      <a:gd name="connsiteY7" fmla="*/ 91440 h 2228850"/>
                      <a:gd name="connsiteX8" fmla="*/ 293370 w 1821180"/>
                      <a:gd name="connsiteY8" fmla="*/ 60960 h 2228850"/>
                      <a:gd name="connsiteX9" fmla="*/ 270510 w 1821180"/>
                      <a:gd name="connsiteY9" fmla="*/ 22860 h 2228850"/>
                      <a:gd name="connsiteX10" fmla="*/ 240030 w 1821180"/>
                      <a:gd name="connsiteY10" fmla="*/ 22860 h 2228850"/>
                      <a:gd name="connsiteX11" fmla="*/ 167640 w 1821180"/>
                      <a:gd name="connsiteY11" fmla="*/ 19050 h 2228850"/>
                      <a:gd name="connsiteX12" fmla="*/ 118110 w 1821180"/>
                      <a:gd name="connsiteY12" fmla="*/ 0 h 2228850"/>
                      <a:gd name="connsiteX13" fmla="*/ 80010 w 1821180"/>
                      <a:gd name="connsiteY13" fmla="*/ 3810 h 2228850"/>
                      <a:gd name="connsiteX14" fmla="*/ 38100 w 1821180"/>
                      <a:gd name="connsiteY14" fmla="*/ 41910 h 2228850"/>
                      <a:gd name="connsiteX15" fmla="*/ 0 w 1821180"/>
                      <a:gd name="connsiteY15" fmla="*/ 76200 h 2228850"/>
                      <a:gd name="connsiteX16" fmla="*/ 15240 w 1821180"/>
                      <a:gd name="connsiteY16" fmla="*/ 163830 h 2228850"/>
                      <a:gd name="connsiteX17" fmla="*/ 41910 w 1821180"/>
                      <a:gd name="connsiteY17" fmla="*/ 236220 h 2228850"/>
                      <a:gd name="connsiteX18" fmla="*/ 45720 w 1821180"/>
                      <a:gd name="connsiteY18" fmla="*/ 289560 h 2228850"/>
                      <a:gd name="connsiteX19" fmla="*/ 41910 w 1821180"/>
                      <a:gd name="connsiteY19" fmla="*/ 331470 h 2228850"/>
                      <a:gd name="connsiteX20" fmla="*/ 72390 w 1821180"/>
                      <a:gd name="connsiteY20" fmla="*/ 407670 h 2228850"/>
                      <a:gd name="connsiteX21" fmla="*/ 186690 w 1821180"/>
                      <a:gd name="connsiteY21" fmla="*/ 563880 h 2228850"/>
                      <a:gd name="connsiteX22" fmla="*/ 232410 w 1821180"/>
                      <a:gd name="connsiteY22" fmla="*/ 685800 h 2228850"/>
                      <a:gd name="connsiteX23" fmla="*/ 335280 w 1821180"/>
                      <a:gd name="connsiteY23" fmla="*/ 796290 h 2228850"/>
                      <a:gd name="connsiteX24" fmla="*/ 369570 w 1821180"/>
                      <a:gd name="connsiteY24" fmla="*/ 838200 h 2228850"/>
                      <a:gd name="connsiteX25" fmla="*/ 400050 w 1821180"/>
                      <a:gd name="connsiteY25" fmla="*/ 895350 h 2228850"/>
                      <a:gd name="connsiteX26" fmla="*/ 445770 w 1821180"/>
                      <a:gd name="connsiteY26" fmla="*/ 937260 h 2228850"/>
                      <a:gd name="connsiteX27" fmla="*/ 487680 w 1821180"/>
                      <a:gd name="connsiteY27" fmla="*/ 971550 h 2228850"/>
                      <a:gd name="connsiteX28" fmla="*/ 491490 w 1821180"/>
                      <a:gd name="connsiteY28" fmla="*/ 1040130 h 2228850"/>
                      <a:gd name="connsiteX29" fmla="*/ 495300 w 1821180"/>
                      <a:gd name="connsiteY29" fmla="*/ 1101090 h 2228850"/>
                      <a:gd name="connsiteX30" fmla="*/ 476250 w 1821180"/>
                      <a:gd name="connsiteY30" fmla="*/ 1154430 h 2228850"/>
                      <a:gd name="connsiteX31" fmla="*/ 441960 w 1821180"/>
                      <a:gd name="connsiteY31" fmla="*/ 1184910 h 2228850"/>
                      <a:gd name="connsiteX32" fmla="*/ 441960 w 1821180"/>
                      <a:gd name="connsiteY32" fmla="*/ 1184910 h 2228850"/>
                      <a:gd name="connsiteX33" fmla="*/ 472440 w 1821180"/>
                      <a:gd name="connsiteY33" fmla="*/ 1242060 h 2228850"/>
                      <a:gd name="connsiteX34" fmla="*/ 556260 w 1821180"/>
                      <a:gd name="connsiteY34" fmla="*/ 1303020 h 2228850"/>
                      <a:gd name="connsiteX35" fmla="*/ 598170 w 1821180"/>
                      <a:gd name="connsiteY35" fmla="*/ 1371600 h 2228850"/>
                      <a:gd name="connsiteX36" fmla="*/ 613410 w 1821180"/>
                      <a:gd name="connsiteY36" fmla="*/ 1432560 h 2228850"/>
                      <a:gd name="connsiteX37" fmla="*/ 659130 w 1821180"/>
                      <a:gd name="connsiteY37" fmla="*/ 1455420 h 2228850"/>
                      <a:gd name="connsiteX38" fmla="*/ 712470 w 1821180"/>
                      <a:gd name="connsiteY38" fmla="*/ 1455420 h 2228850"/>
                      <a:gd name="connsiteX39" fmla="*/ 731520 w 1821180"/>
                      <a:gd name="connsiteY39" fmla="*/ 1447800 h 2228850"/>
                      <a:gd name="connsiteX40" fmla="*/ 765810 w 1821180"/>
                      <a:gd name="connsiteY40" fmla="*/ 1463040 h 2228850"/>
                      <a:gd name="connsiteX41" fmla="*/ 819150 w 1821180"/>
                      <a:gd name="connsiteY41" fmla="*/ 1531620 h 2228850"/>
                      <a:gd name="connsiteX42" fmla="*/ 842010 w 1821180"/>
                      <a:gd name="connsiteY42" fmla="*/ 1584960 h 2228850"/>
                      <a:gd name="connsiteX43" fmla="*/ 861060 w 1821180"/>
                      <a:gd name="connsiteY43" fmla="*/ 1619250 h 2228850"/>
                      <a:gd name="connsiteX44" fmla="*/ 849630 w 1821180"/>
                      <a:gd name="connsiteY44" fmla="*/ 1645920 h 2228850"/>
                      <a:gd name="connsiteX45" fmla="*/ 819150 w 1821180"/>
                      <a:gd name="connsiteY45" fmla="*/ 1661160 h 2228850"/>
                      <a:gd name="connsiteX46" fmla="*/ 803910 w 1821180"/>
                      <a:gd name="connsiteY46" fmla="*/ 1672590 h 2228850"/>
                      <a:gd name="connsiteX47" fmla="*/ 807720 w 1821180"/>
                      <a:gd name="connsiteY47" fmla="*/ 1691640 h 2228850"/>
                      <a:gd name="connsiteX48" fmla="*/ 845820 w 1821180"/>
                      <a:gd name="connsiteY48" fmla="*/ 1725930 h 2228850"/>
                      <a:gd name="connsiteX49" fmla="*/ 876300 w 1821180"/>
                      <a:gd name="connsiteY49" fmla="*/ 1767840 h 2228850"/>
                      <a:gd name="connsiteX50" fmla="*/ 899160 w 1821180"/>
                      <a:gd name="connsiteY50" fmla="*/ 1809750 h 2228850"/>
                      <a:gd name="connsiteX51" fmla="*/ 941070 w 1821180"/>
                      <a:gd name="connsiteY51" fmla="*/ 1851660 h 2228850"/>
                      <a:gd name="connsiteX52" fmla="*/ 971550 w 1821180"/>
                      <a:gd name="connsiteY52" fmla="*/ 1866900 h 2228850"/>
                      <a:gd name="connsiteX53" fmla="*/ 979170 w 1821180"/>
                      <a:gd name="connsiteY53" fmla="*/ 1912620 h 2228850"/>
                      <a:gd name="connsiteX54" fmla="*/ 952500 w 1821180"/>
                      <a:gd name="connsiteY54" fmla="*/ 1920240 h 2228850"/>
                      <a:gd name="connsiteX55" fmla="*/ 941070 w 1821180"/>
                      <a:gd name="connsiteY55" fmla="*/ 1954530 h 2228850"/>
                      <a:gd name="connsiteX56" fmla="*/ 948690 w 1821180"/>
                      <a:gd name="connsiteY56" fmla="*/ 2007870 h 2228850"/>
                      <a:gd name="connsiteX57" fmla="*/ 990600 w 1821180"/>
                      <a:gd name="connsiteY57" fmla="*/ 2106930 h 2228850"/>
                      <a:gd name="connsiteX58" fmla="*/ 1002030 w 1821180"/>
                      <a:gd name="connsiteY58" fmla="*/ 2156460 h 2228850"/>
                      <a:gd name="connsiteX59" fmla="*/ 994410 w 1821180"/>
                      <a:gd name="connsiteY59" fmla="*/ 2198370 h 2228850"/>
                      <a:gd name="connsiteX60" fmla="*/ 1017270 w 1821180"/>
                      <a:gd name="connsiteY60" fmla="*/ 2217420 h 2228850"/>
                      <a:gd name="connsiteX61" fmla="*/ 1066800 w 1821180"/>
                      <a:gd name="connsiteY61" fmla="*/ 2198370 h 2228850"/>
                      <a:gd name="connsiteX62" fmla="*/ 1112520 w 1821180"/>
                      <a:gd name="connsiteY62" fmla="*/ 2205990 h 2228850"/>
                      <a:gd name="connsiteX63" fmla="*/ 1143000 w 1821180"/>
                      <a:gd name="connsiteY63" fmla="*/ 2228850 h 2228850"/>
                      <a:gd name="connsiteX64" fmla="*/ 1188720 w 1821180"/>
                      <a:gd name="connsiteY64" fmla="*/ 2217420 h 2228850"/>
                      <a:gd name="connsiteX65" fmla="*/ 1215390 w 1821180"/>
                      <a:gd name="connsiteY65" fmla="*/ 2164080 h 2228850"/>
                      <a:gd name="connsiteX66" fmla="*/ 1257300 w 1821180"/>
                      <a:gd name="connsiteY66" fmla="*/ 2095500 h 2228850"/>
                      <a:gd name="connsiteX67" fmla="*/ 1299210 w 1821180"/>
                      <a:gd name="connsiteY67" fmla="*/ 2057400 h 2228850"/>
                      <a:gd name="connsiteX68" fmla="*/ 1318260 w 1821180"/>
                      <a:gd name="connsiteY68" fmla="*/ 2000250 h 2228850"/>
                      <a:gd name="connsiteX69" fmla="*/ 1341120 w 1821180"/>
                      <a:gd name="connsiteY69" fmla="*/ 1962150 h 2228850"/>
                      <a:gd name="connsiteX70" fmla="*/ 1379220 w 1821180"/>
                      <a:gd name="connsiteY70" fmla="*/ 1962150 h 2228850"/>
                      <a:gd name="connsiteX71" fmla="*/ 1417320 w 1821180"/>
                      <a:gd name="connsiteY71" fmla="*/ 1977390 h 2228850"/>
                      <a:gd name="connsiteX72" fmla="*/ 1482090 w 1821180"/>
                      <a:gd name="connsiteY72" fmla="*/ 1973580 h 2228850"/>
                      <a:gd name="connsiteX73" fmla="*/ 1512570 w 1821180"/>
                      <a:gd name="connsiteY73" fmla="*/ 1962150 h 2228850"/>
                      <a:gd name="connsiteX74" fmla="*/ 1516380 w 1821180"/>
                      <a:gd name="connsiteY74" fmla="*/ 1920240 h 2228850"/>
                      <a:gd name="connsiteX75" fmla="*/ 1550670 w 1821180"/>
                      <a:gd name="connsiteY75" fmla="*/ 1832610 h 2228850"/>
                      <a:gd name="connsiteX76" fmla="*/ 1577340 w 1821180"/>
                      <a:gd name="connsiteY76" fmla="*/ 1779270 h 2228850"/>
                      <a:gd name="connsiteX77" fmla="*/ 1596390 w 1821180"/>
                      <a:gd name="connsiteY77" fmla="*/ 1733550 h 2228850"/>
                      <a:gd name="connsiteX78" fmla="*/ 1649730 w 1821180"/>
                      <a:gd name="connsiteY78" fmla="*/ 1691640 h 2228850"/>
                      <a:gd name="connsiteX79" fmla="*/ 1706880 w 1821180"/>
                      <a:gd name="connsiteY79" fmla="*/ 1664970 h 2228850"/>
                      <a:gd name="connsiteX80" fmla="*/ 1752600 w 1821180"/>
                      <a:gd name="connsiteY80" fmla="*/ 1645920 h 2228850"/>
                      <a:gd name="connsiteX81" fmla="*/ 1790700 w 1821180"/>
                      <a:gd name="connsiteY81" fmla="*/ 1623060 h 2228850"/>
                      <a:gd name="connsiteX82" fmla="*/ 1821180 w 1821180"/>
                      <a:gd name="connsiteY82" fmla="*/ 1600200 h 2228850"/>
                      <a:gd name="connsiteX83" fmla="*/ 1779270 w 1821180"/>
                      <a:gd name="connsiteY83" fmla="*/ 1569720 h 2228850"/>
                      <a:gd name="connsiteX84" fmla="*/ 1737360 w 1821180"/>
                      <a:gd name="connsiteY84" fmla="*/ 1516380 h 2228850"/>
                      <a:gd name="connsiteX85" fmla="*/ 1714500 w 1821180"/>
                      <a:gd name="connsiteY85" fmla="*/ 1459230 h 2228850"/>
                      <a:gd name="connsiteX86" fmla="*/ 1672590 w 1821180"/>
                      <a:gd name="connsiteY86" fmla="*/ 1375410 h 2228850"/>
                      <a:gd name="connsiteX87" fmla="*/ 1653540 w 1821180"/>
                      <a:gd name="connsiteY87" fmla="*/ 1325880 h 2228850"/>
                      <a:gd name="connsiteX88" fmla="*/ 1611630 w 1821180"/>
                      <a:gd name="connsiteY88" fmla="*/ 1318260 h 2228850"/>
                      <a:gd name="connsiteX89" fmla="*/ 1550670 w 1821180"/>
                      <a:gd name="connsiteY89" fmla="*/ 1329690 h 2228850"/>
                      <a:gd name="connsiteX90" fmla="*/ 1504950 w 1821180"/>
                      <a:gd name="connsiteY90" fmla="*/ 1337310 h 2228850"/>
                      <a:gd name="connsiteX91" fmla="*/ 1466850 w 1821180"/>
                      <a:gd name="connsiteY91" fmla="*/ 1325880 h 2228850"/>
                      <a:gd name="connsiteX92" fmla="*/ 1421130 w 1821180"/>
                      <a:gd name="connsiteY92" fmla="*/ 1291590 h 2228850"/>
                      <a:gd name="connsiteX93" fmla="*/ 1398270 w 1821180"/>
                      <a:gd name="connsiteY93" fmla="*/ 1226820 h 2228850"/>
                      <a:gd name="connsiteX94" fmla="*/ 1398270 w 1821180"/>
                      <a:gd name="connsiteY94" fmla="*/ 1154430 h 2228850"/>
                      <a:gd name="connsiteX95" fmla="*/ 1402080 w 1821180"/>
                      <a:gd name="connsiteY95" fmla="*/ 1123950 h 2228850"/>
                      <a:gd name="connsiteX96" fmla="*/ 1409700 w 1821180"/>
                      <a:gd name="connsiteY96" fmla="*/ 1085850 h 2228850"/>
                      <a:gd name="connsiteX97" fmla="*/ 1440180 w 1821180"/>
                      <a:gd name="connsiteY97" fmla="*/ 1070610 h 2228850"/>
                      <a:gd name="connsiteX98" fmla="*/ 1474470 w 1821180"/>
                      <a:gd name="connsiteY98" fmla="*/ 1055370 h 2228850"/>
                      <a:gd name="connsiteX99" fmla="*/ 1466850 w 1821180"/>
                      <a:gd name="connsiteY99" fmla="*/ 1024890 h 2228850"/>
                      <a:gd name="connsiteX100" fmla="*/ 1432560 w 1821180"/>
                      <a:gd name="connsiteY100" fmla="*/ 998220 h 2228850"/>
                      <a:gd name="connsiteX101" fmla="*/ 1386840 w 1821180"/>
                      <a:gd name="connsiteY101" fmla="*/ 944880 h 2228850"/>
                      <a:gd name="connsiteX102" fmla="*/ 1371600 w 1821180"/>
                      <a:gd name="connsiteY102" fmla="*/ 899160 h 2228850"/>
                      <a:gd name="connsiteX103" fmla="*/ 1367790 w 1821180"/>
                      <a:gd name="connsiteY103" fmla="*/ 842010 h 2228850"/>
                      <a:gd name="connsiteX104" fmla="*/ 1352550 w 1821180"/>
                      <a:gd name="connsiteY104" fmla="*/ 811530 h 2228850"/>
                      <a:gd name="connsiteX105" fmla="*/ 1337310 w 1821180"/>
                      <a:gd name="connsiteY105" fmla="*/ 781050 h 2228850"/>
                      <a:gd name="connsiteX106" fmla="*/ 1325880 w 1821180"/>
                      <a:gd name="connsiteY106" fmla="*/ 735330 h 2228850"/>
                      <a:gd name="connsiteX107" fmla="*/ 1341120 w 1821180"/>
                      <a:gd name="connsiteY107" fmla="*/ 704850 h 2228850"/>
                      <a:gd name="connsiteX108" fmla="*/ 1360170 w 1821180"/>
                      <a:gd name="connsiteY108" fmla="*/ 681990 h 2228850"/>
                      <a:gd name="connsiteX109" fmla="*/ 1398270 w 1821180"/>
                      <a:gd name="connsiteY109" fmla="*/ 678180 h 2228850"/>
                      <a:gd name="connsiteX110" fmla="*/ 1398270 w 1821180"/>
                      <a:gd name="connsiteY110" fmla="*/ 678180 h 2228850"/>
                      <a:gd name="connsiteX111" fmla="*/ 1474470 w 1821180"/>
                      <a:gd name="connsiteY111" fmla="*/ 697230 h 2228850"/>
                      <a:gd name="connsiteX112" fmla="*/ 1512570 w 1821180"/>
                      <a:gd name="connsiteY112" fmla="*/ 670560 h 2228850"/>
                      <a:gd name="connsiteX113" fmla="*/ 1504950 w 1821180"/>
                      <a:gd name="connsiteY113" fmla="*/ 647700 h 2228850"/>
                      <a:gd name="connsiteX114" fmla="*/ 1531620 w 1821180"/>
                      <a:gd name="connsiteY114" fmla="*/ 628650 h 2228850"/>
                      <a:gd name="connsiteX115" fmla="*/ 1554480 w 1821180"/>
                      <a:gd name="connsiteY115" fmla="*/ 605790 h 2228850"/>
                      <a:gd name="connsiteX116" fmla="*/ 1546860 w 1821180"/>
                      <a:gd name="connsiteY116" fmla="*/ 571500 h 2228850"/>
                      <a:gd name="connsiteX117" fmla="*/ 1512570 w 1821180"/>
                      <a:gd name="connsiteY117" fmla="*/ 552450 h 2228850"/>
                      <a:gd name="connsiteX118" fmla="*/ 1459230 w 1821180"/>
                      <a:gd name="connsiteY118" fmla="*/ 537210 h 2228850"/>
                      <a:gd name="connsiteX119" fmla="*/ 1432560 w 1821180"/>
                      <a:gd name="connsiteY119" fmla="*/ 518160 h 2228850"/>
                      <a:gd name="connsiteX120" fmla="*/ 1383030 w 1821180"/>
                      <a:gd name="connsiteY120" fmla="*/ 472440 h 2228850"/>
                      <a:gd name="connsiteX121" fmla="*/ 1383030 w 1821180"/>
                      <a:gd name="connsiteY121" fmla="*/ 419100 h 2228850"/>
                      <a:gd name="connsiteX122" fmla="*/ 1379220 w 1821180"/>
                      <a:gd name="connsiteY122" fmla="*/ 381000 h 2228850"/>
                      <a:gd name="connsiteX123" fmla="*/ 1394460 w 1821180"/>
                      <a:gd name="connsiteY123" fmla="*/ 369570 h 2228850"/>
                      <a:gd name="connsiteX124" fmla="*/ 1428750 w 1821180"/>
                      <a:gd name="connsiteY124" fmla="*/ 358140 h 2228850"/>
                      <a:gd name="connsiteX125" fmla="*/ 1466850 w 1821180"/>
                      <a:gd name="connsiteY125" fmla="*/ 354330 h 2228850"/>
                      <a:gd name="connsiteX126" fmla="*/ 1451610 w 1821180"/>
                      <a:gd name="connsiteY126" fmla="*/ 327660 h 2228850"/>
                      <a:gd name="connsiteX127" fmla="*/ 1394460 w 1821180"/>
                      <a:gd name="connsiteY127" fmla="*/ 323850 h 2228850"/>
                      <a:gd name="connsiteX128" fmla="*/ 1333500 w 1821180"/>
                      <a:gd name="connsiteY128" fmla="*/ 339090 h 2228850"/>
                      <a:gd name="connsiteX129" fmla="*/ 1272540 w 1821180"/>
                      <a:gd name="connsiteY129" fmla="*/ 361950 h 2228850"/>
                      <a:gd name="connsiteX130" fmla="*/ 1188720 w 1821180"/>
                      <a:gd name="connsiteY130" fmla="*/ 381000 h 2228850"/>
                      <a:gd name="connsiteX131" fmla="*/ 1104900 w 1821180"/>
                      <a:gd name="connsiteY131" fmla="*/ 381000 h 2228850"/>
                      <a:gd name="connsiteX132" fmla="*/ 1021080 w 1821180"/>
                      <a:gd name="connsiteY132" fmla="*/ 396240 h 2228850"/>
                      <a:gd name="connsiteX133" fmla="*/ 982980 w 1821180"/>
                      <a:gd name="connsiteY133" fmla="*/ 403860 h 2228850"/>
                      <a:gd name="connsiteX134" fmla="*/ 960120 w 1821180"/>
                      <a:gd name="connsiteY134" fmla="*/ 441960 h 2228850"/>
                      <a:gd name="connsiteX135" fmla="*/ 902970 w 1821180"/>
                      <a:gd name="connsiteY135" fmla="*/ 438150 h 2228850"/>
                      <a:gd name="connsiteX136" fmla="*/ 822960 w 1821180"/>
                      <a:gd name="connsiteY136" fmla="*/ 441960 h 2228850"/>
                      <a:gd name="connsiteX137" fmla="*/ 765810 w 1821180"/>
                      <a:gd name="connsiteY137" fmla="*/ 441960 h 2228850"/>
                      <a:gd name="connsiteX138" fmla="*/ 697230 w 1821180"/>
                      <a:gd name="connsiteY138" fmla="*/ 438150 h 2228850"/>
                      <a:gd name="connsiteX139" fmla="*/ 651510 w 1821180"/>
                      <a:gd name="connsiteY139" fmla="*/ 434340 h 2228850"/>
                      <a:gd name="connsiteX140" fmla="*/ 582930 w 1821180"/>
                      <a:gd name="connsiteY140" fmla="*/ 422910 h 2228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Lst>
                    <a:rect l="l" t="t" r="r" b="b"/>
                    <a:pathLst>
                      <a:path w="1821180" h="2228850">
                        <a:moveTo>
                          <a:pt x="582930" y="422910"/>
                        </a:moveTo>
                        <a:lnTo>
                          <a:pt x="449580" y="297180"/>
                        </a:lnTo>
                        <a:lnTo>
                          <a:pt x="419100" y="255270"/>
                        </a:lnTo>
                        <a:lnTo>
                          <a:pt x="400050" y="213360"/>
                        </a:lnTo>
                        <a:lnTo>
                          <a:pt x="400050" y="167640"/>
                        </a:lnTo>
                        <a:lnTo>
                          <a:pt x="400050" y="125730"/>
                        </a:lnTo>
                        <a:lnTo>
                          <a:pt x="400050" y="125730"/>
                        </a:lnTo>
                        <a:lnTo>
                          <a:pt x="342900" y="91440"/>
                        </a:lnTo>
                        <a:lnTo>
                          <a:pt x="293370" y="60960"/>
                        </a:lnTo>
                        <a:lnTo>
                          <a:pt x="270510" y="22860"/>
                        </a:lnTo>
                        <a:lnTo>
                          <a:pt x="240030" y="22860"/>
                        </a:lnTo>
                        <a:lnTo>
                          <a:pt x="167640" y="19050"/>
                        </a:lnTo>
                        <a:lnTo>
                          <a:pt x="118110" y="0"/>
                        </a:lnTo>
                        <a:lnTo>
                          <a:pt x="80010" y="3810"/>
                        </a:lnTo>
                        <a:lnTo>
                          <a:pt x="38100" y="41910"/>
                        </a:lnTo>
                        <a:lnTo>
                          <a:pt x="0" y="76200"/>
                        </a:lnTo>
                        <a:lnTo>
                          <a:pt x="15240" y="163830"/>
                        </a:lnTo>
                        <a:lnTo>
                          <a:pt x="41910" y="236220"/>
                        </a:lnTo>
                        <a:lnTo>
                          <a:pt x="45720" y="289560"/>
                        </a:lnTo>
                        <a:lnTo>
                          <a:pt x="41910" y="331470"/>
                        </a:lnTo>
                        <a:lnTo>
                          <a:pt x="72390" y="407670"/>
                        </a:lnTo>
                        <a:lnTo>
                          <a:pt x="186690" y="563880"/>
                        </a:lnTo>
                        <a:lnTo>
                          <a:pt x="232410" y="685800"/>
                        </a:lnTo>
                        <a:lnTo>
                          <a:pt x="335280" y="796290"/>
                        </a:lnTo>
                        <a:lnTo>
                          <a:pt x="369570" y="838200"/>
                        </a:lnTo>
                        <a:lnTo>
                          <a:pt x="400050" y="895350"/>
                        </a:lnTo>
                        <a:lnTo>
                          <a:pt x="445770" y="937260"/>
                        </a:lnTo>
                        <a:lnTo>
                          <a:pt x="487680" y="971550"/>
                        </a:lnTo>
                        <a:lnTo>
                          <a:pt x="491490" y="1040130"/>
                        </a:lnTo>
                        <a:lnTo>
                          <a:pt x="495300" y="1101090"/>
                        </a:lnTo>
                        <a:lnTo>
                          <a:pt x="476250" y="1154430"/>
                        </a:lnTo>
                        <a:lnTo>
                          <a:pt x="441960" y="1184910"/>
                        </a:lnTo>
                        <a:lnTo>
                          <a:pt x="441960" y="1184910"/>
                        </a:lnTo>
                        <a:lnTo>
                          <a:pt x="472440" y="1242060"/>
                        </a:lnTo>
                        <a:lnTo>
                          <a:pt x="556260" y="1303020"/>
                        </a:lnTo>
                        <a:lnTo>
                          <a:pt x="598170" y="1371600"/>
                        </a:lnTo>
                        <a:lnTo>
                          <a:pt x="613410" y="1432560"/>
                        </a:lnTo>
                        <a:lnTo>
                          <a:pt x="659130" y="1455420"/>
                        </a:lnTo>
                        <a:lnTo>
                          <a:pt x="712470" y="1455420"/>
                        </a:lnTo>
                        <a:lnTo>
                          <a:pt x="731520" y="1447800"/>
                        </a:lnTo>
                        <a:lnTo>
                          <a:pt x="765810" y="1463040"/>
                        </a:lnTo>
                        <a:lnTo>
                          <a:pt x="819150" y="1531620"/>
                        </a:lnTo>
                        <a:lnTo>
                          <a:pt x="842010" y="1584960"/>
                        </a:lnTo>
                        <a:lnTo>
                          <a:pt x="861060" y="1619250"/>
                        </a:lnTo>
                        <a:lnTo>
                          <a:pt x="849630" y="1645920"/>
                        </a:lnTo>
                        <a:lnTo>
                          <a:pt x="819150" y="1661160"/>
                        </a:lnTo>
                        <a:lnTo>
                          <a:pt x="803910" y="1672590"/>
                        </a:lnTo>
                        <a:lnTo>
                          <a:pt x="807720" y="1691640"/>
                        </a:lnTo>
                        <a:lnTo>
                          <a:pt x="845820" y="1725930"/>
                        </a:lnTo>
                        <a:lnTo>
                          <a:pt x="876300" y="1767840"/>
                        </a:lnTo>
                        <a:lnTo>
                          <a:pt x="899160" y="1809750"/>
                        </a:lnTo>
                        <a:lnTo>
                          <a:pt x="941070" y="1851660"/>
                        </a:lnTo>
                        <a:lnTo>
                          <a:pt x="971550" y="1866900"/>
                        </a:lnTo>
                        <a:lnTo>
                          <a:pt x="979170" y="1912620"/>
                        </a:lnTo>
                        <a:lnTo>
                          <a:pt x="952500" y="1920240"/>
                        </a:lnTo>
                        <a:lnTo>
                          <a:pt x="941070" y="1954530"/>
                        </a:lnTo>
                        <a:lnTo>
                          <a:pt x="948690" y="2007870"/>
                        </a:lnTo>
                        <a:lnTo>
                          <a:pt x="990600" y="2106930"/>
                        </a:lnTo>
                        <a:lnTo>
                          <a:pt x="1002030" y="2156460"/>
                        </a:lnTo>
                        <a:lnTo>
                          <a:pt x="994410" y="2198370"/>
                        </a:lnTo>
                        <a:lnTo>
                          <a:pt x="1017270" y="2217420"/>
                        </a:lnTo>
                        <a:lnTo>
                          <a:pt x="1066800" y="2198370"/>
                        </a:lnTo>
                        <a:lnTo>
                          <a:pt x="1112520" y="2205990"/>
                        </a:lnTo>
                        <a:lnTo>
                          <a:pt x="1143000" y="2228850"/>
                        </a:lnTo>
                        <a:lnTo>
                          <a:pt x="1188720" y="2217420"/>
                        </a:lnTo>
                        <a:lnTo>
                          <a:pt x="1215390" y="2164080"/>
                        </a:lnTo>
                        <a:lnTo>
                          <a:pt x="1257300" y="2095500"/>
                        </a:lnTo>
                        <a:lnTo>
                          <a:pt x="1299210" y="2057400"/>
                        </a:lnTo>
                        <a:lnTo>
                          <a:pt x="1318260" y="2000250"/>
                        </a:lnTo>
                        <a:lnTo>
                          <a:pt x="1341120" y="1962150"/>
                        </a:lnTo>
                        <a:lnTo>
                          <a:pt x="1379220" y="1962150"/>
                        </a:lnTo>
                        <a:lnTo>
                          <a:pt x="1417320" y="1977390"/>
                        </a:lnTo>
                        <a:lnTo>
                          <a:pt x="1482090" y="1973580"/>
                        </a:lnTo>
                        <a:lnTo>
                          <a:pt x="1512570" y="1962150"/>
                        </a:lnTo>
                        <a:lnTo>
                          <a:pt x="1516380" y="1920240"/>
                        </a:lnTo>
                        <a:lnTo>
                          <a:pt x="1550670" y="1832610"/>
                        </a:lnTo>
                        <a:lnTo>
                          <a:pt x="1577340" y="1779270"/>
                        </a:lnTo>
                        <a:lnTo>
                          <a:pt x="1596390" y="1733550"/>
                        </a:lnTo>
                        <a:lnTo>
                          <a:pt x="1649730" y="1691640"/>
                        </a:lnTo>
                        <a:lnTo>
                          <a:pt x="1706880" y="1664970"/>
                        </a:lnTo>
                        <a:lnTo>
                          <a:pt x="1752600" y="1645920"/>
                        </a:lnTo>
                        <a:lnTo>
                          <a:pt x="1790700" y="1623060"/>
                        </a:lnTo>
                        <a:lnTo>
                          <a:pt x="1821180" y="1600200"/>
                        </a:lnTo>
                        <a:lnTo>
                          <a:pt x="1779270" y="1569720"/>
                        </a:lnTo>
                        <a:lnTo>
                          <a:pt x="1737360" y="1516380"/>
                        </a:lnTo>
                        <a:lnTo>
                          <a:pt x="1714500" y="1459230"/>
                        </a:lnTo>
                        <a:lnTo>
                          <a:pt x="1672590" y="1375410"/>
                        </a:lnTo>
                        <a:lnTo>
                          <a:pt x="1653540" y="1325880"/>
                        </a:lnTo>
                        <a:lnTo>
                          <a:pt x="1611630" y="1318260"/>
                        </a:lnTo>
                        <a:lnTo>
                          <a:pt x="1550670" y="1329690"/>
                        </a:lnTo>
                        <a:lnTo>
                          <a:pt x="1504950" y="1337310"/>
                        </a:lnTo>
                        <a:lnTo>
                          <a:pt x="1466850" y="1325880"/>
                        </a:lnTo>
                        <a:lnTo>
                          <a:pt x="1421130" y="1291590"/>
                        </a:lnTo>
                        <a:lnTo>
                          <a:pt x="1398270" y="1226820"/>
                        </a:lnTo>
                        <a:lnTo>
                          <a:pt x="1398270" y="1154430"/>
                        </a:lnTo>
                        <a:lnTo>
                          <a:pt x="1402080" y="1123950"/>
                        </a:lnTo>
                        <a:lnTo>
                          <a:pt x="1409700" y="1085850"/>
                        </a:lnTo>
                        <a:lnTo>
                          <a:pt x="1440180" y="1070610"/>
                        </a:lnTo>
                        <a:lnTo>
                          <a:pt x="1474470" y="1055370"/>
                        </a:lnTo>
                        <a:lnTo>
                          <a:pt x="1466850" y="1024890"/>
                        </a:lnTo>
                        <a:lnTo>
                          <a:pt x="1432560" y="998220"/>
                        </a:lnTo>
                        <a:lnTo>
                          <a:pt x="1386840" y="944880"/>
                        </a:lnTo>
                        <a:lnTo>
                          <a:pt x="1371600" y="899160"/>
                        </a:lnTo>
                        <a:lnTo>
                          <a:pt x="1367790" y="842010"/>
                        </a:lnTo>
                        <a:lnTo>
                          <a:pt x="1352550" y="811530"/>
                        </a:lnTo>
                        <a:lnTo>
                          <a:pt x="1337310" y="781050"/>
                        </a:lnTo>
                        <a:lnTo>
                          <a:pt x="1325880" y="735330"/>
                        </a:lnTo>
                        <a:lnTo>
                          <a:pt x="1341120" y="704850"/>
                        </a:lnTo>
                        <a:lnTo>
                          <a:pt x="1360170" y="681990"/>
                        </a:lnTo>
                        <a:lnTo>
                          <a:pt x="1398270" y="678180"/>
                        </a:lnTo>
                        <a:lnTo>
                          <a:pt x="1398270" y="678180"/>
                        </a:lnTo>
                        <a:lnTo>
                          <a:pt x="1474470" y="697230"/>
                        </a:lnTo>
                        <a:lnTo>
                          <a:pt x="1512570" y="670560"/>
                        </a:lnTo>
                        <a:lnTo>
                          <a:pt x="1504950" y="647700"/>
                        </a:lnTo>
                        <a:lnTo>
                          <a:pt x="1531620" y="628650"/>
                        </a:lnTo>
                        <a:lnTo>
                          <a:pt x="1554480" y="605790"/>
                        </a:lnTo>
                        <a:lnTo>
                          <a:pt x="1546860" y="571500"/>
                        </a:lnTo>
                        <a:lnTo>
                          <a:pt x="1512570" y="552450"/>
                        </a:lnTo>
                        <a:lnTo>
                          <a:pt x="1459230" y="537210"/>
                        </a:lnTo>
                        <a:lnTo>
                          <a:pt x="1432560" y="518160"/>
                        </a:lnTo>
                        <a:lnTo>
                          <a:pt x="1383030" y="472440"/>
                        </a:lnTo>
                        <a:lnTo>
                          <a:pt x="1383030" y="419100"/>
                        </a:lnTo>
                        <a:lnTo>
                          <a:pt x="1379220" y="381000"/>
                        </a:lnTo>
                        <a:lnTo>
                          <a:pt x="1394460" y="369570"/>
                        </a:lnTo>
                        <a:lnTo>
                          <a:pt x="1428750" y="358140"/>
                        </a:lnTo>
                        <a:lnTo>
                          <a:pt x="1466850" y="354330"/>
                        </a:lnTo>
                        <a:lnTo>
                          <a:pt x="1451610" y="327660"/>
                        </a:lnTo>
                        <a:lnTo>
                          <a:pt x="1394460" y="323850"/>
                        </a:lnTo>
                        <a:lnTo>
                          <a:pt x="1333500" y="339090"/>
                        </a:lnTo>
                        <a:lnTo>
                          <a:pt x="1272540" y="361950"/>
                        </a:lnTo>
                        <a:lnTo>
                          <a:pt x="1188720" y="381000"/>
                        </a:lnTo>
                        <a:lnTo>
                          <a:pt x="1104900" y="381000"/>
                        </a:lnTo>
                        <a:lnTo>
                          <a:pt x="1021080" y="396240"/>
                        </a:lnTo>
                        <a:lnTo>
                          <a:pt x="982980" y="403860"/>
                        </a:lnTo>
                        <a:lnTo>
                          <a:pt x="960120" y="441960"/>
                        </a:lnTo>
                        <a:lnTo>
                          <a:pt x="902970" y="438150"/>
                        </a:lnTo>
                        <a:lnTo>
                          <a:pt x="822960" y="441960"/>
                        </a:lnTo>
                        <a:lnTo>
                          <a:pt x="765810" y="441960"/>
                        </a:lnTo>
                        <a:lnTo>
                          <a:pt x="697230" y="438150"/>
                        </a:lnTo>
                        <a:lnTo>
                          <a:pt x="651510" y="434340"/>
                        </a:lnTo>
                        <a:lnTo>
                          <a:pt x="582930" y="422910"/>
                        </a:lnTo>
                        <a:close/>
                      </a:path>
                    </a:pathLst>
                  </a:cu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700">
                      <a:ln>
                        <a:solidFill>
                          <a:schemeClr val="accent1">
                            <a:alpha val="0"/>
                          </a:schemeClr>
                        </a:solidFill>
                      </a:ln>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68" name="구로구">
                    <a:extLst>
                      <a:ext uri="{FF2B5EF4-FFF2-40B4-BE49-F238E27FC236}">
                        <a16:creationId xmlns:a16="http://schemas.microsoft.com/office/drawing/2014/main" id="{899B329A-FA69-F9A7-D3DC-8696A304BE3F}"/>
                      </a:ext>
                    </a:extLst>
                  </p:cNvPr>
                  <p:cNvSpPr/>
                  <p:nvPr/>
                </p:nvSpPr>
                <p:spPr>
                  <a:xfrm>
                    <a:off x="-2463800" y="8884920"/>
                    <a:ext cx="2946400" cy="1734820"/>
                  </a:xfrm>
                  <a:custGeom>
                    <a:avLst/>
                    <a:gdLst>
                      <a:gd name="connsiteX0" fmla="*/ 2123440 w 2946400"/>
                      <a:gd name="connsiteY0" fmla="*/ 180340 h 1734820"/>
                      <a:gd name="connsiteX1" fmla="*/ 2085340 w 2946400"/>
                      <a:gd name="connsiteY1" fmla="*/ 218440 h 1734820"/>
                      <a:gd name="connsiteX2" fmla="*/ 2054860 w 2946400"/>
                      <a:gd name="connsiteY2" fmla="*/ 248920 h 1734820"/>
                      <a:gd name="connsiteX3" fmla="*/ 2037080 w 2946400"/>
                      <a:gd name="connsiteY3" fmla="*/ 297180 h 1734820"/>
                      <a:gd name="connsiteX4" fmla="*/ 2004060 w 2946400"/>
                      <a:gd name="connsiteY4" fmla="*/ 347980 h 1734820"/>
                      <a:gd name="connsiteX5" fmla="*/ 1950720 w 2946400"/>
                      <a:gd name="connsiteY5" fmla="*/ 406400 h 1734820"/>
                      <a:gd name="connsiteX6" fmla="*/ 1887220 w 2946400"/>
                      <a:gd name="connsiteY6" fmla="*/ 434340 h 1734820"/>
                      <a:gd name="connsiteX7" fmla="*/ 1831340 w 2946400"/>
                      <a:gd name="connsiteY7" fmla="*/ 452120 h 1734820"/>
                      <a:gd name="connsiteX8" fmla="*/ 1739900 w 2946400"/>
                      <a:gd name="connsiteY8" fmla="*/ 490220 h 1734820"/>
                      <a:gd name="connsiteX9" fmla="*/ 1706880 w 2946400"/>
                      <a:gd name="connsiteY9" fmla="*/ 510540 h 1734820"/>
                      <a:gd name="connsiteX10" fmla="*/ 1678940 w 2946400"/>
                      <a:gd name="connsiteY10" fmla="*/ 518160 h 1734820"/>
                      <a:gd name="connsiteX11" fmla="*/ 1656080 w 2946400"/>
                      <a:gd name="connsiteY11" fmla="*/ 505460 h 1734820"/>
                      <a:gd name="connsiteX12" fmla="*/ 1645920 w 2946400"/>
                      <a:gd name="connsiteY12" fmla="*/ 464820 h 1734820"/>
                      <a:gd name="connsiteX13" fmla="*/ 1628140 w 2946400"/>
                      <a:gd name="connsiteY13" fmla="*/ 431800 h 1734820"/>
                      <a:gd name="connsiteX14" fmla="*/ 1602740 w 2946400"/>
                      <a:gd name="connsiteY14" fmla="*/ 411480 h 1734820"/>
                      <a:gd name="connsiteX15" fmla="*/ 1551940 w 2946400"/>
                      <a:gd name="connsiteY15" fmla="*/ 424180 h 1734820"/>
                      <a:gd name="connsiteX16" fmla="*/ 1516380 w 2946400"/>
                      <a:gd name="connsiteY16" fmla="*/ 439420 h 1734820"/>
                      <a:gd name="connsiteX17" fmla="*/ 1488440 w 2946400"/>
                      <a:gd name="connsiteY17" fmla="*/ 419100 h 1734820"/>
                      <a:gd name="connsiteX18" fmla="*/ 1480820 w 2946400"/>
                      <a:gd name="connsiteY18" fmla="*/ 393700 h 1734820"/>
                      <a:gd name="connsiteX19" fmla="*/ 1490980 w 2946400"/>
                      <a:gd name="connsiteY19" fmla="*/ 370840 h 1734820"/>
                      <a:gd name="connsiteX20" fmla="*/ 1478280 w 2946400"/>
                      <a:gd name="connsiteY20" fmla="*/ 332740 h 1734820"/>
                      <a:gd name="connsiteX21" fmla="*/ 1460500 w 2946400"/>
                      <a:gd name="connsiteY21" fmla="*/ 314960 h 1734820"/>
                      <a:gd name="connsiteX22" fmla="*/ 1424940 w 2946400"/>
                      <a:gd name="connsiteY22" fmla="*/ 317500 h 1734820"/>
                      <a:gd name="connsiteX23" fmla="*/ 1399540 w 2946400"/>
                      <a:gd name="connsiteY23" fmla="*/ 330200 h 1734820"/>
                      <a:gd name="connsiteX24" fmla="*/ 1374140 w 2946400"/>
                      <a:gd name="connsiteY24" fmla="*/ 307340 h 1734820"/>
                      <a:gd name="connsiteX25" fmla="*/ 1338580 w 2946400"/>
                      <a:gd name="connsiteY25" fmla="*/ 266700 h 1734820"/>
                      <a:gd name="connsiteX26" fmla="*/ 1308100 w 2946400"/>
                      <a:gd name="connsiteY26" fmla="*/ 241300 h 1734820"/>
                      <a:gd name="connsiteX27" fmla="*/ 1254760 w 2946400"/>
                      <a:gd name="connsiteY27" fmla="*/ 259080 h 1734820"/>
                      <a:gd name="connsiteX28" fmla="*/ 1234440 w 2946400"/>
                      <a:gd name="connsiteY28" fmla="*/ 294640 h 1734820"/>
                      <a:gd name="connsiteX29" fmla="*/ 1193800 w 2946400"/>
                      <a:gd name="connsiteY29" fmla="*/ 307340 h 1734820"/>
                      <a:gd name="connsiteX30" fmla="*/ 1155700 w 2946400"/>
                      <a:gd name="connsiteY30" fmla="*/ 317500 h 1734820"/>
                      <a:gd name="connsiteX31" fmla="*/ 1115060 w 2946400"/>
                      <a:gd name="connsiteY31" fmla="*/ 365760 h 1734820"/>
                      <a:gd name="connsiteX32" fmla="*/ 1087120 w 2946400"/>
                      <a:gd name="connsiteY32" fmla="*/ 419100 h 1734820"/>
                      <a:gd name="connsiteX33" fmla="*/ 1069340 w 2946400"/>
                      <a:gd name="connsiteY33" fmla="*/ 449580 h 1734820"/>
                      <a:gd name="connsiteX34" fmla="*/ 1036320 w 2946400"/>
                      <a:gd name="connsiteY34" fmla="*/ 474980 h 1734820"/>
                      <a:gd name="connsiteX35" fmla="*/ 1010920 w 2946400"/>
                      <a:gd name="connsiteY35" fmla="*/ 482600 h 1734820"/>
                      <a:gd name="connsiteX36" fmla="*/ 967740 w 2946400"/>
                      <a:gd name="connsiteY36" fmla="*/ 464820 h 1734820"/>
                      <a:gd name="connsiteX37" fmla="*/ 944880 w 2946400"/>
                      <a:gd name="connsiteY37" fmla="*/ 485140 h 1734820"/>
                      <a:gd name="connsiteX38" fmla="*/ 942340 w 2946400"/>
                      <a:gd name="connsiteY38" fmla="*/ 528320 h 1734820"/>
                      <a:gd name="connsiteX39" fmla="*/ 944880 w 2946400"/>
                      <a:gd name="connsiteY39" fmla="*/ 576580 h 1734820"/>
                      <a:gd name="connsiteX40" fmla="*/ 937260 w 2946400"/>
                      <a:gd name="connsiteY40" fmla="*/ 632460 h 1734820"/>
                      <a:gd name="connsiteX41" fmla="*/ 894080 w 2946400"/>
                      <a:gd name="connsiteY41" fmla="*/ 675640 h 1734820"/>
                      <a:gd name="connsiteX42" fmla="*/ 866140 w 2946400"/>
                      <a:gd name="connsiteY42" fmla="*/ 685800 h 1734820"/>
                      <a:gd name="connsiteX43" fmla="*/ 828040 w 2946400"/>
                      <a:gd name="connsiteY43" fmla="*/ 678180 h 1734820"/>
                      <a:gd name="connsiteX44" fmla="*/ 825500 w 2946400"/>
                      <a:gd name="connsiteY44" fmla="*/ 642620 h 1734820"/>
                      <a:gd name="connsiteX45" fmla="*/ 812800 w 2946400"/>
                      <a:gd name="connsiteY45" fmla="*/ 612140 h 1734820"/>
                      <a:gd name="connsiteX46" fmla="*/ 795020 w 2946400"/>
                      <a:gd name="connsiteY46" fmla="*/ 581660 h 1734820"/>
                      <a:gd name="connsiteX47" fmla="*/ 769620 w 2946400"/>
                      <a:gd name="connsiteY47" fmla="*/ 571500 h 1734820"/>
                      <a:gd name="connsiteX48" fmla="*/ 723900 w 2946400"/>
                      <a:gd name="connsiteY48" fmla="*/ 579120 h 1734820"/>
                      <a:gd name="connsiteX49" fmla="*/ 680720 w 2946400"/>
                      <a:gd name="connsiteY49" fmla="*/ 566420 h 1734820"/>
                      <a:gd name="connsiteX50" fmla="*/ 660400 w 2946400"/>
                      <a:gd name="connsiteY50" fmla="*/ 553720 h 1734820"/>
                      <a:gd name="connsiteX51" fmla="*/ 612140 w 2946400"/>
                      <a:gd name="connsiteY51" fmla="*/ 546100 h 1734820"/>
                      <a:gd name="connsiteX52" fmla="*/ 584200 w 2946400"/>
                      <a:gd name="connsiteY52" fmla="*/ 533400 h 1734820"/>
                      <a:gd name="connsiteX53" fmla="*/ 568960 w 2946400"/>
                      <a:gd name="connsiteY53" fmla="*/ 495300 h 1734820"/>
                      <a:gd name="connsiteX54" fmla="*/ 568960 w 2946400"/>
                      <a:gd name="connsiteY54" fmla="*/ 452120 h 1734820"/>
                      <a:gd name="connsiteX55" fmla="*/ 568960 w 2946400"/>
                      <a:gd name="connsiteY55" fmla="*/ 411480 h 1734820"/>
                      <a:gd name="connsiteX56" fmla="*/ 566420 w 2946400"/>
                      <a:gd name="connsiteY56" fmla="*/ 378460 h 1734820"/>
                      <a:gd name="connsiteX57" fmla="*/ 591820 w 2946400"/>
                      <a:gd name="connsiteY57" fmla="*/ 365760 h 1734820"/>
                      <a:gd name="connsiteX58" fmla="*/ 624840 w 2946400"/>
                      <a:gd name="connsiteY58" fmla="*/ 355600 h 1734820"/>
                      <a:gd name="connsiteX59" fmla="*/ 637540 w 2946400"/>
                      <a:gd name="connsiteY59" fmla="*/ 330200 h 1734820"/>
                      <a:gd name="connsiteX60" fmla="*/ 617220 w 2946400"/>
                      <a:gd name="connsiteY60" fmla="*/ 314960 h 1734820"/>
                      <a:gd name="connsiteX61" fmla="*/ 574040 w 2946400"/>
                      <a:gd name="connsiteY61" fmla="*/ 317500 h 1734820"/>
                      <a:gd name="connsiteX62" fmla="*/ 548640 w 2946400"/>
                      <a:gd name="connsiteY62" fmla="*/ 325120 h 1734820"/>
                      <a:gd name="connsiteX63" fmla="*/ 487680 w 2946400"/>
                      <a:gd name="connsiteY63" fmla="*/ 317500 h 1734820"/>
                      <a:gd name="connsiteX64" fmla="*/ 439420 w 2946400"/>
                      <a:gd name="connsiteY64" fmla="*/ 320040 h 1734820"/>
                      <a:gd name="connsiteX65" fmla="*/ 393700 w 2946400"/>
                      <a:gd name="connsiteY65" fmla="*/ 320040 h 1734820"/>
                      <a:gd name="connsiteX66" fmla="*/ 365760 w 2946400"/>
                      <a:gd name="connsiteY66" fmla="*/ 327660 h 1734820"/>
                      <a:gd name="connsiteX67" fmla="*/ 335280 w 2946400"/>
                      <a:gd name="connsiteY67" fmla="*/ 345440 h 1734820"/>
                      <a:gd name="connsiteX68" fmla="*/ 327660 w 2946400"/>
                      <a:gd name="connsiteY68" fmla="*/ 381000 h 1734820"/>
                      <a:gd name="connsiteX69" fmla="*/ 335280 w 2946400"/>
                      <a:gd name="connsiteY69" fmla="*/ 439420 h 1734820"/>
                      <a:gd name="connsiteX70" fmla="*/ 337820 w 2946400"/>
                      <a:gd name="connsiteY70" fmla="*/ 495300 h 1734820"/>
                      <a:gd name="connsiteX71" fmla="*/ 332740 w 2946400"/>
                      <a:gd name="connsiteY71" fmla="*/ 543560 h 1734820"/>
                      <a:gd name="connsiteX72" fmla="*/ 297180 w 2946400"/>
                      <a:gd name="connsiteY72" fmla="*/ 571500 h 1734820"/>
                      <a:gd name="connsiteX73" fmla="*/ 254000 w 2946400"/>
                      <a:gd name="connsiteY73" fmla="*/ 612140 h 1734820"/>
                      <a:gd name="connsiteX74" fmla="*/ 213360 w 2946400"/>
                      <a:gd name="connsiteY74" fmla="*/ 642620 h 1734820"/>
                      <a:gd name="connsiteX75" fmla="*/ 154940 w 2946400"/>
                      <a:gd name="connsiteY75" fmla="*/ 657860 h 1734820"/>
                      <a:gd name="connsiteX76" fmla="*/ 83820 w 2946400"/>
                      <a:gd name="connsiteY76" fmla="*/ 685800 h 1734820"/>
                      <a:gd name="connsiteX77" fmla="*/ 53340 w 2946400"/>
                      <a:gd name="connsiteY77" fmla="*/ 706120 h 1734820"/>
                      <a:gd name="connsiteX78" fmla="*/ 7620 w 2946400"/>
                      <a:gd name="connsiteY78" fmla="*/ 703580 h 1734820"/>
                      <a:gd name="connsiteX79" fmla="*/ 0 w 2946400"/>
                      <a:gd name="connsiteY79" fmla="*/ 736600 h 1734820"/>
                      <a:gd name="connsiteX80" fmla="*/ 30480 w 2946400"/>
                      <a:gd name="connsiteY80" fmla="*/ 784860 h 1734820"/>
                      <a:gd name="connsiteX81" fmla="*/ 58420 w 2946400"/>
                      <a:gd name="connsiteY81" fmla="*/ 850900 h 1734820"/>
                      <a:gd name="connsiteX82" fmla="*/ 101600 w 2946400"/>
                      <a:gd name="connsiteY82" fmla="*/ 904240 h 1734820"/>
                      <a:gd name="connsiteX83" fmla="*/ 142240 w 2946400"/>
                      <a:gd name="connsiteY83" fmla="*/ 990600 h 1734820"/>
                      <a:gd name="connsiteX84" fmla="*/ 162560 w 2946400"/>
                      <a:gd name="connsiteY84" fmla="*/ 1028700 h 1734820"/>
                      <a:gd name="connsiteX85" fmla="*/ 182880 w 2946400"/>
                      <a:gd name="connsiteY85" fmla="*/ 1051560 h 1734820"/>
                      <a:gd name="connsiteX86" fmla="*/ 223520 w 2946400"/>
                      <a:gd name="connsiteY86" fmla="*/ 1046480 h 1734820"/>
                      <a:gd name="connsiteX87" fmla="*/ 266700 w 2946400"/>
                      <a:gd name="connsiteY87" fmla="*/ 1051560 h 1734820"/>
                      <a:gd name="connsiteX88" fmla="*/ 279400 w 2946400"/>
                      <a:gd name="connsiteY88" fmla="*/ 1066800 h 1734820"/>
                      <a:gd name="connsiteX89" fmla="*/ 287020 w 2946400"/>
                      <a:gd name="connsiteY89" fmla="*/ 1104900 h 1734820"/>
                      <a:gd name="connsiteX90" fmla="*/ 279400 w 2946400"/>
                      <a:gd name="connsiteY90" fmla="*/ 1160780 h 1734820"/>
                      <a:gd name="connsiteX91" fmla="*/ 256540 w 2946400"/>
                      <a:gd name="connsiteY91" fmla="*/ 1211580 h 1734820"/>
                      <a:gd name="connsiteX92" fmla="*/ 241300 w 2946400"/>
                      <a:gd name="connsiteY92" fmla="*/ 1270000 h 1734820"/>
                      <a:gd name="connsiteX93" fmla="*/ 215900 w 2946400"/>
                      <a:gd name="connsiteY93" fmla="*/ 1330960 h 1734820"/>
                      <a:gd name="connsiteX94" fmla="*/ 226060 w 2946400"/>
                      <a:gd name="connsiteY94" fmla="*/ 1432560 h 1734820"/>
                      <a:gd name="connsiteX95" fmla="*/ 233680 w 2946400"/>
                      <a:gd name="connsiteY95" fmla="*/ 1513840 h 1734820"/>
                      <a:gd name="connsiteX96" fmla="*/ 231140 w 2946400"/>
                      <a:gd name="connsiteY96" fmla="*/ 1564640 h 1734820"/>
                      <a:gd name="connsiteX97" fmla="*/ 243840 w 2946400"/>
                      <a:gd name="connsiteY97" fmla="*/ 1623060 h 1734820"/>
                      <a:gd name="connsiteX98" fmla="*/ 276860 w 2946400"/>
                      <a:gd name="connsiteY98" fmla="*/ 1653540 h 1734820"/>
                      <a:gd name="connsiteX99" fmla="*/ 365760 w 2946400"/>
                      <a:gd name="connsiteY99" fmla="*/ 1673860 h 1734820"/>
                      <a:gd name="connsiteX100" fmla="*/ 421640 w 2946400"/>
                      <a:gd name="connsiteY100" fmla="*/ 1696720 h 1734820"/>
                      <a:gd name="connsiteX101" fmla="*/ 474980 w 2946400"/>
                      <a:gd name="connsiteY101" fmla="*/ 1717040 h 1734820"/>
                      <a:gd name="connsiteX102" fmla="*/ 535940 w 2946400"/>
                      <a:gd name="connsiteY102" fmla="*/ 1717040 h 1734820"/>
                      <a:gd name="connsiteX103" fmla="*/ 568960 w 2946400"/>
                      <a:gd name="connsiteY103" fmla="*/ 1673860 h 1734820"/>
                      <a:gd name="connsiteX104" fmla="*/ 604520 w 2946400"/>
                      <a:gd name="connsiteY104" fmla="*/ 1640840 h 1734820"/>
                      <a:gd name="connsiteX105" fmla="*/ 640080 w 2946400"/>
                      <a:gd name="connsiteY105" fmla="*/ 1638300 h 1734820"/>
                      <a:gd name="connsiteX106" fmla="*/ 685800 w 2946400"/>
                      <a:gd name="connsiteY106" fmla="*/ 1671320 h 1734820"/>
                      <a:gd name="connsiteX107" fmla="*/ 728980 w 2946400"/>
                      <a:gd name="connsiteY107" fmla="*/ 1701800 h 1734820"/>
                      <a:gd name="connsiteX108" fmla="*/ 779780 w 2946400"/>
                      <a:gd name="connsiteY108" fmla="*/ 1719580 h 1734820"/>
                      <a:gd name="connsiteX109" fmla="*/ 853440 w 2946400"/>
                      <a:gd name="connsiteY109" fmla="*/ 1724660 h 1734820"/>
                      <a:gd name="connsiteX110" fmla="*/ 975360 w 2946400"/>
                      <a:gd name="connsiteY110" fmla="*/ 1734820 h 1734820"/>
                      <a:gd name="connsiteX111" fmla="*/ 1051560 w 2946400"/>
                      <a:gd name="connsiteY111" fmla="*/ 1727200 h 1734820"/>
                      <a:gd name="connsiteX112" fmla="*/ 1089660 w 2946400"/>
                      <a:gd name="connsiteY112" fmla="*/ 1676400 h 1734820"/>
                      <a:gd name="connsiteX113" fmla="*/ 1087120 w 2946400"/>
                      <a:gd name="connsiteY113" fmla="*/ 1607820 h 1734820"/>
                      <a:gd name="connsiteX114" fmla="*/ 1079500 w 2946400"/>
                      <a:gd name="connsiteY114" fmla="*/ 1531620 h 1734820"/>
                      <a:gd name="connsiteX115" fmla="*/ 1084580 w 2946400"/>
                      <a:gd name="connsiteY115" fmla="*/ 1483360 h 1734820"/>
                      <a:gd name="connsiteX116" fmla="*/ 1109980 w 2946400"/>
                      <a:gd name="connsiteY116" fmla="*/ 1442720 h 1734820"/>
                      <a:gd name="connsiteX117" fmla="*/ 1170940 w 2946400"/>
                      <a:gd name="connsiteY117" fmla="*/ 1417320 h 1734820"/>
                      <a:gd name="connsiteX118" fmla="*/ 1221740 w 2946400"/>
                      <a:gd name="connsiteY118" fmla="*/ 1424940 h 1734820"/>
                      <a:gd name="connsiteX119" fmla="*/ 1295400 w 2946400"/>
                      <a:gd name="connsiteY119" fmla="*/ 1417320 h 1734820"/>
                      <a:gd name="connsiteX120" fmla="*/ 1333500 w 2946400"/>
                      <a:gd name="connsiteY120" fmla="*/ 1424940 h 1734820"/>
                      <a:gd name="connsiteX121" fmla="*/ 1386840 w 2946400"/>
                      <a:gd name="connsiteY121" fmla="*/ 1427480 h 1734820"/>
                      <a:gd name="connsiteX122" fmla="*/ 1419860 w 2946400"/>
                      <a:gd name="connsiteY122" fmla="*/ 1386840 h 1734820"/>
                      <a:gd name="connsiteX123" fmla="*/ 1445260 w 2946400"/>
                      <a:gd name="connsiteY123" fmla="*/ 1323340 h 1734820"/>
                      <a:gd name="connsiteX124" fmla="*/ 1483360 w 2946400"/>
                      <a:gd name="connsiteY124" fmla="*/ 1280160 h 1734820"/>
                      <a:gd name="connsiteX125" fmla="*/ 1534160 w 2946400"/>
                      <a:gd name="connsiteY125" fmla="*/ 1242060 h 1734820"/>
                      <a:gd name="connsiteX126" fmla="*/ 1554480 w 2946400"/>
                      <a:gd name="connsiteY126" fmla="*/ 1229360 h 1734820"/>
                      <a:gd name="connsiteX127" fmla="*/ 1582420 w 2946400"/>
                      <a:gd name="connsiteY127" fmla="*/ 1160780 h 1734820"/>
                      <a:gd name="connsiteX128" fmla="*/ 1630680 w 2946400"/>
                      <a:gd name="connsiteY128" fmla="*/ 1097280 h 1734820"/>
                      <a:gd name="connsiteX129" fmla="*/ 1704340 w 2946400"/>
                      <a:gd name="connsiteY129" fmla="*/ 1018540 h 1734820"/>
                      <a:gd name="connsiteX130" fmla="*/ 1737360 w 2946400"/>
                      <a:gd name="connsiteY130" fmla="*/ 965200 h 1734820"/>
                      <a:gd name="connsiteX131" fmla="*/ 1775460 w 2946400"/>
                      <a:gd name="connsiteY131" fmla="*/ 922020 h 1734820"/>
                      <a:gd name="connsiteX132" fmla="*/ 1813560 w 2946400"/>
                      <a:gd name="connsiteY132" fmla="*/ 883920 h 1734820"/>
                      <a:gd name="connsiteX133" fmla="*/ 1823720 w 2946400"/>
                      <a:gd name="connsiteY133" fmla="*/ 853440 h 1734820"/>
                      <a:gd name="connsiteX134" fmla="*/ 1831340 w 2946400"/>
                      <a:gd name="connsiteY134" fmla="*/ 838200 h 1734820"/>
                      <a:gd name="connsiteX135" fmla="*/ 1874520 w 2946400"/>
                      <a:gd name="connsiteY135" fmla="*/ 843280 h 1734820"/>
                      <a:gd name="connsiteX136" fmla="*/ 1902460 w 2946400"/>
                      <a:gd name="connsiteY136" fmla="*/ 889000 h 1734820"/>
                      <a:gd name="connsiteX137" fmla="*/ 1938020 w 2946400"/>
                      <a:gd name="connsiteY137" fmla="*/ 944880 h 1734820"/>
                      <a:gd name="connsiteX138" fmla="*/ 1986280 w 2946400"/>
                      <a:gd name="connsiteY138" fmla="*/ 1013460 h 1734820"/>
                      <a:gd name="connsiteX139" fmla="*/ 2021840 w 2946400"/>
                      <a:gd name="connsiteY139" fmla="*/ 1046480 h 1734820"/>
                      <a:gd name="connsiteX140" fmla="*/ 2039620 w 2946400"/>
                      <a:gd name="connsiteY140" fmla="*/ 1084580 h 1734820"/>
                      <a:gd name="connsiteX141" fmla="*/ 2077720 w 2946400"/>
                      <a:gd name="connsiteY141" fmla="*/ 1102360 h 1734820"/>
                      <a:gd name="connsiteX142" fmla="*/ 2125980 w 2946400"/>
                      <a:gd name="connsiteY142" fmla="*/ 1079500 h 1734820"/>
                      <a:gd name="connsiteX143" fmla="*/ 2174240 w 2946400"/>
                      <a:gd name="connsiteY143" fmla="*/ 1071880 h 1734820"/>
                      <a:gd name="connsiteX144" fmla="*/ 2247900 w 2946400"/>
                      <a:gd name="connsiteY144" fmla="*/ 1079500 h 1734820"/>
                      <a:gd name="connsiteX145" fmla="*/ 2283460 w 2946400"/>
                      <a:gd name="connsiteY145" fmla="*/ 1107440 h 1734820"/>
                      <a:gd name="connsiteX146" fmla="*/ 2321560 w 2946400"/>
                      <a:gd name="connsiteY146" fmla="*/ 1150620 h 1734820"/>
                      <a:gd name="connsiteX147" fmla="*/ 2390140 w 2946400"/>
                      <a:gd name="connsiteY147" fmla="*/ 1181100 h 1734820"/>
                      <a:gd name="connsiteX148" fmla="*/ 2440940 w 2946400"/>
                      <a:gd name="connsiteY148" fmla="*/ 1229360 h 1734820"/>
                      <a:gd name="connsiteX149" fmla="*/ 2456180 w 2946400"/>
                      <a:gd name="connsiteY149" fmla="*/ 1282700 h 1734820"/>
                      <a:gd name="connsiteX150" fmla="*/ 2458720 w 2946400"/>
                      <a:gd name="connsiteY150" fmla="*/ 1346200 h 1734820"/>
                      <a:gd name="connsiteX151" fmla="*/ 2499360 w 2946400"/>
                      <a:gd name="connsiteY151" fmla="*/ 1404620 h 1734820"/>
                      <a:gd name="connsiteX152" fmla="*/ 2578100 w 2946400"/>
                      <a:gd name="connsiteY152" fmla="*/ 1478280 h 1734820"/>
                      <a:gd name="connsiteX153" fmla="*/ 2633980 w 2946400"/>
                      <a:gd name="connsiteY153" fmla="*/ 1501140 h 1734820"/>
                      <a:gd name="connsiteX154" fmla="*/ 2692400 w 2946400"/>
                      <a:gd name="connsiteY154" fmla="*/ 1490980 h 1734820"/>
                      <a:gd name="connsiteX155" fmla="*/ 2778760 w 2946400"/>
                      <a:gd name="connsiteY155" fmla="*/ 1490980 h 1734820"/>
                      <a:gd name="connsiteX156" fmla="*/ 2839720 w 2946400"/>
                      <a:gd name="connsiteY156" fmla="*/ 1508760 h 1734820"/>
                      <a:gd name="connsiteX157" fmla="*/ 2877820 w 2946400"/>
                      <a:gd name="connsiteY157" fmla="*/ 1506220 h 1734820"/>
                      <a:gd name="connsiteX158" fmla="*/ 2890520 w 2946400"/>
                      <a:gd name="connsiteY158" fmla="*/ 1468120 h 1734820"/>
                      <a:gd name="connsiteX159" fmla="*/ 2887980 w 2946400"/>
                      <a:gd name="connsiteY159" fmla="*/ 1440180 h 1734820"/>
                      <a:gd name="connsiteX160" fmla="*/ 2918460 w 2946400"/>
                      <a:gd name="connsiteY160" fmla="*/ 1386840 h 1734820"/>
                      <a:gd name="connsiteX161" fmla="*/ 2918460 w 2946400"/>
                      <a:gd name="connsiteY161" fmla="*/ 1356360 h 1734820"/>
                      <a:gd name="connsiteX162" fmla="*/ 2941320 w 2946400"/>
                      <a:gd name="connsiteY162" fmla="*/ 1330960 h 1734820"/>
                      <a:gd name="connsiteX163" fmla="*/ 2946400 w 2946400"/>
                      <a:gd name="connsiteY163" fmla="*/ 1292860 h 1734820"/>
                      <a:gd name="connsiteX164" fmla="*/ 2918460 w 2946400"/>
                      <a:gd name="connsiteY164" fmla="*/ 1264920 h 1734820"/>
                      <a:gd name="connsiteX165" fmla="*/ 2862580 w 2946400"/>
                      <a:gd name="connsiteY165" fmla="*/ 1264920 h 1734820"/>
                      <a:gd name="connsiteX166" fmla="*/ 2811780 w 2946400"/>
                      <a:gd name="connsiteY166" fmla="*/ 1229360 h 1734820"/>
                      <a:gd name="connsiteX167" fmla="*/ 2778760 w 2946400"/>
                      <a:gd name="connsiteY167" fmla="*/ 1214120 h 1734820"/>
                      <a:gd name="connsiteX168" fmla="*/ 2735580 w 2946400"/>
                      <a:gd name="connsiteY168" fmla="*/ 1168400 h 1734820"/>
                      <a:gd name="connsiteX169" fmla="*/ 2720340 w 2946400"/>
                      <a:gd name="connsiteY169" fmla="*/ 1115060 h 1734820"/>
                      <a:gd name="connsiteX170" fmla="*/ 2694940 w 2946400"/>
                      <a:gd name="connsiteY170" fmla="*/ 1079500 h 1734820"/>
                      <a:gd name="connsiteX171" fmla="*/ 2659380 w 2946400"/>
                      <a:gd name="connsiteY171" fmla="*/ 1051560 h 1734820"/>
                      <a:gd name="connsiteX172" fmla="*/ 2644140 w 2946400"/>
                      <a:gd name="connsiteY172" fmla="*/ 1003300 h 1734820"/>
                      <a:gd name="connsiteX173" fmla="*/ 2641600 w 2946400"/>
                      <a:gd name="connsiteY173" fmla="*/ 922020 h 1734820"/>
                      <a:gd name="connsiteX174" fmla="*/ 2646680 w 2946400"/>
                      <a:gd name="connsiteY174" fmla="*/ 817880 h 1734820"/>
                      <a:gd name="connsiteX175" fmla="*/ 2618740 w 2946400"/>
                      <a:gd name="connsiteY175" fmla="*/ 756920 h 1734820"/>
                      <a:gd name="connsiteX176" fmla="*/ 2618740 w 2946400"/>
                      <a:gd name="connsiteY176" fmla="*/ 660400 h 1734820"/>
                      <a:gd name="connsiteX177" fmla="*/ 2618740 w 2946400"/>
                      <a:gd name="connsiteY177" fmla="*/ 604520 h 1734820"/>
                      <a:gd name="connsiteX178" fmla="*/ 2603500 w 2946400"/>
                      <a:gd name="connsiteY178" fmla="*/ 548640 h 1734820"/>
                      <a:gd name="connsiteX179" fmla="*/ 2600960 w 2946400"/>
                      <a:gd name="connsiteY179" fmla="*/ 495300 h 1734820"/>
                      <a:gd name="connsiteX180" fmla="*/ 2603500 w 2946400"/>
                      <a:gd name="connsiteY180" fmla="*/ 426720 h 1734820"/>
                      <a:gd name="connsiteX181" fmla="*/ 2603500 w 2946400"/>
                      <a:gd name="connsiteY181" fmla="*/ 370840 h 1734820"/>
                      <a:gd name="connsiteX182" fmla="*/ 2626360 w 2946400"/>
                      <a:gd name="connsiteY182" fmla="*/ 340360 h 1734820"/>
                      <a:gd name="connsiteX183" fmla="*/ 2623820 w 2946400"/>
                      <a:gd name="connsiteY183" fmla="*/ 297180 h 1734820"/>
                      <a:gd name="connsiteX184" fmla="*/ 2593340 w 2946400"/>
                      <a:gd name="connsiteY184" fmla="*/ 274320 h 1734820"/>
                      <a:gd name="connsiteX185" fmla="*/ 2560320 w 2946400"/>
                      <a:gd name="connsiteY185" fmla="*/ 241300 h 1734820"/>
                      <a:gd name="connsiteX186" fmla="*/ 2527300 w 2946400"/>
                      <a:gd name="connsiteY186" fmla="*/ 180340 h 1734820"/>
                      <a:gd name="connsiteX187" fmla="*/ 2479040 w 2946400"/>
                      <a:gd name="connsiteY187" fmla="*/ 152400 h 1734820"/>
                      <a:gd name="connsiteX188" fmla="*/ 2433320 w 2946400"/>
                      <a:gd name="connsiteY188" fmla="*/ 121920 h 1734820"/>
                      <a:gd name="connsiteX189" fmla="*/ 2369820 w 2946400"/>
                      <a:gd name="connsiteY189" fmla="*/ 83820 h 1734820"/>
                      <a:gd name="connsiteX190" fmla="*/ 2321560 w 2946400"/>
                      <a:gd name="connsiteY190" fmla="*/ 45720 h 1734820"/>
                      <a:gd name="connsiteX191" fmla="*/ 2306320 w 2946400"/>
                      <a:gd name="connsiteY191" fmla="*/ 12700 h 1734820"/>
                      <a:gd name="connsiteX192" fmla="*/ 2275840 w 2946400"/>
                      <a:gd name="connsiteY192" fmla="*/ 0 h 1734820"/>
                      <a:gd name="connsiteX193" fmla="*/ 2247900 w 2946400"/>
                      <a:gd name="connsiteY193" fmla="*/ 0 h 1734820"/>
                      <a:gd name="connsiteX194" fmla="*/ 2227580 w 2946400"/>
                      <a:gd name="connsiteY194" fmla="*/ 27940 h 1734820"/>
                      <a:gd name="connsiteX195" fmla="*/ 2212340 w 2946400"/>
                      <a:gd name="connsiteY195" fmla="*/ 71120 h 1734820"/>
                      <a:gd name="connsiteX196" fmla="*/ 2179320 w 2946400"/>
                      <a:gd name="connsiteY196" fmla="*/ 111760 h 1734820"/>
                      <a:gd name="connsiteX197" fmla="*/ 2181860 w 2946400"/>
                      <a:gd name="connsiteY197" fmla="*/ 142240 h 1734820"/>
                      <a:gd name="connsiteX198" fmla="*/ 2123440 w 2946400"/>
                      <a:gd name="connsiteY198" fmla="*/ 180340 h 1734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Lst>
                    <a:rect l="l" t="t" r="r" b="b"/>
                    <a:pathLst>
                      <a:path w="2946400" h="1734820">
                        <a:moveTo>
                          <a:pt x="2123440" y="180340"/>
                        </a:moveTo>
                        <a:lnTo>
                          <a:pt x="2085340" y="218440"/>
                        </a:lnTo>
                        <a:lnTo>
                          <a:pt x="2054860" y="248920"/>
                        </a:lnTo>
                        <a:lnTo>
                          <a:pt x="2037080" y="297180"/>
                        </a:lnTo>
                        <a:lnTo>
                          <a:pt x="2004060" y="347980"/>
                        </a:lnTo>
                        <a:lnTo>
                          <a:pt x="1950720" y="406400"/>
                        </a:lnTo>
                        <a:lnTo>
                          <a:pt x="1887220" y="434340"/>
                        </a:lnTo>
                        <a:lnTo>
                          <a:pt x="1831340" y="452120"/>
                        </a:lnTo>
                        <a:lnTo>
                          <a:pt x="1739900" y="490220"/>
                        </a:lnTo>
                        <a:lnTo>
                          <a:pt x="1706880" y="510540"/>
                        </a:lnTo>
                        <a:lnTo>
                          <a:pt x="1678940" y="518160"/>
                        </a:lnTo>
                        <a:lnTo>
                          <a:pt x="1656080" y="505460"/>
                        </a:lnTo>
                        <a:lnTo>
                          <a:pt x="1645920" y="464820"/>
                        </a:lnTo>
                        <a:lnTo>
                          <a:pt x="1628140" y="431800"/>
                        </a:lnTo>
                        <a:lnTo>
                          <a:pt x="1602740" y="411480"/>
                        </a:lnTo>
                        <a:lnTo>
                          <a:pt x="1551940" y="424180"/>
                        </a:lnTo>
                        <a:lnTo>
                          <a:pt x="1516380" y="439420"/>
                        </a:lnTo>
                        <a:lnTo>
                          <a:pt x="1488440" y="419100"/>
                        </a:lnTo>
                        <a:lnTo>
                          <a:pt x="1480820" y="393700"/>
                        </a:lnTo>
                        <a:lnTo>
                          <a:pt x="1490980" y="370840"/>
                        </a:lnTo>
                        <a:lnTo>
                          <a:pt x="1478280" y="332740"/>
                        </a:lnTo>
                        <a:lnTo>
                          <a:pt x="1460500" y="314960"/>
                        </a:lnTo>
                        <a:lnTo>
                          <a:pt x="1424940" y="317500"/>
                        </a:lnTo>
                        <a:lnTo>
                          <a:pt x="1399540" y="330200"/>
                        </a:lnTo>
                        <a:lnTo>
                          <a:pt x="1374140" y="307340"/>
                        </a:lnTo>
                        <a:lnTo>
                          <a:pt x="1338580" y="266700"/>
                        </a:lnTo>
                        <a:lnTo>
                          <a:pt x="1308100" y="241300"/>
                        </a:lnTo>
                        <a:lnTo>
                          <a:pt x="1254760" y="259080"/>
                        </a:lnTo>
                        <a:lnTo>
                          <a:pt x="1234440" y="294640"/>
                        </a:lnTo>
                        <a:lnTo>
                          <a:pt x="1193800" y="307340"/>
                        </a:lnTo>
                        <a:lnTo>
                          <a:pt x="1155700" y="317500"/>
                        </a:lnTo>
                        <a:lnTo>
                          <a:pt x="1115060" y="365760"/>
                        </a:lnTo>
                        <a:lnTo>
                          <a:pt x="1087120" y="419100"/>
                        </a:lnTo>
                        <a:lnTo>
                          <a:pt x="1069340" y="449580"/>
                        </a:lnTo>
                        <a:lnTo>
                          <a:pt x="1036320" y="474980"/>
                        </a:lnTo>
                        <a:lnTo>
                          <a:pt x="1010920" y="482600"/>
                        </a:lnTo>
                        <a:lnTo>
                          <a:pt x="967740" y="464820"/>
                        </a:lnTo>
                        <a:lnTo>
                          <a:pt x="944880" y="485140"/>
                        </a:lnTo>
                        <a:lnTo>
                          <a:pt x="942340" y="528320"/>
                        </a:lnTo>
                        <a:lnTo>
                          <a:pt x="944880" y="576580"/>
                        </a:lnTo>
                        <a:lnTo>
                          <a:pt x="937260" y="632460"/>
                        </a:lnTo>
                        <a:lnTo>
                          <a:pt x="894080" y="675640"/>
                        </a:lnTo>
                        <a:lnTo>
                          <a:pt x="866140" y="685800"/>
                        </a:lnTo>
                        <a:lnTo>
                          <a:pt x="828040" y="678180"/>
                        </a:lnTo>
                        <a:lnTo>
                          <a:pt x="825500" y="642620"/>
                        </a:lnTo>
                        <a:lnTo>
                          <a:pt x="812800" y="612140"/>
                        </a:lnTo>
                        <a:lnTo>
                          <a:pt x="795020" y="581660"/>
                        </a:lnTo>
                        <a:lnTo>
                          <a:pt x="769620" y="571500"/>
                        </a:lnTo>
                        <a:lnTo>
                          <a:pt x="723900" y="579120"/>
                        </a:lnTo>
                        <a:lnTo>
                          <a:pt x="680720" y="566420"/>
                        </a:lnTo>
                        <a:lnTo>
                          <a:pt x="660400" y="553720"/>
                        </a:lnTo>
                        <a:lnTo>
                          <a:pt x="612140" y="546100"/>
                        </a:lnTo>
                        <a:lnTo>
                          <a:pt x="584200" y="533400"/>
                        </a:lnTo>
                        <a:lnTo>
                          <a:pt x="568960" y="495300"/>
                        </a:lnTo>
                        <a:lnTo>
                          <a:pt x="568960" y="452120"/>
                        </a:lnTo>
                        <a:lnTo>
                          <a:pt x="568960" y="411480"/>
                        </a:lnTo>
                        <a:lnTo>
                          <a:pt x="566420" y="378460"/>
                        </a:lnTo>
                        <a:lnTo>
                          <a:pt x="591820" y="365760"/>
                        </a:lnTo>
                        <a:lnTo>
                          <a:pt x="624840" y="355600"/>
                        </a:lnTo>
                        <a:lnTo>
                          <a:pt x="637540" y="330200"/>
                        </a:lnTo>
                        <a:lnTo>
                          <a:pt x="617220" y="314960"/>
                        </a:lnTo>
                        <a:lnTo>
                          <a:pt x="574040" y="317500"/>
                        </a:lnTo>
                        <a:lnTo>
                          <a:pt x="548640" y="325120"/>
                        </a:lnTo>
                        <a:lnTo>
                          <a:pt x="487680" y="317500"/>
                        </a:lnTo>
                        <a:lnTo>
                          <a:pt x="439420" y="320040"/>
                        </a:lnTo>
                        <a:lnTo>
                          <a:pt x="393700" y="320040"/>
                        </a:lnTo>
                        <a:lnTo>
                          <a:pt x="365760" y="327660"/>
                        </a:lnTo>
                        <a:lnTo>
                          <a:pt x="335280" y="345440"/>
                        </a:lnTo>
                        <a:lnTo>
                          <a:pt x="327660" y="381000"/>
                        </a:lnTo>
                        <a:lnTo>
                          <a:pt x="335280" y="439420"/>
                        </a:lnTo>
                        <a:lnTo>
                          <a:pt x="337820" y="495300"/>
                        </a:lnTo>
                        <a:lnTo>
                          <a:pt x="332740" y="543560"/>
                        </a:lnTo>
                        <a:lnTo>
                          <a:pt x="297180" y="571500"/>
                        </a:lnTo>
                        <a:lnTo>
                          <a:pt x="254000" y="612140"/>
                        </a:lnTo>
                        <a:lnTo>
                          <a:pt x="213360" y="642620"/>
                        </a:lnTo>
                        <a:lnTo>
                          <a:pt x="154940" y="657860"/>
                        </a:lnTo>
                        <a:lnTo>
                          <a:pt x="83820" y="685800"/>
                        </a:lnTo>
                        <a:lnTo>
                          <a:pt x="53340" y="706120"/>
                        </a:lnTo>
                        <a:lnTo>
                          <a:pt x="7620" y="703580"/>
                        </a:lnTo>
                        <a:lnTo>
                          <a:pt x="0" y="736600"/>
                        </a:lnTo>
                        <a:lnTo>
                          <a:pt x="30480" y="784860"/>
                        </a:lnTo>
                        <a:lnTo>
                          <a:pt x="58420" y="850900"/>
                        </a:lnTo>
                        <a:lnTo>
                          <a:pt x="101600" y="904240"/>
                        </a:lnTo>
                        <a:lnTo>
                          <a:pt x="142240" y="990600"/>
                        </a:lnTo>
                        <a:lnTo>
                          <a:pt x="162560" y="1028700"/>
                        </a:lnTo>
                        <a:lnTo>
                          <a:pt x="182880" y="1051560"/>
                        </a:lnTo>
                        <a:lnTo>
                          <a:pt x="223520" y="1046480"/>
                        </a:lnTo>
                        <a:lnTo>
                          <a:pt x="266700" y="1051560"/>
                        </a:lnTo>
                        <a:lnTo>
                          <a:pt x="279400" y="1066800"/>
                        </a:lnTo>
                        <a:lnTo>
                          <a:pt x="287020" y="1104900"/>
                        </a:lnTo>
                        <a:lnTo>
                          <a:pt x="279400" y="1160780"/>
                        </a:lnTo>
                        <a:lnTo>
                          <a:pt x="256540" y="1211580"/>
                        </a:lnTo>
                        <a:lnTo>
                          <a:pt x="241300" y="1270000"/>
                        </a:lnTo>
                        <a:lnTo>
                          <a:pt x="215900" y="1330960"/>
                        </a:lnTo>
                        <a:lnTo>
                          <a:pt x="226060" y="1432560"/>
                        </a:lnTo>
                        <a:lnTo>
                          <a:pt x="233680" y="1513840"/>
                        </a:lnTo>
                        <a:lnTo>
                          <a:pt x="231140" y="1564640"/>
                        </a:lnTo>
                        <a:lnTo>
                          <a:pt x="243840" y="1623060"/>
                        </a:lnTo>
                        <a:lnTo>
                          <a:pt x="276860" y="1653540"/>
                        </a:lnTo>
                        <a:lnTo>
                          <a:pt x="365760" y="1673860"/>
                        </a:lnTo>
                        <a:lnTo>
                          <a:pt x="421640" y="1696720"/>
                        </a:lnTo>
                        <a:lnTo>
                          <a:pt x="474980" y="1717040"/>
                        </a:lnTo>
                        <a:lnTo>
                          <a:pt x="535940" y="1717040"/>
                        </a:lnTo>
                        <a:lnTo>
                          <a:pt x="568960" y="1673860"/>
                        </a:lnTo>
                        <a:lnTo>
                          <a:pt x="604520" y="1640840"/>
                        </a:lnTo>
                        <a:lnTo>
                          <a:pt x="640080" y="1638300"/>
                        </a:lnTo>
                        <a:lnTo>
                          <a:pt x="685800" y="1671320"/>
                        </a:lnTo>
                        <a:lnTo>
                          <a:pt x="728980" y="1701800"/>
                        </a:lnTo>
                        <a:lnTo>
                          <a:pt x="779780" y="1719580"/>
                        </a:lnTo>
                        <a:lnTo>
                          <a:pt x="853440" y="1724660"/>
                        </a:lnTo>
                        <a:lnTo>
                          <a:pt x="975360" y="1734820"/>
                        </a:lnTo>
                        <a:lnTo>
                          <a:pt x="1051560" y="1727200"/>
                        </a:lnTo>
                        <a:lnTo>
                          <a:pt x="1089660" y="1676400"/>
                        </a:lnTo>
                        <a:cubicBezTo>
                          <a:pt x="1088813" y="1653540"/>
                          <a:pt x="1087967" y="1630680"/>
                          <a:pt x="1087120" y="1607820"/>
                        </a:cubicBezTo>
                        <a:lnTo>
                          <a:pt x="1079500" y="1531620"/>
                        </a:lnTo>
                        <a:lnTo>
                          <a:pt x="1084580" y="1483360"/>
                        </a:lnTo>
                        <a:lnTo>
                          <a:pt x="1109980" y="1442720"/>
                        </a:lnTo>
                        <a:lnTo>
                          <a:pt x="1170940" y="1417320"/>
                        </a:lnTo>
                        <a:lnTo>
                          <a:pt x="1221740" y="1424940"/>
                        </a:lnTo>
                        <a:lnTo>
                          <a:pt x="1295400" y="1417320"/>
                        </a:lnTo>
                        <a:lnTo>
                          <a:pt x="1333500" y="1424940"/>
                        </a:lnTo>
                        <a:lnTo>
                          <a:pt x="1386840" y="1427480"/>
                        </a:lnTo>
                        <a:lnTo>
                          <a:pt x="1419860" y="1386840"/>
                        </a:lnTo>
                        <a:lnTo>
                          <a:pt x="1445260" y="1323340"/>
                        </a:lnTo>
                        <a:lnTo>
                          <a:pt x="1483360" y="1280160"/>
                        </a:lnTo>
                        <a:lnTo>
                          <a:pt x="1534160" y="1242060"/>
                        </a:lnTo>
                        <a:lnTo>
                          <a:pt x="1554480" y="1229360"/>
                        </a:lnTo>
                        <a:lnTo>
                          <a:pt x="1582420" y="1160780"/>
                        </a:lnTo>
                        <a:lnTo>
                          <a:pt x="1630680" y="1097280"/>
                        </a:lnTo>
                        <a:lnTo>
                          <a:pt x="1704340" y="1018540"/>
                        </a:lnTo>
                        <a:lnTo>
                          <a:pt x="1737360" y="965200"/>
                        </a:lnTo>
                        <a:lnTo>
                          <a:pt x="1775460" y="922020"/>
                        </a:lnTo>
                        <a:lnTo>
                          <a:pt x="1813560" y="883920"/>
                        </a:lnTo>
                        <a:lnTo>
                          <a:pt x="1823720" y="853440"/>
                        </a:lnTo>
                        <a:lnTo>
                          <a:pt x="1831340" y="838200"/>
                        </a:lnTo>
                        <a:lnTo>
                          <a:pt x="1874520" y="843280"/>
                        </a:lnTo>
                        <a:lnTo>
                          <a:pt x="1902460" y="889000"/>
                        </a:lnTo>
                        <a:lnTo>
                          <a:pt x="1938020" y="944880"/>
                        </a:lnTo>
                        <a:lnTo>
                          <a:pt x="1986280" y="1013460"/>
                        </a:lnTo>
                        <a:lnTo>
                          <a:pt x="2021840" y="1046480"/>
                        </a:lnTo>
                        <a:lnTo>
                          <a:pt x="2039620" y="1084580"/>
                        </a:lnTo>
                        <a:lnTo>
                          <a:pt x="2077720" y="1102360"/>
                        </a:lnTo>
                        <a:lnTo>
                          <a:pt x="2125980" y="1079500"/>
                        </a:lnTo>
                        <a:lnTo>
                          <a:pt x="2174240" y="1071880"/>
                        </a:lnTo>
                        <a:lnTo>
                          <a:pt x="2247900" y="1079500"/>
                        </a:lnTo>
                        <a:lnTo>
                          <a:pt x="2283460" y="1107440"/>
                        </a:lnTo>
                        <a:lnTo>
                          <a:pt x="2321560" y="1150620"/>
                        </a:lnTo>
                        <a:lnTo>
                          <a:pt x="2390140" y="1181100"/>
                        </a:lnTo>
                        <a:lnTo>
                          <a:pt x="2440940" y="1229360"/>
                        </a:lnTo>
                        <a:lnTo>
                          <a:pt x="2456180" y="1282700"/>
                        </a:lnTo>
                        <a:lnTo>
                          <a:pt x="2458720" y="1346200"/>
                        </a:lnTo>
                        <a:lnTo>
                          <a:pt x="2499360" y="1404620"/>
                        </a:lnTo>
                        <a:lnTo>
                          <a:pt x="2578100" y="1478280"/>
                        </a:lnTo>
                        <a:lnTo>
                          <a:pt x="2633980" y="1501140"/>
                        </a:lnTo>
                        <a:lnTo>
                          <a:pt x="2692400" y="1490980"/>
                        </a:lnTo>
                        <a:lnTo>
                          <a:pt x="2778760" y="1490980"/>
                        </a:lnTo>
                        <a:lnTo>
                          <a:pt x="2839720" y="1508760"/>
                        </a:lnTo>
                        <a:lnTo>
                          <a:pt x="2877820" y="1506220"/>
                        </a:lnTo>
                        <a:lnTo>
                          <a:pt x="2890520" y="1468120"/>
                        </a:lnTo>
                        <a:lnTo>
                          <a:pt x="2887980" y="1440180"/>
                        </a:lnTo>
                        <a:lnTo>
                          <a:pt x="2918460" y="1386840"/>
                        </a:lnTo>
                        <a:lnTo>
                          <a:pt x="2918460" y="1356360"/>
                        </a:lnTo>
                        <a:lnTo>
                          <a:pt x="2941320" y="1330960"/>
                        </a:lnTo>
                        <a:lnTo>
                          <a:pt x="2946400" y="1292860"/>
                        </a:lnTo>
                        <a:lnTo>
                          <a:pt x="2918460" y="1264920"/>
                        </a:lnTo>
                        <a:lnTo>
                          <a:pt x="2862580" y="1264920"/>
                        </a:lnTo>
                        <a:lnTo>
                          <a:pt x="2811780" y="1229360"/>
                        </a:lnTo>
                        <a:lnTo>
                          <a:pt x="2778760" y="1214120"/>
                        </a:lnTo>
                        <a:lnTo>
                          <a:pt x="2735580" y="1168400"/>
                        </a:lnTo>
                        <a:lnTo>
                          <a:pt x="2720340" y="1115060"/>
                        </a:lnTo>
                        <a:lnTo>
                          <a:pt x="2694940" y="1079500"/>
                        </a:lnTo>
                        <a:lnTo>
                          <a:pt x="2659380" y="1051560"/>
                        </a:lnTo>
                        <a:lnTo>
                          <a:pt x="2644140" y="1003300"/>
                        </a:lnTo>
                        <a:cubicBezTo>
                          <a:pt x="2643293" y="976207"/>
                          <a:pt x="2642447" y="949113"/>
                          <a:pt x="2641600" y="922020"/>
                        </a:cubicBezTo>
                        <a:lnTo>
                          <a:pt x="2646680" y="817880"/>
                        </a:lnTo>
                        <a:lnTo>
                          <a:pt x="2618740" y="756920"/>
                        </a:lnTo>
                        <a:lnTo>
                          <a:pt x="2618740" y="660400"/>
                        </a:lnTo>
                        <a:lnTo>
                          <a:pt x="2618740" y="604520"/>
                        </a:lnTo>
                        <a:lnTo>
                          <a:pt x="2603500" y="548640"/>
                        </a:lnTo>
                        <a:lnTo>
                          <a:pt x="2600960" y="495300"/>
                        </a:lnTo>
                        <a:cubicBezTo>
                          <a:pt x="2601807" y="472440"/>
                          <a:pt x="2602653" y="449580"/>
                          <a:pt x="2603500" y="426720"/>
                        </a:cubicBezTo>
                        <a:lnTo>
                          <a:pt x="2603500" y="370840"/>
                        </a:lnTo>
                        <a:lnTo>
                          <a:pt x="2626360" y="340360"/>
                        </a:lnTo>
                        <a:lnTo>
                          <a:pt x="2623820" y="297180"/>
                        </a:lnTo>
                        <a:lnTo>
                          <a:pt x="2593340" y="274320"/>
                        </a:lnTo>
                        <a:lnTo>
                          <a:pt x="2560320" y="241300"/>
                        </a:lnTo>
                        <a:lnTo>
                          <a:pt x="2527300" y="180340"/>
                        </a:lnTo>
                        <a:lnTo>
                          <a:pt x="2479040" y="152400"/>
                        </a:lnTo>
                        <a:lnTo>
                          <a:pt x="2433320" y="121920"/>
                        </a:lnTo>
                        <a:lnTo>
                          <a:pt x="2369820" y="83820"/>
                        </a:lnTo>
                        <a:lnTo>
                          <a:pt x="2321560" y="45720"/>
                        </a:lnTo>
                        <a:lnTo>
                          <a:pt x="2306320" y="12700"/>
                        </a:lnTo>
                        <a:lnTo>
                          <a:pt x="2275840" y="0"/>
                        </a:lnTo>
                        <a:lnTo>
                          <a:pt x="2247900" y="0"/>
                        </a:lnTo>
                        <a:lnTo>
                          <a:pt x="2227580" y="27940"/>
                        </a:lnTo>
                        <a:lnTo>
                          <a:pt x="2212340" y="71120"/>
                        </a:lnTo>
                        <a:lnTo>
                          <a:pt x="2179320" y="111760"/>
                        </a:lnTo>
                        <a:lnTo>
                          <a:pt x="2181860" y="142240"/>
                        </a:lnTo>
                        <a:lnTo>
                          <a:pt x="2123440" y="180340"/>
                        </a:lnTo>
                        <a:close/>
                      </a:path>
                    </a:pathLst>
                  </a:cu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700">
                      <a:ln>
                        <a:solidFill>
                          <a:schemeClr val="accent1">
                            <a:alpha val="0"/>
                          </a:schemeClr>
                        </a:solidFill>
                      </a:ln>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69" name="관악구">
                    <a:extLst>
                      <a:ext uri="{FF2B5EF4-FFF2-40B4-BE49-F238E27FC236}">
                        <a16:creationId xmlns:a16="http://schemas.microsoft.com/office/drawing/2014/main" id="{06DCD297-88CF-5CFF-786C-1D588544A841}"/>
                      </a:ext>
                    </a:extLst>
                  </p:cNvPr>
                  <p:cNvSpPr/>
                  <p:nvPr/>
                </p:nvSpPr>
                <p:spPr>
                  <a:xfrm>
                    <a:off x="502227" y="9836727"/>
                    <a:ext cx="2739737" cy="2355273"/>
                  </a:xfrm>
                  <a:custGeom>
                    <a:avLst/>
                    <a:gdLst>
                      <a:gd name="connsiteX0" fmla="*/ 2019300 w 2739737"/>
                      <a:gd name="connsiteY0" fmla="*/ 1943100 h 2355273"/>
                      <a:gd name="connsiteX1" fmla="*/ 2112818 w 2739737"/>
                      <a:gd name="connsiteY1" fmla="*/ 1918855 h 2355273"/>
                      <a:gd name="connsiteX2" fmla="*/ 2147455 w 2739737"/>
                      <a:gd name="connsiteY2" fmla="*/ 1891146 h 2355273"/>
                      <a:gd name="connsiteX3" fmla="*/ 2185555 w 2739737"/>
                      <a:gd name="connsiteY3" fmla="*/ 1894609 h 2355273"/>
                      <a:gd name="connsiteX4" fmla="*/ 2240973 w 2739737"/>
                      <a:gd name="connsiteY4" fmla="*/ 1887682 h 2355273"/>
                      <a:gd name="connsiteX5" fmla="*/ 2279073 w 2739737"/>
                      <a:gd name="connsiteY5" fmla="*/ 1842655 h 2355273"/>
                      <a:gd name="connsiteX6" fmla="*/ 2341418 w 2739737"/>
                      <a:gd name="connsiteY6" fmla="*/ 1783773 h 2355273"/>
                      <a:gd name="connsiteX7" fmla="*/ 2393373 w 2739737"/>
                      <a:gd name="connsiteY7" fmla="*/ 1749137 h 2355273"/>
                      <a:gd name="connsiteX8" fmla="*/ 2438400 w 2739737"/>
                      <a:gd name="connsiteY8" fmla="*/ 1714500 h 2355273"/>
                      <a:gd name="connsiteX9" fmla="*/ 2462646 w 2739737"/>
                      <a:gd name="connsiteY9" fmla="*/ 1652155 h 2355273"/>
                      <a:gd name="connsiteX10" fmla="*/ 2490355 w 2739737"/>
                      <a:gd name="connsiteY10" fmla="*/ 1593273 h 2355273"/>
                      <a:gd name="connsiteX11" fmla="*/ 2500746 w 2739737"/>
                      <a:gd name="connsiteY11" fmla="*/ 1548246 h 2355273"/>
                      <a:gd name="connsiteX12" fmla="*/ 2545773 w 2739737"/>
                      <a:gd name="connsiteY12" fmla="*/ 1510146 h 2355273"/>
                      <a:gd name="connsiteX13" fmla="*/ 2660073 w 2739737"/>
                      <a:gd name="connsiteY13" fmla="*/ 1465118 h 2355273"/>
                      <a:gd name="connsiteX14" fmla="*/ 2701637 w 2739737"/>
                      <a:gd name="connsiteY14" fmla="*/ 1447800 h 2355273"/>
                      <a:gd name="connsiteX15" fmla="*/ 2732809 w 2739737"/>
                      <a:gd name="connsiteY15" fmla="*/ 1392382 h 2355273"/>
                      <a:gd name="connsiteX16" fmla="*/ 2715491 w 2739737"/>
                      <a:gd name="connsiteY16" fmla="*/ 1333500 h 2355273"/>
                      <a:gd name="connsiteX17" fmla="*/ 2718955 w 2739737"/>
                      <a:gd name="connsiteY17" fmla="*/ 1184564 h 2355273"/>
                      <a:gd name="connsiteX18" fmla="*/ 2739737 w 2739737"/>
                      <a:gd name="connsiteY18" fmla="*/ 1115291 h 2355273"/>
                      <a:gd name="connsiteX19" fmla="*/ 2715491 w 2739737"/>
                      <a:gd name="connsiteY19" fmla="*/ 1070264 h 2355273"/>
                      <a:gd name="connsiteX20" fmla="*/ 2635828 w 2739737"/>
                      <a:gd name="connsiteY20" fmla="*/ 1011382 h 2355273"/>
                      <a:gd name="connsiteX21" fmla="*/ 2601191 w 2739737"/>
                      <a:gd name="connsiteY21" fmla="*/ 976746 h 2355273"/>
                      <a:gd name="connsiteX22" fmla="*/ 2559628 w 2739737"/>
                      <a:gd name="connsiteY22" fmla="*/ 883228 h 2355273"/>
                      <a:gd name="connsiteX23" fmla="*/ 2538846 w 2739737"/>
                      <a:gd name="connsiteY23" fmla="*/ 796637 h 2355273"/>
                      <a:gd name="connsiteX24" fmla="*/ 2524991 w 2739737"/>
                      <a:gd name="connsiteY24" fmla="*/ 751609 h 2355273"/>
                      <a:gd name="connsiteX25" fmla="*/ 2511137 w 2739737"/>
                      <a:gd name="connsiteY25" fmla="*/ 703118 h 2355273"/>
                      <a:gd name="connsiteX26" fmla="*/ 2459182 w 2739737"/>
                      <a:gd name="connsiteY26" fmla="*/ 703118 h 2355273"/>
                      <a:gd name="connsiteX27" fmla="*/ 2431473 w 2739737"/>
                      <a:gd name="connsiteY27" fmla="*/ 730828 h 2355273"/>
                      <a:gd name="connsiteX28" fmla="*/ 2337955 w 2739737"/>
                      <a:gd name="connsiteY28" fmla="*/ 734291 h 2355273"/>
                      <a:gd name="connsiteX29" fmla="*/ 2240973 w 2739737"/>
                      <a:gd name="connsiteY29" fmla="*/ 748146 h 2355273"/>
                      <a:gd name="connsiteX30" fmla="*/ 2182091 w 2739737"/>
                      <a:gd name="connsiteY30" fmla="*/ 751609 h 2355273"/>
                      <a:gd name="connsiteX31" fmla="*/ 2133600 w 2739737"/>
                      <a:gd name="connsiteY31" fmla="*/ 741218 h 2355273"/>
                      <a:gd name="connsiteX32" fmla="*/ 2095500 w 2739737"/>
                      <a:gd name="connsiteY32" fmla="*/ 723900 h 2355273"/>
                      <a:gd name="connsiteX33" fmla="*/ 2047009 w 2739737"/>
                      <a:gd name="connsiteY33" fmla="*/ 665018 h 2355273"/>
                      <a:gd name="connsiteX34" fmla="*/ 2005446 w 2739737"/>
                      <a:gd name="connsiteY34" fmla="*/ 592282 h 2355273"/>
                      <a:gd name="connsiteX35" fmla="*/ 1977737 w 2739737"/>
                      <a:gd name="connsiteY35" fmla="*/ 540328 h 2355273"/>
                      <a:gd name="connsiteX36" fmla="*/ 1929246 w 2739737"/>
                      <a:gd name="connsiteY36" fmla="*/ 498764 h 2355273"/>
                      <a:gd name="connsiteX37" fmla="*/ 1898073 w 2739737"/>
                      <a:gd name="connsiteY37" fmla="*/ 471055 h 2355273"/>
                      <a:gd name="connsiteX38" fmla="*/ 1894609 w 2739737"/>
                      <a:gd name="connsiteY38" fmla="*/ 422564 h 2355273"/>
                      <a:gd name="connsiteX39" fmla="*/ 1918855 w 2739737"/>
                      <a:gd name="connsiteY39" fmla="*/ 367146 h 2355273"/>
                      <a:gd name="connsiteX40" fmla="*/ 1922318 w 2739737"/>
                      <a:gd name="connsiteY40" fmla="*/ 322118 h 2355273"/>
                      <a:gd name="connsiteX41" fmla="*/ 1887682 w 2739737"/>
                      <a:gd name="connsiteY41" fmla="*/ 287482 h 2355273"/>
                      <a:gd name="connsiteX42" fmla="*/ 1856509 w 2739737"/>
                      <a:gd name="connsiteY42" fmla="*/ 252846 h 2355273"/>
                      <a:gd name="connsiteX43" fmla="*/ 1849582 w 2739737"/>
                      <a:gd name="connsiteY43" fmla="*/ 166255 h 2355273"/>
                      <a:gd name="connsiteX44" fmla="*/ 1849582 w 2739737"/>
                      <a:gd name="connsiteY44" fmla="*/ 124691 h 2355273"/>
                      <a:gd name="connsiteX45" fmla="*/ 1856509 w 2739737"/>
                      <a:gd name="connsiteY45" fmla="*/ 83128 h 2355273"/>
                      <a:gd name="connsiteX46" fmla="*/ 1859973 w 2739737"/>
                      <a:gd name="connsiteY46" fmla="*/ 41564 h 2355273"/>
                      <a:gd name="connsiteX47" fmla="*/ 1842655 w 2739737"/>
                      <a:gd name="connsiteY47" fmla="*/ 17318 h 2355273"/>
                      <a:gd name="connsiteX48" fmla="*/ 1814946 w 2739737"/>
                      <a:gd name="connsiteY48" fmla="*/ 20782 h 2355273"/>
                      <a:gd name="connsiteX49" fmla="*/ 1783773 w 2739737"/>
                      <a:gd name="connsiteY49" fmla="*/ 65809 h 2355273"/>
                      <a:gd name="connsiteX50" fmla="*/ 1745673 w 2739737"/>
                      <a:gd name="connsiteY50" fmla="*/ 103909 h 2355273"/>
                      <a:gd name="connsiteX51" fmla="*/ 1700646 w 2739737"/>
                      <a:gd name="connsiteY51" fmla="*/ 114300 h 2355273"/>
                      <a:gd name="connsiteX52" fmla="*/ 1652155 w 2739737"/>
                      <a:gd name="connsiteY52" fmla="*/ 96982 h 2355273"/>
                      <a:gd name="connsiteX53" fmla="*/ 1593273 w 2739737"/>
                      <a:gd name="connsiteY53" fmla="*/ 96982 h 2355273"/>
                      <a:gd name="connsiteX54" fmla="*/ 1548246 w 2739737"/>
                      <a:gd name="connsiteY54" fmla="*/ 90055 h 2355273"/>
                      <a:gd name="connsiteX55" fmla="*/ 1520537 w 2739737"/>
                      <a:gd name="connsiteY55" fmla="*/ 45028 h 2355273"/>
                      <a:gd name="connsiteX56" fmla="*/ 1492828 w 2739737"/>
                      <a:gd name="connsiteY56" fmla="*/ 17318 h 2355273"/>
                      <a:gd name="connsiteX57" fmla="*/ 1440873 w 2739737"/>
                      <a:gd name="connsiteY57" fmla="*/ 58882 h 2355273"/>
                      <a:gd name="connsiteX58" fmla="*/ 1385455 w 2739737"/>
                      <a:gd name="connsiteY58" fmla="*/ 65809 h 2355273"/>
                      <a:gd name="connsiteX59" fmla="*/ 1336964 w 2739737"/>
                      <a:gd name="connsiteY59" fmla="*/ 69273 h 2355273"/>
                      <a:gd name="connsiteX60" fmla="*/ 1264228 w 2739737"/>
                      <a:gd name="connsiteY60" fmla="*/ 62346 h 2355273"/>
                      <a:gd name="connsiteX61" fmla="*/ 1222664 w 2739737"/>
                      <a:gd name="connsiteY61" fmla="*/ 72737 h 2355273"/>
                      <a:gd name="connsiteX62" fmla="*/ 1194955 w 2739737"/>
                      <a:gd name="connsiteY62" fmla="*/ 103909 h 2355273"/>
                      <a:gd name="connsiteX63" fmla="*/ 1163782 w 2739737"/>
                      <a:gd name="connsiteY63" fmla="*/ 121228 h 2355273"/>
                      <a:gd name="connsiteX64" fmla="*/ 1132609 w 2739737"/>
                      <a:gd name="connsiteY64" fmla="*/ 103909 h 2355273"/>
                      <a:gd name="connsiteX65" fmla="*/ 1049482 w 2739737"/>
                      <a:gd name="connsiteY65" fmla="*/ 58882 h 2355273"/>
                      <a:gd name="connsiteX66" fmla="*/ 1018309 w 2739737"/>
                      <a:gd name="connsiteY66" fmla="*/ 38100 h 2355273"/>
                      <a:gd name="connsiteX67" fmla="*/ 952500 w 2739737"/>
                      <a:gd name="connsiteY67" fmla="*/ 38100 h 2355273"/>
                      <a:gd name="connsiteX68" fmla="*/ 897082 w 2739737"/>
                      <a:gd name="connsiteY68" fmla="*/ 24246 h 2355273"/>
                      <a:gd name="connsiteX69" fmla="*/ 848591 w 2739737"/>
                      <a:gd name="connsiteY69" fmla="*/ 0 h 2355273"/>
                      <a:gd name="connsiteX70" fmla="*/ 848591 w 2739737"/>
                      <a:gd name="connsiteY70" fmla="*/ 0 h 2355273"/>
                      <a:gd name="connsiteX71" fmla="*/ 786246 w 2739737"/>
                      <a:gd name="connsiteY71" fmla="*/ 0 h 2355273"/>
                      <a:gd name="connsiteX72" fmla="*/ 768928 w 2739737"/>
                      <a:gd name="connsiteY72" fmla="*/ 24246 h 2355273"/>
                      <a:gd name="connsiteX73" fmla="*/ 720437 w 2739737"/>
                      <a:gd name="connsiteY73" fmla="*/ 58882 h 2355273"/>
                      <a:gd name="connsiteX74" fmla="*/ 696191 w 2739737"/>
                      <a:gd name="connsiteY74" fmla="*/ 110837 h 2355273"/>
                      <a:gd name="connsiteX75" fmla="*/ 699655 w 2739737"/>
                      <a:gd name="connsiteY75" fmla="*/ 148937 h 2355273"/>
                      <a:gd name="connsiteX76" fmla="*/ 675409 w 2739737"/>
                      <a:gd name="connsiteY76" fmla="*/ 166255 h 2355273"/>
                      <a:gd name="connsiteX77" fmla="*/ 571500 w 2739737"/>
                      <a:gd name="connsiteY77" fmla="*/ 169718 h 2355273"/>
                      <a:gd name="connsiteX78" fmla="*/ 457200 w 2739737"/>
                      <a:gd name="connsiteY78" fmla="*/ 166255 h 2355273"/>
                      <a:gd name="connsiteX79" fmla="*/ 394855 w 2739737"/>
                      <a:gd name="connsiteY79" fmla="*/ 166255 h 2355273"/>
                      <a:gd name="connsiteX80" fmla="*/ 356755 w 2739737"/>
                      <a:gd name="connsiteY80" fmla="*/ 193964 h 2355273"/>
                      <a:gd name="connsiteX81" fmla="*/ 342900 w 2739737"/>
                      <a:gd name="connsiteY81" fmla="*/ 221673 h 2355273"/>
                      <a:gd name="connsiteX82" fmla="*/ 235528 w 2739737"/>
                      <a:gd name="connsiteY82" fmla="*/ 263237 h 2355273"/>
                      <a:gd name="connsiteX83" fmla="*/ 187037 w 2739737"/>
                      <a:gd name="connsiteY83" fmla="*/ 325582 h 2355273"/>
                      <a:gd name="connsiteX84" fmla="*/ 124691 w 2739737"/>
                      <a:gd name="connsiteY84" fmla="*/ 349828 h 2355273"/>
                      <a:gd name="connsiteX85" fmla="*/ 86591 w 2739737"/>
                      <a:gd name="connsiteY85" fmla="*/ 370609 h 2355273"/>
                      <a:gd name="connsiteX86" fmla="*/ 48491 w 2739737"/>
                      <a:gd name="connsiteY86" fmla="*/ 370609 h 2355273"/>
                      <a:gd name="connsiteX87" fmla="*/ 20782 w 2739737"/>
                      <a:gd name="connsiteY87" fmla="*/ 387928 h 2355273"/>
                      <a:gd name="connsiteX88" fmla="*/ 20782 w 2739737"/>
                      <a:gd name="connsiteY88" fmla="*/ 426028 h 2355273"/>
                      <a:gd name="connsiteX89" fmla="*/ 20782 w 2739737"/>
                      <a:gd name="connsiteY89" fmla="*/ 446809 h 2355273"/>
                      <a:gd name="connsiteX90" fmla="*/ 3464 w 2739737"/>
                      <a:gd name="connsiteY90" fmla="*/ 474518 h 2355273"/>
                      <a:gd name="connsiteX91" fmla="*/ 0 w 2739737"/>
                      <a:gd name="connsiteY91" fmla="*/ 529937 h 2355273"/>
                      <a:gd name="connsiteX92" fmla="*/ 48491 w 2739737"/>
                      <a:gd name="connsiteY92" fmla="*/ 523009 h 2355273"/>
                      <a:gd name="connsiteX93" fmla="*/ 145473 w 2739737"/>
                      <a:gd name="connsiteY93" fmla="*/ 498764 h 2355273"/>
                      <a:gd name="connsiteX94" fmla="*/ 218209 w 2739737"/>
                      <a:gd name="connsiteY94" fmla="*/ 498764 h 2355273"/>
                      <a:gd name="connsiteX95" fmla="*/ 297873 w 2739737"/>
                      <a:gd name="connsiteY95" fmla="*/ 467591 h 2355273"/>
                      <a:gd name="connsiteX96" fmla="*/ 367146 w 2739737"/>
                      <a:gd name="connsiteY96" fmla="*/ 453737 h 2355273"/>
                      <a:gd name="connsiteX97" fmla="*/ 464128 w 2739737"/>
                      <a:gd name="connsiteY97" fmla="*/ 457200 h 2355273"/>
                      <a:gd name="connsiteX98" fmla="*/ 523009 w 2739737"/>
                      <a:gd name="connsiteY98" fmla="*/ 484909 h 2355273"/>
                      <a:gd name="connsiteX99" fmla="*/ 540328 w 2739737"/>
                      <a:gd name="connsiteY99" fmla="*/ 529937 h 2355273"/>
                      <a:gd name="connsiteX100" fmla="*/ 536864 w 2739737"/>
                      <a:gd name="connsiteY100" fmla="*/ 595746 h 2355273"/>
                      <a:gd name="connsiteX101" fmla="*/ 536864 w 2739737"/>
                      <a:gd name="connsiteY101" fmla="*/ 595746 h 2355273"/>
                      <a:gd name="connsiteX102" fmla="*/ 484909 w 2739737"/>
                      <a:gd name="connsiteY102" fmla="*/ 619991 h 2355273"/>
                      <a:gd name="connsiteX103" fmla="*/ 495300 w 2739737"/>
                      <a:gd name="connsiteY103" fmla="*/ 668482 h 2355273"/>
                      <a:gd name="connsiteX104" fmla="*/ 540328 w 2739737"/>
                      <a:gd name="connsiteY104" fmla="*/ 678873 h 2355273"/>
                      <a:gd name="connsiteX105" fmla="*/ 599209 w 2739737"/>
                      <a:gd name="connsiteY105" fmla="*/ 706582 h 2355273"/>
                      <a:gd name="connsiteX106" fmla="*/ 619991 w 2739737"/>
                      <a:gd name="connsiteY106" fmla="*/ 751609 h 2355273"/>
                      <a:gd name="connsiteX107" fmla="*/ 651164 w 2739737"/>
                      <a:gd name="connsiteY107" fmla="*/ 775855 h 2355273"/>
                      <a:gd name="connsiteX108" fmla="*/ 637309 w 2739737"/>
                      <a:gd name="connsiteY108" fmla="*/ 820882 h 2355273"/>
                      <a:gd name="connsiteX109" fmla="*/ 599209 w 2739737"/>
                      <a:gd name="connsiteY109" fmla="*/ 848591 h 2355273"/>
                      <a:gd name="connsiteX110" fmla="*/ 578428 w 2739737"/>
                      <a:gd name="connsiteY110" fmla="*/ 883228 h 2355273"/>
                      <a:gd name="connsiteX111" fmla="*/ 574964 w 2739737"/>
                      <a:gd name="connsiteY111" fmla="*/ 942109 h 2355273"/>
                      <a:gd name="connsiteX112" fmla="*/ 533400 w 2739737"/>
                      <a:gd name="connsiteY112" fmla="*/ 962891 h 2355273"/>
                      <a:gd name="connsiteX113" fmla="*/ 491837 w 2739737"/>
                      <a:gd name="connsiteY113" fmla="*/ 962891 h 2355273"/>
                      <a:gd name="connsiteX114" fmla="*/ 439882 w 2739737"/>
                      <a:gd name="connsiteY114" fmla="*/ 955964 h 2355273"/>
                      <a:gd name="connsiteX115" fmla="*/ 429491 w 2739737"/>
                      <a:gd name="connsiteY115" fmla="*/ 987137 h 2355273"/>
                      <a:gd name="connsiteX116" fmla="*/ 450273 w 2739737"/>
                      <a:gd name="connsiteY116" fmla="*/ 1042555 h 2355273"/>
                      <a:gd name="connsiteX117" fmla="*/ 474518 w 2739737"/>
                      <a:gd name="connsiteY117" fmla="*/ 1122218 h 2355273"/>
                      <a:gd name="connsiteX118" fmla="*/ 536864 w 2739737"/>
                      <a:gd name="connsiteY118" fmla="*/ 1184564 h 2355273"/>
                      <a:gd name="connsiteX119" fmla="*/ 550718 w 2739737"/>
                      <a:gd name="connsiteY119" fmla="*/ 1222664 h 2355273"/>
                      <a:gd name="connsiteX120" fmla="*/ 561109 w 2739737"/>
                      <a:gd name="connsiteY120" fmla="*/ 1250373 h 2355273"/>
                      <a:gd name="connsiteX121" fmla="*/ 540328 w 2739737"/>
                      <a:gd name="connsiteY121" fmla="*/ 1278082 h 2355273"/>
                      <a:gd name="connsiteX122" fmla="*/ 495300 w 2739737"/>
                      <a:gd name="connsiteY122" fmla="*/ 1312718 h 2355273"/>
                      <a:gd name="connsiteX123" fmla="*/ 488373 w 2739737"/>
                      <a:gd name="connsiteY123" fmla="*/ 1364673 h 2355273"/>
                      <a:gd name="connsiteX124" fmla="*/ 491837 w 2739737"/>
                      <a:gd name="connsiteY124" fmla="*/ 1440873 h 2355273"/>
                      <a:gd name="connsiteX125" fmla="*/ 533400 w 2739737"/>
                      <a:gd name="connsiteY125" fmla="*/ 1468582 h 2355273"/>
                      <a:gd name="connsiteX126" fmla="*/ 592282 w 2739737"/>
                      <a:gd name="connsiteY126" fmla="*/ 1447800 h 2355273"/>
                      <a:gd name="connsiteX127" fmla="*/ 630382 w 2739737"/>
                      <a:gd name="connsiteY127" fmla="*/ 1433946 h 2355273"/>
                      <a:gd name="connsiteX128" fmla="*/ 678873 w 2739737"/>
                      <a:gd name="connsiteY128" fmla="*/ 1451264 h 2355273"/>
                      <a:gd name="connsiteX129" fmla="*/ 720437 w 2739737"/>
                      <a:gd name="connsiteY129" fmla="*/ 1485900 h 2355273"/>
                      <a:gd name="connsiteX130" fmla="*/ 768928 w 2739737"/>
                      <a:gd name="connsiteY130" fmla="*/ 1582882 h 2355273"/>
                      <a:gd name="connsiteX131" fmla="*/ 800100 w 2739737"/>
                      <a:gd name="connsiteY131" fmla="*/ 1659082 h 2355273"/>
                      <a:gd name="connsiteX132" fmla="*/ 834737 w 2739737"/>
                      <a:gd name="connsiteY132" fmla="*/ 1693718 h 2355273"/>
                      <a:gd name="connsiteX133" fmla="*/ 865909 w 2739737"/>
                      <a:gd name="connsiteY133" fmla="*/ 1728355 h 2355273"/>
                      <a:gd name="connsiteX134" fmla="*/ 886691 w 2739737"/>
                      <a:gd name="connsiteY134" fmla="*/ 1797628 h 2355273"/>
                      <a:gd name="connsiteX135" fmla="*/ 869373 w 2739737"/>
                      <a:gd name="connsiteY135" fmla="*/ 1898073 h 2355273"/>
                      <a:gd name="connsiteX136" fmla="*/ 886691 w 2739737"/>
                      <a:gd name="connsiteY136" fmla="*/ 1963882 h 2355273"/>
                      <a:gd name="connsiteX137" fmla="*/ 879764 w 2739737"/>
                      <a:gd name="connsiteY137" fmla="*/ 2008909 h 2355273"/>
                      <a:gd name="connsiteX138" fmla="*/ 897082 w 2739737"/>
                      <a:gd name="connsiteY138" fmla="*/ 2043546 h 2355273"/>
                      <a:gd name="connsiteX139" fmla="*/ 959428 w 2739737"/>
                      <a:gd name="connsiteY139" fmla="*/ 2064328 h 2355273"/>
                      <a:gd name="connsiteX140" fmla="*/ 1004455 w 2739737"/>
                      <a:gd name="connsiteY140" fmla="*/ 2060864 h 2355273"/>
                      <a:gd name="connsiteX141" fmla="*/ 1052946 w 2739737"/>
                      <a:gd name="connsiteY141" fmla="*/ 2085109 h 2355273"/>
                      <a:gd name="connsiteX142" fmla="*/ 1108364 w 2739737"/>
                      <a:gd name="connsiteY142" fmla="*/ 2092037 h 2355273"/>
                      <a:gd name="connsiteX143" fmla="*/ 1125682 w 2739737"/>
                      <a:gd name="connsiteY143" fmla="*/ 2112818 h 2355273"/>
                      <a:gd name="connsiteX144" fmla="*/ 1136073 w 2739737"/>
                      <a:gd name="connsiteY144" fmla="*/ 2168237 h 2355273"/>
                      <a:gd name="connsiteX145" fmla="*/ 1156855 w 2739737"/>
                      <a:gd name="connsiteY145" fmla="*/ 2265218 h 2355273"/>
                      <a:gd name="connsiteX146" fmla="*/ 1167246 w 2739737"/>
                      <a:gd name="connsiteY146" fmla="*/ 2313709 h 2355273"/>
                      <a:gd name="connsiteX147" fmla="*/ 1191491 w 2739737"/>
                      <a:gd name="connsiteY147" fmla="*/ 2348346 h 2355273"/>
                      <a:gd name="connsiteX148" fmla="*/ 1260764 w 2739737"/>
                      <a:gd name="connsiteY148" fmla="*/ 2355273 h 2355273"/>
                      <a:gd name="connsiteX149" fmla="*/ 1319646 w 2739737"/>
                      <a:gd name="connsiteY149" fmla="*/ 2324100 h 2355273"/>
                      <a:gd name="connsiteX150" fmla="*/ 1423555 w 2739737"/>
                      <a:gd name="connsiteY150" fmla="*/ 2282537 h 2355273"/>
                      <a:gd name="connsiteX151" fmla="*/ 1520537 w 2739737"/>
                      <a:gd name="connsiteY151" fmla="*/ 2272146 h 2355273"/>
                      <a:gd name="connsiteX152" fmla="*/ 1666009 w 2739737"/>
                      <a:gd name="connsiteY152" fmla="*/ 2240973 h 2355273"/>
                      <a:gd name="connsiteX153" fmla="*/ 1756064 w 2739737"/>
                      <a:gd name="connsiteY153" fmla="*/ 2206337 h 2355273"/>
                      <a:gd name="connsiteX154" fmla="*/ 1835728 w 2739737"/>
                      <a:gd name="connsiteY154" fmla="*/ 2189018 h 2355273"/>
                      <a:gd name="connsiteX155" fmla="*/ 1898073 w 2739737"/>
                      <a:gd name="connsiteY155" fmla="*/ 2175164 h 2355273"/>
                      <a:gd name="connsiteX156" fmla="*/ 1932709 w 2739737"/>
                      <a:gd name="connsiteY156" fmla="*/ 2189018 h 2355273"/>
                      <a:gd name="connsiteX157" fmla="*/ 1960418 w 2739737"/>
                      <a:gd name="connsiteY157" fmla="*/ 2154382 h 2355273"/>
                      <a:gd name="connsiteX158" fmla="*/ 1950028 w 2739737"/>
                      <a:gd name="connsiteY158" fmla="*/ 2112818 h 2355273"/>
                      <a:gd name="connsiteX159" fmla="*/ 1960418 w 2739737"/>
                      <a:gd name="connsiteY159" fmla="*/ 2022764 h 2355273"/>
                      <a:gd name="connsiteX160" fmla="*/ 1950028 w 2739737"/>
                      <a:gd name="connsiteY160" fmla="*/ 1974273 h 2355273"/>
                      <a:gd name="connsiteX161" fmla="*/ 1956955 w 2739737"/>
                      <a:gd name="connsiteY161" fmla="*/ 1950028 h 2355273"/>
                      <a:gd name="connsiteX162" fmla="*/ 2019300 w 2739737"/>
                      <a:gd name="connsiteY162" fmla="*/ 1943100 h 2355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Lst>
                    <a:rect l="l" t="t" r="r" b="b"/>
                    <a:pathLst>
                      <a:path w="2739737" h="2355273">
                        <a:moveTo>
                          <a:pt x="2019300" y="1943100"/>
                        </a:moveTo>
                        <a:lnTo>
                          <a:pt x="2112818" y="1918855"/>
                        </a:lnTo>
                        <a:lnTo>
                          <a:pt x="2147455" y="1891146"/>
                        </a:lnTo>
                        <a:lnTo>
                          <a:pt x="2185555" y="1894609"/>
                        </a:lnTo>
                        <a:lnTo>
                          <a:pt x="2240973" y="1887682"/>
                        </a:lnTo>
                        <a:lnTo>
                          <a:pt x="2279073" y="1842655"/>
                        </a:lnTo>
                        <a:lnTo>
                          <a:pt x="2341418" y="1783773"/>
                        </a:lnTo>
                        <a:lnTo>
                          <a:pt x="2393373" y="1749137"/>
                        </a:lnTo>
                        <a:lnTo>
                          <a:pt x="2438400" y="1714500"/>
                        </a:lnTo>
                        <a:lnTo>
                          <a:pt x="2462646" y="1652155"/>
                        </a:lnTo>
                        <a:lnTo>
                          <a:pt x="2490355" y="1593273"/>
                        </a:lnTo>
                        <a:lnTo>
                          <a:pt x="2500746" y="1548246"/>
                        </a:lnTo>
                        <a:lnTo>
                          <a:pt x="2545773" y="1510146"/>
                        </a:lnTo>
                        <a:lnTo>
                          <a:pt x="2660073" y="1465118"/>
                        </a:lnTo>
                        <a:lnTo>
                          <a:pt x="2701637" y="1447800"/>
                        </a:lnTo>
                        <a:lnTo>
                          <a:pt x="2732809" y="1392382"/>
                        </a:lnTo>
                        <a:lnTo>
                          <a:pt x="2715491" y="1333500"/>
                        </a:lnTo>
                        <a:cubicBezTo>
                          <a:pt x="2716646" y="1283855"/>
                          <a:pt x="2717800" y="1234209"/>
                          <a:pt x="2718955" y="1184564"/>
                        </a:cubicBezTo>
                        <a:lnTo>
                          <a:pt x="2739737" y="1115291"/>
                        </a:lnTo>
                        <a:lnTo>
                          <a:pt x="2715491" y="1070264"/>
                        </a:lnTo>
                        <a:lnTo>
                          <a:pt x="2635828" y="1011382"/>
                        </a:lnTo>
                        <a:lnTo>
                          <a:pt x="2601191" y="976746"/>
                        </a:lnTo>
                        <a:lnTo>
                          <a:pt x="2559628" y="883228"/>
                        </a:lnTo>
                        <a:lnTo>
                          <a:pt x="2538846" y="796637"/>
                        </a:lnTo>
                        <a:lnTo>
                          <a:pt x="2524991" y="751609"/>
                        </a:lnTo>
                        <a:lnTo>
                          <a:pt x="2511137" y="703118"/>
                        </a:lnTo>
                        <a:lnTo>
                          <a:pt x="2459182" y="703118"/>
                        </a:lnTo>
                        <a:lnTo>
                          <a:pt x="2431473" y="730828"/>
                        </a:lnTo>
                        <a:lnTo>
                          <a:pt x="2337955" y="734291"/>
                        </a:lnTo>
                        <a:lnTo>
                          <a:pt x="2240973" y="748146"/>
                        </a:lnTo>
                        <a:lnTo>
                          <a:pt x="2182091" y="751609"/>
                        </a:lnTo>
                        <a:lnTo>
                          <a:pt x="2133600" y="741218"/>
                        </a:lnTo>
                        <a:lnTo>
                          <a:pt x="2095500" y="723900"/>
                        </a:lnTo>
                        <a:lnTo>
                          <a:pt x="2047009" y="665018"/>
                        </a:lnTo>
                        <a:lnTo>
                          <a:pt x="2005446" y="592282"/>
                        </a:lnTo>
                        <a:lnTo>
                          <a:pt x="1977737" y="540328"/>
                        </a:lnTo>
                        <a:lnTo>
                          <a:pt x="1929246" y="498764"/>
                        </a:lnTo>
                        <a:lnTo>
                          <a:pt x="1898073" y="471055"/>
                        </a:lnTo>
                        <a:lnTo>
                          <a:pt x="1894609" y="422564"/>
                        </a:lnTo>
                        <a:lnTo>
                          <a:pt x="1918855" y="367146"/>
                        </a:lnTo>
                        <a:lnTo>
                          <a:pt x="1922318" y="322118"/>
                        </a:lnTo>
                        <a:lnTo>
                          <a:pt x="1887682" y="287482"/>
                        </a:lnTo>
                        <a:lnTo>
                          <a:pt x="1856509" y="252846"/>
                        </a:lnTo>
                        <a:lnTo>
                          <a:pt x="1849582" y="166255"/>
                        </a:lnTo>
                        <a:lnTo>
                          <a:pt x="1849582" y="124691"/>
                        </a:lnTo>
                        <a:lnTo>
                          <a:pt x="1856509" y="83128"/>
                        </a:lnTo>
                        <a:lnTo>
                          <a:pt x="1859973" y="41564"/>
                        </a:lnTo>
                        <a:lnTo>
                          <a:pt x="1842655" y="17318"/>
                        </a:lnTo>
                        <a:lnTo>
                          <a:pt x="1814946" y="20782"/>
                        </a:lnTo>
                        <a:lnTo>
                          <a:pt x="1783773" y="65809"/>
                        </a:lnTo>
                        <a:lnTo>
                          <a:pt x="1745673" y="103909"/>
                        </a:lnTo>
                        <a:lnTo>
                          <a:pt x="1700646" y="114300"/>
                        </a:lnTo>
                        <a:lnTo>
                          <a:pt x="1652155" y="96982"/>
                        </a:lnTo>
                        <a:lnTo>
                          <a:pt x="1593273" y="96982"/>
                        </a:lnTo>
                        <a:lnTo>
                          <a:pt x="1548246" y="90055"/>
                        </a:lnTo>
                        <a:lnTo>
                          <a:pt x="1520537" y="45028"/>
                        </a:lnTo>
                        <a:lnTo>
                          <a:pt x="1492828" y="17318"/>
                        </a:lnTo>
                        <a:lnTo>
                          <a:pt x="1440873" y="58882"/>
                        </a:lnTo>
                        <a:lnTo>
                          <a:pt x="1385455" y="65809"/>
                        </a:lnTo>
                        <a:lnTo>
                          <a:pt x="1336964" y="69273"/>
                        </a:lnTo>
                        <a:lnTo>
                          <a:pt x="1264228" y="62346"/>
                        </a:lnTo>
                        <a:lnTo>
                          <a:pt x="1222664" y="72737"/>
                        </a:lnTo>
                        <a:lnTo>
                          <a:pt x="1194955" y="103909"/>
                        </a:lnTo>
                        <a:lnTo>
                          <a:pt x="1163782" y="121228"/>
                        </a:lnTo>
                        <a:lnTo>
                          <a:pt x="1132609" y="103909"/>
                        </a:lnTo>
                        <a:lnTo>
                          <a:pt x="1049482" y="58882"/>
                        </a:lnTo>
                        <a:lnTo>
                          <a:pt x="1018309" y="38100"/>
                        </a:lnTo>
                        <a:lnTo>
                          <a:pt x="952500" y="38100"/>
                        </a:lnTo>
                        <a:lnTo>
                          <a:pt x="897082" y="24246"/>
                        </a:lnTo>
                        <a:lnTo>
                          <a:pt x="848591" y="0"/>
                        </a:lnTo>
                        <a:lnTo>
                          <a:pt x="848591" y="0"/>
                        </a:lnTo>
                        <a:lnTo>
                          <a:pt x="786246" y="0"/>
                        </a:lnTo>
                        <a:lnTo>
                          <a:pt x="768928" y="24246"/>
                        </a:lnTo>
                        <a:lnTo>
                          <a:pt x="720437" y="58882"/>
                        </a:lnTo>
                        <a:lnTo>
                          <a:pt x="696191" y="110837"/>
                        </a:lnTo>
                        <a:lnTo>
                          <a:pt x="699655" y="148937"/>
                        </a:lnTo>
                        <a:lnTo>
                          <a:pt x="675409" y="166255"/>
                        </a:lnTo>
                        <a:lnTo>
                          <a:pt x="571500" y="169718"/>
                        </a:lnTo>
                        <a:lnTo>
                          <a:pt x="457200" y="166255"/>
                        </a:lnTo>
                        <a:lnTo>
                          <a:pt x="394855" y="166255"/>
                        </a:lnTo>
                        <a:lnTo>
                          <a:pt x="356755" y="193964"/>
                        </a:lnTo>
                        <a:lnTo>
                          <a:pt x="342900" y="221673"/>
                        </a:lnTo>
                        <a:lnTo>
                          <a:pt x="235528" y="263237"/>
                        </a:lnTo>
                        <a:lnTo>
                          <a:pt x="187037" y="325582"/>
                        </a:lnTo>
                        <a:lnTo>
                          <a:pt x="124691" y="349828"/>
                        </a:lnTo>
                        <a:lnTo>
                          <a:pt x="86591" y="370609"/>
                        </a:lnTo>
                        <a:lnTo>
                          <a:pt x="48491" y="370609"/>
                        </a:lnTo>
                        <a:lnTo>
                          <a:pt x="20782" y="387928"/>
                        </a:lnTo>
                        <a:lnTo>
                          <a:pt x="20782" y="426028"/>
                        </a:lnTo>
                        <a:lnTo>
                          <a:pt x="20782" y="446809"/>
                        </a:lnTo>
                        <a:lnTo>
                          <a:pt x="3464" y="474518"/>
                        </a:lnTo>
                        <a:lnTo>
                          <a:pt x="0" y="529937"/>
                        </a:lnTo>
                        <a:lnTo>
                          <a:pt x="48491" y="523009"/>
                        </a:lnTo>
                        <a:lnTo>
                          <a:pt x="145473" y="498764"/>
                        </a:lnTo>
                        <a:lnTo>
                          <a:pt x="218209" y="498764"/>
                        </a:lnTo>
                        <a:lnTo>
                          <a:pt x="297873" y="467591"/>
                        </a:lnTo>
                        <a:lnTo>
                          <a:pt x="367146" y="453737"/>
                        </a:lnTo>
                        <a:lnTo>
                          <a:pt x="464128" y="457200"/>
                        </a:lnTo>
                        <a:lnTo>
                          <a:pt x="523009" y="484909"/>
                        </a:lnTo>
                        <a:lnTo>
                          <a:pt x="540328" y="529937"/>
                        </a:lnTo>
                        <a:lnTo>
                          <a:pt x="536864" y="595746"/>
                        </a:lnTo>
                        <a:lnTo>
                          <a:pt x="536864" y="595746"/>
                        </a:lnTo>
                        <a:lnTo>
                          <a:pt x="484909" y="619991"/>
                        </a:lnTo>
                        <a:lnTo>
                          <a:pt x="495300" y="668482"/>
                        </a:lnTo>
                        <a:lnTo>
                          <a:pt x="540328" y="678873"/>
                        </a:lnTo>
                        <a:lnTo>
                          <a:pt x="599209" y="706582"/>
                        </a:lnTo>
                        <a:lnTo>
                          <a:pt x="619991" y="751609"/>
                        </a:lnTo>
                        <a:lnTo>
                          <a:pt x="651164" y="775855"/>
                        </a:lnTo>
                        <a:lnTo>
                          <a:pt x="637309" y="820882"/>
                        </a:lnTo>
                        <a:lnTo>
                          <a:pt x="599209" y="848591"/>
                        </a:lnTo>
                        <a:lnTo>
                          <a:pt x="578428" y="883228"/>
                        </a:lnTo>
                        <a:lnTo>
                          <a:pt x="574964" y="942109"/>
                        </a:lnTo>
                        <a:lnTo>
                          <a:pt x="533400" y="962891"/>
                        </a:lnTo>
                        <a:lnTo>
                          <a:pt x="491837" y="962891"/>
                        </a:lnTo>
                        <a:lnTo>
                          <a:pt x="439882" y="955964"/>
                        </a:lnTo>
                        <a:lnTo>
                          <a:pt x="429491" y="987137"/>
                        </a:lnTo>
                        <a:lnTo>
                          <a:pt x="450273" y="1042555"/>
                        </a:lnTo>
                        <a:lnTo>
                          <a:pt x="474518" y="1122218"/>
                        </a:lnTo>
                        <a:lnTo>
                          <a:pt x="536864" y="1184564"/>
                        </a:lnTo>
                        <a:lnTo>
                          <a:pt x="550718" y="1222664"/>
                        </a:lnTo>
                        <a:lnTo>
                          <a:pt x="561109" y="1250373"/>
                        </a:lnTo>
                        <a:lnTo>
                          <a:pt x="540328" y="1278082"/>
                        </a:lnTo>
                        <a:lnTo>
                          <a:pt x="495300" y="1312718"/>
                        </a:lnTo>
                        <a:lnTo>
                          <a:pt x="488373" y="1364673"/>
                        </a:lnTo>
                        <a:lnTo>
                          <a:pt x="491837" y="1440873"/>
                        </a:lnTo>
                        <a:lnTo>
                          <a:pt x="533400" y="1468582"/>
                        </a:lnTo>
                        <a:lnTo>
                          <a:pt x="592282" y="1447800"/>
                        </a:lnTo>
                        <a:lnTo>
                          <a:pt x="630382" y="1433946"/>
                        </a:lnTo>
                        <a:lnTo>
                          <a:pt x="678873" y="1451264"/>
                        </a:lnTo>
                        <a:lnTo>
                          <a:pt x="720437" y="1485900"/>
                        </a:lnTo>
                        <a:lnTo>
                          <a:pt x="768928" y="1582882"/>
                        </a:lnTo>
                        <a:lnTo>
                          <a:pt x="800100" y="1659082"/>
                        </a:lnTo>
                        <a:lnTo>
                          <a:pt x="834737" y="1693718"/>
                        </a:lnTo>
                        <a:lnTo>
                          <a:pt x="865909" y="1728355"/>
                        </a:lnTo>
                        <a:lnTo>
                          <a:pt x="886691" y="1797628"/>
                        </a:lnTo>
                        <a:lnTo>
                          <a:pt x="869373" y="1898073"/>
                        </a:lnTo>
                        <a:lnTo>
                          <a:pt x="886691" y="1963882"/>
                        </a:lnTo>
                        <a:lnTo>
                          <a:pt x="879764" y="2008909"/>
                        </a:lnTo>
                        <a:lnTo>
                          <a:pt x="897082" y="2043546"/>
                        </a:lnTo>
                        <a:lnTo>
                          <a:pt x="959428" y="2064328"/>
                        </a:lnTo>
                        <a:lnTo>
                          <a:pt x="1004455" y="2060864"/>
                        </a:lnTo>
                        <a:lnTo>
                          <a:pt x="1052946" y="2085109"/>
                        </a:lnTo>
                        <a:lnTo>
                          <a:pt x="1108364" y="2092037"/>
                        </a:lnTo>
                        <a:lnTo>
                          <a:pt x="1125682" y="2112818"/>
                        </a:lnTo>
                        <a:lnTo>
                          <a:pt x="1136073" y="2168237"/>
                        </a:lnTo>
                        <a:lnTo>
                          <a:pt x="1156855" y="2265218"/>
                        </a:lnTo>
                        <a:lnTo>
                          <a:pt x="1167246" y="2313709"/>
                        </a:lnTo>
                        <a:lnTo>
                          <a:pt x="1191491" y="2348346"/>
                        </a:lnTo>
                        <a:lnTo>
                          <a:pt x="1260764" y="2355273"/>
                        </a:lnTo>
                        <a:lnTo>
                          <a:pt x="1319646" y="2324100"/>
                        </a:lnTo>
                        <a:lnTo>
                          <a:pt x="1423555" y="2282537"/>
                        </a:lnTo>
                        <a:lnTo>
                          <a:pt x="1520537" y="2272146"/>
                        </a:lnTo>
                        <a:lnTo>
                          <a:pt x="1666009" y="2240973"/>
                        </a:lnTo>
                        <a:lnTo>
                          <a:pt x="1756064" y="2206337"/>
                        </a:lnTo>
                        <a:lnTo>
                          <a:pt x="1835728" y="2189018"/>
                        </a:lnTo>
                        <a:lnTo>
                          <a:pt x="1898073" y="2175164"/>
                        </a:lnTo>
                        <a:lnTo>
                          <a:pt x="1932709" y="2189018"/>
                        </a:lnTo>
                        <a:lnTo>
                          <a:pt x="1960418" y="2154382"/>
                        </a:lnTo>
                        <a:lnTo>
                          <a:pt x="1950028" y="2112818"/>
                        </a:lnTo>
                        <a:lnTo>
                          <a:pt x="1960418" y="2022764"/>
                        </a:lnTo>
                        <a:lnTo>
                          <a:pt x="1950028" y="1974273"/>
                        </a:lnTo>
                        <a:lnTo>
                          <a:pt x="1956955" y="1950028"/>
                        </a:lnTo>
                        <a:lnTo>
                          <a:pt x="2019300" y="1943100"/>
                        </a:lnTo>
                        <a:close/>
                      </a:path>
                    </a:pathLst>
                  </a:cu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700">
                      <a:ln>
                        <a:solidFill>
                          <a:schemeClr val="accent1">
                            <a:alpha val="0"/>
                          </a:schemeClr>
                        </a:solidFill>
                      </a:ln>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70" name="강서구">
                    <a:extLst>
                      <a:ext uri="{FF2B5EF4-FFF2-40B4-BE49-F238E27FC236}">
                        <a16:creationId xmlns:a16="http://schemas.microsoft.com/office/drawing/2014/main" id="{24616F44-EDA4-4B32-A8B0-7D6585FEE907}"/>
                      </a:ext>
                    </a:extLst>
                  </p:cNvPr>
                  <p:cNvSpPr/>
                  <p:nvPr/>
                </p:nvSpPr>
                <p:spPr>
                  <a:xfrm>
                    <a:off x="-4053840" y="5459730"/>
                    <a:ext cx="3787140" cy="3002280"/>
                  </a:xfrm>
                  <a:custGeom>
                    <a:avLst/>
                    <a:gdLst>
                      <a:gd name="connsiteX0" fmla="*/ 2301240 w 3787140"/>
                      <a:gd name="connsiteY0" fmla="*/ 838200 h 3002280"/>
                      <a:gd name="connsiteX1" fmla="*/ 2225040 w 3787140"/>
                      <a:gd name="connsiteY1" fmla="*/ 777240 h 3002280"/>
                      <a:gd name="connsiteX2" fmla="*/ 2106930 w 3787140"/>
                      <a:gd name="connsiteY2" fmla="*/ 723900 h 3002280"/>
                      <a:gd name="connsiteX3" fmla="*/ 2019300 w 3787140"/>
                      <a:gd name="connsiteY3" fmla="*/ 647700 h 3002280"/>
                      <a:gd name="connsiteX4" fmla="*/ 1931670 w 3787140"/>
                      <a:gd name="connsiteY4" fmla="*/ 590550 h 3002280"/>
                      <a:gd name="connsiteX5" fmla="*/ 1859280 w 3787140"/>
                      <a:gd name="connsiteY5" fmla="*/ 548640 h 3002280"/>
                      <a:gd name="connsiteX6" fmla="*/ 1786890 w 3787140"/>
                      <a:gd name="connsiteY6" fmla="*/ 491490 h 3002280"/>
                      <a:gd name="connsiteX7" fmla="*/ 1703070 w 3787140"/>
                      <a:gd name="connsiteY7" fmla="*/ 438150 h 3002280"/>
                      <a:gd name="connsiteX8" fmla="*/ 1604010 w 3787140"/>
                      <a:gd name="connsiteY8" fmla="*/ 373380 h 3002280"/>
                      <a:gd name="connsiteX9" fmla="*/ 1516380 w 3787140"/>
                      <a:gd name="connsiteY9" fmla="*/ 312420 h 3002280"/>
                      <a:gd name="connsiteX10" fmla="*/ 1447800 w 3787140"/>
                      <a:gd name="connsiteY10" fmla="*/ 262890 h 3002280"/>
                      <a:gd name="connsiteX11" fmla="*/ 1383030 w 3787140"/>
                      <a:gd name="connsiteY11" fmla="*/ 220980 h 3002280"/>
                      <a:gd name="connsiteX12" fmla="*/ 1325880 w 3787140"/>
                      <a:gd name="connsiteY12" fmla="*/ 167640 h 3002280"/>
                      <a:gd name="connsiteX13" fmla="*/ 1283970 w 3787140"/>
                      <a:gd name="connsiteY13" fmla="*/ 129540 h 3002280"/>
                      <a:gd name="connsiteX14" fmla="*/ 1184910 w 3787140"/>
                      <a:gd name="connsiteY14" fmla="*/ 83820 h 3002280"/>
                      <a:gd name="connsiteX15" fmla="*/ 1154430 w 3787140"/>
                      <a:gd name="connsiteY15" fmla="*/ 49530 h 3002280"/>
                      <a:gd name="connsiteX16" fmla="*/ 1123950 w 3787140"/>
                      <a:gd name="connsiteY16" fmla="*/ 26670 h 3002280"/>
                      <a:gd name="connsiteX17" fmla="*/ 1078230 w 3787140"/>
                      <a:gd name="connsiteY17" fmla="*/ 0 h 3002280"/>
                      <a:gd name="connsiteX18" fmla="*/ 1055370 w 3787140"/>
                      <a:gd name="connsiteY18" fmla="*/ 22860 h 3002280"/>
                      <a:gd name="connsiteX19" fmla="*/ 1078230 w 3787140"/>
                      <a:gd name="connsiteY19" fmla="*/ 76200 h 3002280"/>
                      <a:gd name="connsiteX20" fmla="*/ 1093470 w 3787140"/>
                      <a:gd name="connsiteY20" fmla="*/ 129540 h 3002280"/>
                      <a:gd name="connsiteX21" fmla="*/ 1108710 w 3787140"/>
                      <a:gd name="connsiteY21" fmla="*/ 175260 h 3002280"/>
                      <a:gd name="connsiteX22" fmla="*/ 1131570 w 3787140"/>
                      <a:gd name="connsiteY22" fmla="*/ 247650 h 3002280"/>
                      <a:gd name="connsiteX23" fmla="*/ 1135380 w 3787140"/>
                      <a:gd name="connsiteY23" fmla="*/ 327660 h 3002280"/>
                      <a:gd name="connsiteX24" fmla="*/ 1120140 w 3787140"/>
                      <a:gd name="connsiteY24" fmla="*/ 419100 h 3002280"/>
                      <a:gd name="connsiteX25" fmla="*/ 1112520 w 3787140"/>
                      <a:gd name="connsiteY25" fmla="*/ 457200 h 3002280"/>
                      <a:gd name="connsiteX26" fmla="*/ 1070610 w 3787140"/>
                      <a:gd name="connsiteY26" fmla="*/ 518160 h 3002280"/>
                      <a:gd name="connsiteX27" fmla="*/ 1043940 w 3787140"/>
                      <a:gd name="connsiteY27" fmla="*/ 571500 h 3002280"/>
                      <a:gd name="connsiteX28" fmla="*/ 1005840 w 3787140"/>
                      <a:gd name="connsiteY28" fmla="*/ 636270 h 3002280"/>
                      <a:gd name="connsiteX29" fmla="*/ 979170 w 3787140"/>
                      <a:gd name="connsiteY29" fmla="*/ 689610 h 3002280"/>
                      <a:gd name="connsiteX30" fmla="*/ 975360 w 3787140"/>
                      <a:gd name="connsiteY30" fmla="*/ 762000 h 3002280"/>
                      <a:gd name="connsiteX31" fmla="*/ 986790 w 3787140"/>
                      <a:gd name="connsiteY31" fmla="*/ 834390 h 3002280"/>
                      <a:gd name="connsiteX32" fmla="*/ 941070 w 3787140"/>
                      <a:gd name="connsiteY32" fmla="*/ 861060 h 3002280"/>
                      <a:gd name="connsiteX33" fmla="*/ 872490 w 3787140"/>
                      <a:gd name="connsiteY33" fmla="*/ 914400 h 3002280"/>
                      <a:gd name="connsiteX34" fmla="*/ 792480 w 3787140"/>
                      <a:gd name="connsiteY34" fmla="*/ 944880 h 3002280"/>
                      <a:gd name="connsiteX35" fmla="*/ 727710 w 3787140"/>
                      <a:gd name="connsiteY35" fmla="*/ 979170 h 3002280"/>
                      <a:gd name="connsiteX36" fmla="*/ 670560 w 3787140"/>
                      <a:gd name="connsiteY36" fmla="*/ 1013460 h 3002280"/>
                      <a:gd name="connsiteX37" fmla="*/ 632460 w 3787140"/>
                      <a:gd name="connsiteY37" fmla="*/ 1059180 h 3002280"/>
                      <a:gd name="connsiteX38" fmla="*/ 601980 w 3787140"/>
                      <a:gd name="connsiteY38" fmla="*/ 1123950 h 3002280"/>
                      <a:gd name="connsiteX39" fmla="*/ 579120 w 3787140"/>
                      <a:gd name="connsiteY39" fmla="*/ 1184910 h 3002280"/>
                      <a:gd name="connsiteX40" fmla="*/ 544830 w 3787140"/>
                      <a:gd name="connsiteY40" fmla="*/ 1242060 h 3002280"/>
                      <a:gd name="connsiteX41" fmla="*/ 480060 w 3787140"/>
                      <a:gd name="connsiteY41" fmla="*/ 1268730 h 3002280"/>
                      <a:gd name="connsiteX42" fmla="*/ 422910 w 3787140"/>
                      <a:gd name="connsiteY42" fmla="*/ 1295400 h 3002280"/>
                      <a:gd name="connsiteX43" fmla="*/ 384810 w 3787140"/>
                      <a:gd name="connsiteY43" fmla="*/ 1310640 h 3002280"/>
                      <a:gd name="connsiteX44" fmla="*/ 358140 w 3787140"/>
                      <a:gd name="connsiteY44" fmla="*/ 1341120 h 3002280"/>
                      <a:gd name="connsiteX45" fmla="*/ 358140 w 3787140"/>
                      <a:gd name="connsiteY45" fmla="*/ 1383030 h 3002280"/>
                      <a:gd name="connsiteX46" fmla="*/ 392430 w 3787140"/>
                      <a:gd name="connsiteY46" fmla="*/ 1409700 h 3002280"/>
                      <a:gd name="connsiteX47" fmla="*/ 403860 w 3787140"/>
                      <a:gd name="connsiteY47" fmla="*/ 1470660 h 3002280"/>
                      <a:gd name="connsiteX48" fmla="*/ 415290 w 3787140"/>
                      <a:gd name="connsiteY48" fmla="*/ 1527810 h 3002280"/>
                      <a:gd name="connsiteX49" fmla="*/ 426720 w 3787140"/>
                      <a:gd name="connsiteY49" fmla="*/ 1565910 h 3002280"/>
                      <a:gd name="connsiteX50" fmla="*/ 426720 w 3787140"/>
                      <a:gd name="connsiteY50" fmla="*/ 1600200 h 3002280"/>
                      <a:gd name="connsiteX51" fmla="*/ 403860 w 3787140"/>
                      <a:gd name="connsiteY51" fmla="*/ 1619250 h 3002280"/>
                      <a:gd name="connsiteX52" fmla="*/ 342900 w 3787140"/>
                      <a:gd name="connsiteY52" fmla="*/ 1645920 h 3002280"/>
                      <a:gd name="connsiteX53" fmla="*/ 281940 w 3787140"/>
                      <a:gd name="connsiteY53" fmla="*/ 1676400 h 3002280"/>
                      <a:gd name="connsiteX54" fmla="*/ 152400 w 3787140"/>
                      <a:gd name="connsiteY54" fmla="*/ 1733550 h 3002280"/>
                      <a:gd name="connsiteX55" fmla="*/ 64770 w 3787140"/>
                      <a:gd name="connsiteY55" fmla="*/ 1786890 h 3002280"/>
                      <a:gd name="connsiteX56" fmla="*/ 22860 w 3787140"/>
                      <a:gd name="connsiteY56" fmla="*/ 1805940 h 3002280"/>
                      <a:gd name="connsiteX57" fmla="*/ 0 w 3787140"/>
                      <a:gd name="connsiteY57" fmla="*/ 1847850 h 3002280"/>
                      <a:gd name="connsiteX58" fmla="*/ 11430 w 3787140"/>
                      <a:gd name="connsiteY58" fmla="*/ 1878330 h 3002280"/>
                      <a:gd name="connsiteX59" fmla="*/ 30480 w 3787140"/>
                      <a:gd name="connsiteY59" fmla="*/ 1897380 h 3002280"/>
                      <a:gd name="connsiteX60" fmla="*/ 45720 w 3787140"/>
                      <a:gd name="connsiteY60" fmla="*/ 1965960 h 3002280"/>
                      <a:gd name="connsiteX61" fmla="*/ 53340 w 3787140"/>
                      <a:gd name="connsiteY61" fmla="*/ 2045970 h 3002280"/>
                      <a:gd name="connsiteX62" fmla="*/ 91440 w 3787140"/>
                      <a:gd name="connsiteY62" fmla="*/ 2110740 h 3002280"/>
                      <a:gd name="connsiteX63" fmla="*/ 182880 w 3787140"/>
                      <a:gd name="connsiteY63" fmla="*/ 2133600 h 3002280"/>
                      <a:gd name="connsiteX64" fmla="*/ 278130 w 3787140"/>
                      <a:gd name="connsiteY64" fmla="*/ 2129790 h 3002280"/>
                      <a:gd name="connsiteX65" fmla="*/ 422910 w 3787140"/>
                      <a:gd name="connsiteY65" fmla="*/ 2145030 h 3002280"/>
                      <a:gd name="connsiteX66" fmla="*/ 495300 w 3787140"/>
                      <a:gd name="connsiteY66" fmla="*/ 2167890 h 3002280"/>
                      <a:gd name="connsiteX67" fmla="*/ 560070 w 3787140"/>
                      <a:gd name="connsiteY67" fmla="*/ 2164080 h 3002280"/>
                      <a:gd name="connsiteX68" fmla="*/ 624840 w 3787140"/>
                      <a:gd name="connsiteY68" fmla="*/ 2171700 h 3002280"/>
                      <a:gd name="connsiteX69" fmla="*/ 712470 w 3787140"/>
                      <a:gd name="connsiteY69" fmla="*/ 2217420 h 3002280"/>
                      <a:gd name="connsiteX70" fmla="*/ 803910 w 3787140"/>
                      <a:gd name="connsiteY70" fmla="*/ 2251710 h 3002280"/>
                      <a:gd name="connsiteX71" fmla="*/ 899160 w 3787140"/>
                      <a:gd name="connsiteY71" fmla="*/ 2282190 h 3002280"/>
                      <a:gd name="connsiteX72" fmla="*/ 982980 w 3787140"/>
                      <a:gd name="connsiteY72" fmla="*/ 2308860 h 3002280"/>
                      <a:gd name="connsiteX73" fmla="*/ 1024890 w 3787140"/>
                      <a:gd name="connsiteY73" fmla="*/ 2327910 h 3002280"/>
                      <a:gd name="connsiteX74" fmla="*/ 1051560 w 3787140"/>
                      <a:gd name="connsiteY74" fmla="*/ 2366010 h 3002280"/>
                      <a:gd name="connsiteX75" fmla="*/ 1062990 w 3787140"/>
                      <a:gd name="connsiteY75" fmla="*/ 2419350 h 3002280"/>
                      <a:gd name="connsiteX76" fmla="*/ 1055370 w 3787140"/>
                      <a:gd name="connsiteY76" fmla="*/ 2484120 h 3002280"/>
                      <a:gd name="connsiteX77" fmla="*/ 1047750 w 3787140"/>
                      <a:gd name="connsiteY77" fmla="*/ 2548890 h 3002280"/>
                      <a:gd name="connsiteX78" fmla="*/ 1070610 w 3787140"/>
                      <a:gd name="connsiteY78" fmla="*/ 2571750 h 3002280"/>
                      <a:gd name="connsiteX79" fmla="*/ 1112520 w 3787140"/>
                      <a:gd name="connsiteY79" fmla="*/ 2518410 h 3002280"/>
                      <a:gd name="connsiteX80" fmla="*/ 1226820 w 3787140"/>
                      <a:gd name="connsiteY80" fmla="*/ 2453640 h 3002280"/>
                      <a:gd name="connsiteX81" fmla="*/ 1272540 w 3787140"/>
                      <a:gd name="connsiteY81" fmla="*/ 2404110 h 3002280"/>
                      <a:gd name="connsiteX82" fmla="*/ 1310640 w 3787140"/>
                      <a:gd name="connsiteY82" fmla="*/ 2373630 h 3002280"/>
                      <a:gd name="connsiteX83" fmla="*/ 1348740 w 3787140"/>
                      <a:gd name="connsiteY83" fmla="*/ 2350770 h 3002280"/>
                      <a:gd name="connsiteX84" fmla="*/ 1386840 w 3787140"/>
                      <a:gd name="connsiteY84" fmla="*/ 2343150 h 3002280"/>
                      <a:gd name="connsiteX85" fmla="*/ 1432560 w 3787140"/>
                      <a:gd name="connsiteY85" fmla="*/ 2335530 h 3002280"/>
                      <a:gd name="connsiteX86" fmla="*/ 1482090 w 3787140"/>
                      <a:gd name="connsiteY86" fmla="*/ 2335530 h 3002280"/>
                      <a:gd name="connsiteX87" fmla="*/ 1565910 w 3787140"/>
                      <a:gd name="connsiteY87" fmla="*/ 2339340 h 3002280"/>
                      <a:gd name="connsiteX88" fmla="*/ 1630680 w 3787140"/>
                      <a:gd name="connsiteY88" fmla="*/ 2343150 h 3002280"/>
                      <a:gd name="connsiteX89" fmla="*/ 1760220 w 3787140"/>
                      <a:gd name="connsiteY89" fmla="*/ 2331720 h 3002280"/>
                      <a:gd name="connsiteX90" fmla="*/ 1832610 w 3787140"/>
                      <a:gd name="connsiteY90" fmla="*/ 2339340 h 3002280"/>
                      <a:gd name="connsiteX91" fmla="*/ 1840230 w 3787140"/>
                      <a:gd name="connsiteY91" fmla="*/ 2373630 h 3002280"/>
                      <a:gd name="connsiteX92" fmla="*/ 1866900 w 3787140"/>
                      <a:gd name="connsiteY92" fmla="*/ 2396490 h 3002280"/>
                      <a:gd name="connsiteX93" fmla="*/ 1866900 w 3787140"/>
                      <a:gd name="connsiteY93" fmla="*/ 2396490 h 3002280"/>
                      <a:gd name="connsiteX94" fmla="*/ 1931670 w 3787140"/>
                      <a:gd name="connsiteY94" fmla="*/ 2381250 h 3002280"/>
                      <a:gd name="connsiteX95" fmla="*/ 1981200 w 3787140"/>
                      <a:gd name="connsiteY95" fmla="*/ 2400300 h 3002280"/>
                      <a:gd name="connsiteX96" fmla="*/ 2026920 w 3787140"/>
                      <a:gd name="connsiteY96" fmla="*/ 2381250 h 3002280"/>
                      <a:gd name="connsiteX97" fmla="*/ 2011680 w 3787140"/>
                      <a:gd name="connsiteY97" fmla="*/ 2339340 h 3002280"/>
                      <a:gd name="connsiteX98" fmla="*/ 2023110 w 3787140"/>
                      <a:gd name="connsiteY98" fmla="*/ 2259330 h 3002280"/>
                      <a:gd name="connsiteX99" fmla="*/ 2045970 w 3787140"/>
                      <a:gd name="connsiteY99" fmla="*/ 2209800 h 3002280"/>
                      <a:gd name="connsiteX100" fmla="*/ 2095500 w 3787140"/>
                      <a:gd name="connsiteY100" fmla="*/ 2167890 h 3002280"/>
                      <a:gd name="connsiteX101" fmla="*/ 2129790 w 3787140"/>
                      <a:gd name="connsiteY101" fmla="*/ 2110740 h 3002280"/>
                      <a:gd name="connsiteX102" fmla="*/ 2175510 w 3787140"/>
                      <a:gd name="connsiteY102" fmla="*/ 2110740 h 3002280"/>
                      <a:gd name="connsiteX103" fmla="*/ 2213610 w 3787140"/>
                      <a:gd name="connsiteY103" fmla="*/ 2148840 h 3002280"/>
                      <a:gd name="connsiteX104" fmla="*/ 2255520 w 3787140"/>
                      <a:gd name="connsiteY104" fmla="*/ 2194560 h 3002280"/>
                      <a:gd name="connsiteX105" fmla="*/ 2259330 w 3787140"/>
                      <a:gd name="connsiteY105" fmla="*/ 2240280 h 3002280"/>
                      <a:gd name="connsiteX106" fmla="*/ 2244090 w 3787140"/>
                      <a:gd name="connsiteY106" fmla="*/ 2274570 h 3002280"/>
                      <a:gd name="connsiteX107" fmla="*/ 2225040 w 3787140"/>
                      <a:gd name="connsiteY107" fmla="*/ 2289810 h 3002280"/>
                      <a:gd name="connsiteX108" fmla="*/ 2217420 w 3787140"/>
                      <a:gd name="connsiteY108" fmla="*/ 2331720 h 3002280"/>
                      <a:gd name="connsiteX109" fmla="*/ 2247900 w 3787140"/>
                      <a:gd name="connsiteY109" fmla="*/ 2339340 h 3002280"/>
                      <a:gd name="connsiteX110" fmla="*/ 2274570 w 3787140"/>
                      <a:gd name="connsiteY110" fmla="*/ 2324100 h 3002280"/>
                      <a:gd name="connsiteX111" fmla="*/ 2312670 w 3787140"/>
                      <a:gd name="connsiteY111" fmla="*/ 2339340 h 3002280"/>
                      <a:gd name="connsiteX112" fmla="*/ 2331720 w 3787140"/>
                      <a:gd name="connsiteY112" fmla="*/ 2385060 h 3002280"/>
                      <a:gd name="connsiteX113" fmla="*/ 2362200 w 3787140"/>
                      <a:gd name="connsiteY113" fmla="*/ 2392680 h 3002280"/>
                      <a:gd name="connsiteX114" fmla="*/ 2366010 w 3787140"/>
                      <a:gd name="connsiteY114" fmla="*/ 2426970 h 3002280"/>
                      <a:gd name="connsiteX115" fmla="*/ 2385060 w 3787140"/>
                      <a:gd name="connsiteY115" fmla="*/ 2472690 h 3002280"/>
                      <a:gd name="connsiteX116" fmla="*/ 2385060 w 3787140"/>
                      <a:gd name="connsiteY116" fmla="*/ 2503170 h 3002280"/>
                      <a:gd name="connsiteX117" fmla="*/ 2373630 w 3787140"/>
                      <a:gd name="connsiteY117" fmla="*/ 2548890 h 3002280"/>
                      <a:gd name="connsiteX118" fmla="*/ 2346960 w 3787140"/>
                      <a:gd name="connsiteY118" fmla="*/ 2571750 h 3002280"/>
                      <a:gd name="connsiteX119" fmla="*/ 2346960 w 3787140"/>
                      <a:gd name="connsiteY119" fmla="*/ 2621280 h 3002280"/>
                      <a:gd name="connsiteX120" fmla="*/ 2369820 w 3787140"/>
                      <a:gd name="connsiteY120" fmla="*/ 2667000 h 3002280"/>
                      <a:gd name="connsiteX121" fmla="*/ 2404110 w 3787140"/>
                      <a:gd name="connsiteY121" fmla="*/ 2705100 h 3002280"/>
                      <a:gd name="connsiteX122" fmla="*/ 2423160 w 3787140"/>
                      <a:gd name="connsiteY122" fmla="*/ 2758440 h 3002280"/>
                      <a:gd name="connsiteX123" fmla="*/ 2461260 w 3787140"/>
                      <a:gd name="connsiteY123" fmla="*/ 2785110 h 3002280"/>
                      <a:gd name="connsiteX124" fmla="*/ 2491740 w 3787140"/>
                      <a:gd name="connsiteY124" fmla="*/ 2891790 h 3002280"/>
                      <a:gd name="connsiteX125" fmla="*/ 2514600 w 3787140"/>
                      <a:gd name="connsiteY125" fmla="*/ 2948940 h 3002280"/>
                      <a:gd name="connsiteX126" fmla="*/ 2545080 w 3787140"/>
                      <a:gd name="connsiteY126" fmla="*/ 2975610 h 3002280"/>
                      <a:gd name="connsiteX127" fmla="*/ 2606040 w 3787140"/>
                      <a:gd name="connsiteY127" fmla="*/ 2990850 h 3002280"/>
                      <a:gd name="connsiteX128" fmla="*/ 2647950 w 3787140"/>
                      <a:gd name="connsiteY128" fmla="*/ 3002280 h 3002280"/>
                      <a:gd name="connsiteX129" fmla="*/ 2701290 w 3787140"/>
                      <a:gd name="connsiteY129" fmla="*/ 2975610 h 3002280"/>
                      <a:gd name="connsiteX130" fmla="*/ 2739390 w 3787140"/>
                      <a:gd name="connsiteY130" fmla="*/ 2937510 h 3002280"/>
                      <a:gd name="connsiteX131" fmla="*/ 2842260 w 3787140"/>
                      <a:gd name="connsiteY131" fmla="*/ 2891790 h 3002280"/>
                      <a:gd name="connsiteX132" fmla="*/ 2914650 w 3787140"/>
                      <a:gd name="connsiteY132" fmla="*/ 2868930 h 3002280"/>
                      <a:gd name="connsiteX133" fmla="*/ 2967990 w 3787140"/>
                      <a:gd name="connsiteY133" fmla="*/ 2861310 h 3002280"/>
                      <a:gd name="connsiteX134" fmla="*/ 3028950 w 3787140"/>
                      <a:gd name="connsiteY134" fmla="*/ 2838450 h 3002280"/>
                      <a:gd name="connsiteX135" fmla="*/ 3078480 w 3787140"/>
                      <a:gd name="connsiteY135" fmla="*/ 2827020 h 3002280"/>
                      <a:gd name="connsiteX136" fmla="*/ 3116580 w 3787140"/>
                      <a:gd name="connsiteY136" fmla="*/ 2827020 h 3002280"/>
                      <a:gd name="connsiteX137" fmla="*/ 3177540 w 3787140"/>
                      <a:gd name="connsiteY137" fmla="*/ 2811780 h 3002280"/>
                      <a:gd name="connsiteX138" fmla="*/ 3215640 w 3787140"/>
                      <a:gd name="connsiteY138" fmla="*/ 2830830 h 3002280"/>
                      <a:gd name="connsiteX139" fmla="*/ 3227070 w 3787140"/>
                      <a:gd name="connsiteY139" fmla="*/ 2800350 h 3002280"/>
                      <a:gd name="connsiteX140" fmla="*/ 3215640 w 3787140"/>
                      <a:gd name="connsiteY140" fmla="*/ 2720340 h 3002280"/>
                      <a:gd name="connsiteX141" fmla="*/ 3227070 w 3787140"/>
                      <a:gd name="connsiteY141" fmla="*/ 2606040 h 3002280"/>
                      <a:gd name="connsiteX142" fmla="*/ 3230880 w 3787140"/>
                      <a:gd name="connsiteY142" fmla="*/ 2548890 h 3002280"/>
                      <a:gd name="connsiteX143" fmla="*/ 3246120 w 3787140"/>
                      <a:gd name="connsiteY143" fmla="*/ 2518410 h 3002280"/>
                      <a:gd name="connsiteX144" fmla="*/ 3238500 w 3787140"/>
                      <a:gd name="connsiteY144" fmla="*/ 2465070 h 3002280"/>
                      <a:gd name="connsiteX145" fmla="*/ 3249930 w 3787140"/>
                      <a:gd name="connsiteY145" fmla="*/ 2426970 h 3002280"/>
                      <a:gd name="connsiteX146" fmla="*/ 3280410 w 3787140"/>
                      <a:gd name="connsiteY146" fmla="*/ 2407920 h 3002280"/>
                      <a:gd name="connsiteX147" fmla="*/ 3272790 w 3787140"/>
                      <a:gd name="connsiteY147" fmla="*/ 2373630 h 3002280"/>
                      <a:gd name="connsiteX148" fmla="*/ 3238500 w 3787140"/>
                      <a:gd name="connsiteY148" fmla="*/ 2362200 h 3002280"/>
                      <a:gd name="connsiteX149" fmla="*/ 3208020 w 3787140"/>
                      <a:gd name="connsiteY149" fmla="*/ 2331720 h 3002280"/>
                      <a:gd name="connsiteX150" fmla="*/ 3208020 w 3787140"/>
                      <a:gd name="connsiteY150" fmla="*/ 2259330 h 3002280"/>
                      <a:gd name="connsiteX151" fmla="*/ 3215640 w 3787140"/>
                      <a:gd name="connsiteY151" fmla="*/ 2175510 h 3002280"/>
                      <a:gd name="connsiteX152" fmla="*/ 3215640 w 3787140"/>
                      <a:gd name="connsiteY152" fmla="*/ 2095500 h 3002280"/>
                      <a:gd name="connsiteX153" fmla="*/ 3204210 w 3787140"/>
                      <a:gd name="connsiteY153" fmla="*/ 2030730 h 3002280"/>
                      <a:gd name="connsiteX154" fmla="*/ 3204210 w 3787140"/>
                      <a:gd name="connsiteY154" fmla="*/ 1973580 h 3002280"/>
                      <a:gd name="connsiteX155" fmla="*/ 3208020 w 3787140"/>
                      <a:gd name="connsiteY155" fmla="*/ 1931670 h 3002280"/>
                      <a:gd name="connsiteX156" fmla="*/ 3234690 w 3787140"/>
                      <a:gd name="connsiteY156" fmla="*/ 1908810 h 3002280"/>
                      <a:gd name="connsiteX157" fmla="*/ 3295650 w 3787140"/>
                      <a:gd name="connsiteY157" fmla="*/ 1927860 h 3002280"/>
                      <a:gd name="connsiteX158" fmla="*/ 3360420 w 3787140"/>
                      <a:gd name="connsiteY158" fmla="*/ 1988820 h 3002280"/>
                      <a:gd name="connsiteX159" fmla="*/ 3406140 w 3787140"/>
                      <a:gd name="connsiteY159" fmla="*/ 2042160 h 3002280"/>
                      <a:gd name="connsiteX160" fmla="*/ 3429000 w 3787140"/>
                      <a:gd name="connsiteY160" fmla="*/ 2049780 h 3002280"/>
                      <a:gd name="connsiteX161" fmla="*/ 3467100 w 3787140"/>
                      <a:gd name="connsiteY161" fmla="*/ 2057400 h 3002280"/>
                      <a:gd name="connsiteX162" fmla="*/ 3486150 w 3787140"/>
                      <a:gd name="connsiteY162" fmla="*/ 2087880 h 3002280"/>
                      <a:gd name="connsiteX163" fmla="*/ 3528060 w 3787140"/>
                      <a:gd name="connsiteY163" fmla="*/ 2118360 h 3002280"/>
                      <a:gd name="connsiteX164" fmla="*/ 3604260 w 3787140"/>
                      <a:gd name="connsiteY164" fmla="*/ 2141220 h 3002280"/>
                      <a:gd name="connsiteX165" fmla="*/ 3688080 w 3787140"/>
                      <a:gd name="connsiteY165" fmla="*/ 2145030 h 3002280"/>
                      <a:gd name="connsiteX166" fmla="*/ 3707130 w 3787140"/>
                      <a:gd name="connsiteY166" fmla="*/ 2125980 h 3002280"/>
                      <a:gd name="connsiteX167" fmla="*/ 3764280 w 3787140"/>
                      <a:gd name="connsiteY167" fmla="*/ 2141220 h 3002280"/>
                      <a:gd name="connsiteX168" fmla="*/ 3787140 w 3787140"/>
                      <a:gd name="connsiteY168" fmla="*/ 2129790 h 3002280"/>
                      <a:gd name="connsiteX169" fmla="*/ 3783330 w 3787140"/>
                      <a:gd name="connsiteY169" fmla="*/ 2099310 h 3002280"/>
                      <a:gd name="connsiteX170" fmla="*/ 3768090 w 3787140"/>
                      <a:gd name="connsiteY170" fmla="*/ 2068830 h 3002280"/>
                      <a:gd name="connsiteX171" fmla="*/ 3745230 w 3787140"/>
                      <a:gd name="connsiteY171" fmla="*/ 2007870 h 3002280"/>
                      <a:gd name="connsiteX172" fmla="*/ 3729990 w 3787140"/>
                      <a:gd name="connsiteY172" fmla="*/ 1988820 h 3002280"/>
                      <a:gd name="connsiteX173" fmla="*/ 3722370 w 3787140"/>
                      <a:gd name="connsiteY173" fmla="*/ 1935480 h 3002280"/>
                      <a:gd name="connsiteX174" fmla="*/ 3726180 w 3787140"/>
                      <a:gd name="connsiteY174" fmla="*/ 1893570 h 3002280"/>
                      <a:gd name="connsiteX175" fmla="*/ 3722370 w 3787140"/>
                      <a:gd name="connsiteY175" fmla="*/ 1855470 h 3002280"/>
                      <a:gd name="connsiteX176" fmla="*/ 3699510 w 3787140"/>
                      <a:gd name="connsiteY176" fmla="*/ 1851660 h 3002280"/>
                      <a:gd name="connsiteX177" fmla="*/ 3646170 w 3787140"/>
                      <a:gd name="connsiteY177" fmla="*/ 1832610 h 3002280"/>
                      <a:gd name="connsiteX178" fmla="*/ 3592830 w 3787140"/>
                      <a:gd name="connsiteY178" fmla="*/ 1817370 h 3002280"/>
                      <a:gd name="connsiteX179" fmla="*/ 3520440 w 3787140"/>
                      <a:gd name="connsiteY179" fmla="*/ 1752600 h 3002280"/>
                      <a:gd name="connsiteX180" fmla="*/ 3478530 w 3787140"/>
                      <a:gd name="connsiteY180" fmla="*/ 1699260 h 3002280"/>
                      <a:gd name="connsiteX181" fmla="*/ 3413760 w 3787140"/>
                      <a:gd name="connsiteY181" fmla="*/ 1642110 h 3002280"/>
                      <a:gd name="connsiteX182" fmla="*/ 3364230 w 3787140"/>
                      <a:gd name="connsiteY182" fmla="*/ 1565910 h 3002280"/>
                      <a:gd name="connsiteX183" fmla="*/ 3322320 w 3787140"/>
                      <a:gd name="connsiteY183" fmla="*/ 1508760 h 3002280"/>
                      <a:gd name="connsiteX184" fmla="*/ 3181350 w 3787140"/>
                      <a:gd name="connsiteY184" fmla="*/ 1428750 h 3002280"/>
                      <a:gd name="connsiteX185" fmla="*/ 3089910 w 3787140"/>
                      <a:gd name="connsiteY185" fmla="*/ 1375410 h 3002280"/>
                      <a:gd name="connsiteX186" fmla="*/ 2998470 w 3787140"/>
                      <a:gd name="connsiteY186" fmla="*/ 1299210 h 3002280"/>
                      <a:gd name="connsiteX187" fmla="*/ 2895600 w 3787140"/>
                      <a:gd name="connsiteY187" fmla="*/ 1242060 h 3002280"/>
                      <a:gd name="connsiteX188" fmla="*/ 2811780 w 3787140"/>
                      <a:gd name="connsiteY188" fmla="*/ 1169670 h 3002280"/>
                      <a:gd name="connsiteX189" fmla="*/ 2743200 w 3787140"/>
                      <a:gd name="connsiteY189" fmla="*/ 1123950 h 3002280"/>
                      <a:gd name="connsiteX190" fmla="*/ 2663190 w 3787140"/>
                      <a:gd name="connsiteY190" fmla="*/ 1085850 h 3002280"/>
                      <a:gd name="connsiteX191" fmla="*/ 2586990 w 3787140"/>
                      <a:gd name="connsiteY191" fmla="*/ 1017270 h 3002280"/>
                      <a:gd name="connsiteX192" fmla="*/ 2495550 w 3787140"/>
                      <a:gd name="connsiteY192" fmla="*/ 971550 h 3002280"/>
                      <a:gd name="connsiteX193" fmla="*/ 2426970 w 3787140"/>
                      <a:gd name="connsiteY193" fmla="*/ 906780 h 3002280"/>
                      <a:gd name="connsiteX194" fmla="*/ 2381250 w 3787140"/>
                      <a:gd name="connsiteY194" fmla="*/ 880110 h 3002280"/>
                      <a:gd name="connsiteX195" fmla="*/ 2301240 w 3787140"/>
                      <a:gd name="connsiteY195" fmla="*/ 838200 h 3002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Lst>
                    <a:rect l="l" t="t" r="r" b="b"/>
                    <a:pathLst>
                      <a:path w="3787140" h="3002280">
                        <a:moveTo>
                          <a:pt x="2301240" y="838200"/>
                        </a:moveTo>
                        <a:lnTo>
                          <a:pt x="2225040" y="777240"/>
                        </a:lnTo>
                        <a:lnTo>
                          <a:pt x="2106930" y="723900"/>
                        </a:lnTo>
                        <a:lnTo>
                          <a:pt x="2019300" y="647700"/>
                        </a:lnTo>
                        <a:lnTo>
                          <a:pt x="1931670" y="590550"/>
                        </a:lnTo>
                        <a:lnTo>
                          <a:pt x="1859280" y="548640"/>
                        </a:lnTo>
                        <a:lnTo>
                          <a:pt x="1786890" y="491490"/>
                        </a:lnTo>
                        <a:lnTo>
                          <a:pt x="1703070" y="438150"/>
                        </a:lnTo>
                        <a:lnTo>
                          <a:pt x="1604010" y="373380"/>
                        </a:lnTo>
                        <a:lnTo>
                          <a:pt x="1516380" y="312420"/>
                        </a:lnTo>
                        <a:lnTo>
                          <a:pt x="1447800" y="262890"/>
                        </a:lnTo>
                        <a:lnTo>
                          <a:pt x="1383030" y="220980"/>
                        </a:lnTo>
                        <a:lnTo>
                          <a:pt x="1325880" y="167640"/>
                        </a:lnTo>
                        <a:lnTo>
                          <a:pt x="1283970" y="129540"/>
                        </a:lnTo>
                        <a:lnTo>
                          <a:pt x="1184910" y="83820"/>
                        </a:lnTo>
                        <a:lnTo>
                          <a:pt x="1154430" y="49530"/>
                        </a:lnTo>
                        <a:lnTo>
                          <a:pt x="1123950" y="26670"/>
                        </a:lnTo>
                        <a:lnTo>
                          <a:pt x="1078230" y="0"/>
                        </a:lnTo>
                        <a:lnTo>
                          <a:pt x="1055370" y="22860"/>
                        </a:lnTo>
                        <a:lnTo>
                          <a:pt x="1078230" y="76200"/>
                        </a:lnTo>
                        <a:lnTo>
                          <a:pt x="1093470" y="129540"/>
                        </a:lnTo>
                        <a:lnTo>
                          <a:pt x="1108710" y="175260"/>
                        </a:lnTo>
                        <a:lnTo>
                          <a:pt x="1131570" y="247650"/>
                        </a:lnTo>
                        <a:lnTo>
                          <a:pt x="1135380" y="327660"/>
                        </a:lnTo>
                        <a:lnTo>
                          <a:pt x="1120140" y="419100"/>
                        </a:lnTo>
                        <a:lnTo>
                          <a:pt x="1112520" y="457200"/>
                        </a:lnTo>
                        <a:lnTo>
                          <a:pt x="1070610" y="518160"/>
                        </a:lnTo>
                        <a:lnTo>
                          <a:pt x="1043940" y="571500"/>
                        </a:lnTo>
                        <a:lnTo>
                          <a:pt x="1005840" y="636270"/>
                        </a:lnTo>
                        <a:lnTo>
                          <a:pt x="979170" y="689610"/>
                        </a:lnTo>
                        <a:lnTo>
                          <a:pt x="975360" y="762000"/>
                        </a:lnTo>
                        <a:lnTo>
                          <a:pt x="986790" y="834390"/>
                        </a:lnTo>
                        <a:lnTo>
                          <a:pt x="941070" y="861060"/>
                        </a:lnTo>
                        <a:lnTo>
                          <a:pt x="872490" y="914400"/>
                        </a:lnTo>
                        <a:lnTo>
                          <a:pt x="792480" y="944880"/>
                        </a:lnTo>
                        <a:lnTo>
                          <a:pt x="727710" y="979170"/>
                        </a:lnTo>
                        <a:lnTo>
                          <a:pt x="670560" y="1013460"/>
                        </a:lnTo>
                        <a:lnTo>
                          <a:pt x="632460" y="1059180"/>
                        </a:lnTo>
                        <a:lnTo>
                          <a:pt x="601980" y="1123950"/>
                        </a:lnTo>
                        <a:lnTo>
                          <a:pt x="579120" y="1184910"/>
                        </a:lnTo>
                        <a:lnTo>
                          <a:pt x="544830" y="1242060"/>
                        </a:lnTo>
                        <a:lnTo>
                          <a:pt x="480060" y="1268730"/>
                        </a:lnTo>
                        <a:lnTo>
                          <a:pt x="422910" y="1295400"/>
                        </a:lnTo>
                        <a:lnTo>
                          <a:pt x="384810" y="1310640"/>
                        </a:lnTo>
                        <a:lnTo>
                          <a:pt x="358140" y="1341120"/>
                        </a:lnTo>
                        <a:lnTo>
                          <a:pt x="358140" y="1383030"/>
                        </a:lnTo>
                        <a:lnTo>
                          <a:pt x="392430" y="1409700"/>
                        </a:lnTo>
                        <a:lnTo>
                          <a:pt x="403860" y="1470660"/>
                        </a:lnTo>
                        <a:lnTo>
                          <a:pt x="415290" y="1527810"/>
                        </a:lnTo>
                        <a:lnTo>
                          <a:pt x="426720" y="1565910"/>
                        </a:lnTo>
                        <a:lnTo>
                          <a:pt x="426720" y="1600200"/>
                        </a:lnTo>
                        <a:lnTo>
                          <a:pt x="403860" y="1619250"/>
                        </a:lnTo>
                        <a:lnTo>
                          <a:pt x="342900" y="1645920"/>
                        </a:lnTo>
                        <a:lnTo>
                          <a:pt x="281940" y="1676400"/>
                        </a:lnTo>
                        <a:lnTo>
                          <a:pt x="152400" y="1733550"/>
                        </a:lnTo>
                        <a:lnTo>
                          <a:pt x="64770" y="1786890"/>
                        </a:lnTo>
                        <a:lnTo>
                          <a:pt x="22860" y="1805940"/>
                        </a:lnTo>
                        <a:lnTo>
                          <a:pt x="0" y="1847850"/>
                        </a:lnTo>
                        <a:lnTo>
                          <a:pt x="11430" y="1878330"/>
                        </a:lnTo>
                        <a:lnTo>
                          <a:pt x="30480" y="1897380"/>
                        </a:lnTo>
                        <a:lnTo>
                          <a:pt x="45720" y="1965960"/>
                        </a:lnTo>
                        <a:lnTo>
                          <a:pt x="53340" y="2045970"/>
                        </a:lnTo>
                        <a:lnTo>
                          <a:pt x="91440" y="2110740"/>
                        </a:lnTo>
                        <a:lnTo>
                          <a:pt x="182880" y="2133600"/>
                        </a:lnTo>
                        <a:lnTo>
                          <a:pt x="278130" y="2129790"/>
                        </a:lnTo>
                        <a:lnTo>
                          <a:pt x="422910" y="2145030"/>
                        </a:lnTo>
                        <a:lnTo>
                          <a:pt x="495300" y="2167890"/>
                        </a:lnTo>
                        <a:lnTo>
                          <a:pt x="560070" y="2164080"/>
                        </a:lnTo>
                        <a:lnTo>
                          <a:pt x="624840" y="2171700"/>
                        </a:lnTo>
                        <a:lnTo>
                          <a:pt x="712470" y="2217420"/>
                        </a:lnTo>
                        <a:lnTo>
                          <a:pt x="803910" y="2251710"/>
                        </a:lnTo>
                        <a:lnTo>
                          <a:pt x="899160" y="2282190"/>
                        </a:lnTo>
                        <a:lnTo>
                          <a:pt x="982980" y="2308860"/>
                        </a:lnTo>
                        <a:lnTo>
                          <a:pt x="1024890" y="2327910"/>
                        </a:lnTo>
                        <a:lnTo>
                          <a:pt x="1051560" y="2366010"/>
                        </a:lnTo>
                        <a:lnTo>
                          <a:pt x="1062990" y="2419350"/>
                        </a:lnTo>
                        <a:lnTo>
                          <a:pt x="1055370" y="2484120"/>
                        </a:lnTo>
                        <a:lnTo>
                          <a:pt x="1047750" y="2548890"/>
                        </a:lnTo>
                        <a:lnTo>
                          <a:pt x="1070610" y="2571750"/>
                        </a:lnTo>
                        <a:lnTo>
                          <a:pt x="1112520" y="2518410"/>
                        </a:lnTo>
                        <a:lnTo>
                          <a:pt x="1226820" y="2453640"/>
                        </a:lnTo>
                        <a:lnTo>
                          <a:pt x="1272540" y="2404110"/>
                        </a:lnTo>
                        <a:lnTo>
                          <a:pt x="1310640" y="2373630"/>
                        </a:lnTo>
                        <a:lnTo>
                          <a:pt x="1348740" y="2350770"/>
                        </a:lnTo>
                        <a:lnTo>
                          <a:pt x="1386840" y="2343150"/>
                        </a:lnTo>
                        <a:lnTo>
                          <a:pt x="1432560" y="2335530"/>
                        </a:lnTo>
                        <a:lnTo>
                          <a:pt x="1482090" y="2335530"/>
                        </a:lnTo>
                        <a:lnTo>
                          <a:pt x="1565910" y="2339340"/>
                        </a:lnTo>
                        <a:lnTo>
                          <a:pt x="1630680" y="2343150"/>
                        </a:lnTo>
                        <a:lnTo>
                          <a:pt x="1760220" y="2331720"/>
                        </a:lnTo>
                        <a:lnTo>
                          <a:pt x="1832610" y="2339340"/>
                        </a:lnTo>
                        <a:lnTo>
                          <a:pt x="1840230" y="2373630"/>
                        </a:lnTo>
                        <a:lnTo>
                          <a:pt x="1866900" y="2396490"/>
                        </a:lnTo>
                        <a:lnTo>
                          <a:pt x="1866900" y="2396490"/>
                        </a:lnTo>
                        <a:lnTo>
                          <a:pt x="1931670" y="2381250"/>
                        </a:lnTo>
                        <a:lnTo>
                          <a:pt x="1981200" y="2400300"/>
                        </a:lnTo>
                        <a:lnTo>
                          <a:pt x="2026920" y="2381250"/>
                        </a:lnTo>
                        <a:lnTo>
                          <a:pt x="2011680" y="2339340"/>
                        </a:lnTo>
                        <a:lnTo>
                          <a:pt x="2023110" y="2259330"/>
                        </a:lnTo>
                        <a:lnTo>
                          <a:pt x="2045970" y="2209800"/>
                        </a:lnTo>
                        <a:lnTo>
                          <a:pt x="2095500" y="2167890"/>
                        </a:lnTo>
                        <a:lnTo>
                          <a:pt x="2129790" y="2110740"/>
                        </a:lnTo>
                        <a:lnTo>
                          <a:pt x="2175510" y="2110740"/>
                        </a:lnTo>
                        <a:lnTo>
                          <a:pt x="2213610" y="2148840"/>
                        </a:lnTo>
                        <a:lnTo>
                          <a:pt x="2255520" y="2194560"/>
                        </a:lnTo>
                        <a:lnTo>
                          <a:pt x="2259330" y="2240280"/>
                        </a:lnTo>
                        <a:lnTo>
                          <a:pt x="2244090" y="2274570"/>
                        </a:lnTo>
                        <a:lnTo>
                          <a:pt x="2225040" y="2289810"/>
                        </a:lnTo>
                        <a:lnTo>
                          <a:pt x="2217420" y="2331720"/>
                        </a:lnTo>
                        <a:lnTo>
                          <a:pt x="2247900" y="2339340"/>
                        </a:lnTo>
                        <a:lnTo>
                          <a:pt x="2274570" y="2324100"/>
                        </a:lnTo>
                        <a:lnTo>
                          <a:pt x="2312670" y="2339340"/>
                        </a:lnTo>
                        <a:lnTo>
                          <a:pt x="2331720" y="2385060"/>
                        </a:lnTo>
                        <a:lnTo>
                          <a:pt x="2362200" y="2392680"/>
                        </a:lnTo>
                        <a:lnTo>
                          <a:pt x="2366010" y="2426970"/>
                        </a:lnTo>
                        <a:lnTo>
                          <a:pt x="2385060" y="2472690"/>
                        </a:lnTo>
                        <a:lnTo>
                          <a:pt x="2385060" y="2503170"/>
                        </a:lnTo>
                        <a:lnTo>
                          <a:pt x="2373630" y="2548890"/>
                        </a:lnTo>
                        <a:lnTo>
                          <a:pt x="2346960" y="2571750"/>
                        </a:lnTo>
                        <a:lnTo>
                          <a:pt x="2346960" y="2621280"/>
                        </a:lnTo>
                        <a:lnTo>
                          <a:pt x="2369820" y="2667000"/>
                        </a:lnTo>
                        <a:lnTo>
                          <a:pt x="2404110" y="2705100"/>
                        </a:lnTo>
                        <a:lnTo>
                          <a:pt x="2423160" y="2758440"/>
                        </a:lnTo>
                        <a:lnTo>
                          <a:pt x="2461260" y="2785110"/>
                        </a:lnTo>
                        <a:lnTo>
                          <a:pt x="2491740" y="2891790"/>
                        </a:lnTo>
                        <a:lnTo>
                          <a:pt x="2514600" y="2948940"/>
                        </a:lnTo>
                        <a:lnTo>
                          <a:pt x="2545080" y="2975610"/>
                        </a:lnTo>
                        <a:lnTo>
                          <a:pt x="2606040" y="2990850"/>
                        </a:lnTo>
                        <a:lnTo>
                          <a:pt x="2647950" y="3002280"/>
                        </a:lnTo>
                        <a:lnTo>
                          <a:pt x="2701290" y="2975610"/>
                        </a:lnTo>
                        <a:lnTo>
                          <a:pt x="2739390" y="2937510"/>
                        </a:lnTo>
                        <a:lnTo>
                          <a:pt x="2842260" y="2891790"/>
                        </a:lnTo>
                        <a:lnTo>
                          <a:pt x="2914650" y="2868930"/>
                        </a:lnTo>
                        <a:lnTo>
                          <a:pt x="2967990" y="2861310"/>
                        </a:lnTo>
                        <a:lnTo>
                          <a:pt x="3028950" y="2838450"/>
                        </a:lnTo>
                        <a:lnTo>
                          <a:pt x="3078480" y="2827020"/>
                        </a:lnTo>
                        <a:lnTo>
                          <a:pt x="3116580" y="2827020"/>
                        </a:lnTo>
                        <a:lnTo>
                          <a:pt x="3177540" y="2811780"/>
                        </a:lnTo>
                        <a:lnTo>
                          <a:pt x="3215640" y="2830830"/>
                        </a:lnTo>
                        <a:lnTo>
                          <a:pt x="3227070" y="2800350"/>
                        </a:lnTo>
                        <a:lnTo>
                          <a:pt x="3215640" y="2720340"/>
                        </a:lnTo>
                        <a:lnTo>
                          <a:pt x="3227070" y="2606040"/>
                        </a:lnTo>
                        <a:lnTo>
                          <a:pt x="3230880" y="2548890"/>
                        </a:lnTo>
                        <a:lnTo>
                          <a:pt x="3246120" y="2518410"/>
                        </a:lnTo>
                        <a:lnTo>
                          <a:pt x="3238500" y="2465070"/>
                        </a:lnTo>
                        <a:lnTo>
                          <a:pt x="3249930" y="2426970"/>
                        </a:lnTo>
                        <a:lnTo>
                          <a:pt x="3280410" y="2407920"/>
                        </a:lnTo>
                        <a:lnTo>
                          <a:pt x="3272790" y="2373630"/>
                        </a:lnTo>
                        <a:lnTo>
                          <a:pt x="3238500" y="2362200"/>
                        </a:lnTo>
                        <a:lnTo>
                          <a:pt x="3208020" y="2331720"/>
                        </a:lnTo>
                        <a:lnTo>
                          <a:pt x="3208020" y="2259330"/>
                        </a:lnTo>
                        <a:lnTo>
                          <a:pt x="3215640" y="2175510"/>
                        </a:lnTo>
                        <a:lnTo>
                          <a:pt x="3215640" y="2095500"/>
                        </a:lnTo>
                        <a:lnTo>
                          <a:pt x="3204210" y="2030730"/>
                        </a:lnTo>
                        <a:lnTo>
                          <a:pt x="3204210" y="1973580"/>
                        </a:lnTo>
                        <a:lnTo>
                          <a:pt x="3208020" y="1931670"/>
                        </a:lnTo>
                        <a:lnTo>
                          <a:pt x="3234690" y="1908810"/>
                        </a:lnTo>
                        <a:lnTo>
                          <a:pt x="3295650" y="1927860"/>
                        </a:lnTo>
                        <a:lnTo>
                          <a:pt x="3360420" y="1988820"/>
                        </a:lnTo>
                        <a:lnTo>
                          <a:pt x="3406140" y="2042160"/>
                        </a:lnTo>
                        <a:lnTo>
                          <a:pt x="3429000" y="2049780"/>
                        </a:lnTo>
                        <a:lnTo>
                          <a:pt x="3467100" y="2057400"/>
                        </a:lnTo>
                        <a:lnTo>
                          <a:pt x="3486150" y="2087880"/>
                        </a:lnTo>
                        <a:lnTo>
                          <a:pt x="3528060" y="2118360"/>
                        </a:lnTo>
                        <a:lnTo>
                          <a:pt x="3604260" y="2141220"/>
                        </a:lnTo>
                        <a:lnTo>
                          <a:pt x="3688080" y="2145030"/>
                        </a:lnTo>
                        <a:lnTo>
                          <a:pt x="3707130" y="2125980"/>
                        </a:lnTo>
                        <a:lnTo>
                          <a:pt x="3764280" y="2141220"/>
                        </a:lnTo>
                        <a:lnTo>
                          <a:pt x="3787140" y="2129790"/>
                        </a:lnTo>
                        <a:lnTo>
                          <a:pt x="3783330" y="2099310"/>
                        </a:lnTo>
                        <a:lnTo>
                          <a:pt x="3768090" y="2068830"/>
                        </a:lnTo>
                        <a:lnTo>
                          <a:pt x="3745230" y="2007870"/>
                        </a:lnTo>
                        <a:lnTo>
                          <a:pt x="3729990" y="1988820"/>
                        </a:lnTo>
                        <a:lnTo>
                          <a:pt x="3722370" y="1935480"/>
                        </a:lnTo>
                        <a:lnTo>
                          <a:pt x="3726180" y="1893570"/>
                        </a:lnTo>
                        <a:lnTo>
                          <a:pt x="3722370" y="1855470"/>
                        </a:lnTo>
                        <a:lnTo>
                          <a:pt x="3699510" y="1851660"/>
                        </a:lnTo>
                        <a:lnTo>
                          <a:pt x="3646170" y="1832610"/>
                        </a:lnTo>
                        <a:lnTo>
                          <a:pt x="3592830" y="1817370"/>
                        </a:lnTo>
                        <a:lnTo>
                          <a:pt x="3520440" y="1752600"/>
                        </a:lnTo>
                        <a:lnTo>
                          <a:pt x="3478530" y="1699260"/>
                        </a:lnTo>
                        <a:lnTo>
                          <a:pt x="3413760" y="1642110"/>
                        </a:lnTo>
                        <a:lnTo>
                          <a:pt x="3364230" y="1565910"/>
                        </a:lnTo>
                        <a:lnTo>
                          <a:pt x="3322320" y="1508760"/>
                        </a:lnTo>
                        <a:lnTo>
                          <a:pt x="3181350" y="1428750"/>
                        </a:lnTo>
                        <a:lnTo>
                          <a:pt x="3089910" y="1375410"/>
                        </a:lnTo>
                        <a:lnTo>
                          <a:pt x="2998470" y="1299210"/>
                        </a:lnTo>
                        <a:lnTo>
                          <a:pt x="2895600" y="1242060"/>
                        </a:lnTo>
                        <a:lnTo>
                          <a:pt x="2811780" y="1169670"/>
                        </a:lnTo>
                        <a:lnTo>
                          <a:pt x="2743200" y="1123950"/>
                        </a:lnTo>
                        <a:lnTo>
                          <a:pt x="2663190" y="1085850"/>
                        </a:lnTo>
                        <a:lnTo>
                          <a:pt x="2586990" y="1017270"/>
                        </a:lnTo>
                        <a:lnTo>
                          <a:pt x="2495550" y="971550"/>
                        </a:lnTo>
                        <a:lnTo>
                          <a:pt x="2426970" y="906780"/>
                        </a:lnTo>
                        <a:lnTo>
                          <a:pt x="2381250" y="880110"/>
                        </a:lnTo>
                        <a:lnTo>
                          <a:pt x="2301240" y="838200"/>
                        </a:lnTo>
                        <a:close/>
                      </a:path>
                    </a:pathLst>
                  </a:cu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700">
                      <a:ln>
                        <a:solidFill>
                          <a:schemeClr val="accent1">
                            <a:alpha val="0"/>
                          </a:schemeClr>
                        </a:solidFill>
                      </a:ln>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grpSp>
            <p:grpSp>
              <p:nvGrpSpPr>
                <p:cNvPr id="142" name="서북권">
                  <a:extLst>
                    <a:ext uri="{FF2B5EF4-FFF2-40B4-BE49-F238E27FC236}">
                      <a16:creationId xmlns:a16="http://schemas.microsoft.com/office/drawing/2014/main" id="{3540EAE7-BCF1-7B6F-917C-2DD126725C71}"/>
                    </a:ext>
                  </a:extLst>
                </p:cNvPr>
                <p:cNvGrpSpPr/>
                <p:nvPr/>
              </p:nvGrpSpPr>
              <p:grpSpPr>
                <a:xfrm>
                  <a:off x="3128660" y="2532662"/>
                  <a:ext cx="1416926" cy="2112591"/>
                  <a:chOff x="-795528" y="2946400"/>
                  <a:chExt cx="3473958" cy="5179568"/>
                </a:xfrm>
                <a:grpFill/>
              </p:grpSpPr>
              <p:sp>
                <p:nvSpPr>
                  <p:cNvPr id="161" name="서대문구">
                    <a:extLst>
                      <a:ext uri="{FF2B5EF4-FFF2-40B4-BE49-F238E27FC236}">
                        <a16:creationId xmlns:a16="http://schemas.microsoft.com/office/drawing/2014/main" id="{F4273817-0FE3-D37D-2A48-07EDFA58D843}"/>
                      </a:ext>
                    </a:extLst>
                  </p:cNvPr>
                  <p:cNvSpPr/>
                  <p:nvPr/>
                </p:nvSpPr>
                <p:spPr>
                  <a:xfrm>
                    <a:off x="497840" y="5163820"/>
                    <a:ext cx="2001520" cy="2054860"/>
                  </a:xfrm>
                  <a:custGeom>
                    <a:avLst/>
                    <a:gdLst>
                      <a:gd name="connsiteX0" fmla="*/ 1490980 w 2001520"/>
                      <a:gd name="connsiteY0" fmla="*/ 0 h 2054860"/>
                      <a:gd name="connsiteX1" fmla="*/ 1419860 w 2001520"/>
                      <a:gd name="connsiteY1" fmla="*/ 7620 h 2054860"/>
                      <a:gd name="connsiteX2" fmla="*/ 1404620 w 2001520"/>
                      <a:gd name="connsiteY2" fmla="*/ 25400 h 2054860"/>
                      <a:gd name="connsiteX3" fmla="*/ 1386840 w 2001520"/>
                      <a:gd name="connsiteY3" fmla="*/ 53340 h 2054860"/>
                      <a:gd name="connsiteX4" fmla="*/ 1363980 w 2001520"/>
                      <a:gd name="connsiteY4" fmla="*/ 106680 h 2054860"/>
                      <a:gd name="connsiteX5" fmla="*/ 1356360 w 2001520"/>
                      <a:gd name="connsiteY5" fmla="*/ 129540 h 2054860"/>
                      <a:gd name="connsiteX6" fmla="*/ 1338580 w 2001520"/>
                      <a:gd name="connsiteY6" fmla="*/ 139700 h 2054860"/>
                      <a:gd name="connsiteX7" fmla="*/ 1295400 w 2001520"/>
                      <a:gd name="connsiteY7" fmla="*/ 134620 h 2054860"/>
                      <a:gd name="connsiteX8" fmla="*/ 1267460 w 2001520"/>
                      <a:gd name="connsiteY8" fmla="*/ 132080 h 2054860"/>
                      <a:gd name="connsiteX9" fmla="*/ 1236980 w 2001520"/>
                      <a:gd name="connsiteY9" fmla="*/ 142240 h 2054860"/>
                      <a:gd name="connsiteX10" fmla="*/ 1236980 w 2001520"/>
                      <a:gd name="connsiteY10" fmla="*/ 167640 h 2054860"/>
                      <a:gd name="connsiteX11" fmla="*/ 1254760 w 2001520"/>
                      <a:gd name="connsiteY11" fmla="*/ 208280 h 2054860"/>
                      <a:gd name="connsiteX12" fmla="*/ 1277620 w 2001520"/>
                      <a:gd name="connsiteY12" fmla="*/ 233680 h 2054860"/>
                      <a:gd name="connsiteX13" fmla="*/ 1282700 w 2001520"/>
                      <a:gd name="connsiteY13" fmla="*/ 276860 h 2054860"/>
                      <a:gd name="connsiteX14" fmla="*/ 1264920 w 2001520"/>
                      <a:gd name="connsiteY14" fmla="*/ 314960 h 2054860"/>
                      <a:gd name="connsiteX15" fmla="*/ 1254760 w 2001520"/>
                      <a:gd name="connsiteY15" fmla="*/ 342900 h 2054860"/>
                      <a:gd name="connsiteX16" fmla="*/ 1254760 w 2001520"/>
                      <a:gd name="connsiteY16" fmla="*/ 381000 h 2054860"/>
                      <a:gd name="connsiteX17" fmla="*/ 1229360 w 2001520"/>
                      <a:gd name="connsiteY17" fmla="*/ 408940 h 2054860"/>
                      <a:gd name="connsiteX18" fmla="*/ 1170940 w 2001520"/>
                      <a:gd name="connsiteY18" fmla="*/ 421640 h 2054860"/>
                      <a:gd name="connsiteX19" fmla="*/ 1140460 w 2001520"/>
                      <a:gd name="connsiteY19" fmla="*/ 447040 h 2054860"/>
                      <a:gd name="connsiteX20" fmla="*/ 1109980 w 2001520"/>
                      <a:gd name="connsiteY20" fmla="*/ 441960 h 2054860"/>
                      <a:gd name="connsiteX21" fmla="*/ 1069340 w 2001520"/>
                      <a:gd name="connsiteY21" fmla="*/ 424180 h 2054860"/>
                      <a:gd name="connsiteX22" fmla="*/ 1023620 w 2001520"/>
                      <a:gd name="connsiteY22" fmla="*/ 441960 h 2054860"/>
                      <a:gd name="connsiteX23" fmla="*/ 995680 w 2001520"/>
                      <a:gd name="connsiteY23" fmla="*/ 490220 h 2054860"/>
                      <a:gd name="connsiteX24" fmla="*/ 932180 w 2001520"/>
                      <a:gd name="connsiteY24" fmla="*/ 533400 h 2054860"/>
                      <a:gd name="connsiteX25" fmla="*/ 881380 w 2001520"/>
                      <a:gd name="connsiteY25" fmla="*/ 561340 h 2054860"/>
                      <a:gd name="connsiteX26" fmla="*/ 833120 w 2001520"/>
                      <a:gd name="connsiteY26" fmla="*/ 596900 h 2054860"/>
                      <a:gd name="connsiteX27" fmla="*/ 830580 w 2001520"/>
                      <a:gd name="connsiteY27" fmla="*/ 647700 h 2054860"/>
                      <a:gd name="connsiteX28" fmla="*/ 825500 w 2001520"/>
                      <a:gd name="connsiteY28" fmla="*/ 698500 h 2054860"/>
                      <a:gd name="connsiteX29" fmla="*/ 817880 w 2001520"/>
                      <a:gd name="connsiteY29" fmla="*/ 731520 h 2054860"/>
                      <a:gd name="connsiteX30" fmla="*/ 820420 w 2001520"/>
                      <a:gd name="connsiteY30" fmla="*/ 777240 h 2054860"/>
                      <a:gd name="connsiteX31" fmla="*/ 797560 w 2001520"/>
                      <a:gd name="connsiteY31" fmla="*/ 828040 h 2054860"/>
                      <a:gd name="connsiteX32" fmla="*/ 762000 w 2001520"/>
                      <a:gd name="connsiteY32" fmla="*/ 861060 h 2054860"/>
                      <a:gd name="connsiteX33" fmla="*/ 721360 w 2001520"/>
                      <a:gd name="connsiteY33" fmla="*/ 858520 h 2054860"/>
                      <a:gd name="connsiteX34" fmla="*/ 688340 w 2001520"/>
                      <a:gd name="connsiteY34" fmla="*/ 873760 h 2054860"/>
                      <a:gd name="connsiteX35" fmla="*/ 685800 w 2001520"/>
                      <a:gd name="connsiteY35" fmla="*/ 909320 h 2054860"/>
                      <a:gd name="connsiteX36" fmla="*/ 657860 w 2001520"/>
                      <a:gd name="connsiteY36" fmla="*/ 952500 h 2054860"/>
                      <a:gd name="connsiteX37" fmla="*/ 632460 w 2001520"/>
                      <a:gd name="connsiteY37" fmla="*/ 985520 h 2054860"/>
                      <a:gd name="connsiteX38" fmla="*/ 622300 w 2001520"/>
                      <a:gd name="connsiteY38" fmla="*/ 1026160 h 2054860"/>
                      <a:gd name="connsiteX39" fmla="*/ 601980 w 2001520"/>
                      <a:gd name="connsiteY39" fmla="*/ 1054100 h 2054860"/>
                      <a:gd name="connsiteX40" fmla="*/ 551180 w 2001520"/>
                      <a:gd name="connsiteY40" fmla="*/ 1066800 h 2054860"/>
                      <a:gd name="connsiteX41" fmla="*/ 502920 w 2001520"/>
                      <a:gd name="connsiteY41" fmla="*/ 1026160 h 2054860"/>
                      <a:gd name="connsiteX42" fmla="*/ 474980 w 2001520"/>
                      <a:gd name="connsiteY42" fmla="*/ 1003300 h 2054860"/>
                      <a:gd name="connsiteX43" fmla="*/ 419100 w 2001520"/>
                      <a:gd name="connsiteY43" fmla="*/ 1005840 h 2054860"/>
                      <a:gd name="connsiteX44" fmla="*/ 381000 w 2001520"/>
                      <a:gd name="connsiteY44" fmla="*/ 980440 h 2054860"/>
                      <a:gd name="connsiteX45" fmla="*/ 360680 w 2001520"/>
                      <a:gd name="connsiteY45" fmla="*/ 916940 h 2054860"/>
                      <a:gd name="connsiteX46" fmla="*/ 353060 w 2001520"/>
                      <a:gd name="connsiteY46" fmla="*/ 863600 h 2054860"/>
                      <a:gd name="connsiteX47" fmla="*/ 370840 w 2001520"/>
                      <a:gd name="connsiteY47" fmla="*/ 830580 h 2054860"/>
                      <a:gd name="connsiteX48" fmla="*/ 358140 w 2001520"/>
                      <a:gd name="connsiteY48" fmla="*/ 795020 h 2054860"/>
                      <a:gd name="connsiteX49" fmla="*/ 320040 w 2001520"/>
                      <a:gd name="connsiteY49" fmla="*/ 807720 h 2054860"/>
                      <a:gd name="connsiteX50" fmla="*/ 281940 w 2001520"/>
                      <a:gd name="connsiteY50" fmla="*/ 848360 h 2054860"/>
                      <a:gd name="connsiteX51" fmla="*/ 271780 w 2001520"/>
                      <a:gd name="connsiteY51" fmla="*/ 878840 h 2054860"/>
                      <a:gd name="connsiteX52" fmla="*/ 274320 w 2001520"/>
                      <a:gd name="connsiteY52" fmla="*/ 952500 h 2054860"/>
                      <a:gd name="connsiteX53" fmla="*/ 266700 w 2001520"/>
                      <a:gd name="connsiteY53" fmla="*/ 993140 h 2054860"/>
                      <a:gd name="connsiteX54" fmla="*/ 198120 w 2001520"/>
                      <a:gd name="connsiteY54" fmla="*/ 1018540 h 2054860"/>
                      <a:gd name="connsiteX55" fmla="*/ 137160 w 2001520"/>
                      <a:gd name="connsiteY55" fmla="*/ 1084580 h 2054860"/>
                      <a:gd name="connsiteX56" fmla="*/ 111760 w 2001520"/>
                      <a:gd name="connsiteY56" fmla="*/ 1135380 h 2054860"/>
                      <a:gd name="connsiteX57" fmla="*/ 88900 w 2001520"/>
                      <a:gd name="connsiteY57" fmla="*/ 1183640 h 2054860"/>
                      <a:gd name="connsiteX58" fmla="*/ 35560 w 2001520"/>
                      <a:gd name="connsiteY58" fmla="*/ 1234440 h 2054860"/>
                      <a:gd name="connsiteX59" fmla="*/ 2540 w 2001520"/>
                      <a:gd name="connsiteY59" fmla="*/ 1257300 h 2054860"/>
                      <a:gd name="connsiteX60" fmla="*/ 0 w 2001520"/>
                      <a:gd name="connsiteY60" fmla="*/ 1282700 h 2054860"/>
                      <a:gd name="connsiteX61" fmla="*/ 45720 w 2001520"/>
                      <a:gd name="connsiteY61" fmla="*/ 1323340 h 2054860"/>
                      <a:gd name="connsiteX62" fmla="*/ 104140 w 2001520"/>
                      <a:gd name="connsiteY62" fmla="*/ 1386840 h 2054860"/>
                      <a:gd name="connsiteX63" fmla="*/ 147320 w 2001520"/>
                      <a:gd name="connsiteY63" fmla="*/ 1419860 h 2054860"/>
                      <a:gd name="connsiteX64" fmla="*/ 190500 w 2001520"/>
                      <a:gd name="connsiteY64" fmla="*/ 1430020 h 2054860"/>
                      <a:gd name="connsiteX65" fmla="*/ 299720 w 2001520"/>
                      <a:gd name="connsiteY65" fmla="*/ 1475740 h 2054860"/>
                      <a:gd name="connsiteX66" fmla="*/ 337820 w 2001520"/>
                      <a:gd name="connsiteY66" fmla="*/ 1513840 h 2054860"/>
                      <a:gd name="connsiteX67" fmla="*/ 439420 w 2001520"/>
                      <a:gd name="connsiteY67" fmla="*/ 1587500 h 2054860"/>
                      <a:gd name="connsiteX68" fmla="*/ 477520 w 2001520"/>
                      <a:gd name="connsiteY68" fmla="*/ 1615440 h 2054860"/>
                      <a:gd name="connsiteX69" fmla="*/ 528320 w 2001520"/>
                      <a:gd name="connsiteY69" fmla="*/ 1630680 h 2054860"/>
                      <a:gd name="connsiteX70" fmla="*/ 566420 w 2001520"/>
                      <a:gd name="connsiteY70" fmla="*/ 1625600 h 2054860"/>
                      <a:gd name="connsiteX71" fmla="*/ 586740 w 2001520"/>
                      <a:gd name="connsiteY71" fmla="*/ 1615440 h 2054860"/>
                      <a:gd name="connsiteX72" fmla="*/ 591820 w 2001520"/>
                      <a:gd name="connsiteY72" fmla="*/ 1600200 h 2054860"/>
                      <a:gd name="connsiteX73" fmla="*/ 614680 w 2001520"/>
                      <a:gd name="connsiteY73" fmla="*/ 1597660 h 2054860"/>
                      <a:gd name="connsiteX74" fmla="*/ 706120 w 2001520"/>
                      <a:gd name="connsiteY74" fmla="*/ 1653540 h 2054860"/>
                      <a:gd name="connsiteX75" fmla="*/ 762000 w 2001520"/>
                      <a:gd name="connsiteY75" fmla="*/ 1714500 h 2054860"/>
                      <a:gd name="connsiteX76" fmla="*/ 784860 w 2001520"/>
                      <a:gd name="connsiteY76" fmla="*/ 1760220 h 2054860"/>
                      <a:gd name="connsiteX77" fmla="*/ 812800 w 2001520"/>
                      <a:gd name="connsiteY77" fmla="*/ 1808480 h 2054860"/>
                      <a:gd name="connsiteX78" fmla="*/ 817880 w 2001520"/>
                      <a:gd name="connsiteY78" fmla="*/ 1864360 h 2054860"/>
                      <a:gd name="connsiteX79" fmla="*/ 812800 w 2001520"/>
                      <a:gd name="connsiteY79" fmla="*/ 1920240 h 2054860"/>
                      <a:gd name="connsiteX80" fmla="*/ 830580 w 2001520"/>
                      <a:gd name="connsiteY80" fmla="*/ 1965960 h 2054860"/>
                      <a:gd name="connsiteX81" fmla="*/ 873760 w 2001520"/>
                      <a:gd name="connsiteY81" fmla="*/ 1991360 h 2054860"/>
                      <a:gd name="connsiteX82" fmla="*/ 934720 w 2001520"/>
                      <a:gd name="connsiteY82" fmla="*/ 2006600 h 2054860"/>
                      <a:gd name="connsiteX83" fmla="*/ 1000760 w 2001520"/>
                      <a:gd name="connsiteY83" fmla="*/ 2014220 h 2054860"/>
                      <a:gd name="connsiteX84" fmla="*/ 1038860 w 2001520"/>
                      <a:gd name="connsiteY84" fmla="*/ 2029460 h 2054860"/>
                      <a:gd name="connsiteX85" fmla="*/ 1092200 w 2001520"/>
                      <a:gd name="connsiteY85" fmla="*/ 2054860 h 2054860"/>
                      <a:gd name="connsiteX86" fmla="*/ 1160780 w 2001520"/>
                      <a:gd name="connsiteY86" fmla="*/ 2026920 h 2054860"/>
                      <a:gd name="connsiteX87" fmla="*/ 1193800 w 2001520"/>
                      <a:gd name="connsiteY87" fmla="*/ 2016760 h 2054860"/>
                      <a:gd name="connsiteX88" fmla="*/ 1242060 w 2001520"/>
                      <a:gd name="connsiteY88" fmla="*/ 1996440 h 2054860"/>
                      <a:gd name="connsiteX89" fmla="*/ 1264920 w 2001520"/>
                      <a:gd name="connsiteY89" fmla="*/ 1976120 h 2054860"/>
                      <a:gd name="connsiteX90" fmla="*/ 1442720 w 2001520"/>
                      <a:gd name="connsiteY90" fmla="*/ 1983740 h 2054860"/>
                      <a:gd name="connsiteX91" fmla="*/ 1557020 w 2001520"/>
                      <a:gd name="connsiteY91" fmla="*/ 1976120 h 2054860"/>
                      <a:gd name="connsiteX92" fmla="*/ 1684020 w 2001520"/>
                      <a:gd name="connsiteY92" fmla="*/ 1991360 h 2054860"/>
                      <a:gd name="connsiteX93" fmla="*/ 1755140 w 2001520"/>
                      <a:gd name="connsiteY93" fmla="*/ 1988820 h 2054860"/>
                      <a:gd name="connsiteX94" fmla="*/ 1785620 w 2001520"/>
                      <a:gd name="connsiteY94" fmla="*/ 1976120 h 2054860"/>
                      <a:gd name="connsiteX95" fmla="*/ 1805940 w 2001520"/>
                      <a:gd name="connsiteY95" fmla="*/ 1948180 h 2054860"/>
                      <a:gd name="connsiteX96" fmla="*/ 1899920 w 2001520"/>
                      <a:gd name="connsiteY96" fmla="*/ 1866900 h 2054860"/>
                      <a:gd name="connsiteX97" fmla="*/ 1943100 w 2001520"/>
                      <a:gd name="connsiteY97" fmla="*/ 1844040 h 2054860"/>
                      <a:gd name="connsiteX98" fmla="*/ 1998980 w 2001520"/>
                      <a:gd name="connsiteY98" fmla="*/ 1836420 h 2054860"/>
                      <a:gd name="connsiteX99" fmla="*/ 2001520 w 2001520"/>
                      <a:gd name="connsiteY99" fmla="*/ 1813560 h 2054860"/>
                      <a:gd name="connsiteX100" fmla="*/ 1988820 w 2001520"/>
                      <a:gd name="connsiteY100" fmla="*/ 1765300 h 2054860"/>
                      <a:gd name="connsiteX101" fmla="*/ 1953260 w 2001520"/>
                      <a:gd name="connsiteY101" fmla="*/ 1658620 h 2054860"/>
                      <a:gd name="connsiteX102" fmla="*/ 1927860 w 2001520"/>
                      <a:gd name="connsiteY102" fmla="*/ 1584960 h 2054860"/>
                      <a:gd name="connsiteX103" fmla="*/ 1902460 w 2001520"/>
                      <a:gd name="connsiteY103" fmla="*/ 1534160 h 2054860"/>
                      <a:gd name="connsiteX104" fmla="*/ 1854200 w 2001520"/>
                      <a:gd name="connsiteY104" fmla="*/ 1468120 h 2054860"/>
                      <a:gd name="connsiteX105" fmla="*/ 1831340 w 2001520"/>
                      <a:gd name="connsiteY105" fmla="*/ 1412240 h 2054860"/>
                      <a:gd name="connsiteX106" fmla="*/ 1803400 w 2001520"/>
                      <a:gd name="connsiteY106" fmla="*/ 1356360 h 2054860"/>
                      <a:gd name="connsiteX107" fmla="*/ 1778000 w 2001520"/>
                      <a:gd name="connsiteY107" fmla="*/ 1315720 h 2054860"/>
                      <a:gd name="connsiteX108" fmla="*/ 1778000 w 2001520"/>
                      <a:gd name="connsiteY108" fmla="*/ 1272540 h 2054860"/>
                      <a:gd name="connsiteX109" fmla="*/ 1760220 w 2001520"/>
                      <a:gd name="connsiteY109" fmla="*/ 1236980 h 2054860"/>
                      <a:gd name="connsiteX110" fmla="*/ 1744980 w 2001520"/>
                      <a:gd name="connsiteY110" fmla="*/ 1214120 h 2054860"/>
                      <a:gd name="connsiteX111" fmla="*/ 1724660 w 2001520"/>
                      <a:gd name="connsiteY111" fmla="*/ 1206500 h 2054860"/>
                      <a:gd name="connsiteX112" fmla="*/ 1699260 w 2001520"/>
                      <a:gd name="connsiteY112" fmla="*/ 1216660 h 2054860"/>
                      <a:gd name="connsiteX113" fmla="*/ 1668780 w 2001520"/>
                      <a:gd name="connsiteY113" fmla="*/ 1209040 h 2054860"/>
                      <a:gd name="connsiteX114" fmla="*/ 1643380 w 2001520"/>
                      <a:gd name="connsiteY114" fmla="*/ 1191260 h 2054860"/>
                      <a:gd name="connsiteX115" fmla="*/ 1633220 w 2001520"/>
                      <a:gd name="connsiteY115" fmla="*/ 1135380 h 2054860"/>
                      <a:gd name="connsiteX116" fmla="*/ 1633220 w 2001520"/>
                      <a:gd name="connsiteY116" fmla="*/ 1089660 h 2054860"/>
                      <a:gd name="connsiteX117" fmla="*/ 1645920 w 2001520"/>
                      <a:gd name="connsiteY117" fmla="*/ 1061720 h 2054860"/>
                      <a:gd name="connsiteX118" fmla="*/ 1678940 w 2001520"/>
                      <a:gd name="connsiteY118" fmla="*/ 1041400 h 2054860"/>
                      <a:gd name="connsiteX119" fmla="*/ 1717040 w 2001520"/>
                      <a:gd name="connsiteY119" fmla="*/ 1028700 h 2054860"/>
                      <a:gd name="connsiteX120" fmla="*/ 1744980 w 2001520"/>
                      <a:gd name="connsiteY120" fmla="*/ 1018540 h 2054860"/>
                      <a:gd name="connsiteX121" fmla="*/ 1772920 w 2001520"/>
                      <a:gd name="connsiteY121" fmla="*/ 1010920 h 2054860"/>
                      <a:gd name="connsiteX122" fmla="*/ 1760220 w 2001520"/>
                      <a:gd name="connsiteY122" fmla="*/ 975360 h 2054860"/>
                      <a:gd name="connsiteX123" fmla="*/ 1737360 w 2001520"/>
                      <a:gd name="connsiteY123" fmla="*/ 955040 h 2054860"/>
                      <a:gd name="connsiteX124" fmla="*/ 1717040 w 2001520"/>
                      <a:gd name="connsiteY124" fmla="*/ 937260 h 2054860"/>
                      <a:gd name="connsiteX125" fmla="*/ 1711960 w 2001520"/>
                      <a:gd name="connsiteY125" fmla="*/ 891540 h 2054860"/>
                      <a:gd name="connsiteX126" fmla="*/ 1719580 w 2001520"/>
                      <a:gd name="connsiteY126" fmla="*/ 855980 h 2054860"/>
                      <a:gd name="connsiteX127" fmla="*/ 1724660 w 2001520"/>
                      <a:gd name="connsiteY127" fmla="*/ 820420 h 2054860"/>
                      <a:gd name="connsiteX128" fmla="*/ 1719580 w 2001520"/>
                      <a:gd name="connsiteY128" fmla="*/ 769620 h 2054860"/>
                      <a:gd name="connsiteX129" fmla="*/ 1701800 w 2001520"/>
                      <a:gd name="connsiteY129" fmla="*/ 749300 h 2054860"/>
                      <a:gd name="connsiteX130" fmla="*/ 1711960 w 2001520"/>
                      <a:gd name="connsiteY130" fmla="*/ 711200 h 2054860"/>
                      <a:gd name="connsiteX131" fmla="*/ 1724660 w 2001520"/>
                      <a:gd name="connsiteY131" fmla="*/ 673100 h 2054860"/>
                      <a:gd name="connsiteX132" fmla="*/ 1727200 w 2001520"/>
                      <a:gd name="connsiteY132" fmla="*/ 619760 h 2054860"/>
                      <a:gd name="connsiteX133" fmla="*/ 1722120 w 2001520"/>
                      <a:gd name="connsiteY133" fmla="*/ 561340 h 2054860"/>
                      <a:gd name="connsiteX134" fmla="*/ 1717040 w 2001520"/>
                      <a:gd name="connsiteY134" fmla="*/ 520700 h 2054860"/>
                      <a:gd name="connsiteX135" fmla="*/ 1737360 w 2001520"/>
                      <a:gd name="connsiteY135" fmla="*/ 495300 h 2054860"/>
                      <a:gd name="connsiteX136" fmla="*/ 1737360 w 2001520"/>
                      <a:gd name="connsiteY136" fmla="*/ 495300 h 2054860"/>
                      <a:gd name="connsiteX137" fmla="*/ 1737360 w 2001520"/>
                      <a:gd name="connsiteY137" fmla="*/ 436880 h 2054860"/>
                      <a:gd name="connsiteX138" fmla="*/ 1717040 w 2001520"/>
                      <a:gd name="connsiteY138" fmla="*/ 411480 h 2054860"/>
                      <a:gd name="connsiteX139" fmla="*/ 1689100 w 2001520"/>
                      <a:gd name="connsiteY139" fmla="*/ 408940 h 2054860"/>
                      <a:gd name="connsiteX140" fmla="*/ 1663700 w 2001520"/>
                      <a:gd name="connsiteY140" fmla="*/ 414020 h 2054860"/>
                      <a:gd name="connsiteX141" fmla="*/ 1628140 w 2001520"/>
                      <a:gd name="connsiteY141" fmla="*/ 408940 h 2054860"/>
                      <a:gd name="connsiteX142" fmla="*/ 1605280 w 2001520"/>
                      <a:gd name="connsiteY142" fmla="*/ 378460 h 2054860"/>
                      <a:gd name="connsiteX143" fmla="*/ 1592580 w 2001520"/>
                      <a:gd name="connsiteY143" fmla="*/ 337820 h 2054860"/>
                      <a:gd name="connsiteX144" fmla="*/ 1579880 w 2001520"/>
                      <a:gd name="connsiteY144" fmla="*/ 302260 h 2054860"/>
                      <a:gd name="connsiteX145" fmla="*/ 1564640 w 2001520"/>
                      <a:gd name="connsiteY145" fmla="*/ 281940 h 2054860"/>
                      <a:gd name="connsiteX146" fmla="*/ 1564640 w 2001520"/>
                      <a:gd name="connsiteY146" fmla="*/ 223520 h 2054860"/>
                      <a:gd name="connsiteX147" fmla="*/ 1554480 w 2001520"/>
                      <a:gd name="connsiteY147" fmla="*/ 154940 h 2054860"/>
                      <a:gd name="connsiteX148" fmla="*/ 1574800 w 2001520"/>
                      <a:gd name="connsiteY148" fmla="*/ 116840 h 2054860"/>
                      <a:gd name="connsiteX149" fmla="*/ 1600200 w 2001520"/>
                      <a:gd name="connsiteY149" fmla="*/ 96520 h 2054860"/>
                      <a:gd name="connsiteX150" fmla="*/ 1587500 w 2001520"/>
                      <a:gd name="connsiteY150" fmla="*/ 63500 h 2054860"/>
                      <a:gd name="connsiteX151" fmla="*/ 1569720 w 2001520"/>
                      <a:gd name="connsiteY151" fmla="*/ 53340 h 2054860"/>
                      <a:gd name="connsiteX152" fmla="*/ 1490980 w 2001520"/>
                      <a:gd name="connsiteY152" fmla="*/ 0 h 2054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Lst>
                    <a:rect l="l" t="t" r="r" b="b"/>
                    <a:pathLst>
                      <a:path w="2001520" h="2054860">
                        <a:moveTo>
                          <a:pt x="1490980" y="0"/>
                        </a:moveTo>
                        <a:lnTo>
                          <a:pt x="1419860" y="7620"/>
                        </a:lnTo>
                        <a:lnTo>
                          <a:pt x="1404620" y="25400"/>
                        </a:lnTo>
                        <a:lnTo>
                          <a:pt x="1386840" y="53340"/>
                        </a:lnTo>
                        <a:lnTo>
                          <a:pt x="1363980" y="106680"/>
                        </a:lnTo>
                        <a:lnTo>
                          <a:pt x="1356360" y="129540"/>
                        </a:lnTo>
                        <a:lnTo>
                          <a:pt x="1338580" y="139700"/>
                        </a:lnTo>
                        <a:lnTo>
                          <a:pt x="1295400" y="134620"/>
                        </a:lnTo>
                        <a:lnTo>
                          <a:pt x="1267460" y="132080"/>
                        </a:lnTo>
                        <a:lnTo>
                          <a:pt x="1236980" y="142240"/>
                        </a:lnTo>
                        <a:lnTo>
                          <a:pt x="1236980" y="167640"/>
                        </a:lnTo>
                        <a:lnTo>
                          <a:pt x="1254760" y="208280"/>
                        </a:lnTo>
                        <a:lnTo>
                          <a:pt x="1277620" y="233680"/>
                        </a:lnTo>
                        <a:lnTo>
                          <a:pt x="1282700" y="276860"/>
                        </a:lnTo>
                        <a:lnTo>
                          <a:pt x="1264920" y="314960"/>
                        </a:lnTo>
                        <a:lnTo>
                          <a:pt x="1254760" y="342900"/>
                        </a:lnTo>
                        <a:lnTo>
                          <a:pt x="1254760" y="381000"/>
                        </a:lnTo>
                        <a:lnTo>
                          <a:pt x="1229360" y="408940"/>
                        </a:lnTo>
                        <a:lnTo>
                          <a:pt x="1170940" y="421640"/>
                        </a:lnTo>
                        <a:lnTo>
                          <a:pt x="1140460" y="447040"/>
                        </a:lnTo>
                        <a:lnTo>
                          <a:pt x="1109980" y="441960"/>
                        </a:lnTo>
                        <a:lnTo>
                          <a:pt x="1069340" y="424180"/>
                        </a:lnTo>
                        <a:lnTo>
                          <a:pt x="1023620" y="441960"/>
                        </a:lnTo>
                        <a:lnTo>
                          <a:pt x="995680" y="490220"/>
                        </a:lnTo>
                        <a:lnTo>
                          <a:pt x="932180" y="533400"/>
                        </a:lnTo>
                        <a:lnTo>
                          <a:pt x="881380" y="561340"/>
                        </a:lnTo>
                        <a:lnTo>
                          <a:pt x="833120" y="596900"/>
                        </a:lnTo>
                        <a:lnTo>
                          <a:pt x="830580" y="647700"/>
                        </a:lnTo>
                        <a:lnTo>
                          <a:pt x="825500" y="698500"/>
                        </a:lnTo>
                        <a:lnTo>
                          <a:pt x="817880" y="731520"/>
                        </a:lnTo>
                        <a:lnTo>
                          <a:pt x="820420" y="777240"/>
                        </a:lnTo>
                        <a:lnTo>
                          <a:pt x="797560" y="828040"/>
                        </a:lnTo>
                        <a:lnTo>
                          <a:pt x="762000" y="861060"/>
                        </a:lnTo>
                        <a:lnTo>
                          <a:pt x="721360" y="858520"/>
                        </a:lnTo>
                        <a:lnTo>
                          <a:pt x="688340" y="873760"/>
                        </a:lnTo>
                        <a:lnTo>
                          <a:pt x="685800" y="909320"/>
                        </a:lnTo>
                        <a:lnTo>
                          <a:pt x="657860" y="952500"/>
                        </a:lnTo>
                        <a:lnTo>
                          <a:pt x="632460" y="985520"/>
                        </a:lnTo>
                        <a:lnTo>
                          <a:pt x="622300" y="1026160"/>
                        </a:lnTo>
                        <a:lnTo>
                          <a:pt x="601980" y="1054100"/>
                        </a:lnTo>
                        <a:lnTo>
                          <a:pt x="551180" y="1066800"/>
                        </a:lnTo>
                        <a:lnTo>
                          <a:pt x="502920" y="1026160"/>
                        </a:lnTo>
                        <a:lnTo>
                          <a:pt x="474980" y="1003300"/>
                        </a:lnTo>
                        <a:lnTo>
                          <a:pt x="419100" y="1005840"/>
                        </a:lnTo>
                        <a:lnTo>
                          <a:pt x="381000" y="980440"/>
                        </a:lnTo>
                        <a:lnTo>
                          <a:pt x="360680" y="916940"/>
                        </a:lnTo>
                        <a:lnTo>
                          <a:pt x="353060" y="863600"/>
                        </a:lnTo>
                        <a:lnTo>
                          <a:pt x="370840" y="830580"/>
                        </a:lnTo>
                        <a:lnTo>
                          <a:pt x="358140" y="795020"/>
                        </a:lnTo>
                        <a:lnTo>
                          <a:pt x="320040" y="807720"/>
                        </a:lnTo>
                        <a:lnTo>
                          <a:pt x="281940" y="848360"/>
                        </a:lnTo>
                        <a:lnTo>
                          <a:pt x="271780" y="878840"/>
                        </a:lnTo>
                        <a:cubicBezTo>
                          <a:pt x="272627" y="903393"/>
                          <a:pt x="273473" y="927947"/>
                          <a:pt x="274320" y="952500"/>
                        </a:cubicBezTo>
                        <a:lnTo>
                          <a:pt x="266700" y="993140"/>
                        </a:lnTo>
                        <a:lnTo>
                          <a:pt x="198120" y="1018540"/>
                        </a:lnTo>
                        <a:lnTo>
                          <a:pt x="137160" y="1084580"/>
                        </a:lnTo>
                        <a:lnTo>
                          <a:pt x="111760" y="1135380"/>
                        </a:lnTo>
                        <a:lnTo>
                          <a:pt x="88900" y="1183640"/>
                        </a:lnTo>
                        <a:lnTo>
                          <a:pt x="35560" y="1234440"/>
                        </a:lnTo>
                        <a:lnTo>
                          <a:pt x="2540" y="1257300"/>
                        </a:lnTo>
                        <a:lnTo>
                          <a:pt x="0" y="1282700"/>
                        </a:lnTo>
                        <a:lnTo>
                          <a:pt x="45720" y="1323340"/>
                        </a:lnTo>
                        <a:lnTo>
                          <a:pt x="104140" y="1386840"/>
                        </a:lnTo>
                        <a:lnTo>
                          <a:pt x="147320" y="1419860"/>
                        </a:lnTo>
                        <a:lnTo>
                          <a:pt x="190500" y="1430020"/>
                        </a:lnTo>
                        <a:lnTo>
                          <a:pt x="299720" y="1475740"/>
                        </a:lnTo>
                        <a:lnTo>
                          <a:pt x="337820" y="1513840"/>
                        </a:lnTo>
                        <a:lnTo>
                          <a:pt x="439420" y="1587500"/>
                        </a:lnTo>
                        <a:lnTo>
                          <a:pt x="477520" y="1615440"/>
                        </a:lnTo>
                        <a:lnTo>
                          <a:pt x="528320" y="1630680"/>
                        </a:lnTo>
                        <a:lnTo>
                          <a:pt x="566420" y="1625600"/>
                        </a:lnTo>
                        <a:lnTo>
                          <a:pt x="586740" y="1615440"/>
                        </a:lnTo>
                        <a:lnTo>
                          <a:pt x="591820" y="1600200"/>
                        </a:lnTo>
                        <a:lnTo>
                          <a:pt x="614680" y="1597660"/>
                        </a:lnTo>
                        <a:lnTo>
                          <a:pt x="706120" y="1653540"/>
                        </a:lnTo>
                        <a:lnTo>
                          <a:pt x="762000" y="1714500"/>
                        </a:lnTo>
                        <a:lnTo>
                          <a:pt x="784860" y="1760220"/>
                        </a:lnTo>
                        <a:lnTo>
                          <a:pt x="812800" y="1808480"/>
                        </a:lnTo>
                        <a:lnTo>
                          <a:pt x="817880" y="1864360"/>
                        </a:lnTo>
                        <a:lnTo>
                          <a:pt x="812800" y="1920240"/>
                        </a:lnTo>
                        <a:lnTo>
                          <a:pt x="830580" y="1965960"/>
                        </a:lnTo>
                        <a:lnTo>
                          <a:pt x="873760" y="1991360"/>
                        </a:lnTo>
                        <a:lnTo>
                          <a:pt x="934720" y="2006600"/>
                        </a:lnTo>
                        <a:lnTo>
                          <a:pt x="1000760" y="2014220"/>
                        </a:lnTo>
                        <a:lnTo>
                          <a:pt x="1038860" y="2029460"/>
                        </a:lnTo>
                        <a:lnTo>
                          <a:pt x="1092200" y="2054860"/>
                        </a:lnTo>
                        <a:lnTo>
                          <a:pt x="1160780" y="2026920"/>
                        </a:lnTo>
                        <a:lnTo>
                          <a:pt x="1193800" y="2016760"/>
                        </a:lnTo>
                        <a:lnTo>
                          <a:pt x="1242060" y="1996440"/>
                        </a:lnTo>
                        <a:lnTo>
                          <a:pt x="1264920" y="1976120"/>
                        </a:lnTo>
                        <a:lnTo>
                          <a:pt x="1442720" y="1983740"/>
                        </a:lnTo>
                        <a:lnTo>
                          <a:pt x="1557020" y="1976120"/>
                        </a:lnTo>
                        <a:lnTo>
                          <a:pt x="1684020" y="1991360"/>
                        </a:lnTo>
                        <a:lnTo>
                          <a:pt x="1755140" y="1988820"/>
                        </a:lnTo>
                        <a:lnTo>
                          <a:pt x="1785620" y="1976120"/>
                        </a:lnTo>
                        <a:lnTo>
                          <a:pt x="1805940" y="1948180"/>
                        </a:lnTo>
                        <a:lnTo>
                          <a:pt x="1899920" y="1866900"/>
                        </a:lnTo>
                        <a:lnTo>
                          <a:pt x="1943100" y="1844040"/>
                        </a:lnTo>
                        <a:lnTo>
                          <a:pt x="1998980" y="1836420"/>
                        </a:lnTo>
                        <a:lnTo>
                          <a:pt x="2001520" y="1813560"/>
                        </a:lnTo>
                        <a:lnTo>
                          <a:pt x="1988820" y="1765300"/>
                        </a:lnTo>
                        <a:lnTo>
                          <a:pt x="1953260" y="1658620"/>
                        </a:lnTo>
                        <a:lnTo>
                          <a:pt x="1927860" y="1584960"/>
                        </a:lnTo>
                        <a:lnTo>
                          <a:pt x="1902460" y="1534160"/>
                        </a:lnTo>
                        <a:lnTo>
                          <a:pt x="1854200" y="1468120"/>
                        </a:lnTo>
                        <a:lnTo>
                          <a:pt x="1831340" y="1412240"/>
                        </a:lnTo>
                        <a:lnTo>
                          <a:pt x="1803400" y="1356360"/>
                        </a:lnTo>
                        <a:lnTo>
                          <a:pt x="1778000" y="1315720"/>
                        </a:lnTo>
                        <a:lnTo>
                          <a:pt x="1778000" y="1272540"/>
                        </a:lnTo>
                        <a:lnTo>
                          <a:pt x="1760220" y="1236980"/>
                        </a:lnTo>
                        <a:lnTo>
                          <a:pt x="1744980" y="1214120"/>
                        </a:lnTo>
                        <a:lnTo>
                          <a:pt x="1724660" y="1206500"/>
                        </a:lnTo>
                        <a:lnTo>
                          <a:pt x="1699260" y="1216660"/>
                        </a:lnTo>
                        <a:lnTo>
                          <a:pt x="1668780" y="1209040"/>
                        </a:lnTo>
                        <a:lnTo>
                          <a:pt x="1643380" y="1191260"/>
                        </a:lnTo>
                        <a:lnTo>
                          <a:pt x="1633220" y="1135380"/>
                        </a:lnTo>
                        <a:lnTo>
                          <a:pt x="1633220" y="1089660"/>
                        </a:lnTo>
                        <a:lnTo>
                          <a:pt x="1645920" y="1061720"/>
                        </a:lnTo>
                        <a:lnTo>
                          <a:pt x="1678940" y="1041400"/>
                        </a:lnTo>
                        <a:lnTo>
                          <a:pt x="1717040" y="1028700"/>
                        </a:lnTo>
                        <a:lnTo>
                          <a:pt x="1744980" y="1018540"/>
                        </a:lnTo>
                        <a:lnTo>
                          <a:pt x="1772920" y="1010920"/>
                        </a:lnTo>
                        <a:lnTo>
                          <a:pt x="1760220" y="975360"/>
                        </a:lnTo>
                        <a:lnTo>
                          <a:pt x="1737360" y="955040"/>
                        </a:lnTo>
                        <a:lnTo>
                          <a:pt x="1717040" y="937260"/>
                        </a:lnTo>
                        <a:lnTo>
                          <a:pt x="1711960" y="891540"/>
                        </a:lnTo>
                        <a:lnTo>
                          <a:pt x="1719580" y="855980"/>
                        </a:lnTo>
                        <a:lnTo>
                          <a:pt x="1724660" y="820420"/>
                        </a:lnTo>
                        <a:lnTo>
                          <a:pt x="1719580" y="769620"/>
                        </a:lnTo>
                        <a:lnTo>
                          <a:pt x="1701800" y="749300"/>
                        </a:lnTo>
                        <a:lnTo>
                          <a:pt x="1711960" y="711200"/>
                        </a:lnTo>
                        <a:lnTo>
                          <a:pt x="1724660" y="673100"/>
                        </a:lnTo>
                        <a:lnTo>
                          <a:pt x="1727200" y="619760"/>
                        </a:lnTo>
                        <a:lnTo>
                          <a:pt x="1722120" y="561340"/>
                        </a:lnTo>
                        <a:lnTo>
                          <a:pt x="1717040" y="520700"/>
                        </a:lnTo>
                        <a:lnTo>
                          <a:pt x="1737360" y="495300"/>
                        </a:lnTo>
                        <a:lnTo>
                          <a:pt x="1737360" y="495300"/>
                        </a:lnTo>
                        <a:lnTo>
                          <a:pt x="1737360" y="436880"/>
                        </a:lnTo>
                        <a:lnTo>
                          <a:pt x="1717040" y="411480"/>
                        </a:lnTo>
                        <a:lnTo>
                          <a:pt x="1689100" y="408940"/>
                        </a:lnTo>
                        <a:lnTo>
                          <a:pt x="1663700" y="414020"/>
                        </a:lnTo>
                        <a:lnTo>
                          <a:pt x="1628140" y="408940"/>
                        </a:lnTo>
                        <a:lnTo>
                          <a:pt x="1605280" y="378460"/>
                        </a:lnTo>
                        <a:lnTo>
                          <a:pt x="1592580" y="337820"/>
                        </a:lnTo>
                        <a:lnTo>
                          <a:pt x="1579880" y="302260"/>
                        </a:lnTo>
                        <a:lnTo>
                          <a:pt x="1564640" y="281940"/>
                        </a:lnTo>
                        <a:lnTo>
                          <a:pt x="1564640" y="223520"/>
                        </a:lnTo>
                        <a:lnTo>
                          <a:pt x="1554480" y="154940"/>
                        </a:lnTo>
                        <a:lnTo>
                          <a:pt x="1574800" y="116840"/>
                        </a:lnTo>
                        <a:lnTo>
                          <a:pt x="1600200" y="96520"/>
                        </a:lnTo>
                        <a:lnTo>
                          <a:pt x="1587500" y="63500"/>
                        </a:lnTo>
                        <a:lnTo>
                          <a:pt x="1569720" y="53340"/>
                        </a:lnTo>
                        <a:lnTo>
                          <a:pt x="1490980" y="0"/>
                        </a:lnTo>
                        <a:close/>
                      </a:path>
                    </a:pathLst>
                  </a:cu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700">
                      <a:ln>
                        <a:solidFill>
                          <a:schemeClr val="accent1">
                            <a:alpha val="0"/>
                          </a:schemeClr>
                        </a:solidFill>
                      </a:ln>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62" name="마포구">
                    <a:extLst>
                      <a:ext uri="{FF2B5EF4-FFF2-40B4-BE49-F238E27FC236}">
                        <a16:creationId xmlns:a16="http://schemas.microsoft.com/office/drawing/2014/main" id="{A9BC2364-E433-7B6F-E8BA-8D182C57E965}"/>
                      </a:ext>
                    </a:extLst>
                  </p:cNvPr>
                  <p:cNvSpPr/>
                  <p:nvPr/>
                </p:nvSpPr>
                <p:spPr>
                  <a:xfrm>
                    <a:off x="-795528" y="5839968"/>
                    <a:ext cx="3230880" cy="2286000"/>
                  </a:xfrm>
                  <a:custGeom>
                    <a:avLst/>
                    <a:gdLst>
                      <a:gd name="connsiteX0" fmla="*/ 478536 w 3230880"/>
                      <a:gd name="connsiteY0" fmla="*/ 73152 h 2286000"/>
                      <a:gd name="connsiteX1" fmla="*/ 399288 w 3230880"/>
                      <a:gd name="connsiteY1" fmla="*/ 207264 h 2286000"/>
                      <a:gd name="connsiteX2" fmla="*/ 387096 w 3230880"/>
                      <a:gd name="connsiteY2" fmla="*/ 237744 h 2286000"/>
                      <a:gd name="connsiteX3" fmla="*/ 399288 w 3230880"/>
                      <a:gd name="connsiteY3" fmla="*/ 268224 h 2286000"/>
                      <a:gd name="connsiteX4" fmla="*/ 432816 w 3230880"/>
                      <a:gd name="connsiteY4" fmla="*/ 320040 h 2286000"/>
                      <a:gd name="connsiteX5" fmla="*/ 438912 w 3230880"/>
                      <a:gd name="connsiteY5" fmla="*/ 368808 h 2286000"/>
                      <a:gd name="connsiteX6" fmla="*/ 438912 w 3230880"/>
                      <a:gd name="connsiteY6" fmla="*/ 368808 h 2286000"/>
                      <a:gd name="connsiteX7" fmla="*/ 381000 w 3230880"/>
                      <a:gd name="connsiteY7" fmla="*/ 387096 h 2286000"/>
                      <a:gd name="connsiteX8" fmla="*/ 310896 w 3230880"/>
                      <a:gd name="connsiteY8" fmla="*/ 423672 h 2286000"/>
                      <a:gd name="connsiteX9" fmla="*/ 161544 w 3230880"/>
                      <a:gd name="connsiteY9" fmla="*/ 487680 h 2286000"/>
                      <a:gd name="connsiteX10" fmla="*/ 45720 w 3230880"/>
                      <a:gd name="connsiteY10" fmla="*/ 533400 h 2286000"/>
                      <a:gd name="connsiteX11" fmla="*/ 0 w 3230880"/>
                      <a:gd name="connsiteY11" fmla="*/ 563880 h 2286000"/>
                      <a:gd name="connsiteX12" fmla="*/ 0 w 3230880"/>
                      <a:gd name="connsiteY12" fmla="*/ 600456 h 2286000"/>
                      <a:gd name="connsiteX13" fmla="*/ 51816 w 3230880"/>
                      <a:gd name="connsiteY13" fmla="*/ 609600 h 2286000"/>
                      <a:gd name="connsiteX14" fmla="*/ 91440 w 3230880"/>
                      <a:gd name="connsiteY14" fmla="*/ 646176 h 2286000"/>
                      <a:gd name="connsiteX15" fmla="*/ 149352 w 3230880"/>
                      <a:gd name="connsiteY15" fmla="*/ 676656 h 2286000"/>
                      <a:gd name="connsiteX16" fmla="*/ 219456 w 3230880"/>
                      <a:gd name="connsiteY16" fmla="*/ 740664 h 2286000"/>
                      <a:gd name="connsiteX17" fmla="*/ 307848 w 3230880"/>
                      <a:gd name="connsiteY17" fmla="*/ 792480 h 2286000"/>
                      <a:gd name="connsiteX18" fmla="*/ 393192 w 3230880"/>
                      <a:gd name="connsiteY18" fmla="*/ 899160 h 2286000"/>
                      <a:gd name="connsiteX19" fmla="*/ 521208 w 3230880"/>
                      <a:gd name="connsiteY19" fmla="*/ 1005840 h 2286000"/>
                      <a:gd name="connsiteX20" fmla="*/ 679704 w 3230880"/>
                      <a:gd name="connsiteY20" fmla="*/ 1121664 h 2286000"/>
                      <a:gd name="connsiteX21" fmla="*/ 755904 w 3230880"/>
                      <a:gd name="connsiteY21" fmla="*/ 1203960 h 2286000"/>
                      <a:gd name="connsiteX22" fmla="*/ 838200 w 3230880"/>
                      <a:gd name="connsiteY22" fmla="*/ 1271016 h 2286000"/>
                      <a:gd name="connsiteX23" fmla="*/ 960120 w 3230880"/>
                      <a:gd name="connsiteY23" fmla="*/ 1368552 h 2286000"/>
                      <a:gd name="connsiteX24" fmla="*/ 1018032 w 3230880"/>
                      <a:gd name="connsiteY24" fmla="*/ 1420368 h 2286000"/>
                      <a:gd name="connsiteX25" fmla="*/ 1094232 w 3230880"/>
                      <a:gd name="connsiteY25" fmla="*/ 1508760 h 2286000"/>
                      <a:gd name="connsiteX26" fmla="*/ 1182624 w 3230880"/>
                      <a:gd name="connsiteY26" fmla="*/ 1612392 h 2286000"/>
                      <a:gd name="connsiteX27" fmla="*/ 1264920 w 3230880"/>
                      <a:gd name="connsiteY27" fmla="*/ 1700784 h 2286000"/>
                      <a:gd name="connsiteX28" fmla="*/ 1310640 w 3230880"/>
                      <a:gd name="connsiteY28" fmla="*/ 1780032 h 2286000"/>
                      <a:gd name="connsiteX29" fmla="*/ 1386840 w 3230880"/>
                      <a:gd name="connsiteY29" fmla="*/ 1825752 h 2286000"/>
                      <a:gd name="connsiteX30" fmla="*/ 1478280 w 3230880"/>
                      <a:gd name="connsiteY30" fmla="*/ 1886712 h 2286000"/>
                      <a:gd name="connsiteX31" fmla="*/ 1560576 w 3230880"/>
                      <a:gd name="connsiteY31" fmla="*/ 1944624 h 2286000"/>
                      <a:gd name="connsiteX32" fmla="*/ 1612392 w 3230880"/>
                      <a:gd name="connsiteY32" fmla="*/ 1972056 h 2286000"/>
                      <a:gd name="connsiteX33" fmla="*/ 1697736 w 3230880"/>
                      <a:gd name="connsiteY33" fmla="*/ 1978152 h 2286000"/>
                      <a:gd name="connsiteX34" fmla="*/ 1746504 w 3230880"/>
                      <a:gd name="connsiteY34" fmla="*/ 1965960 h 2286000"/>
                      <a:gd name="connsiteX35" fmla="*/ 1789176 w 3230880"/>
                      <a:gd name="connsiteY35" fmla="*/ 1959864 h 2286000"/>
                      <a:gd name="connsiteX36" fmla="*/ 1847088 w 3230880"/>
                      <a:gd name="connsiteY36" fmla="*/ 1953768 h 2286000"/>
                      <a:gd name="connsiteX37" fmla="*/ 1911096 w 3230880"/>
                      <a:gd name="connsiteY37" fmla="*/ 1953768 h 2286000"/>
                      <a:gd name="connsiteX38" fmla="*/ 1984248 w 3230880"/>
                      <a:gd name="connsiteY38" fmla="*/ 1981200 h 2286000"/>
                      <a:gd name="connsiteX39" fmla="*/ 2033016 w 3230880"/>
                      <a:gd name="connsiteY39" fmla="*/ 1999488 h 2286000"/>
                      <a:gd name="connsiteX40" fmla="*/ 2090928 w 3230880"/>
                      <a:gd name="connsiteY40" fmla="*/ 1996440 h 2286000"/>
                      <a:gd name="connsiteX41" fmla="*/ 2164080 w 3230880"/>
                      <a:gd name="connsiteY41" fmla="*/ 2036064 h 2286000"/>
                      <a:gd name="connsiteX42" fmla="*/ 2228088 w 3230880"/>
                      <a:gd name="connsiteY42" fmla="*/ 2066544 h 2286000"/>
                      <a:gd name="connsiteX43" fmla="*/ 2261616 w 3230880"/>
                      <a:gd name="connsiteY43" fmla="*/ 2069592 h 2286000"/>
                      <a:gd name="connsiteX44" fmla="*/ 2346960 w 3230880"/>
                      <a:gd name="connsiteY44" fmla="*/ 2124456 h 2286000"/>
                      <a:gd name="connsiteX45" fmla="*/ 2420112 w 3230880"/>
                      <a:gd name="connsiteY45" fmla="*/ 2185416 h 2286000"/>
                      <a:gd name="connsiteX46" fmla="*/ 2490216 w 3230880"/>
                      <a:gd name="connsiteY46" fmla="*/ 2218944 h 2286000"/>
                      <a:gd name="connsiteX47" fmla="*/ 2542032 w 3230880"/>
                      <a:gd name="connsiteY47" fmla="*/ 2267712 h 2286000"/>
                      <a:gd name="connsiteX48" fmla="*/ 2563368 w 3230880"/>
                      <a:gd name="connsiteY48" fmla="*/ 2286000 h 2286000"/>
                      <a:gd name="connsiteX49" fmla="*/ 2615184 w 3230880"/>
                      <a:gd name="connsiteY49" fmla="*/ 2282952 h 2286000"/>
                      <a:gd name="connsiteX50" fmla="*/ 2657856 w 3230880"/>
                      <a:gd name="connsiteY50" fmla="*/ 2237232 h 2286000"/>
                      <a:gd name="connsiteX51" fmla="*/ 2691384 w 3230880"/>
                      <a:gd name="connsiteY51" fmla="*/ 2206752 h 2286000"/>
                      <a:gd name="connsiteX52" fmla="*/ 2718816 w 3230880"/>
                      <a:gd name="connsiteY52" fmla="*/ 2185416 h 2286000"/>
                      <a:gd name="connsiteX53" fmla="*/ 2764536 w 3230880"/>
                      <a:gd name="connsiteY53" fmla="*/ 2182368 h 2286000"/>
                      <a:gd name="connsiteX54" fmla="*/ 2819400 w 3230880"/>
                      <a:gd name="connsiteY54" fmla="*/ 2185416 h 2286000"/>
                      <a:gd name="connsiteX55" fmla="*/ 2855976 w 3230880"/>
                      <a:gd name="connsiteY55" fmla="*/ 2182368 h 2286000"/>
                      <a:gd name="connsiteX56" fmla="*/ 2886456 w 3230880"/>
                      <a:gd name="connsiteY56" fmla="*/ 2161032 h 2286000"/>
                      <a:gd name="connsiteX57" fmla="*/ 2907792 w 3230880"/>
                      <a:gd name="connsiteY57" fmla="*/ 2121408 h 2286000"/>
                      <a:gd name="connsiteX58" fmla="*/ 2913888 w 3230880"/>
                      <a:gd name="connsiteY58" fmla="*/ 2090928 h 2286000"/>
                      <a:gd name="connsiteX59" fmla="*/ 2944368 w 3230880"/>
                      <a:gd name="connsiteY59" fmla="*/ 2054352 h 2286000"/>
                      <a:gd name="connsiteX60" fmla="*/ 2983992 w 3230880"/>
                      <a:gd name="connsiteY60" fmla="*/ 2033016 h 2286000"/>
                      <a:gd name="connsiteX61" fmla="*/ 2996184 w 3230880"/>
                      <a:gd name="connsiteY61" fmla="*/ 1996440 h 2286000"/>
                      <a:gd name="connsiteX62" fmla="*/ 2990088 w 3230880"/>
                      <a:gd name="connsiteY62" fmla="*/ 1965960 h 2286000"/>
                      <a:gd name="connsiteX63" fmla="*/ 3002280 w 3230880"/>
                      <a:gd name="connsiteY63" fmla="*/ 1923288 h 2286000"/>
                      <a:gd name="connsiteX64" fmla="*/ 3038856 w 3230880"/>
                      <a:gd name="connsiteY64" fmla="*/ 1828800 h 2286000"/>
                      <a:gd name="connsiteX65" fmla="*/ 3066288 w 3230880"/>
                      <a:gd name="connsiteY65" fmla="*/ 1776984 h 2286000"/>
                      <a:gd name="connsiteX66" fmla="*/ 3096768 w 3230880"/>
                      <a:gd name="connsiteY66" fmla="*/ 1764792 h 2286000"/>
                      <a:gd name="connsiteX67" fmla="*/ 3130296 w 3230880"/>
                      <a:gd name="connsiteY67" fmla="*/ 1767840 h 2286000"/>
                      <a:gd name="connsiteX68" fmla="*/ 3185160 w 3230880"/>
                      <a:gd name="connsiteY68" fmla="*/ 1752600 h 2286000"/>
                      <a:gd name="connsiteX69" fmla="*/ 3203448 w 3230880"/>
                      <a:gd name="connsiteY69" fmla="*/ 1706880 h 2286000"/>
                      <a:gd name="connsiteX70" fmla="*/ 3230880 w 3230880"/>
                      <a:gd name="connsiteY70" fmla="*/ 1673352 h 2286000"/>
                      <a:gd name="connsiteX71" fmla="*/ 3227832 w 3230880"/>
                      <a:gd name="connsiteY71" fmla="*/ 1636776 h 2286000"/>
                      <a:gd name="connsiteX72" fmla="*/ 3203448 w 3230880"/>
                      <a:gd name="connsiteY72" fmla="*/ 1609344 h 2286000"/>
                      <a:gd name="connsiteX73" fmla="*/ 3179064 w 3230880"/>
                      <a:gd name="connsiteY73" fmla="*/ 1600200 h 2286000"/>
                      <a:gd name="connsiteX74" fmla="*/ 3151632 w 3230880"/>
                      <a:gd name="connsiteY74" fmla="*/ 1572768 h 2286000"/>
                      <a:gd name="connsiteX75" fmla="*/ 3139440 w 3230880"/>
                      <a:gd name="connsiteY75" fmla="*/ 1517904 h 2286000"/>
                      <a:gd name="connsiteX76" fmla="*/ 3133344 w 3230880"/>
                      <a:gd name="connsiteY76" fmla="*/ 1466088 h 2286000"/>
                      <a:gd name="connsiteX77" fmla="*/ 3148584 w 3230880"/>
                      <a:gd name="connsiteY77" fmla="*/ 1432560 h 2286000"/>
                      <a:gd name="connsiteX78" fmla="*/ 3176016 w 3230880"/>
                      <a:gd name="connsiteY78" fmla="*/ 1426464 h 2286000"/>
                      <a:gd name="connsiteX79" fmla="*/ 3197352 w 3230880"/>
                      <a:gd name="connsiteY79" fmla="*/ 1405128 h 2286000"/>
                      <a:gd name="connsiteX80" fmla="*/ 3176016 w 3230880"/>
                      <a:gd name="connsiteY80" fmla="*/ 1356360 h 2286000"/>
                      <a:gd name="connsiteX81" fmla="*/ 3130296 w 3230880"/>
                      <a:gd name="connsiteY81" fmla="*/ 1353312 h 2286000"/>
                      <a:gd name="connsiteX82" fmla="*/ 3096768 w 3230880"/>
                      <a:gd name="connsiteY82" fmla="*/ 1356360 h 2286000"/>
                      <a:gd name="connsiteX83" fmla="*/ 3060192 w 3230880"/>
                      <a:gd name="connsiteY83" fmla="*/ 1365504 h 2286000"/>
                      <a:gd name="connsiteX84" fmla="*/ 3044952 w 3230880"/>
                      <a:gd name="connsiteY84" fmla="*/ 1380744 h 2286000"/>
                      <a:gd name="connsiteX85" fmla="*/ 3002280 w 3230880"/>
                      <a:gd name="connsiteY85" fmla="*/ 1399032 h 2286000"/>
                      <a:gd name="connsiteX86" fmla="*/ 2886456 w 3230880"/>
                      <a:gd name="connsiteY86" fmla="*/ 1392936 h 2286000"/>
                      <a:gd name="connsiteX87" fmla="*/ 2688336 w 3230880"/>
                      <a:gd name="connsiteY87" fmla="*/ 1377696 h 2286000"/>
                      <a:gd name="connsiteX88" fmla="*/ 2575560 w 3230880"/>
                      <a:gd name="connsiteY88" fmla="*/ 1389888 h 2286000"/>
                      <a:gd name="connsiteX89" fmla="*/ 2535936 w 3230880"/>
                      <a:gd name="connsiteY89" fmla="*/ 1389888 h 2286000"/>
                      <a:gd name="connsiteX90" fmla="*/ 2478024 w 3230880"/>
                      <a:gd name="connsiteY90" fmla="*/ 1411224 h 2286000"/>
                      <a:gd name="connsiteX91" fmla="*/ 2426208 w 3230880"/>
                      <a:gd name="connsiteY91" fmla="*/ 1432560 h 2286000"/>
                      <a:gd name="connsiteX92" fmla="*/ 2420112 w 3230880"/>
                      <a:gd name="connsiteY92" fmla="*/ 1438656 h 2286000"/>
                      <a:gd name="connsiteX93" fmla="*/ 2389632 w 3230880"/>
                      <a:gd name="connsiteY93" fmla="*/ 1447800 h 2286000"/>
                      <a:gd name="connsiteX94" fmla="*/ 2310384 w 3230880"/>
                      <a:gd name="connsiteY94" fmla="*/ 1432560 h 2286000"/>
                      <a:gd name="connsiteX95" fmla="*/ 2243328 w 3230880"/>
                      <a:gd name="connsiteY95" fmla="*/ 1417320 h 2286000"/>
                      <a:gd name="connsiteX96" fmla="*/ 2176272 w 3230880"/>
                      <a:gd name="connsiteY96" fmla="*/ 1405128 h 2286000"/>
                      <a:gd name="connsiteX97" fmla="*/ 2124456 w 3230880"/>
                      <a:gd name="connsiteY97" fmla="*/ 1392936 h 2286000"/>
                      <a:gd name="connsiteX98" fmla="*/ 2081784 w 3230880"/>
                      <a:gd name="connsiteY98" fmla="*/ 1356360 h 2286000"/>
                      <a:gd name="connsiteX99" fmla="*/ 2060448 w 3230880"/>
                      <a:gd name="connsiteY99" fmla="*/ 1322832 h 2286000"/>
                      <a:gd name="connsiteX100" fmla="*/ 2036064 w 3230880"/>
                      <a:gd name="connsiteY100" fmla="*/ 1292352 h 2286000"/>
                      <a:gd name="connsiteX101" fmla="*/ 2008632 w 3230880"/>
                      <a:gd name="connsiteY101" fmla="*/ 1264920 h 2286000"/>
                      <a:gd name="connsiteX102" fmla="*/ 2029968 w 3230880"/>
                      <a:gd name="connsiteY102" fmla="*/ 1228344 h 2286000"/>
                      <a:gd name="connsiteX103" fmla="*/ 2039112 w 3230880"/>
                      <a:gd name="connsiteY103" fmla="*/ 1176528 h 2286000"/>
                      <a:gd name="connsiteX104" fmla="*/ 2017776 w 3230880"/>
                      <a:gd name="connsiteY104" fmla="*/ 1130808 h 2286000"/>
                      <a:gd name="connsiteX105" fmla="*/ 1984248 w 3230880"/>
                      <a:gd name="connsiteY105" fmla="*/ 1069848 h 2286000"/>
                      <a:gd name="connsiteX106" fmla="*/ 1914144 w 3230880"/>
                      <a:gd name="connsiteY106" fmla="*/ 1027176 h 2286000"/>
                      <a:gd name="connsiteX107" fmla="*/ 1892808 w 3230880"/>
                      <a:gd name="connsiteY107" fmla="*/ 1008888 h 2286000"/>
                      <a:gd name="connsiteX108" fmla="*/ 1853184 w 3230880"/>
                      <a:gd name="connsiteY108" fmla="*/ 1014984 h 2286000"/>
                      <a:gd name="connsiteX109" fmla="*/ 1798320 w 3230880"/>
                      <a:gd name="connsiteY109" fmla="*/ 1042416 h 2286000"/>
                      <a:gd name="connsiteX110" fmla="*/ 1725168 w 3230880"/>
                      <a:gd name="connsiteY110" fmla="*/ 1018032 h 2286000"/>
                      <a:gd name="connsiteX111" fmla="*/ 1661160 w 3230880"/>
                      <a:gd name="connsiteY111" fmla="*/ 963168 h 2286000"/>
                      <a:gd name="connsiteX112" fmla="*/ 1606296 w 3230880"/>
                      <a:gd name="connsiteY112" fmla="*/ 908304 h 2286000"/>
                      <a:gd name="connsiteX113" fmla="*/ 1554480 w 3230880"/>
                      <a:gd name="connsiteY113" fmla="*/ 865632 h 2286000"/>
                      <a:gd name="connsiteX114" fmla="*/ 1472184 w 3230880"/>
                      <a:gd name="connsiteY114" fmla="*/ 826008 h 2286000"/>
                      <a:gd name="connsiteX115" fmla="*/ 1411224 w 3230880"/>
                      <a:gd name="connsiteY115" fmla="*/ 807720 h 2286000"/>
                      <a:gd name="connsiteX116" fmla="*/ 1335024 w 3230880"/>
                      <a:gd name="connsiteY116" fmla="*/ 762000 h 2286000"/>
                      <a:gd name="connsiteX117" fmla="*/ 1274064 w 3230880"/>
                      <a:gd name="connsiteY117" fmla="*/ 694944 h 2286000"/>
                      <a:gd name="connsiteX118" fmla="*/ 1216152 w 3230880"/>
                      <a:gd name="connsiteY118" fmla="*/ 646176 h 2286000"/>
                      <a:gd name="connsiteX119" fmla="*/ 1088136 w 3230880"/>
                      <a:gd name="connsiteY119" fmla="*/ 472440 h 2286000"/>
                      <a:gd name="connsiteX120" fmla="*/ 1030224 w 3230880"/>
                      <a:gd name="connsiteY120" fmla="*/ 445008 h 2286000"/>
                      <a:gd name="connsiteX121" fmla="*/ 978408 w 3230880"/>
                      <a:gd name="connsiteY121" fmla="*/ 417576 h 2286000"/>
                      <a:gd name="connsiteX122" fmla="*/ 935736 w 3230880"/>
                      <a:gd name="connsiteY122" fmla="*/ 347472 h 2286000"/>
                      <a:gd name="connsiteX123" fmla="*/ 890016 w 3230880"/>
                      <a:gd name="connsiteY123" fmla="*/ 301752 h 2286000"/>
                      <a:gd name="connsiteX124" fmla="*/ 819912 w 3230880"/>
                      <a:gd name="connsiteY124" fmla="*/ 252984 h 2286000"/>
                      <a:gd name="connsiteX125" fmla="*/ 771144 w 3230880"/>
                      <a:gd name="connsiteY125" fmla="*/ 201168 h 2286000"/>
                      <a:gd name="connsiteX126" fmla="*/ 737616 w 3230880"/>
                      <a:gd name="connsiteY126" fmla="*/ 176784 h 2286000"/>
                      <a:gd name="connsiteX127" fmla="*/ 697992 w 3230880"/>
                      <a:gd name="connsiteY127" fmla="*/ 167640 h 2286000"/>
                      <a:gd name="connsiteX128" fmla="*/ 664464 w 3230880"/>
                      <a:gd name="connsiteY128" fmla="*/ 124968 h 2286000"/>
                      <a:gd name="connsiteX129" fmla="*/ 609600 w 3230880"/>
                      <a:gd name="connsiteY129" fmla="*/ 79248 h 2286000"/>
                      <a:gd name="connsiteX130" fmla="*/ 560832 w 3230880"/>
                      <a:gd name="connsiteY130" fmla="*/ 24384 h 2286000"/>
                      <a:gd name="connsiteX131" fmla="*/ 524256 w 3230880"/>
                      <a:gd name="connsiteY131" fmla="*/ 0 h 2286000"/>
                      <a:gd name="connsiteX132" fmla="*/ 496824 w 3230880"/>
                      <a:gd name="connsiteY132" fmla="*/ 15240 h 2286000"/>
                      <a:gd name="connsiteX133" fmla="*/ 478536 w 3230880"/>
                      <a:gd name="connsiteY133" fmla="*/ 73152 h 2286000"/>
                      <a:gd name="connsiteX0" fmla="*/ 478536 w 3230880"/>
                      <a:gd name="connsiteY0" fmla="*/ 73152 h 2286000"/>
                      <a:gd name="connsiteX1" fmla="*/ 399288 w 3230880"/>
                      <a:gd name="connsiteY1" fmla="*/ 207264 h 2286000"/>
                      <a:gd name="connsiteX2" fmla="*/ 387096 w 3230880"/>
                      <a:gd name="connsiteY2" fmla="*/ 237744 h 2286000"/>
                      <a:gd name="connsiteX3" fmla="*/ 399288 w 3230880"/>
                      <a:gd name="connsiteY3" fmla="*/ 268224 h 2286000"/>
                      <a:gd name="connsiteX4" fmla="*/ 432816 w 3230880"/>
                      <a:gd name="connsiteY4" fmla="*/ 320040 h 2286000"/>
                      <a:gd name="connsiteX5" fmla="*/ 438912 w 3230880"/>
                      <a:gd name="connsiteY5" fmla="*/ 368808 h 2286000"/>
                      <a:gd name="connsiteX6" fmla="*/ 438912 w 3230880"/>
                      <a:gd name="connsiteY6" fmla="*/ 368808 h 2286000"/>
                      <a:gd name="connsiteX7" fmla="*/ 381000 w 3230880"/>
                      <a:gd name="connsiteY7" fmla="*/ 387096 h 2286000"/>
                      <a:gd name="connsiteX8" fmla="*/ 310896 w 3230880"/>
                      <a:gd name="connsiteY8" fmla="*/ 423672 h 2286000"/>
                      <a:gd name="connsiteX9" fmla="*/ 161544 w 3230880"/>
                      <a:gd name="connsiteY9" fmla="*/ 487680 h 2286000"/>
                      <a:gd name="connsiteX10" fmla="*/ 45720 w 3230880"/>
                      <a:gd name="connsiteY10" fmla="*/ 533400 h 2286000"/>
                      <a:gd name="connsiteX11" fmla="*/ 0 w 3230880"/>
                      <a:gd name="connsiteY11" fmla="*/ 563880 h 2286000"/>
                      <a:gd name="connsiteX12" fmla="*/ 0 w 3230880"/>
                      <a:gd name="connsiteY12" fmla="*/ 600456 h 2286000"/>
                      <a:gd name="connsiteX13" fmla="*/ 51816 w 3230880"/>
                      <a:gd name="connsiteY13" fmla="*/ 609600 h 2286000"/>
                      <a:gd name="connsiteX14" fmla="*/ 91440 w 3230880"/>
                      <a:gd name="connsiteY14" fmla="*/ 646176 h 2286000"/>
                      <a:gd name="connsiteX15" fmla="*/ 149352 w 3230880"/>
                      <a:gd name="connsiteY15" fmla="*/ 676656 h 2286000"/>
                      <a:gd name="connsiteX16" fmla="*/ 219456 w 3230880"/>
                      <a:gd name="connsiteY16" fmla="*/ 740664 h 2286000"/>
                      <a:gd name="connsiteX17" fmla="*/ 307848 w 3230880"/>
                      <a:gd name="connsiteY17" fmla="*/ 792480 h 2286000"/>
                      <a:gd name="connsiteX18" fmla="*/ 393192 w 3230880"/>
                      <a:gd name="connsiteY18" fmla="*/ 899160 h 2286000"/>
                      <a:gd name="connsiteX19" fmla="*/ 521208 w 3230880"/>
                      <a:gd name="connsiteY19" fmla="*/ 1005840 h 2286000"/>
                      <a:gd name="connsiteX20" fmla="*/ 679704 w 3230880"/>
                      <a:gd name="connsiteY20" fmla="*/ 1121664 h 2286000"/>
                      <a:gd name="connsiteX21" fmla="*/ 755904 w 3230880"/>
                      <a:gd name="connsiteY21" fmla="*/ 1203960 h 2286000"/>
                      <a:gd name="connsiteX22" fmla="*/ 838200 w 3230880"/>
                      <a:gd name="connsiteY22" fmla="*/ 1271016 h 2286000"/>
                      <a:gd name="connsiteX23" fmla="*/ 960120 w 3230880"/>
                      <a:gd name="connsiteY23" fmla="*/ 1368552 h 2286000"/>
                      <a:gd name="connsiteX24" fmla="*/ 1018032 w 3230880"/>
                      <a:gd name="connsiteY24" fmla="*/ 1420368 h 2286000"/>
                      <a:gd name="connsiteX25" fmla="*/ 1094232 w 3230880"/>
                      <a:gd name="connsiteY25" fmla="*/ 1508760 h 2286000"/>
                      <a:gd name="connsiteX26" fmla="*/ 1182624 w 3230880"/>
                      <a:gd name="connsiteY26" fmla="*/ 1612392 h 2286000"/>
                      <a:gd name="connsiteX27" fmla="*/ 1264920 w 3230880"/>
                      <a:gd name="connsiteY27" fmla="*/ 1700784 h 2286000"/>
                      <a:gd name="connsiteX28" fmla="*/ 1310640 w 3230880"/>
                      <a:gd name="connsiteY28" fmla="*/ 1780032 h 2286000"/>
                      <a:gd name="connsiteX29" fmla="*/ 1386840 w 3230880"/>
                      <a:gd name="connsiteY29" fmla="*/ 1825752 h 2286000"/>
                      <a:gd name="connsiteX30" fmla="*/ 1478280 w 3230880"/>
                      <a:gd name="connsiteY30" fmla="*/ 1886712 h 2286000"/>
                      <a:gd name="connsiteX31" fmla="*/ 1560576 w 3230880"/>
                      <a:gd name="connsiteY31" fmla="*/ 1944624 h 2286000"/>
                      <a:gd name="connsiteX32" fmla="*/ 1612392 w 3230880"/>
                      <a:gd name="connsiteY32" fmla="*/ 1972056 h 2286000"/>
                      <a:gd name="connsiteX33" fmla="*/ 1697736 w 3230880"/>
                      <a:gd name="connsiteY33" fmla="*/ 1978152 h 2286000"/>
                      <a:gd name="connsiteX34" fmla="*/ 1746504 w 3230880"/>
                      <a:gd name="connsiteY34" fmla="*/ 1965960 h 2286000"/>
                      <a:gd name="connsiteX35" fmla="*/ 1789176 w 3230880"/>
                      <a:gd name="connsiteY35" fmla="*/ 1959864 h 2286000"/>
                      <a:gd name="connsiteX36" fmla="*/ 1847088 w 3230880"/>
                      <a:gd name="connsiteY36" fmla="*/ 1953768 h 2286000"/>
                      <a:gd name="connsiteX37" fmla="*/ 1911096 w 3230880"/>
                      <a:gd name="connsiteY37" fmla="*/ 1953768 h 2286000"/>
                      <a:gd name="connsiteX38" fmla="*/ 1984248 w 3230880"/>
                      <a:gd name="connsiteY38" fmla="*/ 1981200 h 2286000"/>
                      <a:gd name="connsiteX39" fmla="*/ 2033016 w 3230880"/>
                      <a:gd name="connsiteY39" fmla="*/ 1999488 h 2286000"/>
                      <a:gd name="connsiteX40" fmla="*/ 2090928 w 3230880"/>
                      <a:gd name="connsiteY40" fmla="*/ 1996440 h 2286000"/>
                      <a:gd name="connsiteX41" fmla="*/ 2164080 w 3230880"/>
                      <a:gd name="connsiteY41" fmla="*/ 2036064 h 2286000"/>
                      <a:gd name="connsiteX42" fmla="*/ 2228088 w 3230880"/>
                      <a:gd name="connsiteY42" fmla="*/ 2066544 h 2286000"/>
                      <a:gd name="connsiteX43" fmla="*/ 2261616 w 3230880"/>
                      <a:gd name="connsiteY43" fmla="*/ 2069592 h 2286000"/>
                      <a:gd name="connsiteX44" fmla="*/ 2346960 w 3230880"/>
                      <a:gd name="connsiteY44" fmla="*/ 2124456 h 2286000"/>
                      <a:gd name="connsiteX45" fmla="*/ 2420112 w 3230880"/>
                      <a:gd name="connsiteY45" fmla="*/ 2185416 h 2286000"/>
                      <a:gd name="connsiteX46" fmla="*/ 2490216 w 3230880"/>
                      <a:gd name="connsiteY46" fmla="*/ 2218944 h 2286000"/>
                      <a:gd name="connsiteX47" fmla="*/ 2542032 w 3230880"/>
                      <a:gd name="connsiteY47" fmla="*/ 2267712 h 2286000"/>
                      <a:gd name="connsiteX48" fmla="*/ 2563368 w 3230880"/>
                      <a:gd name="connsiteY48" fmla="*/ 2286000 h 2286000"/>
                      <a:gd name="connsiteX49" fmla="*/ 2615184 w 3230880"/>
                      <a:gd name="connsiteY49" fmla="*/ 2282952 h 2286000"/>
                      <a:gd name="connsiteX50" fmla="*/ 2657856 w 3230880"/>
                      <a:gd name="connsiteY50" fmla="*/ 2237232 h 2286000"/>
                      <a:gd name="connsiteX51" fmla="*/ 2691384 w 3230880"/>
                      <a:gd name="connsiteY51" fmla="*/ 2206752 h 2286000"/>
                      <a:gd name="connsiteX52" fmla="*/ 2718816 w 3230880"/>
                      <a:gd name="connsiteY52" fmla="*/ 2185416 h 2286000"/>
                      <a:gd name="connsiteX53" fmla="*/ 2764536 w 3230880"/>
                      <a:gd name="connsiteY53" fmla="*/ 2182368 h 2286000"/>
                      <a:gd name="connsiteX54" fmla="*/ 2819400 w 3230880"/>
                      <a:gd name="connsiteY54" fmla="*/ 2185416 h 2286000"/>
                      <a:gd name="connsiteX55" fmla="*/ 2855976 w 3230880"/>
                      <a:gd name="connsiteY55" fmla="*/ 2182368 h 2286000"/>
                      <a:gd name="connsiteX56" fmla="*/ 2886456 w 3230880"/>
                      <a:gd name="connsiteY56" fmla="*/ 2161032 h 2286000"/>
                      <a:gd name="connsiteX57" fmla="*/ 2907792 w 3230880"/>
                      <a:gd name="connsiteY57" fmla="*/ 2121408 h 2286000"/>
                      <a:gd name="connsiteX58" fmla="*/ 2913888 w 3230880"/>
                      <a:gd name="connsiteY58" fmla="*/ 2090928 h 2286000"/>
                      <a:gd name="connsiteX59" fmla="*/ 2944368 w 3230880"/>
                      <a:gd name="connsiteY59" fmla="*/ 2054352 h 2286000"/>
                      <a:gd name="connsiteX60" fmla="*/ 2983992 w 3230880"/>
                      <a:gd name="connsiteY60" fmla="*/ 2033016 h 2286000"/>
                      <a:gd name="connsiteX61" fmla="*/ 2996184 w 3230880"/>
                      <a:gd name="connsiteY61" fmla="*/ 1996440 h 2286000"/>
                      <a:gd name="connsiteX62" fmla="*/ 2990088 w 3230880"/>
                      <a:gd name="connsiteY62" fmla="*/ 1965960 h 2286000"/>
                      <a:gd name="connsiteX63" fmla="*/ 3002280 w 3230880"/>
                      <a:gd name="connsiteY63" fmla="*/ 1923288 h 2286000"/>
                      <a:gd name="connsiteX64" fmla="*/ 3038856 w 3230880"/>
                      <a:gd name="connsiteY64" fmla="*/ 1828800 h 2286000"/>
                      <a:gd name="connsiteX65" fmla="*/ 3066288 w 3230880"/>
                      <a:gd name="connsiteY65" fmla="*/ 1776984 h 2286000"/>
                      <a:gd name="connsiteX66" fmla="*/ 3096768 w 3230880"/>
                      <a:gd name="connsiteY66" fmla="*/ 1764792 h 2286000"/>
                      <a:gd name="connsiteX67" fmla="*/ 3130296 w 3230880"/>
                      <a:gd name="connsiteY67" fmla="*/ 1767840 h 2286000"/>
                      <a:gd name="connsiteX68" fmla="*/ 3185160 w 3230880"/>
                      <a:gd name="connsiteY68" fmla="*/ 1752600 h 2286000"/>
                      <a:gd name="connsiteX69" fmla="*/ 3203448 w 3230880"/>
                      <a:gd name="connsiteY69" fmla="*/ 1706880 h 2286000"/>
                      <a:gd name="connsiteX70" fmla="*/ 3230880 w 3230880"/>
                      <a:gd name="connsiteY70" fmla="*/ 1673352 h 2286000"/>
                      <a:gd name="connsiteX71" fmla="*/ 3227832 w 3230880"/>
                      <a:gd name="connsiteY71" fmla="*/ 1636776 h 2286000"/>
                      <a:gd name="connsiteX72" fmla="*/ 3203448 w 3230880"/>
                      <a:gd name="connsiteY72" fmla="*/ 1609344 h 2286000"/>
                      <a:gd name="connsiteX73" fmla="*/ 3179064 w 3230880"/>
                      <a:gd name="connsiteY73" fmla="*/ 1600200 h 2286000"/>
                      <a:gd name="connsiteX74" fmla="*/ 3151632 w 3230880"/>
                      <a:gd name="connsiteY74" fmla="*/ 1572768 h 2286000"/>
                      <a:gd name="connsiteX75" fmla="*/ 3139440 w 3230880"/>
                      <a:gd name="connsiteY75" fmla="*/ 1517904 h 2286000"/>
                      <a:gd name="connsiteX76" fmla="*/ 3133344 w 3230880"/>
                      <a:gd name="connsiteY76" fmla="*/ 1466088 h 2286000"/>
                      <a:gd name="connsiteX77" fmla="*/ 3148584 w 3230880"/>
                      <a:gd name="connsiteY77" fmla="*/ 1432560 h 2286000"/>
                      <a:gd name="connsiteX78" fmla="*/ 3176016 w 3230880"/>
                      <a:gd name="connsiteY78" fmla="*/ 1426464 h 2286000"/>
                      <a:gd name="connsiteX79" fmla="*/ 3197352 w 3230880"/>
                      <a:gd name="connsiteY79" fmla="*/ 1405128 h 2286000"/>
                      <a:gd name="connsiteX80" fmla="*/ 3176016 w 3230880"/>
                      <a:gd name="connsiteY80" fmla="*/ 1356360 h 2286000"/>
                      <a:gd name="connsiteX81" fmla="*/ 3130296 w 3230880"/>
                      <a:gd name="connsiteY81" fmla="*/ 1353312 h 2286000"/>
                      <a:gd name="connsiteX82" fmla="*/ 3096768 w 3230880"/>
                      <a:gd name="connsiteY82" fmla="*/ 1356360 h 2286000"/>
                      <a:gd name="connsiteX83" fmla="*/ 3060192 w 3230880"/>
                      <a:gd name="connsiteY83" fmla="*/ 1365504 h 2286000"/>
                      <a:gd name="connsiteX84" fmla="*/ 3044952 w 3230880"/>
                      <a:gd name="connsiteY84" fmla="*/ 1380744 h 2286000"/>
                      <a:gd name="connsiteX85" fmla="*/ 3002280 w 3230880"/>
                      <a:gd name="connsiteY85" fmla="*/ 1399032 h 2286000"/>
                      <a:gd name="connsiteX86" fmla="*/ 2886456 w 3230880"/>
                      <a:gd name="connsiteY86" fmla="*/ 1392936 h 2286000"/>
                      <a:gd name="connsiteX87" fmla="*/ 2688336 w 3230880"/>
                      <a:gd name="connsiteY87" fmla="*/ 1377696 h 2286000"/>
                      <a:gd name="connsiteX88" fmla="*/ 2575560 w 3230880"/>
                      <a:gd name="connsiteY88" fmla="*/ 1389888 h 2286000"/>
                      <a:gd name="connsiteX89" fmla="*/ 2535936 w 3230880"/>
                      <a:gd name="connsiteY89" fmla="*/ 1389888 h 2286000"/>
                      <a:gd name="connsiteX90" fmla="*/ 2478024 w 3230880"/>
                      <a:gd name="connsiteY90" fmla="*/ 1411224 h 2286000"/>
                      <a:gd name="connsiteX91" fmla="*/ 2426208 w 3230880"/>
                      <a:gd name="connsiteY91" fmla="*/ 1432560 h 2286000"/>
                      <a:gd name="connsiteX92" fmla="*/ 2420112 w 3230880"/>
                      <a:gd name="connsiteY92" fmla="*/ 1438656 h 2286000"/>
                      <a:gd name="connsiteX93" fmla="*/ 2389632 w 3230880"/>
                      <a:gd name="connsiteY93" fmla="*/ 1447800 h 2286000"/>
                      <a:gd name="connsiteX94" fmla="*/ 2310384 w 3230880"/>
                      <a:gd name="connsiteY94" fmla="*/ 1432560 h 2286000"/>
                      <a:gd name="connsiteX95" fmla="*/ 2243328 w 3230880"/>
                      <a:gd name="connsiteY95" fmla="*/ 1417320 h 2286000"/>
                      <a:gd name="connsiteX96" fmla="*/ 2176272 w 3230880"/>
                      <a:gd name="connsiteY96" fmla="*/ 1405128 h 2286000"/>
                      <a:gd name="connsiteX97" fmla="*/ 2124456 w 3230880"/>
                      <a:gd name="connsiteY97" fmla="*/ 1392936 h 2286000"/>
                      <a:gd name="connsiteX98" fmla="*/ 2081784 w 3230880"/>
                      <a:gd name="connsiteY98" fmla="*/ 1356360 h 2286000"/>
                      <a:gd name="connsiteX99" fmla="*/ 2060448 w 3230880"/>
                      <a:gd name="connsiteY99" fmla="*/ 1322832 h 2286000"/>
                      <a:gd name="connsiteX100" fmla="*/ 2036064 w 3230880"/>
                      <a:gd name="connsiteY100" fmla="*/ 1292352 h 2286000"/>
                      <a:gd name="connsiteX101" fmla="*/ 2008632 w 3230880"/>
                      <a:gd name="connsiteY101" fmla="*/ 1264920 h 2286000"/>
                      <a:gd name="connsiteX102" fmla="*/ 2029968 w 3230880"/>
                      <a:gd name="connsiteY102" fmla="*/ 1228344 h 2286000"/>
                      <a:gd name="connsiteX103" fmla="*/ 2039112 w 3230880"/>
                      <a:gd name="connsiteY103" fmla="*/ 1176528 h 2286000"/>
                      <a:gd name="connsiteX104" fmla="*/ 2017776 w 3230880"/>
                      <a:gd name="connsiteY104" fmla="*/ 1130808 h 2286000"/>
                      <a:gd name="connsiteX105" fmla="*/ 1984248 w 3230880"/>
                      <a:gd name="connsiteY105" fmla="*/ 1069848 h 2286000"/>
                      <a:gd name="connsiteX106" fmla="*/ 1914144 w 3230880"/>
                      <a:gd name="connsiteY106" fmla="*/ 1027176 h 2286000"/>
                      <a:gd name="connsiteX107" fmla="*/ 1892808 w 3230880"/>
                      <a:gd name="connsiteY107" fmla="*/ 1008888 h 2286000"/>
                      <a:gd name="connsiteX108" fmla="*/ 1853184 w 3230880"/>
                      <a:gd name="connsiteY108" fmla="*/ 1014984 h 2286000"/>
                      <a:gd name="connsiteX109" fmla="*/ 1798320 w 3230880"/>
                      <a:gd name="connsiteY109" fmla="*/ 1042416 h 2286000"/>
                      <a:gd name="connsiteX110" fmla="*/ 1725168 w 3230880"/>
                      <a:gd name="connsiteY110" fmla="*/ 1018032 h 2286000"/>
                      <a:gd name="connsiteX111" fmla="*/ 1661160 w 3230880"/>
                      <a:gd name="connsiteY111" fmla="*/ 963168 h 2286000"/>
                      <a:gd name="connsiteX112" fmla="*/ 1606296 w 3230880"/>
                      <a:gd name="connsiteY112" fmla="*/ 908304 h 2286000"/>
                      <a:gd name="connsiteX113" fmla="*/ 1554480 w 3230880"/>
                      <a:gd name="connsiteY113" fmla="*/ 865632 h 2286000"/>
                      <a:gd name="connsiteX114" fmla="*/ 1472184 w 3230880"/>
                      <a:gd name="connsiteY114" fmla="*/ 826008 h 2286000"/>
                      <a:gd name="connsiteX115" fmla="*/ 1411224 w 3230880"/>
                      <a:gd name="connsiteY115" fmla="*/ 807720 h 2286000"/>
                      <a:gd name="connsiteX116" fmla="*/ 1335024 w 3230880"/>
                      <a:gd name="connsiteY116" fmla="*/ 762000 h 2286000"/>
                      <a:gd name="connsiteX117" fmla="*/ 1274064 w 3230880"/>
                      <a:gd name="connsiteY117" fmla="*/ 694944 h 2286000"/>
                      <a:gd name="connsiteX118" fmla="*/ 1216152 w 3230880"/>
                      <a:gd name="connsiteY118" fmla="*/ 646176 h 2286000"/>
                      <a:gd name="connsiteX119" fmla="*/ 1088136 w 3230880"/>
                      <a:gd name="connsiteY119" fmla="*/ 484632 h 2286000"/>
                      <a:gd name="connsiteX120" fmla="*/ 1030224 w 3230880"/>
                      <a:gd name="connsiteY120" fmla="*/ 445008 h 2286000"/>
                      <a:gd name="connsiteX121" fmla="*/ 978408 w 3230880"/>
                      <a:gd name="connsiteY121" fmla="*/ 417576 h 2286000"/>
                      <a:gd name="connsiteX122" fmla="*/ 935736 w 3230880"/>
                      <a:gd name="connsiteY122" fmla="*/ 347472 h 2286000"/>
                      <a:gd name="connsiteX123" fmla="*/ 890016 w 3230880"/>
                      <a:gd name="connsiteY123" fmla="*/ 301752 h 2286000"/>
                      <a:gd name="connsiteX124" fmla="*/ 819912 w 3230880"/>
                      <a:gd name="connsiteY124" fmla="*/ 252984 h 2286000"/>
                      <a:gd name="connsiteX125" fmla="*/ 771144 w 3230880"/>
                      <a:gd name="connsiteY125" fmla="*/ 201168 h 2286000"/>
                      <a:gd name="connsiteX126" fmla="*/ 737616 w 3230880"/>
                      <a:gd name="connsiteY126" fmla="*/ 176784 h 2286000"/>
                      <a:gd name="connsiteX127" fmla="*/ 697992 w 3230880"/>
                      <a:gd name="connsiteY127" fmla="*/ 167640 h 2286000"/>
                      <a:gd name="connsiteX128" fmla="*/ 664464 w 3230880"/>
                      <a:gd name="connsiteY128" fmla="*/ 124968 h 2286000"/>
                      <a:gd name="connsiteX129" fmla="*/ 609600 w 3230880"/>
                      <a:gd name="connsiteY129" fmla="*/ 79248 h 2286000"/>
                      <a:gd name="connsiteX130" fmla="*/ 560832 w 3230880"/>
                      <a:gd name="connsiteY130" fmla="*/ 24384 h 2286000"/>
                      <a:gd name="connsiteX131" fmla="*/ 524256 w 3230880"/>
                      <a:gd name="connsiteY131" fmla="*/ 0 h 2286000"/>
                      <a:gd name="connsiteX132" fmla="*/ 496824 w 3230880"/>
                      <a:gd name="connsiteY132" fmla="*/ 15240 h 2286000"/>
                      <a:gd name="connsiteX133" fmla="*/ 478536 w 3230880"/>
                      <a:gd name="connsiteY133" fmla="*/ 73152 h 228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3230880" h="2286000">
                        <a:moveTo>
                          <a:pt x="478536" y="73152"/>
                        </a:moveTo>
                        <a:lnTo>
                          <a:pt x="399288" y="207264"/>
                        </a:lnTo>
                        <a:lnTo>
                          <a:pt x="387096" y="237744"/>
                        </a:lnTo>
                        <a:lnTo>
                          <a:pt x="399288" y="268224"/>
                        </a:lnTo>
                        <a:lnTo>
                          <a:pt x="432816" y="320040"/>
                        </a:lnTo>
                        <a:lnTo>
                          <a:pt x="438912" y="368808"/>
                        </a:lnTo>
                        <a:lnTo>
                          <a:pt x="438912" y="368808"/>
                        </a:lnTo>
                        <a:lnTo>
                          <a:pt x="381000" y="387096"/>
                        </a:lnTo>
                        <a:lnTo>
                          <a:pt x="310896" y="423672"/>
                        </a:lnTo>
                        <a:lnTo>
                          <a:pt x="161544" y="487680"/>
                        </a:lnTo>
                        <a:lnTo>
                          <a:pt x="45720" y="533400"/>
                        </a:lnTo>
                        <a:lnTo>
                          <a:pt x="0" y="563880"/>
                        </a:lnTo>
                        <a:lnTo>
                          <a:pt x="0" y="600456"/>
                        </a:lnTo>
                        <a:lnTo>
                          <a:pt x="51816" y="609600"/>
                        </a:lnTo>
                        <a:lnTo>
                          <a:pt x="91440" y="646176"/>
                        </a:lnTo>
                        <a:lnTo>
                          <a:pt x="149352" y="676656"/>
                        </a:lnTo>
                        <a:lnTo>
                          <a:pt x="219456" y="740664"/>
                        </a:lnTo>
                        <a:lnTo>
                          <a:pt x="307848" y="792480"/>
                        </a:lnTo>
                        <a:lnTo>
                          <a:pt x="393192" y="899160"/>
                        </a:lnTo>
                        <a:lnTo>
                          <a:pt x="521208" y="1005840"/>
                        </a:lnTo>
                        <a:lnTo>
                          <a:pt x="679704" y="1121664"/>
                        </a:lnTo>
                        <a:lnTo>
                          <a:pt x="755904" y="1203960"/>
                        </a:lnTo>
                        <a:lnTo>
                          <a:pt x="838200" y="1271016"/>
                        </a:lnTo>
                        <a:lnTo>
                          <a:pt x="960120" y="1368552"/>
                        </a:lnTo>
                        <a:lnTo>
                          <a:pt x="1018032" y="1420368"/>
                        </a:lnTo>
                        <a:lnTo>
                          <a:pt x="1094232" y="1508760"/>
                        </a:lnTo>
                        <a:lnTo>
                          <a:pt x="1182624" y="1612392"/>
                        </a:lnTo>
                        <a:lnTo>
                          <a:pt x="1264920" y="1700784"/>
                        </a:lnTo>
                        <a:lnTo>
                          <a:pt x="1310640" y="1780032"/>
                        </a:lnTo>
                        <a:lnTo>
                          <a:pt x="1386840" y="1825752"/>
                        </a:lnTo>
                        <a:lnTo>
                          <a:pt x="1478280" y="1886712"/>
                        </a:lnTo>
                        <a:lnTo>
                          <a:pt x="1560576" y="1944624"/>
                        </a:lnTo>
                        <a:lnTo>
                          <a:pt x="1612392" y="1972056"/>
                        </a:lnTo>
                        <a:lnTo>
                          <a:pt x="1697736" y="1978152"/>
                        </a:lnTo>
                        <a:lnTo>
                          <a:pt x="1746504" y="1965960"/>
                        </a:lnTo>
                        <a:lnTo>
                          <a:pt x="1789176" y="1959864"/>
                        </a:lnTo>
                        <a:lnTo>
                          <a:pt x="1847088" y="1953768"/>
                        </a:lnTo>
                        <a:lnTo>
                          <a:pt x="1911096" y="1953768"/>
                        </a:lnTo>
                        <a:lnTo>
                          <a:pt x="1984248" y="1981200"/>
                        </a:lnTo>
                        <a:lnTo>
                          <a:pt x="2033016" y="1999488"/>
                        </a:lnTo>
                        <a:lnTo>
                          <a:pt x="2090928" y="1996440"/>
                        </a:lnTo>
                        <a:lnTo>
                          <a:pt x="2164080" y="2036064"/>
                        </a:lnTo>
                        <a:lnTo>
                          <a:pt x="2228088" y="2066544"/>
                        </a:lnTo>
                        <a:lnTo>
                          <a:pt x="2261616" y="2069592"/>
                        </a:lnTo>
                        <a:lnTo>
                          <a:pt x="2346960" y="2124456"/>
                        </a:lnTo>
                        <a:lnTo>
                          <a:pt x="2420112" y="2185416"/>
                        </a:lnTo>
                        <a:lnTo>
                          <a:pt x="2490216" y="2218944"/>
                        </a:lnTo>
                        <a:lnTo>
                          <a:pt x="2542032" y="2267712"/>
                        </a:lnTo>
                        <a:lnTo>
                          <a:pt x="2563368" y="2286000"/>
                        </a:lnTo>
                        <a:lnTo>
                          <a:pt x="2615184" y="2282952"/>
                        </a:lnTo>
                        <a:lnTo>
                          <a:pt x="2657856" y="2237232"/>
                        </a:lnTo>
                        <a:lnTo>
                          <a:pt x="2691384" y="2206752"/>
                        </a:lnTo>
                        <a:lnTo>
                          <a:pt x="2718816" y="2185416"/>
                        </a:lnTo>
                        <a:lnTo>
                          <a:pt x="2764536" y="2182368"/>
                        </a:lnTo>
                        <a:lnTo>
                          <a:pt x="2819400" y="2185416"/>
                        </a:lnTo>
                        <a:lnTo>
                          <a:pt x="2855976" y="2182368"/>
                        </a:lnTo>
                        <a:lnTo>
                          <a:pt x="2886456" y="2161032"/>
                        </a:lnTo>
                        <a:lnTo>
                          <a:pt x="2907792" y="2121408"/>
                        </a:lnTo>
                        <a:lnTo>
                          <a:pt x="2913888" y="2090928"/>
                        </a:lnTo>
                        <a:lnTo>
                          <a:pt x="2944368" y="2054352"/>
                        </a:lnTo>
                        <a:lnTo>
                          <a:pt x="2983992" y="2033016"/>
                        </a:lnTo>
                        <a:lnTo>
                          <a:pt x="2996184" y="1996440"/>
                        </a:lnTo>
                        <a:lnTo>
                          <a:pt x="2990088" y="1965960"/>
                        </a:lnTo>
                        <a:lnTo>
                          <a:pt x="3002280" y="1923288"/>
                        </a:lnTo>
                        <a:lnTo>
                          <a:pt x="3038856" y="1828800"/>
                        </a:lnTo>
                        <a:lnTo>
                          <a:pt x="3066288" y="1776984"/>
                        </a:lnTo>
                        <a:lnTo>
                          <a:pt x="3096768" y="1764792"/>
                        </a:lnTo>
                        <a:lnTo>
                          <a:pt x="3130296" y="1767840"/>
                        </a:lnTo>
                        <a:lnTo>
                          <a:pt x="3185160" y="1752600"/>
                        </a:lnTo>
                        <a:lnTo>
                          <a:pt x="3203448" y="1706880"/>
                        </a:lnTo>
                        <a:lnTo>
                          <a:pt x="3230880" y="1673352"/>
                        </a:lnTo>
                        <a:lnTo>
                          <a:pt x="3227832" y="1636776"/>
                        </a:lnTo>
                        <a:lnTo>
                          <a:pt x="3203448" y="1609344"/>
                        </a:lnTo>
                        <a:lnTo>
                          <a:pt x="3179064" y="1600200"/>
                        </a:lnTo>
                        <a:lnTo>
                          <a:pt x="3151632" y="1572768"/>
                        </a:lnTo>
                        <a:lnTo>
                          <a:pt x="3139440" y="1517904"/>
                        </a:lnTo>
                        <a:lnTo>
                          <a:pt x="3133344" y="1466088"/>
                        </a:lnTo>
                        <a:lnTo>
                          <a:pt x="3148584" y="1432560"/>
                        </a:lnTo>
                        <a:lnTo>
                          <a:pt x="3176016" y="1426464"/>
                        </a:lnTo>
                        <a:lnTo>
                          <a:pt x="3197352" y="1405128"/>
                        </a:lnTo>
                        <a:lnTo>
                          <a:pt x="3176016" y="1356360"/>
                        </a:lnTo>
                        <a:lnTo>
                          <a:pt x="3130296" y="1353312"/>
                        </a:lnTo>
                        <a:lnTo>
                          <a:pt x="3096768" y="1356360"/>
                        </a:lnTo>
                        <a:lnTo>
                          <a:pt x="3060192" y="1365504"/>
                        </a:lnTo>
                        <a:lnTo>
                          <a:pt x="3044952" y="1380744"/>
                        </a:lnTo>
                        <a:lnTo>
                          <a:pt x="3002280" y="1399032"/>
                        </a:lnTo>
                        <a:lnTo>
                          <a:pt x="2886456" y="1392936"/>
                        </a:lnTo>
                        <a:lnTo>
                          <a:pt x="2688336" y="1377696"/>
                        </a:lnTo>
                        <a:lnTo>
                          <a:pt x="2575560" y="1389888"/>
                        </a:lnTo>
                        <a:lnTo>
                          <a:pt x="2535936" y="1389888"/>
                        </a:lnTo>
                        <a:lnTo>
                          <a:pt x="2478024" y="1411224"/>
                        </a:lnTo>
                        <a:lnTo>
                          <a:pt x="2426208" y="1432560"/>
                        </a:lnTo>
                        <a:lnTo>
                          <a:pt x="2420112" y="1438656"/>
                        </a:lnTo>
                        <a:lnTo>
                          <a:pt x="2389632" y="1447800"/>
                        </a:lnTo>
                        <a:lnTo>
                          <a:pt x="2310384" y="1432560"/>
                        </a:lnTo>
                        <a:lnTo>
                          <a:pt x="2243328" y="1417320"/>
                        </a:lnTo>
                        <a:lnTo>
                          <a:pt x="2176272" y="1405128"/>
                        </a:lnTo>
                        <a:lnTo>
                          <a:pt x="2124456" y="1392936"/>
                        </a:lnTo>
                        <a:lnTo>
                          <a:pt x="2081784" y="1356360"/>
                        </a:lnTo>
                        <a:lnTo>
                          <a:pt x="2060448" y="1322832"/>
                        </a:lnTo>
                        <a:lnTo>
                          <a:pt x="2036064" y="1292352"/>
                        </a:lnTo>
                        <a:lnTo>
                          <a:pt x="2008632" y="1264920"/>
                        </a:lnTo>
                        <a:lnTo>
                          <a:pt x="2029968" y="1228344"/>
                        </a:lnTo>
                        <a:lnTo>
                          <a:pt x="2039112" y="1176528"/>
                        </a:lnTo>
                        <a:lnTo>
                          <a:pt x="2017776" y="1130808"/>
                        </a:lnTo>
                        <a:lnTo>
                          <a:pt x="1984248" y="1069848"/>
                        </a:lnTo>
                        <a:lnTo>
                          <a:pt x="1914144" y="1027176"/>
                        </a:lnTo>
                        <a:lnTo>
                          <a:pt x="1892808" y="1008888"/>
                        </a:lnTo>
                        <a:lnTo>
                          <a:pt x="1853184" y="1014984"/>
                        </a:lnTo>
                        <a:lnTo>
                          <a:pt x="1798320" y="1042416"/>
                        </a:lnTo>
                        <a:lnTo>
                          <a:pt x="1725168" y="1018032"/>
                        </a:lnTo>
                        <a:lnTo>
                          <a:pt x="1661160" y="963168"/>
                        </a:lnTo>
                        <a:lnTo>
                          <a:pt x="1606296" y="908304"/>
                        </a:lnTo>
                        <a:lnTo>
                          <a:pt x="1554480" y="865632"/>
                        </a:lnTo>
                        <a:lnTo>
                          <a:pt x="1472184" y="826008"/>
                        </a:lnTo>
                        <a:lnTo>
                          <a:pt x="1411224" y="807720"/>
                        </a:lnTo>
                        <a:lnTo>
                          <a:pt x="1335024" y="762000"/>
                        </a:lnTo>
                        <a:lnTo>
                          <a:pt x="1274064" y="694944"/>
                        </a:lnTo>
                        <a:lnTo>
                          <a:pt x="1216152" y="646176"/>
                        </a:lnTo>
                        <a:lnTo>
                          <a:pt x="1088136" y="484632"/>
                        </a:lnTo>
                        <a:lnTo>
                          <a:pt x="1030224" y="445008"/>
                        </a:lnTo>
                        <a:lnTo>
                          <a:pt x="978408" y="417576"/>
                        </a:lnTo>
                        <a:lnTo>
                          <a:pt x="935736" y="347472"/>
                        </a:lnTo>
                        <a:lnTo>
                          <a:pt x="890016" y="301752"/>
                        </a:lnTo>
                        <a:lnTo>
                          <a:pt x="819912" y="252984"/>
                        </a:lnTo>
                        <a:lnTo>
                          <a:pt x="771144" y="201168"/>
                        </a:lnTo>
                        <a:lnTo>
                          <a:pt x="737616" y="176784"/>
                        </a:lnTo>
                        <a:lnTo>
                          <a:pt x="697992" y="167640"/>
                        </a:lnTo>
                        <a:lnTo>
                          <a:pt x="664464" y="124968"/>
                        </a:lnTo>
                        <a:lnTo>
                          <a:pt x="609600" y="79248"/>
                        </a:lnTo>
                        <a:lnTo>
                          <a:pt x="560832" y="24384"/>
                        </a:lnTo>
                        <a:lnTo>
                          <a:pt x="524256" y="0"/>
                        </a:lnTo>
                        <a:lnTo>
                          <a:pt x="496824" y="15240"/>
                        </a:lnTo>
                        <a:lnTo>
                          <a:pt x="478536" y="73152"/>
                        </a:lnTo>
                        <a:close/>
                      </a:path>
                    </a:pathLst>
                  </a:cu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700">
                      <a:ln>
                        <a:solidFill>
                          <a:schemeClr val="accent1">
                            <a:alpha val="0"/>
                          </a:schemeClr>
                        </a:solidFill>
                      </a:ln>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63" name="은평구">
                    <a:extLst>
                      <a:ext uri="{FF2B5EF4-FFF2-40B4-BE49-F238E27FC236}">
                        <a16:creationId xmlns:a16="http://schemas.microsoft.com/office/drawing/2014/main" id="{A6331351-7D81-33B2-C3CE-0F83A8B2AC57}"/>
                      </a:ext>
                    </a:extLst>
                  </p:cNvPr>
                  <p:cNvSpPr/>
                  <p:nvPr/>
                </p:nvSpPr>
                <p:spPr>
                  <a:xfrm>
                    <a:off x="-193040" y="2946400"/>
                    <a:ext cx="2871470" cy="3434080"/>
                  </a:xfrm>
                  <a:custGeom>
                    <a:avLst/>
                    <a:gdLst>
                      <a:gd name="connsiteX0" fmla="*/ 1981200 w 2890520"/>
                      <a:gd name="connsiteY0" fmla="*/ 55880 h 3434080"/>
                      <a:gd name="connsiteX1" fmla="*/ 1899920 w 2890520"/>
                      <a:gd name="connsiteY1" fmla="*/ 127000 h 3434080"/>
                      <a:gd name="connsiteX2" fmla="*/ 1854200 w 2890520"/>
                      <a:gd name="connsiteY2" fmla="*/ 162560 h 3434080"/>
                      <a:gd name="connsiteX3" fmla="*/ 1798320 w 2890520"/>
                      <a:gd name="connsiteY3" fmla="*/ 198120 h 3434080"/>
                      <a:gd name="connsiteX4" fmla="*/ 1747520 w 2890520"/>
                      <a:gd name="connsiteY4" fmla="*/ 223520 h 3434080"/>
                      <a:gd name="connsiteX5" fmla="*/ 1732280 w 2890520"/>
                      <a:gd name="connsiteY5" fmla="*/ 274320 h 3434080"/>
                      <a:gd name="connsiteX6" fmla="*/ 1691640 w 2890520"/>
                      <a:gd name="connsiteY6" fmla="*/ 355600 h 3434080"/>
                      <a:gd name="connsiteX7" fmla="*/ 1676400 w 2890520"/>
                      <a:gd name="connsiteY7" fmla="*/ 391160 h 3434080"/>
                      <a:gd name="connsiteX8" fmla="*/ 1645920 w 2890520"/>
                      <a:gd name="connsiteY8" fmla="*/ 416560 h 3434080"/>
                      <a:gd name="connsiteX9" fmla="*/ 1564640 w 2890520"/>
                      <a:gd name="connsiteY9" fmla="*/ 421640 h 3434080"/>
                      <a:gd name="connsiteX10" fmla="*/ 1488440 w 2890520"/>
                      <a:gd name="connsiteY10" fmla="*/ 411480 h 3434080"/>
                      <a:gd name="connsiteX11" fmla="*/ 1432560 w 2890520"/>
                      <a:gd name="connsiteY11" fmla="*/ 416560 h 3434080"/>
                      <a:gd name="connsiteX12" fmla="*/ 1386840 w 2890520"/>
                      <a:gd name="connsiteY12" fmla="*/ 452120 h 3434080"/>
                      <a:gd name="connsiteX13" fmla="*/ 1259840 w 2890520"/>
                      <a:gd name="connsiteY13" fmla="*/ 548640 h 3434080"/>
                      <a:gd name="connsiteX14" fmla="*/ 1137920 w 2890520"/>
                      <a:gd name="connsiteY14" fmla="*/ 614680 h 3434080"/>
                      <a:gd name="connsiteX15" fmla="*/ 1031240 w 2890520"/>
                      <a:gd name="connsiteY15" fmla="*/ 665480 h 3434080"/>
                      <a:gd name="connsiteX16" fmla="*/ 975360 w 2890520"/>
                      <a:gd name="connsiteY16" fmla="*/ 701040 h 3434080"/>
                      <a:gd name="connsiteX17" fmla="*/ 929640 w 2890520"/>
                      <a:gd name="connsiteY17" fmla="*/ 721360 h 3434080"/>
                      <a:gd name="connsiteX18" fmla="*/ 939800 w 2890520"/>
                      <a:gd name="connsiteY18" fmla="*/ 817880 h 3434080"/>
                      <a:gd name="connsiteX19" fmla="*/ 955040 w 2890520"/>
                      <a:gd name="connsiteY19" fmla="*/ 863600 h 3434080"/>
                      <a:gd name="connsiteX20" fmla="*/ 980440 w 2890520"/>
                      <a:gd name="connsiteY20" fmla="*/ 904240 h 3434080"/>
                      <a:gd name="connsiteX21" fmla="*/ 975360 w 2890520"/>
                      <a:gd name="connsiteY21" fmla="*/ 980440 h 3434080"/>
                      <a:gd name="connsiteX22" fmla="*/ 990600 w 2890520"/>
                      <a:gd name="connsiteY22" fmla="*/ 1021080 h 3434080"/>
                      <a:gd name="connsiteX23" fmla="*/ 990600 w 2890520"/>
                      <a:gd name="connsiteY23" fmla="*/ 1066800 h 3434080"/>
                      <a:gd name="connsiteX24" fmla="*/ 960120 w 2890520"/>
                      <a:gd name="connsiteY24" fmla="*/ 1087120 h 3434080"/>
                      <a:gd name="connsiteX25" fmla="*/ 914400 w 2890520"/>
                      <a:gd name="connsiteY25" fmla="*/ 1087120 h 3434080"/>
                      <a:gd name="connsiteX26" fmla="*/ 894080 w 2890520"/>
                      <a:gd name="connsiteY26" fmla="*/ 1061720 h 3434080"/>
                      <a:gd name="connsiteX27" fmla="*/ 843280 w 2890520"/>
                      <a:gd name="connsiteY27" fmla="*/ 1046480 h 3434080"/>
                      <a:gd name="connsiteX28" fmla="*/ 777240 w 2890520"/>
                      <a:gd name="connsiteY28" fmla="*/ 1046480 h 3434080"/>
                      <a:gd name="connsiteX29" fmla="*/ 777240 w 2890520"/>
                      <a:gd name="connsiteY29" fmla="*/ 1046480 h 3434080"/>
                      <a:gd name="connsiteX30" fmla="*/ 756920 w 2890520"/>
                      <a:gd name="connsiteY30" fmla="*/ 1117600 h 3434080"/>
                      <a:gd name="connsiteX31" fmla="*/ 726440 w 2890520"/>
                      <a:gd name="connsiteY31" fmla="*/ 1148080 h 3434080"/>
                      <a:gd name="connsiteX32" fmla="*/ 716280 w 2890520"/>
                      <a:gd name="connsiteY32" fmla="*/ 1183640 h 3434080"/>
                      <a:gd name="connsiteX33" fmla="*/ 736600 w 2890520"/>
                      <a:gd name="connsiteY33" fmla="*/ 1209040 h 3434080"/>
                      <a:gd name="connsiteX34" fmla="*/ 817880 w 2890520"/>
                      <a:gd name="connsiteY34" fmla="*/ 1285240 h 3434080"/>
                      <a:gd name="connsiteX35" fmla="*/ 833120 w 2890520"/>
                      <a:gd name="connsiteY35" fmla="*/ 1341120 h 3434080"/>
                      <a:gd name="connsiteX36" fmla="*/ 817880 w 2890520"/>
                      <a:gd name="connsiteY36" fmla="*/ 1397000 h 3434080"/>
                      <a:gd name="connsiteX37" fmla="*/ 782320 w 2890520"/>
                      <a:gd name="connsiteY37" fmla="*/ 1483360 h 3434080"/>
                      <a:gd name="connsiteX38" fmla="*/ 756920 w 2890520"/>
                      <a:gd name="connsiteY38" fmla="*/ 1549400 h 3434080"/>
                      <a:gd name="connsiteX39" fmla="*/ 746760 w 2890520"/>
                      <a:gd name="connsiteY39" fmla="*/ 1615440 h 3434080"/>
                      <a:gd name="connsiteX40" fmla="*/ 685800 w 2890520"/>
                      <a:gd name="connsiteY40" fmla="*/ 1686560 h 3434080"/>
                      <a:gd name="connsiteX41" fmla="*/ 650240 w 2890520"/>
                      <a:gd name="connsiteY41" fmla="*/ 1742440 h 3434080"/>
                      <a:gd name="connsiteX42" fmla="*/ 629920 w 2890520"/>
                      <a:gd name="connsiteY42" fmla="*/ 1828800 h 3434080"/>
                      <a:gd name="connsiteX43" fmla="*/ 640080 w 2890520"/>
                      <a:gd name="connsiteY43" fmla="*/ 1981200 h 3434080"/>
                      <a:gd name="connsiteX44" fmla="*/ 640080 w 2890520"/>
                      <a:gd name="connsiteY44" fmla="*/ 2199640 h 3434080"/>
                      <a:gd name="connsiteX45" fmla="*/ 650240 w 2890520"/>
                      <a:gd name="connsiteY45" fmla="*/ 2499360 h 3434080"/>
                      <a:gd name="connsiteX46" fmla="*/ 640080 w 2890520"/>
                      <a:gd name="connsiteY46" fmla="*/ 2565400 h 3434080"/>
                      <a:gd name="connsiteX47" fmla="*/ 624840 w 2890520"/>
                      <a:gd name="connsiteY47" fmla="*/ 2616200 h 3434080"/>
                      <a:gd name="connsiteX48" fmla="*/ 624840 w 2890520"/>
                      <a:gd name="connsiteY48" fmla="*/ 2667000 h 3434080"/>
                      <a:gd name="connsiteX49" fmla="*/ 609600 w 2890520"/>
                      <a:gd name="connsiteY49" fmla="*/ 2753360 h 3434080"/>
                      <a:gd name="connsiteX50" fmla="*/ 584200 w 2890520"/>
                      <a:gd name="connsiteY50" fmla="*/ 2799080 h 3434080"/>
                      <a:gd name="connsiteX51" fmla="*/ 528320 w 2890520"/>
                      <a:gd name="connsiteY51" fmla="*/ 2814320 h 3434080"/>
                      <a:gd name="connsiteX52" fmla="*/ 462280 w 2890520"/>
                      <a:gd name="connsiteY52" fmla="*/ 2824480 h 3434080"/>
                      <a:gd name="connsiteX53" fmla="*/ 391160 w 2890520"/>
                      <a:gd name="connsiteY53" fmla="*/ 2824480 h 3434080"/>
                      <a:gd name="connsiteX54" fmla="*/ 335280 w 2890520"/>
                      <a:gd name="connsiteY54" fmla="*/ 2844800 h 3434080"/>
                      <a:gd name="connsiteX55" fmla="*/ 264160 w 2890520"/>
                      <a:gd name="connsiteY55" fmla="*/ 2854960 h 3434080"/>
                      <a:gd name="connsiteX56" fmla="*/ 213360 w 2890520"/>
                      <a:gd name="connsiteY56" fmla="*/ 2860040 h 3434080"/>
                      <a:gd name="connsiteX57" fmla="*/ 213360 w 2890520"/>
                      <a:gd name="connsiteY57" fmla="*/ 2860040 h 3434080"/>
                      <a:gd name="connsiteX58" fmla="*/ 167640 w 2890520"/>
                      <a:gd name="connsiteY58" fmla="*/ 2804160 h 3434080"/>
                      <a:gd name="connsiteX59" fmla="*/ 142240 w 2890520"/>
                      <a:gd name="connsiteY59" fmla="*/ 2753360 h 3434080"/>
                      <a:gd name="connsiteX60" fmla="*/ 142240 w 2890520"/>
                      <a:gd name="connsiteY60" fmla="*/ 2753360 h 3434080"/>
                      <a:gd name="connsiteX61" fmla="*/ 96520 w 2890520"/>
                      <a:gd name="connsiteY61" fmla="*/ 2743200 h 3434080"/>
                      <a:gd name="connsiteX62" fmla="*/ 55880 w 2890520"/>
                      <a:gd name="connsiteY62" fmla="*/ 2783840 h 3434080"/>
                      <a:gd name="connsiteX63" fmla="*/ 0 w 2890520"/>
                      <a:gd name="connsiteY63" fmla="*/ 2844800 h 3434080"/>
                      <a:gd name="connsiteX64" fmla="*/ 15240 w 2890520"/>
                      <a:gd name="connsiteY64" fmla="*/ 2880360 h 3434080"/>
                      <a:gd name="connsiteX65" fmla="*/ 55880 w 2890520"/>
                      <a:gd name="connsiteY65" fmla="*/ 2905760 h 3434080"/>
                      <a:gd name="connsiteX66" fmla="*/ 91440 w 2890520"/>
                      <a:gd name="connsiteY66" fmla="*/ 2946400 h 3434080"/>
                      <a:gd name="connsiteX67" fmla="*/ 142240 w 2890520"/>
                      <a:gd name="connsiteY67" fmla="*/ 2976880 h 3434080"/>
                      <a:gd name="connsiteX68" fmla="*/ 193040 w 2890520"/>
                      <a:gd name="connsiteY68" fmla="*/ 3007360 h 3434080"/>
                      <a:gd name="connsiteX69" fmla="*/ 269240 w 2890520"/>
                      <a:gd name="connsiteY69" fmla="*/ 3058160 h 3434080"/>
                      <a:gd name="connsiteX70" fmla="*/ 335280 w 2890520"/>
                      <a:gd name="connsiteY70" fmla="*/ 3139440 h 3434080"/>
                      <a:gd name="connsiteX71" fmla="*/ 426720 w 2890520"/>
                      <a:gd name="connsiteY71" fmla="*/ 3225800 h 3434080"/>
                      <a:gd name="connsiteX72" fmla="*/ 467360 w 2890520"/>
                      <a:gd name="connsiteY72" fmla="*/ 3276600 h 3434080"/>
                      <a:gd name="connsiteX73" fmla="*/ 523240 w 2890520"/>
                      <a:gd name="connsiteY73" fmla="*/ 3291840 h 3434080"/>
                      <a:gd name="connsiteX74" fmla="*/ 589280 w 2890520"/>
                      <a:gd name="connsiteY74" fmla="*/ 3383280 h 3434080"/>
                      <a:gd name="connsiteX75" fmla="*/ 589280 w 2890520"/>
                      <a:gd name="connsiteY75" fmla="*/ 3383280 h 3434080"/>
                      <a:gd name="connsiteX76" fmla="*/ 650240 w 2890520"/>
                      <a:gd name="connsiteY76" fmla="*/ 3434080 h 3434080"/>
                      <a:gd name="connsiteX77" fmla="*/ 690880 w 2890520"/>
                      <a:gd name="connsiteY77" fmla="*/ 3378200 h 3434080"/>
                      <a:gd name="connsiteX78" fmla="*/ 741680 w 2890520"/>
                      <a:gd name="connsiteY78" fmla="*/ 3286760 h 3434080"/>
                      <a:gd name="connsiteX79" fmla="*/ 777240 w 2890520"/>
                      <a:gd name="connsiteY79" fmla="*/ 3246120 h 3434080"/>
                      <a:gd name="connsiteX80" fmla="*/ 812800 w 2890520"/>
                      <a:gd name="connsiteY80" fmla="*/ 3225800 h 3434080"/>
                      <a:gd name="connsiteX81" fmla="*/ 868680 w 2890520"/>
                      <a:gd name="connsiteY81" fmla="*/ 3185160 h 3434080"/>
                      <a:gd name="connsiteX82" fmla="*/ 899160 w 2890520"/>
                      <a:gd name="connsiteY82" fmla="*/ 3134360 h 3434080"/>
                      <a:gd name="connsiteX83" fmla="*/ 894080 w 2890520"/>
                      <a:gd name="connsiteY83" fmla="*/ 3078480 h 3434080"/>
                      <a:gd name="connsiteX84" fmla="*/ 894080 w 2890520"/>
                      <a:gd name="connsiteY84" fmla="*/ 3032760 h 3434080"/>
                      <a:gd name="connsiteX85" fmla="*/ 939800 w 2890520"/>
                      <a:gd name="connsiteY85" fmla="*/ 2971800 h 3434080"/>
                      <a:gd name="connsiteX86" fmla="*/ 980440 w 2890520"/>
                      <a:gd name="connsiteY86" fmla="*/ 2951480 h 3434080"/>
                      <a:gd name="connsiteX87" fmla="*/ 980440 w 2890520"/>
                      <a:gd name="connsiteY87" fmla="*/ 2951480 h 3434080"/>
                      <a:gd name="connsiteX88" fmla="*/ 1076960 w 2890520"/>
                      <a:gd name="connsiteY88" fmla="*/ 2961640 h 3434080"/>
                      <a:gd name="connsiteX89" fmla="*/ 1143000 w 2890520"/>
                      <a:gd name="connsiteY89" fmla="*/ 2981960 h 3434080"/>
                      <a:gd name="connsiteX90" fmla="*/ 1168400 w 2890520"/>
                      <a:gd name="connsiteY90" fmla="*/ 3012440 h 3434080"/>
                      <a:gd name="connsiteX91" fmla="*/ 1158240 w 2890520"/>
                      <a:gd name="connsiteY91" fmla="*/ 3042920 h 3434080"/>
                      <a:gd name="connsiteX92" fmla="*/ 1132840 w 2890520"/>
                      <a:gd name="connsiteY92" fmla="*/ 3058160 h 3434080"/>
                      <a:gd name="connsiteX93" fmla="*/ 1127760 w 2890520"/>
                      <a:gd name="connsiteY93" fmla="*/ 3088640 h 3434080"/>
                      <a:gd name="connsiteX94" fmla="*/ 1153160 w 2890520"/>
                      <a:gd name="connsiteY94" fmla="*/ 3129280 h 3434080"/>
                      <a:gd name="connsiteX95" fmla="*/ 1188720 w 2890520"/>
                      <a:gd name="connsiteY95" fmla="*/ 3154680 h 3434080"/>
                      <a:gd name="connsiteX96" fmla="*/ 1224280 w 2890520"/>
                      <a:gd name="connsiteY96" fmla="*/ 3139440 h 3434080"/>
                      <a:gd name="connsiteX97" fmla="*/ 1249680 w 2890520"/>
                      <a:gd name="connsiteY97" fmla="*/ 3154680 h 3434080"/>
                      <a:gd name="connsiteX98" fmla="*/ 1295400 w 2890520"/>
                      <a:gd name="connsiteY98" fmla="*/ 3114040 h 3434080"/>
                      <a:gd name="connsiteX99" fmla="*/ 1305560 w 2890520"/>
                      <a:gd name="connsiteY99" fmla="*/ 3063240 h 3434080"/>
                      <a:gd name="connsiteX100" fmla="*/ 1315720 w 2890520"/>
                      <a:gd name="connsiteY100" fmla="*/ 3022600 h 3434080"/>
                      <a:gd name="connsiteX101" fmla="*/ 1330960 w 2890520"/>
                      <a:gd name="connsiteY101" fmla="*/ 2997200 h 3434080"/>
                      <a:gd name="connsiteX102" fmla="*/ 1366520 w 2890520"/>
                      <a:gd name="connsiteY102" fmla="*/ 3007360 h 3434080"/>
                      <a:gd name="connsiteX103" fmla="*/ 1407160 w 2890520"/>
                      <a:gd name="connsiteY103" fmla="*/ 3007360 h 3434080"/>
                      <a:gd name="connsiteX104" fmla="*/ 1422400 w 2890520"/>
                      <a:gd name="connsiteY104" fmla="*/ 2961640 h 3434080"/>
                      <a:gd name="connsiteX105" fmla="*/ 1417320 w 2890520"/>
                      <a:gd name="connsiteY105" fmla="*/ 2895600 h 3434080"/>
                      <a:gd name="connsiteX106" fmla="*/ 1447800 w 2890520"/>
                      <a:gd name="connsiteY106" fmla="*/ 2799080 h 3434080"/>
                      <a:gd name="connsiteX107" fmla="*/ 1493520 w 2890520"/>
                      <a:gd name="connsiteY107" fmla="*/ 2738120 h 3434080"/>
                      <a:gd name="connsiteX108" fmla="*/ 1534160 w 2890520"/>
                      <a:gd name="connsiteY108" fmla="*/ 2687320 h 3434080"/>
                      <a:gd name="connsiteX109" fmla="*/ 1584960 w 2890520"/>
                      <a:gd name="connsiteY109" fmla="*/ 2672080 h 3434080"/>
                      <a:gd name="connsiteX110" fmla="*/ 1661160 w 2890520"/>
                      <a:gd name="connsiteY110" fmla="*/ 2606040 h 3434080"/>
                      <a:gd name="connsiteX111" fmla="*/ 1711960 w 2890520"/>
                      <a:gd name="connsiteY111" fmla="*/ 2565400 h 3434080"/>
                      <a:gd name="connsiteX112" fmla="*/ 1772920 w 2890520"/>
                      <a:gd name="connsiteY112" fmla="*/ 2555240 h 3434080"/>
                      <a:gd name="connsiteX113" fmla="*/ 1823720 w 2890520"/>
                      <a:gd name="connsiteY113" fmla="*/ 2575560 h 3434080"/>
                      <a:gd name="connsiteX114" fmla="*/ 1864360 w 2890520"/>
                      <a:gd name="connsiteY114" fmla="*/ 2550160 h 3434080"/>
                      <a:gd name="connsiteX115" fmla="*/ 1879600 w 2890520"/>
                      <a:gd name="connsiteY115" fmla="*/ 2484120 h 3434080"/>
                      <a:gd name="connsiteX116" fmla="*/ 1869440 w 2890520"/>
                      <a:gd name="connsiteY116" fmla="*/ 2418080 h 3434080"/>
                      <a:gd name="connsiteX117" fmla="*/ 1833880 w 2890520"/>
                      <a:gd name="connsiteY117" fmla="*/ 2387600 h 3434080"/>
                      <a:gd name="connsiteX118" fmla="*/ 1833880 w 2890520"/>
                      <a:gd name="connsiteY118" fmla="*/ 2346960 h 3434080"/>
                      <a:gd name="connsiteX119" fmla="*/ 1869440 w 2890520"/>
                      <a:gd name="connsiteY119" fmla="*/ 2311400 h 3434080"/>
                      <a:gd name="connsiteX120" fmla="*/ 1899920 w 2890520"/>
                      <a:gd name="connsiteY120" fmla="*/ 2270760 h 3434080"/>
                      <a:gd name="connsiteX121" fmla="*/ 1935480 w 2890520"/>
                      <a:gd name="connsiteY121" fmla="*/ 2270760 h 3434080"/>
                      <a:gd name="connsiteX122" fmla="*/ 1991360 w 2890520"/>
                      <a:gd name="connsiteY122" fmla="*/ 2260600 h 3434080"/>
                      <a:gd name="connsiteX123" fmla="*/ 2016760 w 2890520"/>
                      <a:gd name="connsiteY123" fmla="*/ 2219960 h 3434080"/>
                      <a:gd name="connsiteX124" fmla="*/ 2026920 w 2890520"/>
                      <a:gd name="connsiteY124" fmla="*/ 2179320 h 3434080"/>
                      <a:gd name="connsiteX125" fmla="*/ 2052320 w 2890520"/>
                      <a:gd name="connsiteY125" fmla="*/ 2138680 h 3434080"/>
                      <a:gd name="connsiteX126" fmla="*/ 2098040 w 2890520"/>
                      <a:gd name="connsiteY126" fmla="*/ 2133600 h 3434080"/>
                      <a:gd name="connsiteX127" fmla="*/ 2133600 w 2890520"/>
                      <a:gd name="connsiteY127" fmla="*/ 2148840 h 3434080"/>
                      <a:gd name="connsiteX128" fmla="*/ 2189480 w 2890520"/>
                      <a:gd name="connsiteY128" fmla="*/ 2133600 h 3434080"/>
                      <a:gd name="connsiteX129" fmla="*/ 2189480 w 2890520"/>
                      <a:gd name="connsiteY129" fmla="*/ 2077720 h 3434080"/>
                      <a:gd name="connsiteX130" fmla="*/ 2174240 w 2890520"/>
                      <a:gd name="connsiteY130" fmla="*/ 2047240 h 3434080"/>
                      <a:gd name="connsiteX131" fmla="*/ 2174240 w 2890520"/>
                      <a:gd name="connsiteY131" fmla="*/ 1905000 h 3434080"/>
                      <a:gd name="connsiteX132" fmla="*/ 2174240 w 2890520"/>
                      <a:gd name="connsiteY132" fmla="*/ 1803400 h 3434080"/>
                      <a:gd name="connsiteX133" fmla="*/ 2199640 w 2890520"/>
                      <a:gd name="connsiteY133" fmla="*/ 1747520 h 3434080"/>
                      <a:gd name="connsiteX134" fmla="*/ 2189480 w 2890520"/>
                      <a:gd name="connsiteY134" fmla="*/ 1691640 h 3434080"/>
                      <a:gd name="connsiteX135" fmla="*/ 2159000 w 2890520"/>
                      <a:gd name="connsiteY135" fmla="*/ 1600200 h 3434080"/>
                      <a:gd name="connsiteX136" fmla="*/ 2159000 w 2890520"/>
                      <a:gd name="connsiteY136" fmla="*/ 1534160 h 3434080"/>
                      <a:gd name="connsiteX137" fmla="*/ 2169160 w 2890520"/>
                      <a:gd name="connsiteY137" fmla="*/ 1468120 h 3434080"/>
                      <a:gd name="connsiteX138" fmla="*/ 2209800 w 2890520"/>
                      <a:gd name="connsiteY138" fmla="*/ 1407160 h 3434080"/>
                      <a:gd name="connsiteX139" fmla="*/ 2240280 w 2890520"/>
                      <a:gd name="connsiteY139" fmla="*/ 1381760 h 3434080"/>
                      <a:gd name="connsiteX140" fmla="*/ 2291080 w 2890520"/>
                      <a:gd name="connsiteY140" fmla="*/ 1381760 h 3434080"/>
                      <a:gd name="connsiteX141" fmla="*/ 2321560 w 2890520"/>
                      <a:gd name="connsiteY141" fmla="*/ 1417320 h 3434080"/>
                      <a:gd name="connsiteX142" fmla="*/ 2367280 w 2890520"/>
                      <a:gd name="connsiteY142" fmla="*/ 1427480 h 3434080"/>
                      <a:gd name="connsiteX143" fmla="*/ 2438400 w 2890520"/>
                      <a:gd name="connsiteY143" fmla="*/ 1427480 h 3434080"/>
                      <a:gd name="connsiteX144" fmla="*/ 2453640 w 2890520"/>
                      <a:gd name="connsiteY144" fmla="*/ 1381760 h 3434080"/>
                      <a:gd name="connsiteX145" fmla="*/ 2438400 w 2890520"/>
                      <a:gd name="connsiteY145" fmla="*/ 1361440 h 3434080"/>
                      <a:gd name="connsiteX146" fmla="*/ 2458720 w 2890520"/>
                      <a:gd name="connsiteY146" fmla="*/ 1290320 h 3434080"/>
                      <a:gd name="connsiteX147" fmla="*/ 2524760 w 2890520"/>
                      <a:gd name="connsiteY147" fmla="*/ 1229360 h 3434080"/>
                      <a:gd name="connsiteX148" fmla="*/ 2580640 w 2890520"/>
                      <a:gd name="connsiteY148" fmla="*/ 1198880 h 3434080"/>
                      <a:gd name="connsiteX149" fmla="*/ 2636520 w 2890520"/>
                      <a:gd name="connsiteY149" fmla="*/ 1214120 h 3434080"/>
                      <a:gd name="connsiteX150" fmla="*/ 2677160 w 2890520"/>
                      <a:gd name="connsiteY150" fmla="*/ 1203960 h 3434080"/>
                      <a:gd name="connsiteX151" fmla="*/ 2733040 w 2890520"/>
                      <a:gd name="connsiteY151" fmla="*/ 1229360 h 3434080"/>
                      <a:gd name="connsiteX152" fmla="*/ 2783840 w 2890520"/>
                      <a:gd name="connsiteY152" fmla="*/ 1224280 h 3434080"/>
                      <a:gd name="connsiteX153" fmla="*/ 2839720 w 2890520"/>
                      <a:gd name="connsiteY153" fmla="*/ 1168400 h 3434080"/>
                      <a:gd name="connsiteX154" fmla="*/ 2890520 w 2890520"/>
                      <a:gd name="connsiteY154" fmla="*/ 1122680 h 3434080"/>
                      <a:gd name="connsiteX155" fmla="*/ 2839720 w 2890520"/>
                      <a:gd name="connsiteY155" fmla="*/ 1066800 h 3434080"/>
                      <a:gd name="connsiteX156" fmla="*/ 2829560 w 2890520"/>
                      <a:gd name="connsiteY156" fmla="*/ 960120 h 3434080"/>
                      <a:gd name="connsiteX157" fmla="*/ 2819400 w 2890520"/>
                      <a:gd name="connsiteY157" fmla="*/ 914400 h 3434080"/>
                      <a:gd name="connsiteX158" fmla="*/ 2824480 w 2890520"/>
                      <a:gd name="connsiteY158" fmla="*/ 812800 h 3434080"/>
                      <a:gd name="connsiteX159" fmla="*/ 2814320 w 2890520"/>
                      <a:gd name="connsiteY159" fmla="*/ 762000 h 3434080"/>
                      <a:gd name="connsiteX160" fmla="*/ 2758440 w 2890520"/>
                      <a:gd name="connsiteY160" fmla="*/ 741680 h 3434080"/>
                      <a:gd name="connsiteX161" fmla="*/ 2677160 w 2890520"/>
                      <a:gd name="connsiteY161" fmla="*/ 711200 h 3434080"/>
                      <a:gd name="connsiteX162" fmla="*/ 2621280 w 2890520"/>
                      <a:gd name="connsiteY162" fmla="*/ 665480 h 3434080"/>
                      <a:gd name="connsiteX163" fmla="*/ 2555240 w 2890520"/>
                      <a:gd name="connsiteY163" fmla="*/ 568960 h 3434080"/>
                      <a:gd name="connsiteX164" fmla="*/ 2524760 w 2890520"/>
                      <a:gd name="connsiteY164" fmla="*/ 513080 h 3434080"/>
                      <a:gd name="connsiteX165" fmla="*/ 2473960 w 2890520"/>
                      <a:gd name="connsiteY165" fmla="*/ 452120 h 3434080"/>
                      <a:gd name="connsiteX166" fmla="*/ 2443480 w 2890520"/>
                      <a:gd name="connsiteY166" fmla="*/ 406400 h 3434080"/>
                      <a:gd name="connsiteX167" fmla="*/ 2438400 w 2890520"/>
                      <a:gd name="connsiteY167" fmla="*/ 381000 h 3434080"/>
                      <a:gd name="connsiteX168" fmla="*/ 2443480 w 2890520"/>
                      <a:gd name="connsiteY168" fmla="*/ 309880 h 3434080"/>
                      <a:gd name="connsiteX169" fmla="*/ 2443480 w 2890520"/>
                      <a:gd name="connsiteY169" fmla="*/ 248920 h 3434080"/>
                      <a:gd name="connsiteX170" fmla="*/ 2413000 w 2890520"/>
                      <a:gd name="connsiteY170" fmla="*/ 223520 h 3434080"/>
                      <a:gd name="connsiteX171" fmla="*/ 2367280 w 2890520"/>
                      <a:gd name="connsiteY171" fmla="*/ 223520 h 3434080"/>
                      <a:gd name="connsiteX172" fmla="*/ 2311400 w 2890520"/>
                      <a:gd name="connsiteY172" fmla="*/ 213360 h 3434080"/>
                      <a:gd name="connsiteX173" fmla="*/ 2260600 w 2890520"/>
                      <a:gd name="connsiteY173" fmla="*/ 208280 h 3434080"/>
                      <a:gd name="connsiteX174" fmla="*/ 2199640 w 2890520"/>
                      <a:gd name="connsiteY174" fmla="*/ 116840 h 3434080"/>
                      <a:gd name="connsiteX175" fmla="*/ 2113280 w 2890520"/>
                      <a:gd name="connsiteY175" fmla="*/ 45720 h 3434080"/>
                      <a:gd name="connsiteX176" fmla="*/ 2072640 w 2890520"/>
                      <a:gd name="connsiteY176" fmla="*/ 15240 h 3434080"/>
                      <a:gd name="connsiteX177" fmla="*/ 2032000 w 2890520"/>
                      <a:gd name="connsiteY177" fmla="*/ 0 h 3434080"/>
                      <a:gd name="connsiteX178" fmla="*/ 1981200 w 2890520"/>
                      <a:gd name="connsiteY178" fmla="*/ 55880 h 3434080"/>
                      <a:gd name="connsiteX0" fmla="*/ 1981200 w 2871470"/>
                      <a:gd name="connsiteY0" fmla="*/ 55880 h 3434080"/>
                      <a:gd name="connsiteX1" fmla="*/ 1899920 w 2871470"/>
                      <a:gd name="connsiteY1" fmla="*/ 127000 h 3434080"/>
                      <a:gd name="connsiteX2" fmla="*/ 1854200 w 2871470"/>
                      <a:gd name="connsiteY2" fmla="*/ 162560 h 3434080"/>
                      <a:gd name="connsiteX3" fmla="*/ 1798320 w 2871470"/>
                      <a:gd name="connsiteY3" fmla="*/ 198120 h 3434080"/>
                      <a:gd name="connsiteX4" fmla="*/ 1747520 w 2871470"/>
                      <a:gd name="connsiteY4" fmla="*/ 223520 h 3434080"/>
                      <a:gd name="connsiteX5" fmla="*/ 1732280 w 2871470"/>
                      <a:gd name="connsiteY5" fmla="*/ 274320 h 3434080"/>
                      <a:gd name="connsiteX6" fmla="*/ 1691640 w 2871470"/>
                      <a:gd name="connsiteY6" fmla="*/ 355600 h 3434080"/>
                      <a:gd name="connsiteX7" fmla="*/ 1676400 w 2871470"/>
                      <a:gd name="connsiteY7" fmla="*/ 391160 h 3434080"/>
                      <a:gd name="connsiteX8" fmla="*/ 1645920 w 2871470"/>
                      <a:gd name="connsiteY8" fmla="*/ 416560 h 3434080"/>
                      <a:gd name="connsiteX9" fmla="*/ 1564640 w 2871470"/>
                      <a:gd name="connsiteY9" fmla="*/ 421640 h 3434080"/>
                      <a:gd name="connsiteX10" fmla="*/ 1488440 w 2871470"/>
                      <a:gd name="connsiteY10" fmla="*/ 411480 h 3434080"/>
                      <a:gd name="connsiteX11" fmla="*/ 1432560 w 2871470"/>
                      <a:gd name="connsiteY11" fmla="*/ 416560 h 3434080"/>
                      <a:gd name="connsiteX12" fmla="*/ 1386840 w 2871470"/>
                      <a:gd name="connsiteY12" fmla="*/ 452120 h 3434080"/>
                      <a:gd name="connsiteX13" fmla="*/ 1259840 w 2871470"/>
                      <a:gd name="connsiteY13" fmla="*/ 548640 h 3434080"/>
                      <a:gd name="connsiteX14" fmla="*/ 1137920 w 2871470"/>
                      <a:gd name="connsiteY14" fmla="*/ 614680 h 3434080"/>
                      <a:gd name="connsiteX15" fmla="*/ 1031240 w 2871470"/>
                      <a:gd name="connsiteY15" fmla="*/ 665480 h 3434080"/>
                      <a:gd name="connsiteX16" fmla="*/ 975360 w 2871470"/>
                      <a:gd name="connsiteY16" fmla="*/ 701040 h 3434080"/>
                      <a:gd name="connsiteX17" fmla="*/ 929640 w 2871470"/>
                      <a:gd name="connsiteY17" fmla="*/ 721360 h 3434080"/>
                      <a:gd name="connsiteX18" fmla="*/ 939800 w 2871470"/>
                      <a:gd name="connsiteY18" fmla="*/ 817880 h 3434080"/>
                      <a:gd name="connsiteX19" fmla="*/ 955040 w 2871470"/>
                      <a:gd name="connsiteY19" fmla="*/ 863600 h 3434080"/>
                      <a:gd name="connsiteX20" fmla="*/ 980440 w 2871470"/>
                      <a:gd name="connsiteY20" fmla="*/ 904240 h 3434080"/>
                      <a:gd name="connsiteX21" fmla="*/ 975360 w 2871470"/>
                      <a:gd name="connsiteY21" fmla="*/ 980440 h 3434080"/>
                      <a:gd name="connsiteX22" fmla="*/ 990600 w 2871470"/>
                      <a:gd name="connsiteY22" fmla="*/ 1021080 h 3434080"/>
                      <a:gd name="connsiteX23" fmla="*/ 990600 w 2871470"/>
                      <a:gd name="connsiteY23" fmla="*/ 1066800 h 3434080"/>
                      <a:gd name="connsiteX24" fmla="*/ 960120 w 2871470"/>
                      <a:gd name="connsiteY24" fmla="*/ 1087120 h 3434080"/>
                      <a:gd name="connsiteX25" fmla="*/ 914400 w 2871470"/>
                      <a:gd name="connsiteY25" fmla="*/ 1087120 h 3434080"/>
                      <a:gd name="connsiteX26" fmla="*/ 894080 w 2871470"/>
                      <a:gd name="connsiteY26" fmla="*/ 1061720 h 3434080"/>
                      <a:gd name="connsiteX27" fmla="*/ 843280 w 2871470"/>
                      <a:gd name="connsiteY27" fmla="*/ 1046480 h 3434080"/>
                      <a:gd name="connsiteX28" fmla="*/ 777240 w 2871470"/>
                      <a:gd name="connsiteY28" fmla="*/ 1046480 h 3434080"/>
                      <a:gd name="connsiteX29" fmla="*/ 777240 w 2871470"/>
                      <a:gd name="connsiteY29" fmla="*/ 1046480 h 3434080"/>
                      <a:gd name="connsiteX30" fmla="*/ 756920 w 2871470"/>
                      <a:gd name="connsiteY30" fmla="*/ 1117600 h 3434080"/>
                      <a:gd name="connsiteX31" fmla="*/ 726440 w 2871470"/>
                      <a:gd name="connsiteY31" fmla="*/ 1148080 h 3434080"/>
                      <a:gd name="connsiteX32" fmla="*/ 716280 w 2871470"/>
                      <a:gd name="connsiteY32" fmla="*/ 1183640 h 3434080"/>
                      <a:gd name="connsiteX33" fmla="*/ 736600 w 2871470"/>
                      <a:gd name="connsiteY33" fmla="*/ 1209040 h 3434080"/>
                      <a:gd name="connsiteX34" fmla="*/ 817880 w 2871470"/>
                      <a:gd name="connsiteY34" fmla="*/ 1285240 h 3434080"/>
                      <a:gd name="connsiteX35" fmla="*/ 833120 w 2871470"/>
                      <a:gd name="connsiteY35" fmla="*/ 1341120 h 3434080"/>
                      <a:gd name="connsiteX36" fmla="*/ 817880 w 2871470"/>
                      <a:gd name="connsiteY36" fmla="*/ 1397000 h 3434080"/>
                      <a:gd name="connsiteX37" fmla="*/ 782320 w 2871470"/>
                      <a:gd name="connsiteY37" fmla="*/ 1483360 h 3434080"/>
                      <a:gd name="connsiteX38" fmla="*/ 756920 w 2871470"/>
                      <a:gd name="connsiteY38" fmla="*/ 1549400 h 3434080"/>
                      <a:gd name="connsiteX39" fmla="*/ 746760 w 2871470"/>
                      <a:gd name="connsiteY39" fmla="*/ 1615440 h 3434080"/>
                      <a:gd name="connsiteX40" fmla="*/ 685800 w 2871470"/>
                      <a:gd name="connsiteY40" fmla="*/ 1686560 h 3434080"/>
                      <a:gd name="connsiteX41" fmla="*/ 650240 w 2871470"/>
                      <a:gd name="connsiteY41" fmla="*/ 1742440 h 3434080"/>
                      <a:gd name="connsiteX42" fmla="*/ 629920 w 2871470"/>
                      <a:gd name="connsiteY42" fmla="*/ 1828800 h 3434080"/>
                      <a:gd name="connsiteX43" fmla="*/ 640080 w 2871470"/>
                      <a:gd name="connsiteY43" fmla="*/ 1981200 h 3434080"/>
                      <a:gd name="connsiteX44" fmla="*/ 640080 w 2871470"/>
                      <a:gd name="connsiteY44" fmla="*/ 2199640 h 3434080"/>
                      <a:gd name="connsiteX45" fmla="*/ 650240 w 2871470"/>
                      <a:gd name="connsiteY45" fmla="*/ 2499360 h 3434080"/>
                      <a:gd name="connsiteX46" fmla="*/ 640080 w 2871470"/>
                      <a:gd name="connsiteY46" fmla="*/ 2565400 h 3434080"/>
                      <a:gd name="connsiteX47" fmla="*/ 624840 w 2871470"/>
                      <a:gd name="connsiteY47" fmla="*/ 2616200 h 3434080"/>
                      <a:gd name="connsiteX48" fmla="*/ 624840 w 2871470"/>
                      <a:gd name="connsiteY48" fmla="*/ 2667000 h 3434080"/>
                      <a:gd name="connsiteX49" fmla="*/ 609600 w 2871470"/>
                      <a:gd name="connsiteY49" fmla="*/ 2753360 h 3434080"/>
                      <a:gd name="connsiteX50" fmla="*/ 584200 w 2871470"/>
                      <a:gd name="connsiteY50" fmla="*/ 2799080 h 3434080"/>
                      <a:gd name="connsiteX51" fmla="*/ 528320 w 2871470"/>
                      <a:gd name="connsiteY51" fmla="*/ 2814320 h 3434080"/>
                      <a:gd name="connsiteX52" fmla="*/ 462280 w 2871470"/>
                      <a:gd name="connsiteY52" fmla="*/ 2824480 h 3434080"/>
                      <a:gd name="connsiteX53" fmla="*/ 391160 w 2871470"/>
                      <a:gd name="connsiteY53" fmla="*/ 2824480 h 3434080"/>
                      <a:gd name="connsiteX54" fmla="*/ 335280 w 2871470"/>
                      <a:gd name="connsiteY54" fmla="*/ 2844800 h 3434080"/>
                      <a:gd name="connsiteX55" fmla="*/ 264160 w 2871470"/>
                      <a:gd name="connsiteY55" fmla="*/ 2854960 h 3434080"/>
                      <a:gd name="connsiteX56" fmla="*/ 213360 w 2871470"/>
                      <a:gd name="connsiteY56" fmla="*/ 2860040 h 3434080"/>
                      <a:gd name="connsiteX57" fmla="*/ 213360 w 2871470"/>
                      <a:gd name="connsiteY57" fmla="*/ 2860040 h 3434080"/>
                      <a:gd name="connsiteX58" fmla="*/ 167640 w 2871470"/>
                      <a:gd name="connsiteY58" fmla="*/ 2804160 h 3434080"/>
                      <a:gd name="connsiteX59" fmla="*/ 142240 w 2871470"/>
                      <a:gd name="connsiteY59" fmla="*/ 2753360 h 3434080"/>
                      <a:gd name="connsiteX60" fmla="*/ 142240 w 2871470"/>
                      <a:gd name="connsiteY60" fmla="*/ 2753360 h 3434080"/>
                      <a:gd name="connsiteX61" fmla="*/ 96520 w 2871470"/>
                      <a:gd name="connsiteY61" fmla="*/ 2743200 h 3434080"/>
                      <a:gd name="connsiteX62" fmla="*/ 55880 w 2871470"/>
                      <a:gd name="connsiteY62" fmla="*/ 2783840 h 3434080"/>
                      <a:gd name="connsiteX63" fmla="*/ 0 w 2871470"/>
                      <a:gd name="connsiteY63" fmla="*/ 2844800 h 3434080"/>
                      <a:gd name="connsiteX64" fmla="*/ 15240 w 2871470"/>
                      <a:gd name="connsiteY64" fmla="*/ 2880360 h 3434080"/>
                      <a:gd name="connsiteX65" fmla="*/ 55880 w 2871470"/>
                      <a:gd name="connsiteY65" fmla="*/ 2905760 h 3434080"/>
                      <a:gd name="connsiteX66" fmla="*/ 91440 w 2871470"/>
                      <a:gd name="connsiteY66" fmla="*/ 2946400 h 3434080"/>
                      <a:gd name="connsiteX67" fmla="*/ 142240 w 2871470"/>
                      <a:gd name="connsiteY67" fmla="*/ 2976880 h 3434080"/>
                      <a:gd name="connsiteX68" fmla="*/ 193040 w 2871470"/>
                      <a:gd name="connsiteY68" fmla="*/ 3007360 h 3434080"/>
                      <a:gd name="connsiteX69" fmla="*/ 269240 w 2871470"/>
                      <a:gd name="connsiteY69" fmla="*/ 3058160 h 3434080"/>
                      <a:gd name="connsiteX70" fmla="*/ 335280 w 2871470"/>
                      <a:gd name="connsiteY70" fmla="*/ 3139440 h 3434080"/>
                      <a:gd name="connsiteX71" fmla="*/ 426720 w 2871470"/>
                      <a:gd name="connsiteY71" fmla="*/ 3225800 h 3434080"/>
                      <a:gd name="connsiteX72" fmla="*/ 467360 w 2871470"/>
                      <a:gd name="connsiteY72" fmla="*/ 3276600 h 3434080"/>
                      <a:gd name="connsiteX73" fmla="*/ 523240 w 2871470"/>
                      <a:gd name="connsiteY73" fmla="*/ 3291840 h 3434080"/>
                      <a:gd name="connsiteX74" fmla="*/ 589280 w 2871470"/>
                      <a:gd name="connsiteY74" fmla="*/ 3383280 h 3434080"/>
                      <a:gd name="connsiteX75" fmla="*/ 589280 w 2871470"/>
                      <a:gd name="connsiteY75" fmla="*/ 3383280 h 3434080"/>
                      <a:gd name="connsiteX76" fmla="*/ 650240 w 2871470"/>
                      <a:gd name="connsiteY76" fmla="*/ 3434080 h 3434080"/>
                      <a:gd name="connsiteX77" fmla="*/ 690880 w 2871470"/>
                      <a:gd name="connsiteY77" fmla="*/ 3378200 h 3434080"/>
                      <a:gd name="connsiteX78" fmla="*/ 741680 w 2871470"/>
                      <a:gd name="connsiteY78" fmla="*/ 3286760 h 3434080"/>
                      <a:gd name="connsiteX79" fmla="*/ 777240 w 2871470"/>
                      <a:gd name="connsiteY79" fmla="*/ 3246120 h 3434080"/>
                      <a:gd name="connsiteX80" fmla="*/ 812800 w 2871470"/>
                      <a:gd name="connsiteY80" fmla="*/ 3225800 h 3434080"/>
                      <a:gd name="connsiteX81" fmla="*/ 868680 w 2871470"/>
                      <a:gd name="connsiteY81" fmla="*/ 3185160 h 3434080"/>
                      <a:gd name="connsiteX82" fmla="*/ 899160 w 2871470"/>
                      <a:gd name="connsiteY82" fmla="*/ 3134360 h 3434080"/>
                      <a:gd name="connsiteX83" fmla="*/ 894080 w 2871470"/>
                      <a:gd name="connsiteY83" fmla="*/ 3078480 h 3434080"/>
                      <a:gd name="connsiteX84" fmla="*/ 894080 w 2871470"/>
                      <a:gd name="connsiteY84" fmla="*/ 3032760 h 3434080"/>
                      <a:gd name="connsiteX85" fmla="*/ 939800 w 2871470"/>
                      <a:gd name="connsiteY85" fmla="*/ 2971800 h 3434080"/>
                      <a:gd name="connsiteX86" fmla="*/ 980440 w 2871470"/>
                      <a:gd name="connsiteY86" fmla="*/ 2951480 h 3434080"/>
                      <a:gd name="connsiteX87" fmla="*/ 980440 w 2871470"/>
                      <a:gd name="connsiteY87" fmla="*/ 2951480 h 3434080"/>
                      <a:gd name="connsiteX88" fmla="*/ 1076960 w 2871470"/>
                      <a:gd name="connsiteY88" fmla="*/ 2961640 h 3434080"/>
                      <a:gd name="connsiteX89" fmla="*/ 1143000 w 2871470"/>
                      <a:gd name="connsiteY89" fmla="*/ 2981960 h 3434080"/>
                      <a:gd name="connsiteX90" fmla="*/ 1168400 w 2871470"/>
                      <a:gd name="connsiteY90" fmla="*/ 3012440 h 3434080"/>
                      <a:gd name="connsiteX91" fmla="*/ 1158240 w 2871470"/>
                      <a:gd name="connsiteY91" fmla="*/ 3042920 h 3434080"/>
                      <a:gd name="connsiteX92" fmla="*/ 1132840 w 2871470"/>
                      <a:gd name="connsiteY92" fmla="*/ 3058160 h 3434080"/>
                      <a:gd name="connsiteX93" fmla="*/ 1127760 w 2871470"/>
                      <a:gd name="connsiteY93" fmla="*/ 3088640 h 3434080"/>
                      <a:gd name="connsiteX94" fmla="*/ 1153160 w 2871470"/>
                      <a:gd name="connsiteY94" fmla="*/ 3129280 h 3434080"/>
                      <a:gd name="connsiteX95" fmla="*/ 1188720 w 2871470"/>
                      <a:gd name="connsiteY95" fmla="*/ 3154680 h 3434080"/>
                      <a:gd name="connsiteX96" fmla="*/ 1224280 w 2871470"/>
                      <a:gd name="connsiteY96" fmla="*/ 3139440 h 3434080"/>
                      <a:gd name="connsiteX97" fmla="*/ 1249680 w 2871470"/>
                      <a:gd name="connsiteY97" fmla="*/ 3154680 h 3434080"/>
                      <a:gd name="connsiteX98" fmla="*/ 1295400 w 2871470"/>
                      <a:gd name="connsiteY98" fmla="*/ 3114040 h 3434080"/>
                      <a:gd name="connsiteX99" fmla="*/ 1305560 w 2871470"/>
                      <a:gd name="connsiteY99" fmla="*/ 3063240 h 3434080"/>
                      <a:gd name="connsiteX100" fmla="*/ 1315720 w 2871470"/>
                      <a:gd name="connsiteY100" fmla="*/ 3022600 h 3434080"/>
                      <a:gd name="connsiteX101" fmla="*/ 1330960 w 2871470"/>
                      <a:gd name="connsiteY101" fmla="*/ 2997200 h 3434080"/>
                      <a:gd name="connsiteX102" fmla="*/ 1366520 w 2871470"/>
                      <a:gd name="connsiteY102" fmla="*/ 3007360 h 3434080"/>
                      <a:gd name="connsiteX103" fmla="*/ 1407160 w 2871470"/>
                      <a:gd name="connsiteY103" fmla="*/ 3007360 h 3434080"/>
                      <a:gd name="connsiteX104" fmla="*/ 1422400 w 2871470"/>
                      <a:gd name="connsiteY104" fmla="*/ 2961640 h 3434080"/>
                      <a:gd name="connsiteX105" fmla="*/ 1417320 w 2871470"/>
                      <a:gd name="connsiteY105" fmla="*/ 2895600 h 3434080"/>
                      <a:gd name="connsiteX106" fmla="*/ 1447800 w 2871470"/>
                      <a:gd name="connsiteY106" fmla="*/ 2799080 h 3434080"/>
                      <a:gd name="connsiteX107" fmla="*/ 1493520 w 2871470"/>
                      <a:gd name="connsiteY107" fmla="*/ 2738120 h 3434080"/>
                      <a:gd name="connsiteX108" fmla="*/ 1534160 w 2871470"/>
                      <a:gd name="connsiteY108" fmla="*/ 2687320 h 3434080"/>
                      <a:gd name="connsiteX109" fmla="*/ 1584960 w 2871470"/>
                      <a:gd name="connsiteY109" fmla="*/ 2672080 h 3434080"/>
                      <a:gd name="connsiteX110" fmla="*/ 1661160 w 2871470"/>
                      <a:gd name="connsiteY110" fmla="*/ 2606040 h 3434080"/>
                      <a:gd name="connsiteX111" fmla="*/ 1711960 w 2871470"/>
                      <a:gd name="connsiteY111" fmla="*/ 2565400 h 3434080"/>
                      <a:gd name="connsiteX112" fmla="*/ 1772920 w 2871470"/>
                      <a:gd name="connsiteY112" fmla="*/ 2555240 h 3434080"/>
                      <a:gd name="connsiteX113" fmla="*/ 1823720 w 2871470"/>
                      <a:gd name="connsiteY113" fmla="*/ 2575560 h 3434080"/>
                      <a:gd name="connsiteX114" fmla="*/ 1864360 w 2871470"/>
                      <a:gd name="connsiteY114" fmla="*/ 2550160 h 3434080"/>
                      <a:gd name="connsiteX115" fmla="*/ 1879600 w 2871470"/>
                      <a:gd name="connsiteY115" fmla="*/ 2484120 h 3434080"/>
                      <a:gd name="connsiteX116" fmla="*/ 1869440 w 2871470"/>
                      <a:gd name="connsiteY116" fmla="*/ 2418080 h 3434080"/>
                      <a:gd name="connsiteX117" fmla="*/ 1833880 w 2871470"/>
                      <a:gd name="connsiteY117" fmla="*/ 2387600 h 3434080"/>
                      <a:gd name="connsiteX118" fmla="*/ 1833880 w 2871470"/>
                      <a:gd name="connsiteY118" fmla="*/ 2346960 h 3434080"/>
                      <a:gd name="connsiteX119" fmla="*/ 1869440 w 2871470"/>
                      <a:gd name="connsiteY119" fmla="*/ 2311400 h 3434080"/>
                      <a:gd name="connsiteX120" fmla="*/ 1899920 w 2871470"/>
                      <a:gd name="connsiteY120" fmla="*/ 2270760 h 3434080"/>
                      <a:gd name="connsiteX121" fmla="*/ 1935480 w 2871470"/>
                      <a:gd name="connsiteY121" fmla="*/ 2270760 h 3434080"/>
                      <a:gd name="connsiteX122" fmla="*/ 1991360 w 2871470"/>
                      <a:gd name="connsiteY122" fmla="*/ 2260600 h 3434080"/>
                      <a:gd name="connsiteX123" fmla="*/ 2016760 w 2871470"/>
                      <a:gd name="connsiteY123" fmla="*/ 2219960 h 3434080"/>
                      <a:gd name="connsiteX124" fmla="*/ 2026920 w 2871470"/>
                      <a:gd name="connsiteY124" fmla="*/ 2179320 h 3434080"/>
                      <a:gd name="connsiteX125" fmla="*/ 2052320 w 2871470"/>
                      <a:gd name="connsiteY125" fmla="*/ 2138680 h 3434080"/>
                      <a:gd name="connsiteX126" fmla="*/ 2098040 w 2871470"/>
                      <a:gd name="connsiteY126" fmla="*/ 2133600 h 3434080"/>
                      <a:gd name="connsiteX127" fmla="*/ 2133600 w 2871470"/>
                      <a:gd name="connsiteY127" fmla="*/ 2148840 h 3434080"/>
                      <a:gd name="connsiteX128" fmla="*/ 2189480 w 2871470"/>
                      <a:gd name="connsiteY128" fmla="*/ 2133600 h 3434080"/>
                      <a:gd name="connsiteX129" fmla="*/ 2189480 w 2871470"/>
                      <a:gd name="connsiteY129" fmla="*/ 2077720 h 3434080"/>
                      <a:gd name="connsiteX130" fmla="*/ 2174240 w 2871470"/>
                      <a:gd name="connsiteY130" fmla="*/ 2047240 h 3434080"/>
                      <a:gd name="connsiteX131" fmla="*/ 2174240 w 2871470"/>
                      <a:gd name="connsiteY131" fmla="*/ 1905000 h 3434080"/>
                      <a:gd name="connsiteX132" fmla="*/ 2174240 w 2871470"/>
                      <a:gd name="connsiteY132" fmla="*/ 1803400 h 3434080"/>
                      <a:gd name="connsiteX133" fmla="*/ 2199640 w 2871470"/>
                      <a:gd name="connsiteY133" fmla="*/ 1747520 h 3434080"/>
                      <a:gd name="connsiteX134" fmla="*/ 2189480 w 2871470"/>
                      <a:gd name="connsiteY134" fmla="*/ 1691640 h 3434080"/>
                      <a:gd name="connsiteX135" fmla="*/ 2159000 w 2871470"/>
                      <a:gd name="connsiteY135" fmla="*/ 1600200 h 3434080"/>
                      <a:gd name="connsiteX136" fmla="*/ 2159000 w 2871470"/>
                      <a:gd name="connsiteY136" fmla="*/ 1534160 h 3434080"/>
                      <a:gd name="connsiteX137" fmla="*/ 2169160 w 2871470"/>
                      <a:gd name="connsiteY137" fmla="*/ 1468120 h 3434080"/>
                      <a:gd name="connsiteX138" fmla="*/ 2209800 w 2871470"/>
                      <a:gd name="connsiteY138" fmla="*/ 1407160 h 3434080"/>
                      <a:gd name="connsiteX139" fmla="*/ 2240280 w 2871470"/>
                      <a:gd name="connsiteY139" fmla="*/ 1381760 h 3434080"/>
                      <a:gd name="connsiteX140" fmla="*/ 2291080 w 2871470"/>
                      <a:gd name="connsiteY140" fmla="*/ 1381760 h 3434080"/>
                      <a:gd name="connsiteX141" fmla="*/ 2321560 w 2871470"/>
                      <a:gd name="connsiteY141" fmla="*/ 1417320 h 3434080"/>
                      <a:gd name="connsiteX142" fmla="*/ 2367280 w 2871470"/>
                      <a:gd name="connsiteY142" fmla="*/ 1427480 h 3434080"/>
                      <a:gd name="connsiteX143" fmla="*/ 2438400 w 2871470"/>
                      <a:gd name="connsiteY143" fmla="*/ 1427480 h 3434080"/>
                      <a:gd name="connsiteX144" fmla="*/ 2453640 w 2871470"/>
                      <a:gd name="connsiteY144" fmla="*/ 1381760 h 3434080"/>
                      <a:gd name="connsiteX145" fmla="*/ 2438400 w 2871470"/>
                      <a:gd name="connsiteY145" fmla="*/ 1361440 h 3434080"/>
                      <a:gd name="connsiteX146" fmla="*/ 2458720 w 2871470"/>
                      <a:gd name="connsiteY146" fmla="*/ 1290320 h 3434080"/>
                      <a:gd name="connsiteX147" fmla="*/ 2524760 w 2871470"/>
                      <a:gd name="connsiteY147" fmla="*/ 1229360 h 3434080"/>
                      <a:gd name="connsiteX148" fmla="*/ 2580640 w 2871470"/>
                      <a:gd name="connsiteY148" fmla="*/ 1198880 h 3434080"/>
                      <a:gd name="connsiteX149" fmla="*/ 2636520 w 2871470"/>
                      <a:gd name="connsiteY149" fmla="*/ 1214120 h 3434080"/>
                      <a:gd name="connsiteX150" fmla="*/ 2677160 w 2871470"/>
                      <a:gd name="connsiteY150" fmla="*/ 1203960 h 3434080"/>
                      <a:gd name="connsiteX151" fmla="*/ 2733040 w 2871470"/>
                      <a:gd name="connsiteY151" fmla="*/ 1229360 h 3434080"/>
                      <a:gd name="connsiteX152" fmla="*/ 2783840 w 2871470"/>
                      <a:gd name="connsiteY152" fmla="*/ 1224280 h 3434080"/>
                      <a:gd name="connsiteX153" fmla="*/ 2839720 w 2871470"/>
                      <a:gd name="connsiteY153" fmla="*/ 1168400 h 3434080"/>
                      <a:gd name="connsiteX154" fmla="*/ 2871470 w 2871470"/>
                      <a:gd name="connsiteY154" fmla="*/ 1118870 h 3434080"/>
                      <a:gd name="connsiteX155" fmla="*/ 2839720 w 2871470"/>
                      <a:gd name="connsiteY155" fmla="*/ 1066800 h 3434080"/>
                      <a:gd name="connsiteX156" fmla="*/ 2829560 w 2871470"/>
                      <a:gd name="connsiteY156" fmla="*/ 960120 h 3434080"/>
                      <a:gd name="connsiteX157" fmla="*/ 2819400 w 2871470"/>
                      <a:gd name="connsiteY157" fmla="*/ 914400 h 3434080"/>
                      <a:gd name="connsiteX158" fmla="*/ 2824480 w 2871470"/>
                      <a:gd name="connsiteY158" fmla="*/ 812800 h 3434080"/>
                      <a:gd name="connsiteX159" fmla="*/ 2814320 w 2871470"/>
                      <a:gd name="connsiteY159" fmla="*/ 762000 h 3434080"/>
                      <a:gd name="connsiteX160" fmla="*/ 2758440 w 2871470"/>
                      <a:gd name="connsiteY160" fmla="*/ 741680 h 3434080"/>
                      <a:gd name="connsiteX161" fmla="*/ 2677160 w 2871470"/>
                      <a:gd name="connsiteY161" fmla="*/ 711200 h 3434080"/>
                      <a:gd name="connsiteX162" fmla="*/ 2621280 w 2871470"/>
                      <a:gd name="connsiteY162" fmla="*/ 665480 h 3434080"/>
                      <a:gd name="connsiteX163" fmla="*/ 2555240 w 2871470"/>
                      <a:gd name="connsiteY163" fmla="*/ 568960 h 3434080"/>
                      <a:gd name="connsiteX164" fmla="*/ 2524760 w 2871470"/>
                      <a:gd name="connsiteY164" fmla="*/ 513080 h 3434080"/>
                      <a:gd name="connsiteX165" fmla="*/ 2473960 w 2871470"/>
                      <a:gd name="connsiteY165" fmla="*/ 452120 h 3434080"/>
                      <a:gd name="connsiteX166" fmla="*/ 2443480 w 2871470"/>
                      <a:gd name="connsiteY166" fmla="*/ 406400 h 3434080"/>
                      <a:gd name="connsiteX167" fmla="*/ 2438400 w 2871470"/>
                      <a:gd name="connsiteY167" fmla="*/ 381000 h 3434080"/>
                      <a:gd name="connsiteX168" fmla="*/ 2443480 w 2871470"/>
                      <a:gd name="connsiteY168" fmla="*/ 309880 h 3434080"/>
                      <a:gd name="connsiteX169" fmla="*/ 2443480 w 2871470"/>
                      <a:gd name="connsiteY169" fmla="*/ 248920 h 3434080"/>
                      <a:gd name="connsiteX170" fmla="*/ 2413000 w 2871470"/>
                      <a:gd name="connsiteY170" fmla="*/ 223520 h 3434080"/>
                      <a:gd name="connsiteX171" fmla="*/ 2367280 w 2871470"/>
                      <a:gd name="connsiteY171" fmla="*/ 223520 h 3434080"/>
                      <a:gd name="connsiteX172" fmla="*/ 2311400 w 2871470"/>
                      <a:gd name="connsiteY172" fmla="*/ 213360 h 3434080"/>
                      <a:gd name="connsiteX173" fmla="*/ 2260600 w 2871470"/>
                      <a:gd name="connsiteY173" fmla="*/ 208280 h 3434080"/>
                      <a:gd name="connsiteX174" fmla="*/ 2199640 w 2871470"/>
                      <a:gd name="connsiteY174" fmla="*/ 116840 h 3434080"/>
                      <a:gd name="connsiteX175" fmla="*/ 2113280 w 2871470"/>
                      <a:gd name="connsiteY175" fmla="*/ 45720 h 3434080"/>
                      <a:gd name="connsiteX176" fmla="*/ 2072640 w 2871470"/>
                      <a:gd name="connsiteY176" fmla="*/ 15240 h 3434080"/>
                      <a:gd name="connsiteX177" fmla="*/ 2032000 w 2871470"/>
                      <a:gd name="connsiteY177" fmla="*/ 0 h 3434080"/>
                      <a:gd name="connsiteX178" fmla="*/ 1981200 w 2871470"/>
                      <a:gd name="connsiteY178" fmla="*/ 55880 h 3434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Lst>
                    <a:rect l="l" t="t" r="r" b="b"/>
                    <a:pathLst>
                      <a:path w="2871470" h="3434080">
                        <a:moveTo>
                          <a:pt x="1981200" y="55880"/>
                        </a:moveTo>
                        <a:lnTo>
                          <a:pt x="1899920" y="127000"/>
                        </a:lnTo>
                        <a:lnTo>
                          <a:pt x="1854200" y="162560"/>
                        </a:lnTo>
                        <a:lnTo>
                          <a:pt x="1798320" y="198120"/>
                        </a:lnTo>
                        <a:lnTo>
                          <a:pt x="1747520" y="223520"/>
                        </a:lnTo>
                        <a:lnTo>
                          <a:pt x="1732280" y="274320"/>
                        </a:lnTo>
                        <a:lnTo>
                          <a:pt x="1691640" y="355600"/>
                        </a:lnTo>
                        <a:lnTo>
                          <a:pt x="1676400" y="391160"/>
                        </a:lnTo>
                        <a:lnTo>
                          <a:pt x="1645920" y="416560"/>
                        </a:lnTo>
                        <a:lnTo>
                          <a:pt x="1564640" y="421640"/>
                        </a:lnTo>
                        <a:lnTo>
                          <a:pt x="1488440" y="411480"/>
                        </a:lnTo>
                        <a:lnTo>
                          <a:pt x="1432560" y="416560"/>
                        </a:lnTo>
                        <a:lnTo>
                          <a:pt x="1386840" y="452120"/>
                        </a:lnTo>
                        <a:lnTo>
                          <a:pt x="1259840" y="548640"/>
                        </a:lnTo>
                        <a:lnTo>
                          <a:pt x="1137920" y="614680"/>
                        </a:lnTo>
                        <a:lnTo>
                          <a:pt x="1031240" y="665480"/>
                        </a:lnTo>
                        <a:lnTo>
                          <a:pt x="975360" y="701040"/>
                        </a:lnTo>
                        <a:lnTo>
                          <a:pt x="929640" y="721360"/>
                        </a:lnTo>
                        <a:lnTo>
                          <a:pt x="939800" y="817880"/>
                        </a:lnTo>
                        <a:lnTo>
                          <a:pt x="955040" y="863600"/>
                        </a:lnTo>
                        <a:lnTo>
                          <a:pt x="980440" y="904240"/>
                        </a:lnTo>
                        <a:lnTo>
                          <a:pt x="975360" y="980440"/>
                        </a:lnTo>
                        <a:lnTo>
                          <a:pt x="990600" y="1021080"/>
                        </a:lnTo>
                        <a:lnTo>
                          <a:pt x="990600" y="1066800"/>
                        </a:lnTo>
                        <a:lnTo>
                          <a:pt x="960120" y="1087120"/>
                        </a:lnTo>
                        <a:lnTo>
                          <a:pt x="914400" y="1087120"/>
                        </a:lnTo>
                        <a:lnTo>
                          <a:pt x="894080" y="1061720"/>
                        </a:lnTo>
                        <a:lnTo>
                          <a:pt x="843280" y="1046480"/>
                        </a:lnTo>
                        <a:lnTo>
                          <a:pt x="777240" y="1046480"/>
                        </a:lnTo>
                        <a:lnTo>
                          <a:pt x="777240" y="1046480"/>
                        </a:lnTo>
                        <a:lnTo>
                          <a:pt x="756920" y="1117600"/>
                        </a:lnTo>
                        <a:lnTo>
                          <a:pt x="726440" y="1148080"/>
                        </a:lnTo>
                        <a:lnTo>
                          <a:pt x="716280" y="1183640"/>
                        </a:lnTo>
                        <a:lnTo>
                          <a:pt x="736600" y="1209040"/>
                        </a:lnTo>
                        <a:lnTo>
                          <a:pt x="817880" y="1285240"/>
                        </a:lnTo>
                        <a:lnTo>
                          <a:pt x="833120" y="1341120"/>
                        </a:lnTo>
                        <a:lnTo>
                          <a:pt x="817880" y="1397000"/>
                        </a:lnTo>
                        <a:lnTo>
                          <a:pt x="782320" y="1483360"/>
                        </a:lnTo>
                        <a:lnTo>
                          <a:pt x="756920" y="1549400"/>
                        </a:lnTo>
                        <a:lnTo>
                          <a:pt x="746760" y="1615440"/>
                        </a:lnTo>
                        <a:lnTo>
                          <a:pt x="685800" y="1686560"/>
                        </a:lnTo>
                        <a:lnTo>
                          <a:pt x="650240" y="1742440"/>
                        </a:lnTo>
                        <a:lnTo>
                          <a:pt x="629920" y="1828800"/>
                        </a:lnTo>
                        <a:lnTo>
                          <a:pt x="640080" y="1981200"/>
                        </a:lnTo>
                        <a:lnTo>
                          <a:pt x="640080" y="2199640"/>
                        </a:lnTo>
                        <a:lnTo>
                          <a:pt x="650240" y="2499360"/>
                        </a:lnTo>
                        <a:lnTo>
                          <a:pt x="640080" y="2565400"/>
                        </a:lnTo>
                        <a:lnTo>
                          <a:pt x="624840" y="2616200"/>
                        </a:lnTo>
                        <a:lnTo>
                          <a:pt x="624840" y="2667000"/>
                        </a:lnTo>
                        <a:lnTo>
                          <a:pt x="609600" y="2753360"/>
                        </a:lnTo>
                        <a:lnTo>
                          <a:pt x="584200" y="2799080"/>
                        </a:lnTo>
                        <a:lnTo>
                          <a:pt x="528320" y="2814320"/>
                        </a:lnTo>
                        <a:lnTo>
                          <a:pt x="462280" y="2824480"/>
                        </a:lnTo>
                        <a:lnTo>
                          <a:pt x="391160" y="2824480"/>
                        </a:lnTo>
                        <a:lnTo>
                          <a:pt x="335280" y="2844800"/>
                        </a:lnTo>
                        <a:lnTo>
                          <a:pt x="264160" y="2854960"/>
                        </a:lnTo>
                        <a:lnTo>
                          <a:pt x="213360" y="2860040"/>
                        </a:lnTo>
                        <a:lnTo>
                          <a:pt x="213360" y="2860040"/>
                        </a:lnTo>
                        <a:lnTo>
                          <a:pt x="167640" y="2804160"/>
                        </a:lnTo>
                        <a:lnTo>
                          <a:pt x="142240" y="2753360"/>
                        </a:lnTo>
                        <a:lnTo>
                          <a:pt x="142240" y="2753360"/>
                        </a:lnTo>
                        <a:lnTo>
                          <a:pt x="96520" y="2743200"/>
                        </a:lnTo>
                        <a:lnTo>
                          <a:pt x="55880" y="2783840"/>
                        </a:lnTo>
                        <a:lnTo>
                          <a:pt x="0" y="2844800"/>
                        </a:lnTo>
                        <a:lnTo>
                          <a:pt x="15240" y="2880360"/>
                        </a:lnTo>
                        <a:lnTo>
                          <a:pt x="55880" y="2905760"/>
                        </a:lnTo>
                        <a:lnTo>
                          <a:pt x="91440" y="2946400"/>
                        </a:lnTo>
                        <a:lnTo>
                          <a:pt x="142240" y="2976880"/>
                        </a:lnTo>
                        <a:lnTo>
                          <a:pt x="193040" y="3007360"/>
                        </a:lnTo>
                        <a:lnTo>
                          <a:pt x="269240" y="3058160"/>
                        </a:lnTo>
                        <a:lnTo>
                          <a:pt x="335280" y="3139440"/>
                        </a:lnTo>
                        <a:lnTo>
                          <a:pt x="426720" y="3225800"/>
                        </a:lnTo>
                        <a:lnTo>
                          <a:pt x="467360" y="3276600"/>
                        </a:lnTo>
                        <a:lnTo>
                          <a:pt x="523240" y="3291840"/>
                        </a:lnTo>
                        <a:lnTo>
                          <a:pt x="589280" y="3383280"/>
                        </a:lnTo>
                        <a:lnTo>
                          <a:pt x="589280" y="3383280"/>
                        </a:lnTo>
                        <a:lnTo>
                          <a:pt x="650240" y="3434080"/>
                        </a:lnTo>
                        <a:lnTo>
                          <a:pt x="690880" y="3378200"/>
                        </a:lnTo>
                        <a:lnTo>
                          <a:pt x="741680" y="3286760"/>
                        </a:lnTo>
                        <a:lnTo>
                          <a:pt x="777240" y="3246120"/>
                        </a:lnTo>
                        <a:lnTo>
                          <a:pt x="812800" y="3225800"/>
                        </a:lnTo>
                        <a:lnTo>
                          <a:pt x="868680" y="3185160"/>
                        </a:lnTo>
                        <a:lnTo>
                          <a:pt x="899160" y="3134360"/>
                        </a:lnTo>
                        <a:lnTo>
                          <a:pt x="894080" y="3078480"/>
                        </a:lnTo>
                        <a:lnTo>
                          <a:pt x="894080" y="3032760"/>
                        </a:lnTo>
                        <a:lnTo>
                          <a:pt x="939800" y="2971800"/>
                        </a:lnTo>
                        <a:lnTo>
                          <a:pt x="980440" y="2951480"/>
                        </a:lnTo>
                        <a:lnTo>
                          <a:pt x="980440" y="2951480"/>
                        </a:lnTo>
                        <a:lnTo>
                          <a:pt x="1076960" y="2961640"/>
                        </a:lnTo>
                        <a:lnTo>
                          <a:pt x="1143000" y="2981960"/>
                        </a:lnTo>
                        <a:lnTo>
                          <a:pt x="1168400" y="3012440"/>
                        </a:lnTo>
                        <a:lnTo>
                          <a:pt x="1158240" y="3042920"/>
                        </a:lnTo>
                        <a:lnTo>
                          <a:pt x="1132840" y="3058160"/>
                        </a:lnTo>
                        <a:lnTo>
                          <a:pt x="1127760" y="3088640"/>
                        </a:lnTo>
                        <a:lnTo>
                          <a:pt x="1153160" y="3129280"/>
                        </a:lnTo>
                        <a:lnTo>
                          <a:pt x="1188720" y="3154680"/>
                        </a:lnTo>
                        <a:lnTo>
                          <a:pt x="1224280" y="3139440"/>
                        </a:lnTo>
                        <a:lnTo>
                          <a:pt x="1249680" y="3154680"/>
                        </a:lnTo>
                        <a:lnTo>
                          <a:pt x="1295400" y="3114040"/>
                        </a:lnTo>
                        <a:lnTo>
                          <a:pt x="1305560" y="3063240"/>
                        </a:lnTo>
                        <a:lnTo>
                          <a:pt x="1315720" y="3022600"/>
                        </a:lnTo>
                        <a:lnTo>
                          <a:pt x="1330960" y="2997200"/>
                        </a:lnTo>
                        <a:lnTo>
                          <a:pt x="1366520" y="3007360"/>
                        </a:lnTo>
                        <a:lnTo>
                          <a:pt x="1407160" y="3007360"/>
                        </a:lnTo>
                        <a:lnTo>
                          <a:pt x="1422400" y="2961640"/>
                        </a:lnTo>
                        <a:lnTo>
                          <a:pt x="1417320" y="2895600"/>
                        </a:lnTo>
                        <a:lnTo>
                          <a:pt x="1447800" y="2799080"/>
                        </a:lnTo>
                        <a:lnTo>
                          <a:pt x="1493520" y="2738120"/>
                        </a:lnTo>
                        <a:lnTo>
                          <a:pt x="1534160" y="2687320"/>
                        </a:lnTo>
                        <a:lnTo>
                          <a:pt x="1584960" y="2672080"/>
                        </a:lnTo>
                        <a:lnTo>
                          <a:pt x="1661160" y="2606040"/>
                        </a:lnTo>
                        <a:lnTo>
                          <a:pt x="1711960" y="2565400"/>
                        </a:lnTo>
                        <a:lnTo>
                          <a:pt x="1772920" y="2555240"/>
                        </a:lnTo>
                        <a:lnTo>
                          <a:pt x="1823720" y="2575560"/>
                        </a:lnTo>
                        <a:lnTo>
                          <a:pt x="1864360" y="2550160"/>
                        </a:lnTo>
                        <a:lnTo>
                          <a:pt x="1879600" y="2484120"/>
                        </a:lnTo>
                        <a:lnTo>
                          <a:pt x="1869440" y="2418080"/>
                        </a:lnTo>
                        <a:lnTo>
                          <a:pt x="1833880" y="2387600"/>
                        </a:lnTo>
                        <a:lnTo>
                          <a:pt x="1833880" y="2346960"/>
                        </a:lnTo>
                        <a:lnTo>
                          <a:pt x="1869440" y="2311400"/>
                        </a:lnTo>
                        <a:lnTo>
                          <a:pt x="1899920" y="2270760"/>
                        </a:lnTo>
                        <a:lnTo>
                          <a:pt x="1935480" y="2270760"/>
                        </a:lnTo>
                        <a:lnTo>
                          <a:pt x="1991360" y="2260600"/>
                        </a:lnTo>
                        <a:lnTo>
                          <a:pt x="2016760" y="2219960"/>
                        </a:lnTo>
                        <a:lnTo>
                          <a:pt x="2026920" y="2179320"/>
                        </a:lnTo>
                        <a:lnTo>
                          <a:pt x="2052320" y="2138680"/>
                        </a:lnTo>
                        <a:lnTo>
                          <a:pt x="2098040" y="2133600"/>
                        </a:lnTo>
                        <a:lnTo>
                          <a:pt x="2133600" y="2148840"/>
                        </a:lnTo>
                        <a:lnTo>
                          <a:pt x="2189480" y="2133600"/>
                        </a:lnTo>
                        <a:lnTo>
                          <a:pt x="2189480" y="2077720"/>
                        </a:lnTo>
                        <a:lnTo>
                          <a:pt x="2174240" y="2047240"/>
                        </a:lnTo>
                        <a:lnTo>
                          <a:pt x="2174240" y="1905000"/>
                        </a:lnTo>
                        <a:lnTo>
                          <a:pt x="2174240" y="1803400"/>
                        </a:lnTo>
                        <a:lnTo>
                          <a:pt x="2199640" y="1747520"/>
                        </a:lnTo>
                        <a:lnTo>
                          <a:pt x="2189480" y="1691640"/>
                        </a:lnTo>
                        <a:lnTo>
                          <a:pt x="2159000" y="1600200"/>
                        </a:lnTo>
                        <a:lnTo>
                          <a:pt x="2159000" y="1534160"/>
                        </a:lnTo>
                        <a:lnTo>
                          <a:pt x="2169160" y="1468120"/>
                        </a:lnTo>
                        <a:lnTo>
                          <a:pt x="2209800" y="1407160"/>
                        </a:lnTo>
                        <a:lnTo>
                          <a:pt x="2240280" y="1381760"/>
                        </a:lnTo>
                        <a:lnTo>
                          <a:pt x="2291080" y="1381760"/>
                        </a:lnTo>
                        <a:lnTo>
                          <a:pt x="2321560" y="1417320"/>
                        </a:lnTo>
                        <a:lnTo>
                          <a:pt x="2367280" y="1427480"/>
                        </a:lnTo>
                        <a:lnTo>
                          <a:pt x="2438400" y="1427480"/>
                        </a:lnTo>
                        <a:lnTo>
                          <a:pt x="2453640" y="1381760"/>
                        </a:lnTo>
                        <a:lnTo>
                          <a:pt x="2438400" y="1361440"/>
                        </a:lnTo>
                        <a:lnTo>
                          <a:pt x="2458720" y="1290320"/>
                        </a:lnTo>
                        <a:lnTo>
                          <a:pt x="2524760" y="1229360"/>
                        </a:lnTo>
                        <a:lnTo>
                          <a:pt x="2580640" y="1198880"/>
                        </a:lnTo>
                        <a:lnTo>
                          <a:pt x="2636520" y="1214120"/>
                        </a:lnTo>
                        <a:lnTo>
                          <a:pt x="2677160" y="1203960"/>
                        </a:lnTo>
                        <a:lnTo>
                          <a:pt x="2733040" y="1229360"/>
                        </a:lnTo>
                        <a:lnTo>
                          <a:pt x="2783840" y="1224280"/>
                        </a:lnTo>
                        <a:lnTo>
                          <a:pt x="2839720" y="1168400"/>
                        </a:lnTo>
                        <a:lnTo>
                          <a:pt x="2871470" y="1118870"/>
                        </a:lnTo>
                        <a:lnTo>
                          <a:pt x="2839720" y="1066800"/>
                        </a:lnTo>
                        <a:lnTo>
                          <a:pt x="2829560" y="960120"/>
                        </a:lnTo>
                        <a:lnTo>
                          <a:pt x="2819400" y="914400"/>
                        </a:lnTo>
                        <a:lnTo>
                          <a:pt x="2824480" y="812800"/>
                        </a:lnTo>
                        <a:lnTo>
                          <a:pt x="2814320" y="762000"/>
                        </a:lnTo>
                        <a:lnTo>
                          <a:pt x="2758440" y="741680"/>
                        </a:lnTo>
                        <a:lnTo>
                          <a:pt x="2677160" y="711200"/>
                        </a:lnTo>
                        <a:lnTo>
                          <a:pt x="2621280" y="665480"/>
                        </a:lnTo>
                        <a:lnTo>
                          <a:pt x="2555240" y="568960"/>
                        </a:lnTo>
                        <a:lnTo>
                          <a:pt x="2524760" y="513080"/>
                        </a:lnTo>
                        <a:lnTo>
                          <a:pt x="2473960" y="452120"/>
                        </a:lnTo>
                        <a:lnTo>
                          <a:pt x="2443480" y="406400"/>
                        </a:lnTo>
                        <a:lnTo>
                          <a:pt x="2438400" y="381000"/>
                        </a:lnTo>
                        <a:lnTo>
                          <a:pt x="2443480" y="309880"/>
                        </a:lnTo>
                        <a:lnTo>
                          <a:pt x="2443480" y="248920"/>
                        </a:lnTo>
                        <a:lnTo>
                          <a:pt x="2413000" y="223520"/>
                        </a:lnTo>
                        <a:lnTo>
                          <a:pt x="2367280" y="223520"/>
                        </a:lnTo>
                        <a:lnTo>
                          <a:pt x="2311400" y="213360"/>
                        </a:lnTo>
                        <a:lnTo>
                          <a:pt x="2260600" y="208280"/>
                        </a:lnTo>
                        <a:lnTo>
                          <a:pt x="2199640" y="116840"/>
                        </a:lnTo>
                        <a:lnTo>
                          <a:pt x="2113280" y="45720"/>
                        </a:lnTo>
                        <a:lnTo>
                          <a:pt x="2072640" y="15240"/>
                        </a:lnTo>
                        <a:lnTo>
                          <a:pt x="2032000" y="0"/>
                        </a:lnTo>
                        <a:lnTo>
                          <a:pt x="1981200" y="55880"/>
                        </a:lnTo>
                        <a:close/>
                      </a:path>
                    </a:pathLst>
                  </a:cu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700">
                      <a:ln>
                        <a:solidFill>
                          <a:schemeClr val="accent1">
                            <a:alpha val="0"/>
                          </a:schemeClr>
                        </a:solidFill>
                      </a:ln>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grpSp>
            <p:grpSp>
              <p:nvGrpSpPr>
                <p:cNvPr id="143" name="동남권">
                  <a:extLst>
                    <a:ext uri="{FF2B5EF4-FFF2-40B4-BE49-F238E27FC236}">
                      <a16:creationId xmlns:a16="http://schemas.microsoft.com/office/drawing/2014/main" id="{FB53F043-2370-DC86-308A-D8B2842A55FB}"/>
                    </a:ext>
                  </a:extLst>
                </p:cNvPr>
                <p:cNvGrpSpPr/>
                <p:nvPr/>
              </p:nvGrpSpPr>
              <p:grpSpPr>
                <a:xfrm>
                  <a:off x="4690104" y="3922962"/>
                  <a:ext cx="2654206" cy="2502949"/>
                  <a:chOff x="3032760" y="6355080"/>
                  <a:chExt cx="6507480" cy="6136640"/>
                </a:xfrm>
                <a:grpFill/>
              </p:grpSpPr>
              <p:sp>
                <p:nvSpPr>
                  <p:cNvPr id="157" name="강동구">
                    <a:extLst>
                      <a:ext uri="{FF2B5EF4-FFF2-40B4-BE49-F238E27FC236}">
                        <a16:creationId xmlns:a16="http://schemas.microsoft.com/office/drawing/2014/main" id="{0A01536B-36F2-CE75-CD35-4415BDE35193}"/>
                      </a:ext>
                    </a:extLst>
                  </p:cNvPr>
                  <p:cNvSpPr/>
                  <p:nvPr/>
                </p:nvSpPr>
                <p:spPr>
                  <a:xfrm>
                    <a:off x="7136130" y="6355080"/>
                    <a:ext cx="2404110" cy="2480310"/>
                  </a:xfrm>
                  <a:custGeom>
                    <a:avLst/>
                    <a:gdLst>
                      <a:gd name="connsiteX0" fmla="*/ 2110740 w 2404110"/>
                      <a:gd name="connsiteY0" fmla="*/ 11430 h 2480310"/>
                      <a:gd name="connsiteX1" fmla="*/ 1977390 w 2404110"/>
                      <a:gd name="connsiteY1" fmla="*/ 49530 h 2480310"/>
                      <a:gd name="connsiteX2" fmla="*/ 1847850 w 2404110"/>
                      <a:gd name="connsiteY2" fmla="*/ 102870 h 2480310"/>
                      <a:gd name="connsiteX3" fmla="*/ 1756410 w 2404110"/>
                      <a:gd name="connsiteY3" fmla="*/ 144780 h 2480310"/>
                      <a:gd name="connsiteX4" fmla="*/ 1649730 w 2404110"/>
                      <a:gd name="connsiteY4" fmla="*/ 201930 h 2480310"/>
                      <a:gd name="connsiteX5" fmla="*/ 1520190 w 2404110"/>
                      <a:gd name="connsiteY5" fmla="*/ 266700 h 2480310"/>
                      <a:gd name="connsiteX6" fmla="*/ 1360170 w 2404110"/>
                      <a:gd name="connsiteY6" fmla="*/ 346710 h 2480310"/>
                      <a:gd name="connsiteX7" fmla="*/ 1249680 w 2404110"/>
                      <a:gd name="connsiteY7" fmla="*/ 403860 h 2480310"/>
                      <a:gd name="connsiteX8" fmla="*/ 1112520 w 2404110"/>
                      <a:gd name="connsiteY8" fmla="*/ 464820 h 2480310"/>
                      <a:gd name="connsiteX9" fmla="*/ 937260 w 2404110"/>
                      <a:gd name="connsiteY9" fmla="*/ 525780 h 2480310"/>
                      <a:gd name="connsiteX10" fmla="*/ 788670 w 2404110"/>
                      <a:gd name="connsiteY10" fmla="*/ 579120 h 2480310"/>
                      <a:gd name="connsiteX11" fmla="*/ 674370 w 2404110"/>
                      <a:gd name="connsiteY11" fmla="*/ 628650 h 2480310"/>
                      <a:gd name="connsiteX12" fmla="*/ 640080 w 2404110"/>
                      <a:gd name="connsiteY12" fmla="*/ 685800 h 2480310"/>
                      <a:gd name="connsiteX13" fmla="*/ 640080 w 2404110"/>
                      <a:gd name="connsiteY13" fmla="*/ 685800 h 2480310"/>
                      <a:gd name="connsiteX14" fmla="*/ 636270 w 2404110"/>
                      <a:gd name="connsiteY14" fmla="*/ 739140 h 2480310"/>
                      <a:gd name="connsiteX15" fmla="*/ 575310 w 2404110"/>
                      <a:gd name="connsiteY15" fmla="*/ 838200 h 2480310"/>
                      <a:gd name="connsiteX16" fmla="*/ 541020 w 2404110"/>
                      <a:gd name="connsiteY16" fmla="*/ 902970 h 2480310"/>
                      <a:gd name="connsiteX17" fmla="*/ 487680 w 2404110"/>
                      <a:gd name="connsiteY17" fmla="*/ 1017270 h 2480310"/>
                      <a:gd name="connsiteX18" fmla="*/ 400050 w 2404110"/>
                      <a:gd name="connsiteY18" fmla="*/ 1150620 h 2480310"/>
                      <a:gd name="connsiteX19" fmla="*/ 358140 w 2404110"/>
                      <a:gd name="connsiteY19" fmla="*/ 1238250 h 2480310"/>
                      <a:gd name="connsiteX20" fmla="*/ 259080 w 2404110"/>
                      <a:gd name="connsiteY20" fmla="*/ 1405890 h 2480310"/>
                      <a:gd name="connsiteX21" fmla="*/ 186690 w 2404110"/>
                      <a:gd name="connsiteY21" fmla="*/ 1558290 h 2480310"/>
                      <a:gd name="connsiteX22" fmla="*/ 110490 w 2404110"/>
                      <a:gd name="connsiteY22" fmla="*/ 1653540 h 2480310"/>
                      <a:gd name="connsiteX23" fmla="*/ 83820 w 2404110"/>
                      <a:gd name="connsiteY23" fmla="*/ 1725930 h 2480310"/>
                      <a:gd name="connsiteX24" fmla="*/ 30480 w 2404110"/>
                      <a:gd name="connsiteY24" fmla="*/ 1779270 h 2480310"/>
                      <a:gd name="connsiteX25" fmla="*/ 0 w 2404110"/>
                      <a:gd name="connsiteY25" fmla="*/ 1817370 h 2480310"/>
                      <a:gd name="connsiteX26" fmla="*/ 0 w 2404110"/>
                      <a:gd name="connsiteY26" fmla="*/ 1866900 h 2480310"/>
                      <a:gd name="connsiteX27" fmla="*/ 26670 w 2404110"/>
                      <a:gd name="connsiteY27" fmla="*/ 1954530 h 2480310"/>
                      <a:gd name="connsiteX28" fmla="*/ 53340 w 2404110"/>
                      <a:gd name="connsiteY28" fmla="*/ 2000250 h 2480310"/>
                      <a:gd name="connsiteX29" fmla="*/ 83820 w 2404110"/>
                      <a:gd name="connsiteY29" fmla="*/ 2038350 h 2480310"/>
                      <a:gd name="connsiteX30" fmla="*/ 140970 w 2404110"/>
                      <a:gd name="connsiteY30" fmla="*/ 2072640 h 2480310"/>
                      <a:gd name="connsiteX31" fmla="*/ 190500 w 2404110"/>
                      <a:gd name="connsiteY31" fmla="*/ 2087880 h 2480310"/>
                      <a:gd name="connsiteX32" fmla="*/ 232410 w 2404110"/>
                      <a:gd name="connsiteY32" fmla="*/ 2118360 h 2480310"/>
                      <a:gd name="connsiteX33" fmla="*/ 281940 w 2404110"/>
                      <a:gd name="connsiteY33" fmla="*/ 2125980 h 2480310"/>
                      <a:gd name="connsiteX34" fmla="*/ 300990 w 2404110"/>
                      <a:gd name="connsiteY34" fmla="*/ 2095500 h 2480310"/>
                      <a:gd name="connsiteX35" fmla="*/ 320040 w 2404110"/>
                      <a:gd name="connsiteY35" fmla="*/ 2057400 h 2480310"/>
                      <a:gd name="connsiteX36" fmla="*/ 342900 w 2404110"/>
                      <a:gd name="connsiteY36" fmla="*/ 2019300 h 2480310"/>
                      <a:gd name="connsiteX37" fmla="*/ 388620 w 2404110"/>
                      <a:gd name="connsiteY37" fmla="*/ 2000250 h 2480310"/>
                      <a:gd name="connsiteX38" fmla="*/ 415290 w 2404110"/>
                      <a:gd name="connsiteY38" fmla="*/ 2007870 h 2480310"/>
                      <a:gd name="connsiteX39" fmla="*/ 480060 w 2404110"/>
                      <a:gd name="connsiteY39" fmla="*/ 2057400 h 2480310"/>
                      <a:gd name="connsiteX40" fmla="*/ 586740 w 2404110"/>
                      <a:gd name="connsiteY40" fmla="*/ 2114550 h 2480310"/>
                      <a:gd name="connsiteX41" fmla="*/ 674370 w 2404110"/>
                      <a:gd name="connsiteY41" fmla="*/ 2179320 h 2480310"/>
                      <a:gd name="connsiteX42" fmla="*/ 765810 w 2404110"/>
                      <a:gd name="connsiteY42" fmla="*/ 2221230 h 2480310"/>
                      <a:gd name="connsiteX43" fmla="*/ 880110 w 2404110"/>
                      <a:gd name="connsiteY43" fmla="*/ 2293620 h 2480310"/>
                      <a:gd name="connsiteX44" fmla="*/ 960120 w 2404110"/>
                      <a:gd name="connsiteY44" fmla="*/ 2358390 h 2480310"/>
                      <a:gd name="connsiteX45" fmla="*/ 1051560 w 2404110"/>
                      <a:gd name="connsiteY45" fmla="*/ 2388870 h 2480310"/>
                      <a:gd name="connsiteX46" fmla="*/ 1120140 w 2404110"/>
                      <a:gd name="connsiteY46" fmla="*/ 2453640 h 2480310"/>
                      <a:gd name="connsiteX47" fmla="*/ 1192530 w 2404110"/>
                      <a:gd name="connsiteY47" fmla="*/ 2480310 h 2480310"/>
                      <a:gd name="connsiteX48" fmla="*/ 1215390 w 2404110"/>
                      <a:gd name="connsiteY48" fmla="*/ 2476500 h 2480310"/>
                      <a:gd name="connsiteX49" fmla="*/ 1207770 w 2404110"/>
                      <a:gd name="connsiteY49" fmla="*/ 2411730 h 2480310"/>
                      <a:gd name="connsiteX50" fmla="*/ 1169670 w 2404110"/>
                      <a:gd name="connsiteY50" fmla="*/ 2373630 h 2480310"/>
                      <a:gd name="connsiteX51" fmla="*/ 1162050 w 2404110"/>
                      <a:gd name="connsiteY51" fmla="*/ 2331720 h 2480310"/>
                      <a:gd name="connsiteX52" fmla="*/ 1139190 w 2404110"/>
                      <a:gd name="connsiteY52" fmla="*/ 2297430 h 2480310"/>
                      <a:gd name="connsiteX53" fmla="*/ 1139190 w 2404110"/>
                      <a:gd name="connsiteY53" fmla="*/ 2259330 h 2480310"/>
                      <a:gd name="connsiteX54" fmla="*/ 1162050 w 2404110"/>
                      <a:gd name="connsiteY54" fmla="*/ 2240280 h 2480310"/>
                      <a:gd name="connsiteX55" fmla="*/ 1226820 w 2404110"/>
                      <a:gd name="connsiteY55" fmla="*/ 2205990 h 2480310"/>
                      <a:gd name="connsiteX56" fmla="*/ 1287780 w 2404110"/>
                      <a:gd name="connsiteY56" fmla="*/ 2152650 h 2480310"/>
                      <a:gd name="connsiteX57" fmla="*/ 1329690 w 2404110"/>
                      <a:gd name="connsiteY57" fmla="*/ 2125980 h 2480310"/>
                      <a:gd name="connsiteX58" fmla="*/ 1371600 w 2404110"/>
                      <a:gd name="connsiteY58" fmla="*/ 2057400 h 2480310"/>
                      <a:gd name="connsiteX59" fmla="*/ 1394460 w 2404110"/>
                      <a:gd name="connsiteY59" fmla="*/ 1996440 h 2480310"/>
                      <a:gd name="connsiteX60" fmla="*/ 1428750 w 2404110"/>
                      <a:gd name="connsiteY60" fmla="*/ 1897380 h 2480310"/>
                      <a:gd name="connsiteX61" fmla="*/ 1478280 w 2404110"/>
                      <a:gd name="connsiteY61" fmla="*/ 1756410 h 2480310"/>
                      <a:gd name="connsiteX62" fmla="*/ 1508760 w 2404110"/>
                      <a:gd name="connsiteY62" fmla="*/ 1668780 h 2480310"/>
                      <a:gd name="connsiteX63" fmla="*/ 1508760 w 2404110"/>
                      <a:gd name="connsiteY63" fmla="*/ 1615440 h 2480310"/>
                      <a:gd name="connsiteX64" fmla="*/ 1527810 w 2404110"/>
                      <a:gd name="connsiteY64" fmla="*/ 1565910 h 2480310"/>
                      <a:gd name="connsiteX65" fmla="*/ 1527810 w 2404110"/>
                      <a:gd name="connsiteY65" fmla="*/ 1527810 h 2480310"/>
                      <a:gd name="connsiteX66" fmla="*/ 1550670 w 2404110"/>
                      <a:gd name="connsiteY66" fmla="*/ 1489710 h 2480310"/>
                      <a:gd name="connsiteX67" fmla="*/ 1817370 w 2404110"/>
                      <a:gd name="connsiteY67" fmla="*/ 1325880 h 2480310"/>
                      <a:gd name="connsiteX68" fmla="*/ 1901190 w 2404110"/>
                      <a:gd name="connsiteY68" fmla="*/ 1268730 h 2480310"/>
                      <a:gd name="connsiteX69" fmla="*/ 1916430 w 2404110"/>
                      <a:gd name="connsiteY69" fmla="*/ 1226820 h 2480310"/>
                      <a:gd name="connsiteX70" fmla="*/ 1962150 w 2404110"/>
                      <a:gd name="connsiteY70" fmla="*/ 1219200 h 2480310"/>
                      <a:gd name="connsiteX71" fmla="*/ 1985010 w 2404110"/>
                      <a:gd name="connsiteY71" fmla="*/ 1257300 h 2480310"/>
                      <a:gd name="connsiteX72" fmla="*/ 2045970 w 2404110"/>
                      <a:gd name="connsiteY72" fmla="*/ 1264920 h 2480310"/>
                      <a:gd name="connsiteX73" fmla="*/ 2137410 w 2404110"/>
                      <a:gd name="connsiteY73" fmla="*/ 1299210 h 2480310"/>
                      <a:gd name="connsiteX74" fmla="*/ 2198370 w 2404110"/>
                      <a:gd name="connsiteY74" fmla="*/ 1314450 h 2480310"/>
                      <a:gd name="connsiteX75" fmla="*/ 2266950 w 2404110"/>
                      <a:gd name="connsiteY75" fmla="*/ 1303020 h 2480310"/>
                      <a:gd name="connsiteX76" fmla="*/ 2301240 w 2404110"/>
                      <a:gd name="connsiteY76" fmla="*/ 1291590 h 2480310"/>
                      <a:gd name="connsiteX77" fmla="*/ 2358390 w 2404110"/>
                      <a:gd name="connsiteY77" fmla="*/ 1249680 h 2480310"/>
                      <a:gd name="connsiteX78" fmla="*/ 2400300 w 2404110"/>
                      <a:gd name="connsiteY78" fmla="*/ 1223010 h 2480310"/>
                      <a:gd name="connsiteX79" fmla="*/ 2404110 w 2404110"/>
                      <a:gd name="connsiteY79" fmla="*/ 1181100 h 2480310"/>
                      <a:gd name="connsiteX80" fmla="*/ 2392680 w 2404110"/>
                      <a:gd name="connsiteY80" fmla="*/ 1127760 h 2480310"/>
                      <a:gd name="connsiteX81" fmla="*/ 2377440 w 2404110"/>
                      <a:gd name="connsiteY81" fmla="*/ 1024890 h 2480310"/>
                      <a:gd name="connsiteX82" fmla="*/ 2388870 w 2404110"/>
                      <a:gd name="connsiteY82" fmla="*/ 918210 h 2480310"/>
                      <a:gd name="connsiteX83" fmla="*/ 2388870 w 2404110"/>
                      <a:gd name="connsiteY83" fmla="*/ 803910 h 2480310"/>
                      <a:gd name="connsiteX84" fmla="*/ 2400300 w 2404110"/>
                      <a:gd name="connsiteY84" fmla="*/ 723900 h 2480310"/>
                      <a:gd name="connsiteX85" fmla="*/ 2385060 w 2404110"/>
                      <a:gd name="connsiteY85" fmla="*/ 651510 h 2480310"/>
                      <a:gd name="connsiteX86" fmla="*/ 2377440 w 2404110"/>
                      <a:gd name="connsiteY86" fmla="*/ 586740 h 2480310"/>
                      <a:gd name="connsiteX87" fmla="*/ 2320290 w 2404110"/>
                      <a:gd name="connsiteY87" fmla="*/ 430530 h 2480310"/>
                      <a:gd name="connsiteX88" fmla="*/ 2282190 w 2404110"/>
                      <a:gd name="connsiteY88" fmla="*/ 304800 h 2480310"/>
                      <a:gd name="connsiteX89" fmla="*/ 2251710 w 2404110"/>
                      <a:gd name="connsiteY89" fmla="*/ 232410 h 2480310"/>
                      <a:gd name="connsiteX90" fmla="*/ 2205990 w 2404110"/>
                      <a:gd name="connsiteY90" fmla="*/ 102870 h 2480310"/>
                      <a:gd name="connsiteX91" fmla="*/ 2179320 w 2404110"/>
                      <a:gd name="connsiteY91" fmla="*/ 34290 h 2480310"/>
                      <a:gd name="connsiteX92" fmla="*/ 2167890 w 2404110"/>
                      <a:gd name="connsiteY92" fmla="*/ 0 h 2480310"/>
                      <a:gd name="connsiteX93" fmla="*/ 2110740 w 2404110"/>
                      <a:gd name="connsiteY93" fmla="*/ 11430 h 2480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2404110" h="2480310">
                        <a:moveTo>
                          <a:pt x="2110740" y="11430"/>
                        </a:moveTo>
                        <a:lnTo>
                          <a:pt x="1977390" y="49530"/>
                        </a:lnTo>
                        <a:lnTo>
                          <a:pt x="1847850" y="102870"/>
                        </a:lnTo>
                        <a:lnTo>
                          <a:pt x="1756410" y="144780"/>
                        </a:lnTo>
                        <a:lnTo>
                          <a:pt x="1649730" y="201930"/>
                        </a:lnTo>
                        <a:lnTo>
                          <a:pt x="1520190" y="266700"/>
                        </a:lnTo>
                        <a:lnTo>
                          <a:pt x="1360170" y="346710"/>
                        </a:lnTo>
                        <a:lnTo>
                          <a:pt x="1249680" y="403860"/>
                        </a:lnTo>
                        <a:lnTo>
                          <a:pt x="1112520" y="464820"/>
                        </a:lnTo>
                        <a:lnTo>
                          <a:pt x="937260" y="525780"/>
                        </a:lnTo>
                        <a:lnTo>
                          <a:pt x="788670" y="579120"/>
                        </a:lnTo>
                        <a:lnTo>
                          <a:pt x="674370" y="628650"/>
                        </a:lnTo>
                        <a:lnTo>
                          <a:pt x="640080" y="685800"/>
                        </a:lnTo>
                        <a:lnTo>
                          <a:pt x="640080" y="685800"/>
                        </a:lnTo>
                        <a:lnTo>
                          <a:pt x="636270" y="739140"/>
                        </a:lnTo>
                        <a:lnTo>
                          <a:pt x="575310" y="838200"/>
                        </a:lnTo>
                        <a:lnTo>
                          <a:pt x="541020" y="902970"/>
                        </a:lnTo>
                        <a:lnTo>
                          <a:pt x="487680" y="1017270"/>
                        </a:lnTo>
                        <a:lnTo>
                          <a:pt x="400050" y="1150620"/>
                        </a:lnTo>
                        <a:lnTo>
                          <a:pt x="358140" y="1238250"/>
                        </a:lnTo>
                        <a:lnTo>
                          <a:pt x="259080" y="1405890"/>
                        </a:lnTo>
                        <a:lnTo>
                          <a:pt x="186690" y="1558290"/>
                        </a:lnTo>
                        <a:lnTo>
                          <a:pt x="110490" y="1653540"/>
                        </a:lnTo>
                        <a:lnTo>
                          <a:pt x="83820" y="1725930"/>
                        </a:lnTo>
                        <a:lnTo>
                          <a:pt x="30480" y="1779270"/>
                        </a:lnTo>
                        <a:lnTo>
                          <a:pt x="0" y="1817370"/>
                        </a:lnTo>
                        <a:lnTo>
                          <a:pt x="0" y="1866900"/>
                        </a:lnTo>
                        <a:lnTo>
                          <a:pt x="26670" y="1954530"/>
                        </a:lnTo>
                        <a:lnTo>
                          <a:pt x="53340" y="2000250"/>
                        </a:lnTo>
                        <a:lnTo>
                          <a:pt x="83820" y="2038350"/>
                        </a:lnTo>
                        <a:lnTo>
                          <a:pt x="140970" y="2072640"/>
                        </a:lnTo>
                        <a:lnTo>
                          <a:pt x="190500" y="2087880"/>
                        </a:lnTo>
                        <a:lnTo>
                          <a:pt x="232410" y="2118360"/>
                        </a:lnTo>
                        <a:lnTo>
                          <a:pt x="281940" y="2125980"/>
                        </a:lnTo>
                        <a:lnTo>
                          <a:pt x="300990" y="2095500"/>
                        </a:lnTo>
                        <a:lnTo>
                          <a:pt x="320040" y="2057400"/>
                        </a:lnTo>
                        <a:lnTo>
                          <a:pt x="342900" y="2019300"/>
                        </a:lnTo>
                        <a:lnTo>
                          <a:pt x="388620" y="2000250"/>
                        </a:lnTo>
                        <a:lnTo>
                          <a:pt x="415290" y="2007870"/>
                        </a:lnTo>
                        <a:lnTo>
                          <a:pt x="480060" y="2057400"/>
                        </a:lnTo>
                        <a:lnTo>
                          <a:pt x="586740" y="2114550"/>
                        </a:lnTo>
                        <a:lnTo>
                          <a:pt x="674370" y="2179320"/>
                        </a:lnTo>
                        <a:lnTo>
                          <a:pt x="765810" y="2221230"/>
                        </a:lnTo>
                        <a:lnTo>
                          <a:pt x="880110" y="2293620"/>
                        </a:lnTo>
                        <a:lnTo>
                          <a:pt x="960120" y="2358390"/>
                        </a:lnTo>
                        <a:lnTo>
                          <a:pt x="1051560" y="2388870"/>
                        </a:lnTo>
                        <a:lnTo>
                          <a:pt x="1120140" y="2453640"/>
                        </a:lnTo>
                        <a:lnTo>
                          <a:pt x="1192530" y="2480310"/>
                        </a:lnTo>
                        <a:lnTo>
                          <a:pt x="1215390" y="2476500"/>
                        </a:lnTo>
                        <a:lnTo>
                          <a:pt x="1207770" y="2411730"/>
                        </a:lnTo>
                        <a:lnTo>
                          <a:pt x="1169670" y="2373630"/>
                        </a:lnTo>
                        <a:lnTo>
                          <a:pt x="1162050" y="2331720"/>
                        </a:lnTo>
                        <a:lnTo>
                          <a:pt x="1139190" y="2297430"/>
                        </a:lnTo>
                        <a:lnTo>
                          <a:pt x="1139190" y="2259330"/>
                        </a:lnTo>
                        <a:lnTo>
                          <a:pt x="1162050" y="2240280"/>
                        </a:lnTo>
                        <a:lnTo>
                          <a:pt x="1226820" y="2205990"/>
                        </a:lnTo>
                        <a:lnTo>
                          <a:pt x="1287780" y="2152650"/>
                        </a:lnTo>
                        <a:lnTo>
                          <a:pt x="1329690" y="2125980"/>
                        </a:lnTo>
                        <a:lnTo>
                          <a:pt x="1371600" y="2057400"/>
                        </a:lnTo>
                        <a:lnTo>
                          <a:pt x="1394460" y="1996440"/>
                        </a:lnTo>
                        <a:lnTo>
                          <a:pt x="1428750" y="1897380"/>
                        </a:lnTo>
                        <a:lnTo>
                          <a:pt x="1478280" y="1756410"/>
                        </a:lnTo>
                        <a:lnTo>
                          <a:pt x="1508760" y="1668780"/>
                        </a:lnTo>
                        <a:lnTo>
                          <a:pt x="1508760" y="1615440"/>
                        </a:lnTo>
                        <a:lnTo>
                          <a:pt x="1527810" y="1565910"/>
                        </a:lnTo>
                        <a:lnTo>
                          <a:pt x="1527810" y="1527810"/>
                        </a:lnTo>
                        <a:lnTo>
                          <a:pt x="1550670" y="1489710"/>
                        </a:lnTo>
                        <a:lnTo>
                          <a:pt x="1817370" y="1325880"/>
                        </a:lnTo>
                        <a:lnTo>
                          <a:pt x="1901190" y="1268730"/>
                        </a:lnTo>
                        <a:lnTo>
                          <a:pt x="1916430" y="1226820"/>
                        </a:lnTo>
                        <a:lnTo>
                          <a:pt x="1962150" y="1219200"/>
                        </a:lnTo>
                        <a:lnTo>
                          <a:pt x="1985010" y="1257300"/>
                        </a:lnTo>
                        <a:lnTo>
                          <a:pt x="2045970" y="1264920"/>
                        </a:lnTo>
                        <a:lnTo>
                          <a:pt x="2137410" y="1299210"/>
                        </a:lnTo>
                        <a:lnTo>
                          <a:pt x="2198370" y="1314450"/>
                        </a:lnTo>
                        <a:lnTo>
                          <a:pt x="2266950" y="1303020"/>
                        </a:lnTo>
                        <a:lnTo>
                          <a:pt x="2301240" y="1291590"/>
                        </a:lnTo>
                        <a:lnTo>
                          <a:pt x="2358390" y="1249680"/>
                        </a:lnTo>
                        <a:lnTo>
                          <a:pt x="2400300" y="1223010"/>
                        </a:lnTo>
                        <a:lnTo>
                          <a:pt x="2404110" y="1181100"/>
                        </a:lnTo>
                        <a:lnTo>
                          <a:pt x="2392680" y="1127760"/>
                        </a:lnTo>
                        <a:lnTo>
                          <a:pt x="2377440" y="1024890"/>
                        </a:lnTo>
                        <a:lnTo>
                          <a:pt x="2388870" y="918210"/>
                        </a:lnTo>
                        <a:lnTo>
                          <a:pt x="2388870" y="803910"/>
                        </a:lnTo>
                        <a:lnTo>
                          <a:pt x="2400300" y="723900"/>
                        </a:lnTo>
                        <a:lnTo>
                          <a:pt x="2385060" y="651510"/>
                        </a:lnTo>
                        <a:lnTo>
                          <a:pt x="2377440" y="586740"/>
                        </a:lnTo>
                        <a:lnTo>
                          <a:pt x="2320290" y="430530"/>
                        </a:lnTo>
                        <a:lnTo>
                          <a:pt x="2282190" y="304800"/>
                        </a:lnTo>
                        <a:lnTo>
                          <a:pt x="2251710" y="232410"/>
                        </a:lnTo>
                        <a:lnTo>
                          <a:pt x="2205990" y="102870"/>
                        </a:lnTo>
                        <a:lnTo>
                          <a:pt x="2179320" y="34290"/>
                        </a:lnTo>
                        <a:lnTo>
                          <a:pt x="2167890" y="0"/>
                        </a:lnTo>
                        <a:lnTo>
                          <a:pt x="2110740" y="11430"/>
                        </a:lnTo>
                        <a:close/>
                      </a:path>
                    </a:pathLst>
                  </a:cu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700">
                      <a:ln>
                        <a:solidFill>
                          <a:schemeClr val="accent1">
                            <a:alpha val="0"/>
                          </a:schemeClr>
                        </a:solidFill>
                      </a:ln>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58" name="송파구">
                    <a:extLst>
                      <a:ext uri="{FF2B5EF4-FFF2-40B4-BE49-F238E27FC236}">
                        <a16:creationId xmlns:a16="http://schemas.microsoft.com/office/drawing/2014/main" id="{FF19FE04-B3CF-E08E-C0A6-E7D9F91868F0}"/>
                      </a:ext>
                    </a:extLst>
                  </p:cNvPr>
                  <p:cNvSpPr/>
                  <p:nvPr/>
                </p:nvSpPr>
                <p:spPr>
                  <a:xfrm>
                    <a:off x="5737860" y="8286750"/>
                    <a:ext cx="3166110" cy="2659380"/>
                  </a:xfrm>
                  <a:custGeom>
                    <a:avLst/>
                    <a:gdLst>
                      <a:gd name="connsiteX0" fmla="*/ 521970 w 3166110"/>
                      <a:gd name="connsiteY0" fmla="*/ 506730 h 2659380"/>
                      <a:gd name="connsiteX1" fmla="*/ 365760 w 3166110"/>
                      <a:gd name="connsiteY1" fmla="*/ 514350 h 2659380"/>
                      <a:gd name="connsiteX2" fmla="*/ 270510 w 3166110"/>
                      <a:gd name="connsiteY2" fmla="*/ 506730 h 2659380"/>
                      <a:gd name="connsiteX3" fmla="*/ 201930 w 3166110"/>
                      <a:gd name="connsiteY3" fmla="*/ 495300 h 2659380"/>
                      <a:gd name="connsiteX4" fmla="*/ 175260 w 3166110"/>
                      <a:gd name="connsiteY4" fmla="*/ 480060 h 2659380"/>
                      <a:gd name="connsiteX5" fmla="*/ 72390 w 3166110"/>
                      <a:gd name="connsiteY5" fmla="*/ 483870 h 2659380"/>
                      <a:gd name="connsiteX6" fmla="*/ 11430 w 3166110"/>
                      <a:gd name="connsiteY6" fmla="*/ 483870 h 2659380"/>
                      <a:gd name="connsiteX7" fmla="*/ 0 w 3166110"/>
                      <a:gd name="connsiteY7" fmla="*/ 495300 h 2659380"/>
                      <a:gd name="connsiteX8" fmla="*/ 3810 w 3166110"/>
                      <a:gd name="connsiteY8" fmla="*/ 544830 h 2659380"/>
                      <a:gd name="connsiteX9" fmla="*/ 3810 w 3166110"/>
                      <a:gd name="connsiteY9" fmla="*/ 651510 h 2659380"/>
                      <a:gd name="connsiteX10" fmla="*/ 3810 w 3166110"/>
                      <a:gd name="connsiteY10" fmla="*/ 716280 h 2659380"/>
                      <a:gd name="connsiteX11" fmla="*/ 19050 w 3166110"/>
                      <a:gd name="connsiteY11" fmla="*/ 792480 h 2659380"/>
                      <a:gd name="connsiteX12" fmla="*/ 30480 w 3166110"/>
                      <a:gd name="connsiteY12" fmla="*/ 857250 h 2659380"/>
                      <a:gd name="connsiteX13" fmla="*/ 41910 w 3166110"/>
                      <a:gd name="connsiteY13" fmla="*/ 956310 h 2659380"/>
                      <a:gd name="connsiteX14" fmla="*/ 34290 w 3166110"/>
                      <a:gd name="connsiteY14" fmla="*/ 1017270 h 2659380"/>
                      <a:gd name="connsiteX15" fmla="*/ 41910 w 3166110"/>
                      <a:gd name="connsiteY15" fmla="*/ 1074420 h 2659380"/>
                      <a:gd name="connsiteX16" fmla="*/ 53340 w 3166110"/>
                      <a:gd name="connsiteY16" fmla="*/ 1131570 h 2659380"/>
                      <a:gd name="connsiteX17" fmla="*/ 80010 w 3166110"/>
                      <a:gd name="connsiteY17" fmla="*/ 1192530 h 2659380"/>
                      <a:gd name="connsiteX18" fmla="*/ 144780 w 3166110"/>
                      <a:gd name="connsiteY18" fmla="*/ 1226820 h 2659380"/>
                      <a:gd name="connsiteX19" fmla="*/ 167640 w 3166110"/>
                      <a:gd name="connsiteY19" fmla="*/ 1264920 h 2659380"/>
                      <a:gd name="connsiteX20" fmla="*/ 255270 w 3166110"/>
                      <a:gd name="connsiteY20" fmla="*/ 1257300 h 2659380"/>
                      <a:gd name="connsiteX21" fmla="*/ 312420 w 3166110"/>
                      <a:gd name="connsiteY21" fmla="*/ 1268730 h 2659380"/>
                      <a:gd name="connsiteX22" fmla="*/ 373380 w 3166110"/>
                      <a:gd name="connsiteY22" fmla="*/ 1283970 h 2659380"/>
                      <a:gd name="connsiteX23" fmla="*/ 438150 w 3166110"/>
                      <a:gd name="connsiteY23" fmla="*/ 1283970 h 2659380"/>
                      <a:gd name="connsiteX24" fmla="*/ 518160 w 3166110"/>
                      <a:gd name="connsiteY24" fmla="*/ 1310640 h 2659380"/>
                      <a:gd name="connsiteX25" fmla="*/ 575310 w 3166110"/>
                      <a:gd name="connsiteY25" fmla="*/ 1329690 h 2659380"/>
                      <a:gd name="connsiteX26" fmla="*/ 643890 w 3166110"/>
                      <a:gd name="connsiteY26" fmla="*/ 1344930 h 2659380"/>
                      <a:gd name="connsiteX27" fmla="*/ 811530 w 3166110"/>
                      <a:gd name="connsiteY27" fmla="*/ 1394460 h 2659380"/>
                      <a:gd name="connsiteX28" fmla="*/ 899160 w 3166110"/>
                      <a:gd name="connsiteY28" fmla="*/ 1417320 h 2659380"/>
                      <a:gd name="connsiteX29" fmla="*/ 937260 w 3166110"/>
                      <a:gd name="connsiteY29" fmla="*/ 1436370 h 2659380"/>
                      <a:gd name="connsiteX30" fmla="*/ 986790 w 3166110"/>
                      <a:gd name="connsiteY30" fmla="*/ 1443990 h 2659380"/>
                      <a:gd name="connsiteX31" fmla="*/ 1047750 w 3166110"/>
                      <a:gd name="connsiteY31" fmla="*/ 1485900 h 2659380"/>
                      <a:gd name="connsiteX32" fmla="*/ 1120140 w 3166110"/>
                      <a:gd name="connsiteY32" fmla="*/ 1535430 h 2659380"/>
                      <a:gd name="connsiteX33" fmla="*/ 1196340 w 3166110"/>
                      <a:gd name="connsiteY33" fmla="*/ 1577340 h 2659380"/>
                      <a:gd name="connsiteX34" fmla="*/ 1264920 w 3166110"/>
                      <a:gd name="connsiteY34" fmla="*/ 1642110 h 2659380"/>
                      <a:gd name="connsiteX35" fmla="*/ 1314450 w 3166110"/>
                      <a:gd name="connsiteY35" fmla="*/ 1744980 h 2659380"/>
                      <a:gd name="connsiteX36" fmla="*/ 1379220 w 3166110"/>
                      <a:gd name="connsiteY36" fmla="*/ 1916430 h 2659380"/>
                      <a:gd name="connsiteX37" fmla="*/ 1413510 w 3166110"/>
                      <a:gd name="connsiteY37" fmla="*/ 2026920 h 2659380"/>
                      <a:gd name="connsiteX38" fmla="*/ 1447800 w 3166110"/>
                      <a:gd name="connsiteY38" fmla="*/ 2167890 h 2659380"/>
                      <a:gd name="connsiteX39" fmla="*/ 1463040 w 3166110"/>
                      <a:gd name="connsiteY39" fmla="*/ 2244090 h 2659380"/>
                      <a:gd name="connsiteX40" fmla="*/ 1493520 w 3166110"/>
                      <a:gd name="connsiteY40" fmla="*/ 2293620 h 2659380"/>
                      <a:gd name="connsiteX41" fmla="*/ 1543050 w 3166110"/>
                      <a:gd name="connsiteY41" fmla="*/ 2346960 h 2659380"/>
                      <a:gd name="connsiteX42" fmla="*/ 1638300 w 3166110"/>
                      <a:gd name="connsiteY42" fmla="*/ 2388870 h 2659380"/>
                      <a:gd name="connsiteX43" fmla="*/ 1703070 w 3166110"/>
                      <a:gd name="connsiteY43" fmla="*/ 2457450 h 2659380"/>
                      <a:gd name="connsiteX44" fmla="*/ 1744980 w 3166110"/>
                      <a:gd name="connsiteY44" fmla="*/ 2529840 h 2659380"/>
                      <a:gd name="connsiteX45" fmla="*/ 1813560 w 3166110"/>
                      <a:gd name="connsiteY45" fmla="*/ 2602230 h 2659380"/>
                      <a:gd name="connsiteX46" fmla="*/ 1851660 w 3166110"/>
                      <a:gd name="connsiteY46" fmla="*/ 2659380 h 2659380"/>
                      <a:gd name="connsiteX47" fmla="*/ 1874520 w 3166110"/>
                      <a:gd name="connsiteY47" fmla="*/ 2651760 h 2659380"/>
                      <a:gd name="connsiteX48" fmla="*/ 1885950 w 3166110"/>
                      <a:gd name="connsiteY48" fmla="*/ 2613660 h 2659380"/>
                      <a:gd name="connsiteX49" fmla="*/ 1973580 w 3166110"/>
                      <a:gd name="connsiteY49" fmla="*/ 2606040 h 2659380"/>
                      <a:gd name="connsiteX50" fmla="*/ 2007870 w 3166110"/>
                      <a:gd name="connsiteY50" fmla="*/ 2590800 h 2659380"/>
                      <a:gd name="connsiteX51" fmla="*/ 2080260 w 3166110"/>
                      <a:gd name="connsiteY51" fmla="*/ 2590800 h 2659380"/>
                      <a:gd name="connsiteX52" fmla="*/ 2145030 w 3166110"/>
                      <a:gd name="connsiteY52" fmla="*/ 2590800 h 2659380"/>
                      <a:gd name="connsiteX53" fmla="*/ 2213610 w 3166110"/>
                      <a:gd name="connsiteY53" fmla="*/ 2598420 h 2659380"/>
                      <a:gd name="connsiteX54" fmla="*/ 2244090 w 3166110"/>
                      <a:gd name="connsiteY54" fmla="*/ 2590800 h 2659380"/>
                      <a:gd name="connsiteX55" fmla="*/ 2221230 w 3166110"/>
                      <a:gd name="connsiteY55" fmla="*/ 2545080 h 2659380"/>
                      <a:gd name="connsiteX56" fmla="*/ 2186940 w 3166110"/>
                      <a:gd name="connsiteY56" fmla="*/ 2506980 h 2659380"/>
                      <a:gd name="connsiteX57" fmla="*/ 2145030 w 3166110"/>
                      <a:gd name="connsiteY57" fmla="*/ 2465070 h 2659380"/>
                      <a:gd name="connsiteX58" fmla="*/ 2133600 w 3166110"/>
                      <a:gd name="connsiteY58" fmla="*/ 2423160 h 2659380"/>
                      <a:gd name="connsiteX59" fmla="*/ 2133600 w 3166110"/>
                      <a:gd name="connsiteY59" fmla="*/ 2381250 h 2659380"/>
                      <a:gd name="connsiteX60" fmla="*/ 2118360 w 3166110"/>
                      <a:gd name="connsiteY60" fmla="*/ 2305050 h 2659380"/>
                      <a:gd name="connsiteX61" fmla="*/ 2122170 w 3166110"/>
                      <a:gd name="connsiteY61" fmla="*/ 2259330 h 2659380"/>
                      <a:gd name="connsiteX62" fmla="*/ 2179320 w 3166110"/>
                      <a:gd name="connsiteY62" fmla="*/ 2209800 h 2659380"/>
                      <a:gd name="connsiteX63" fmla="*/ 2205990 w 3166110"/>
                      <a:gd name="connsiteY63" fmla="*/ 2205990 h 2659380"/>
                      <a:gd name="connsiteX64" fmla="*/ 2240280 w 3166110"/>
                      <a:gd name="connsiteY64" fmla="*/ 2213610 h 2659380"/>
                      <a:gd name="connsiteX65" fmla="*/ 2282190 w 3166110"/>
                      <a:gd name="connsiteY65" fmla="*/ 2263140 h 2659380"/>
                      <a:gd name="connsiteX66" fmla="*/ 2343150 w 3166110"/>
                      <a:gd name="connsiteY66" fmla="*/ 2293620 h 2659380"/>
                      <a:gd name="connsiteX67" fmla="*/ 2388870 w 3166110"/>
                      <a:gd name="connsiteY67" fmla="*/ 2320290 h 2659380"/>
                      <a:gd name="connsiteX68" fmla="*/ 2438400 w 3166110"/>
                      <a:gd name="connsiteY68" fmla="*/ 2297430 h 2659380"/>
                      <a:gd name="connsiteX69" fmla="*/ 2449830 w 3166110"/>
                      <a:gd name="connsiteY69" fmla="*/ 2263140 h 2659380"/>
                      <a:gd name="connsiteX70" fmla="*/ 2583180 w 3166110"/>
                      <a:gd name="connsiteY70" fmla="*/ 2194560 h 2659380"/>
                      <a:gd name="connsiteX71" fmla="*/ 2613660 w 3166110"/>
                      <a:gd name="connsiteY71" fmla="*/ 2175510 h 2659380"/>
                      <a:gd name="connsiteX72" fmla="*/ 2693670 w 3166110"/>
                      <a:gd name="connsiteY72" fmla="*/ 2175510 h 2659380"/>
                      <a:gd name="connsiteX73" fmla="*/ 2750820 w 3166110"/>
                      <a:gd name="connsiteY73" fmla="*/ 2179320 h 2659380"/>
                      <a:gd name="connsiteX74" fmla="*/ 2762250 w 3166110"/>
                      <a:gd name="connsiteY74" fmla="*/ 2148840 h 2659380"/>
                      <a:gd name="connsiteX75" fmla="*/ 2762250 w 3166110"/>
                      <a:gd name="connsiteY75" fmla="*/ 2148840 h 2659380"/>
                      <a:gd name="connsiteX76" fmla="*/ 2762250 w 3166110"/>
                      <a:gd name="connsiteY76" fmla="*/ 2095500 h 2659380"/>
                      <a:gd name="connsiteX77" fmla="*/ 2773680 w 3166110"/>
                      <a:gd name="connsiteY77" fmla="*/ 2053590 h 2659380"/>
                      <a:gd name="connsiteX78" fmla="*/ 2766060 w 3166110"/>
                      <a:gd name="connsiteY78" fmla="*/ 2004060 h 2659380"/>
                      <a:gd name="connsiteX79" fmla="*/ 2773680 w 3166110"/>
                      <a:gd name="connsiteY79" fmla="*/ 1962150 h 2659380"/>
                      <a:gd name="connsiteX80" fmla="*/ 2800350 w 3166110"/>
                      <a:gd name="connsiteY80" fmla="*/ 1916430 h 2659380"/>
                      <a:gd name="connsiteX81" fmla="*/ 2800350 w 3166110"/>
                      <a:gd name="connsiteY81" fmla="*/ 1866900 h 2659380"/>
                      <a:gd name="connsiteX82" fmla="*/ 2819400 w 3166110"/>
                      <a:gd name="connsiteY82" fmla="*/ 1832610 h 2659380"/>
                      <a:gd name="connsiteX83" fmla="*/ 2914650 w 3166110"/>
                      <a:gd name="connsiteY83" fmla="*/ 1752600 h 2659380"/>
                      <a:gd name="connsiteX84" fmla="*/ 2948940 w 3166110"/>
                      <a:gd name="connsiteY84" fmla="*/ 1676400 h 2659380"/>
                      <a:gd name="connsiteX85" fmla="*/ 2998470 w 3166110"/>
                      <a:gd name="connsiteY85" fmla="*/ 1584960 h 2659380"/>
                      <a:gd name="connsiteX86" fmla="*/ 3059430 w 3166110"/>
                      <a:gd name="connsiteY86" fmla="*/ 1493520 h 2659380"/>
                      <a:gd name="connsiteX87" fmla="*/ 3093720 w 3166110"/>
                      <a:gd name="connsiteY87" fmla="*/ 1394460 h 2659380"/>
                      <a:gd name="connsiteX88" fmla="*/ 3128010 w 3166110"/>
                      <a:gd name="connsiteY88" fmla="*/ 1337310 h 2659380"/>
                      <a:gd name="connsiteX89" fmla="*/ 3166110 w 3166110"/>
                      <a:gd name="connsiteY89" fmla="*/ 1283970 h 2659380"/>
                      <a:gd name="connsiteX90" fmla="*/ 3154680 w 3166110"/>
                      <a:gd name="connsiteY90" fmla="*/ 1253490 h 2659380"/>
                      <a:gd name="connsiteX91" fmla="*/ 3097530 w 3166110"/>
                      <a:gd name="connsiteY91" fmla="*/ 1215390 h 2659380"/>
                      <a:gd name="connsiteX92" fmla="*/ 2998470 w 3166110"/>
                      <a:gd name="connsiteY92" fmla="*/ 1120140 h 2659380"/>
                      <a:gd name="connsiteX93" fmla="*/ 2967990 w 3166110"/>
                      <a:gd name="connsiteY93" fmla="*/ 1074420 h 2659380"/>
                      <a:gd name="connsiteX94" fmla="*/ 2922270 w 3166110"/>
                      <a:gd name="connsiteY94" fmla="*/ 1047750 h 2659380"/>
                      <a:gd name="connsiteX95" fmla="*/ 2865120 w 3166110"/>
                      <a:gd name="connsiteY95" fmla="*/ 1047750 h 2659380"/>
                      <a:gd name="connsiteX96" fmla="*/ 2819400 w 3166110"/>
                      <a:gd name="connsiteY96" fmla="*/ 1043940 h 2659380"/>
                      <a:gd name="connsiteX97" fmla="*/ 2785110 w 3166110"/>
                      <a:gd name="connsiteY97" fmla="*/ 1024890 h 2659380"/>
                      <a:gd name="connsiteX98" fmla="*/ 2743200 w 3166110"/>
                      <a:gd name="connsiteY98" fmla="*/ 1017270 h 2659380"/>
                      <a:gd name="connsiteX99" fmla="*/ 2659380 w 3166110"/>
                      <a:gd name="connsiteY99" fmla="*/ 1024890 h 2659380"/>
                      <a:gd name="connsiteX100" fmla="*/ 2617470 w 3166110"/>
                      <a:gd name="connsiteY100" fmla="*/ 1017270 h 2659380"/>
                      <a:gd name="connsiteX101" fmla="*/ 2586990 w 3166110"/>
                      <a:gd name="connsiteY101" fmla="*/ 994410 h 2659380"/>
                      <a:gd name="connsiteX102" fmla="*/ 2545080 w 3166110"/>
                      <a:gd name="connsiteY102" fmla="*/ 933450 h 2659380"/>
                      <a:gd name="connsiteX103" fmla="*/ 2506980 w 3166110"/>
                      <a:gd name="connsiteY103" fmla="*/ 910590 h 2659380"/>
                      <a:gd name="connsiteX104" fmla="*/ 2468880 w 3166110"/>
                      <a:gd name="connsiteY104" fmla="*/ 887730 h 2659380"/>
                      <a:gd name="connsiteX105" fmla="*/ 2465070 w 3166110"/>
                      <a:gd name="connsiteY105" fmla="*/ 861060 h 2659380"/>
                      <a:gd name="connsiteX106" fmla="*/ 2487930 w 3166110"/>
                      <a:gd name="connsiteY106" fmla="*/ 822960 h 2659380"/>
                      <a:gd name="connsiteX107" fmla="*/ 2484120 w 3166110"/>
                      <a:gd name="connsiteY107" fmla="*/ 788670 h 2659380"/>
                      <a:gd name="connsiteX108" fmla="*/ 2514600 w 3166110"/>
                      <a:gd name="connsiteY108" fmla="*/ 716280 h 2659380"/>
                      <a:gd name="connsiteX109" fmla="*/ 2522220 w 3166110"/>
                      <a:gd name="connsiteY109" fmla="*/ 666750 h 2659380"/>
                      <a:gd name="connsiteX110" fmla="*/ 2522220 w 3166110"/>
                      <a:gd name="connsiteY110" fmla="*/ 617220 h 2659380"/>
                      <a:gd name="connsiteX111" fmla="*/ 2480310 w 3166110"/>
                      <a:gd name="connsiteY111" fmla="*/ 590550 h 2659380"/>
                      <a:gd name="connsiteX112" fmla="*/ 2411730 w 3166110"/>
                      <a:gd name="connsiteY112" fmla="*/ 556260 h 2659380"/>
                      <a:gd name="connsiteX113" fmla="*/ 2251710 w 3166110"/>
                      <a:gd name="connsiteY113" fmla="*/ 449580 h 2659380"/>
                      <a:gd name="connsiteX114" fmla="*/ 2164080 w 3166110"/>
                      <a:gd name="connsiteY114" fmla="*/ 411480 h 2659380"/>
                      <a:gd name="connsiteX115" fmla="*/ 2042160 w 3166110"/>
                      <a:gd name="connsiteY115" fmla="*/ 327660 h 2659380"/>
                      <a:gd name="connsiteX116" fmla="*/ 1981200 w 3166110"/>
                      <a:gd name="connsiteY116" fmla="*/ 293370 h 2659380"/>
                      <a:gd name="connsiteX117" fmla="*/ 1939290 w 3166110"/>
                      <a:gd name="connsiteY117" fmla="*/ 255270 h 2659380"/>
                      <a:gd name="connsiteX118" fmla="*/ 1840230 w 3166110"/>
                      <a:gd name="connsiteY118" fmla="*/ 209550 h 2659380"/>
                      <a:gd name="connsiteX119" fmla="*/ 1817370 w 3166110"/>
                      <a:gd name="connsiteY119" fmla="*/ 171450 h 2659380"/>
                      <a:gd name="connsiteX120" fmla="*/ 1790700 w 3166110"/>
                      <a:gd name="connsiteY120" fmla="*/ 171450 h 2659380"/>
                      <a:gd name="connsiteX121" fmla="*/ 1767840 w 3166110"/>
                      <a:gd name="connsiteY121" fmla="*/ 194310 h 2659380"/>
                      <a:gd name="connsiteX122" fmla="*/ 1744980 w 3166110"/>
                      <a:gd name="connsiteY122" fmla="*/ 213360 h 2659380"/>
                      <a:gd name="connsiteX123" fmla="*/ 1741170 w 3166110"/>
                      <a:gd name="connsiteY123" fmla="*/ 255270 h 2659380"/>
                      <a:gd name="connsiteX124" fmla="*/ 1722120 w 3166110"/>
                      <a:gd name="connsiteY124" fmla="*/ 281940 h 2659380"/>
                      <a:gd name="connsiteX125" fmla="*/ 1687830 w 3166110"/>
                      <a:gd name="connsiteY125" fmla="*/ 281940 h 2659380"/>
                      <a:gd name="connsiteX126" fmla="*/ 1626870 w 3166110"/>
                      <a:gd name="connsiteY126" fmla="*/ 262890 h 2659380"/>
                      <a:gd name="connsiteX127" fmla="*/ 1516380 w 3166110"/>
                      <a:gd name="connsiteY127" fmla="*/ 217170 h 2659380"/>
                      <a:gd name="connsiteX128" fmla="*/ 1474470 w 3166110"/>
                      <a:gd name="connsiteY128" fmla="*/ 205740 h 2659380"/>
                      <a:gd name="connsiteX129" fmla="*/ 1440180 w 3166110"/>
                      <a:gd name="connsiteY129" fmla="*/ 186690 h 2659380"/>
                      <a:gd name="connsiteX130" fmla="*/ 1417320 w 3166110"/>
                      <a:gd name="connsiteY130" fmla="*/ 163830 h 2659380"/>
                      <a:gd name="connsiteX131" fmla="*/ 1402080 w 3166110"/>
                      <a:gd name="connsiteY131" fmla="*/ 125730 h 2659380"/>
                      <a:gd name="connsiteX132" fmla="*/ 1383030 w 3166110"/>
                      <a:gd name="connsiteY132" fmla="*/ 80010 h 2659380"/>
                      <a:gd name="connsiteX133" fmla="*/ 1375410 w 3166110"/>
                      <a:gd name="connsiteY133" fmla="*/ 45720 h 2659380"/>
                      <a:gd name="connsiteX134" fmla="*/ 1371600 w 3166110"/>
                      <a:gd name="connsiteY134" fmla="*/ 11430 h 2659380"/>
                      <a:gd name="connsiteX135" fmla="*/ 1341120 w 3166110"/>
                      <a:gd name="connsiteY135" fmla="*/ 0 h 2659380"/>
                      <a:gd name="connsiteX136" fmla="*/ 1314450 w 3166110"/>
                      <a:gd name="connsiteY136" fmla="*/ 19050 h 2659380"/>
                      <a:gd name="connsiteX137" fmla="*/ 1303020 w 3166110"/>
                      <a:gd name="connsiteY137" fmla="*/ 60960 h 2659380"/>
                      <a:gd name="connsiteX138" fmla="*/ 1276350 w 3166110"/>
                      <a:gd name="connsiteY138" fmla="*/ 106680 h 2659380"/>
                      <a:gd name="connsiteX139" fmla="*/ 1249680 w 3166110"/>
                      <a:gd name="connsiteY139" fmla="*/ 152400 h 2659380"/>
                      <a:gd name="connsiteX140" fmla="*/ 1226820 w 3166110"/>
                      <a:gd name="connsiteY140" fmla="*/ 182880 h 2659380"/>
                      <a:gd name="connsiteX141" fmla="*/ 1211580 w 3166110"/>
                      <a:gd name="connsiteY141" fmla="*/ 217170 h 2659380"/>
                      <a:gd name="connsiteX142" fmla="*/ 1173480 w 3166110"/>
                      <a:gd name="connsiteY142" fmla="*/ 247650 h 2659380"/>
                      <a:gd name="connsiteX143" fmla="*/ 1047750 w 3166110"/>
                      <a:gd name="connsiteY143" fmla="*/ 285750 h 2659380"/>
                      <a:gd name="connsiteX144" fmla="*/ 925830 w 3166110"/>
                      <a:gd name="connsiteY144" fmla="*/ 354330 h 2659380"/>
                      <a:gd name="connsiteX145" fmla="*/ 830580 w 3166110"/>
                      <a:gd name="connsiteY145" fmla="*/ 388620 h 2659380"/>
                      <a:gd name="connsiteX146" fmla="*/ 716280 w 3166110"/>
                      <a:gd name="connsiteY146" fmla="*/ 441960 h 2659380"/>
                      <a:gd name="connsiteX147" fmla="*/ 670560 w 3166110"/>
                      <a:gd name="connsiteY147" fmla="*/ 468630 h 2659380"/>
                      <a:gd name="connsiteX148" fmla="*/ 628650 w 3166110"/>
                      <a:gd name="connsiteY148" fmla="*/ 502920 h 2659380"/>
                      <a:gd name="connsiteX149" fmla="*/ 521970 w 3166110"/>
                      <a:gd name="connsiteY149" fmla="*/ 506730 h 2659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3166110" h="2659380">
                        <a:moveTo>
                          <a:pt x="521970" y="506730"/>
                        </a:moveTo>
                        <a:lnTo>
                          <a:pt x="365760" y="514350"/>
                        </a:lnTo>
                        <a:lnTo>
                          <a:pt x="270510" y="506730"/>
                        </a:lnTo>
                        <a:lnTo>
                          <a:pt x="201930" y="495300"/>
                        </a:lnTo>
                        <a:lnTo>
                          <a:pt x="175260" y="480060"/>
                        </a:lnTo>
                        <a:lnTo>
                          <a:pt x="72390" y="483870"/>
                        </a:lnTo>
                        <a:lnTo>
                          <a:pt x="11430" y="483870"/>
                        </a:lnTo>
                        <a:lnTo>
                          <a:pt x="0" y="495300"/>
                        </a:lnTo>
                        <a:lnTo>
                          <a:pt x="3810" y="544830"/>
                        </a:lnTo>
                        <a:lnTo>
                          <a:pt x="3810" y="651510"/>
                        </a:lnTo>
                        <a:lnTo>
                          <a:pt x="3810" y="716280"/>
                        </a:lnTo>
                        <a:lnTo>
                          <a:pt x="19050" y="792480"/>
                        </a:lnTo>
                        <a:lnTo>
                          <a:pt x="30480" y="857250"/>
                        </a:lnTo>
                        <a:lnTo>
                          <a:pt x="41910" y="956310"/>
                        </a:lnTo>
                        <a:lnTo>
                          <a:pt x="34290" y="1017270"/>
                        </a:lnTo>
                        <a:lnTo>
                          <a:pt x="41910" y="1074420"/>
                        </a:lnTo>
                        <a:lnTo>
                          <a:pt x="53340" y="1131570"/>
                        </a:lnTo>
                        <a:lnTo>
                          <a:pt x="80010" y="1192530"/>
                        </a:lnTo>
                        <a:lnTo>
                          <a:pt x="144780" y="1226820"/>
                        </a:lnTo>
                        <a:lnTo>
                          <a:pt x="167640" y="1264920"/>
                        </a:lnTo>
                        <a:lnTo>
                          <a:pt x="255270" y="1257300"/>
                        </a:lnTo>
                        <a:lnTo>
                          <a:pt x="312420" y="1268730"/>
                        </a:lnTo>
                        <a:lnTo>
                          <a:pt x="373380" y="1283970"/>
                        </a:lnTo>
                        <a:lnTo>
                          <a:pt x="438150" y="1283970"/>
                        </a:lnTo>
                        <a:lnTo>
                          <a:pt x="518160" y="1310640"/>
                        </a:lnTo>
                        <a:lnTo>
                          <a:pt x="575310" y="1329690"/>
                        </a:lnTo>
                        <a:lnTo>
                          <a:pt x="643890" y="1344930"/>
                        </a:lnTo>
                        <a:lnTo>
                          <a:pt x="811530" y="1394460"/>
                        </a:lnTo>
                        <a:lnTo>
                          <a:pt x="899160" y="1417320"/>
                        </a:lnTo>
                        <a:lnTo>
                          <a:pt x="937260" y="1436370"/>
                        </a:lnTo>
                        <a:lnTo>
                          <a:pt x="986790" y="1443990"/>
                        </a:lnTo>
                        <a:lnTo>
                          <a:pt x="1047750" y="1485900"/>
                        </a:lnTo>
                        <a:lnTo>
                          <a:pt x="1120140" y="1535430"/>
                        </a:lnTo>
                        <a:lnTo>
                          <a:pt x="1196340" y="1577340"/>
                        </a:lnTo>
                        <a:lnTo>
                          <a:pt x="1264920" y="1642110"/>
                        </a:lnTo>
                        <a:lnTo>
                          <a:pt x="1314450" y="1744980"/>
                        </a:lnTo>
                        <a:lnTo>
                          <a:pt x="1379220" y="1916430"/>
                        </a:lnTo>
                        <a:lnTo>
                          <a:pt x="1413510" y="2026920"/>
                        </a:lnTo>
                        <a:lnTo>
                          <a:pt x="1447800" y="2167890"/>
                        </a:lnTo>
                        <a:lnTo>
                          <a:pt x="1463040" y="2244090"/>
                        </a:lnTo>
                        <a:lnTo>
                          <a:pt x="1493520" y="2293620"/>
                        </a:lnTo>
                        <a:lnTo>
                          <a:pt x="1543050" y="2346960"/>
                        </a:lnTo>
                        <a:lnTo>
                          <a:pt x="1638300" y="2388870"/>
                        </a:lnTo>
                        <a:lnTo>
                          <a:pt x="1703070" y="2457450"/>
                        </a:lnTo>
                        <a:lnTo>
                          <a:pt x="1744980" y="2529840"/>
                        </a:lnTo>
                        <a:lnTo>
                          <a:pt x="1813560" y="2602230"/>
                        </a:lnTo>
                        <a:lnTo>
                          <a:pt x="1851660" y="2659380"/>
                        </a:lnTo>
                        <a:lnTo>
                          <a:pt x="1874520" y="2651760"/>
                        </a:lnTo>
                        <a:lnTo>
                          <a:pt x="1885950" y="2613660"/>
                        </a:lnTo>
                        <a:lnTo>
                          <a:pt x="1973580" y="2606040"/>
                        </a:lnTo>
                        <a:lnTo>
                          <a:pt x="2007870" y="2590800"/>
                        </a:lnTo>
                        <a:lnTo>
                          <a:pt x="2080260" y="2590800"/>
                        </a:lnTo>
                        <a:lnTo>
                          <a:pt x="2145030" y="2590800"/>
                        </a:lnTo>
                        <a:lnTo>
                          <a:pt x="2213610" y="2598420"/>
                        </a:lnTo>
                        <a:lnTo>
                          <a:pt x="2244090" y="2590800"/>
                        </a:lnTo>
                        <a:lnTo>
                          <a:pt x="2221230" y="2545080"/>
                        </a:lnTo>
                        <a:lnTo>
                          <a:pt x="2186940" y="2506980"/>
                        </a:lnTo>
                        <a:lnTo>
                          <a:pt x="2145030" y="2465070"/>
                        </a:lnTo>
                        <a:lnTo>
                          <a:pt x="2133600" y="2423160"/>
                        </a:lnTo>
                        <a:lnTo>
                          <a:pt x="2133600" y="2381250"/>
                        </a:lnTo>
                        <a:lnTo>
                          <a:pt x="2118360" y="2305050"/>
                        </a:lnTo>
                        <a:lnTo>
                          <a:pt x="2122170" y="2259330"/>
                        </a:lnTo>
                        <a:lnTo>
                          <a:pt x="2179320" y="2209800"/>
                        </a:lnTo>
                        <a:lnTo>
                          <a:pt x="2205990" y="2205990"/>
                        </a:lnTo>
                        <a:lnTo>
                          <a:pt x="2240280" y="2213610"/>
                        </a:lnTo>
                        <a:lnTo>
                          <a:pt x="2282190" y="2263140"/>
                        </a:lnTo>
                        <a:lnTo>
                          <a:pt x="2343150" y="2293620"/>
                        </a:lnTo>
                        <a:lnTo>
                          <a:pt x="2388870" y="2320290"/>
                        </a:lnTo>
                        <a:lnTo>
                          <a:pt x="2438400" y="2297430"/>
                        </a:lnTo>
                        <a:lnTo>
                          <a:pt x="2449830" y="2263140"/>
                        </a:lnTo>
                        <a:lnTo>
                          <a:pt x="2583180" y="2194560"/>
                        </a:lnTo>
                        <a:lnTo>
                          <a:pt x="2613660" y="2175510"/>
                        </a:lnTo>
                        <a:lnTo>
                          <a:pt x="2693670" y="2175510"/>
                        </a:lnTo>
                        <a:lnTo>
                          <a:pt x="2750820" y="2179320"/>
                        </a:lnTo>
                        <a:lnTo>
                          <a:pt x="2762250" y="2148840"/>
                        </a:lnTo>
                        <a:lnTo>
                          <a:pt x="2762250" y="2148840"/>
                        </a:lnTo>
                        <a:lnTo>
                          <a:pt x="2762250" y="2095500"/>
                        </a:lnTo>
                        <a:lnTo>
                          <a:pt x="2773680" y="2053590"/>
                        </a:lnTo>
                        <a:lnTo>
                          <a:pt x="2766060" y="2004060"/>
                        </a:lnTo>
                        <a:lnTo>
                          <a:pt x="2773680" y="1962150"/>
                        </a:lnTo>
                        <a:lnTo>
                          <a:pt x="2800350" y="1916430"/>
                        </a:lnTo>
                        <a:lnTo>
                          <a:pt x="2800350" y="1866900"/>
                        </a:lnTo>
                        <a:lnTo>
                          <a:pt x="2819400" y="1832610"/>
                        </a:lnTo>
                        <a:lnTo>
                          <a:pt x="2914650" y="1752600"/>
                        </a:lnTo>
                        <a:lnTo>
                          <a:pt x="2948940" y="1676400"/>
                        </a:lnTo>
                        <a:lnTo>
                          <a:pt x="2998470" y="1584960"/>
                        </a:lnTo>
                        <a:lnTo>
                          <a:pt x="3059430" y="1493520"/>
                        </a:lnTo>
                        <a:lnTo>
                          <a:pt x="3093720" y="1394460"/>
                        </a:lnTo>
                        <a:lnTo>
                          <a:pt x="3128010" y="1337310"/>
                        </a:lnTo>
                        <a:lnTo>
                          <a:pt x="3166110" y="1283970"/>
                        </a:lnTo>
                        <a:lnTo>
                          <a:pt x="3154680" y="1253490"/>
                        </a:lnTo>
                        <a:lnTo>
                          <a:pt x="3097530" y="1215390"/>
                        </a:lnTo>
                        <a:lnTo>
                          <a:pt x="2998470" y="1120140"/>
                        </a:lnTo>
                        <a:lnTo>
                          <a:pt x="2967990" y="1074420"/>
                        </a:lnTo>
                        <a:lnTo>
                          <a:pt x="2922270" y="1047750"/>
                        </a:lnTo>
                        <a:lnTo>
                          <a:pt x="2865120" y="1047750"/>
                        </a:lnTo>
                        <a:lnTo>
                          <a:pt x="2819400" y="1043940"/>
                        </a:lnTo>
                        <a:lnTo>
                          <a:pt x="2785110" y="1024890"/>
                        </a:lnTo>
                        <a:lnTo>
                          <a:pt x="2743200" y="1017270"/>
                        </a:lnTo>
                        <a:lnTo>
                          <a:pt x="2659380" y="1024890"/>
                        </a:lnTo>
                        <a:lnTo>
                          <a:pt x="2617470" y="1017270"/>
                        </a:lnTo>
                        <a:lnTo>
                          <a:pt x="2586990" y="994410"/>
                        </a:lnTo>
                        <a:lnTo>
                          <a:pt x="2545080" y="933450"/>
                        </a:lnTo>
                        <a:lnTo>
                          <a:pt x="2506980" y="910590"/>
                        </a:lnTo>
                        <a:lnTo>
                          <a:pt x="2468880" y="887730"/>
                        </a:lnTo>
                        <a:lnTo>
                          <a:pt x="2465070" y="861060"/>
                        </a:lnTo>
                        <a:lnTo>
                          <a:pt x="2487930" y="822960"/>
                        </a:lnTo>
                        <a:lnTo>
                          <a:pt x="2484120" y="788670"/>
                        </a:lnTo>
                        <a:lnTo>
                          <a:pt x="2514600" y="716280"/>
                        </a:lnTo>
                        <a:lnTo>
                          <a:pt x="2522220" y="666750"/>
                        </a:lnTo>
                        <a:lnTo>
                          <a:pt x="2522220" y="617220"/>
                        </a:lnTo>
                        <a:lnTo>
                          <a:pt x="2480310" y="590550"/>
                        </a:lnTo>
                        <a:lnTo>
                          <a:pt x="2411730" y="556260"/>
                        </a:lnTo>
                        <a:lnTo>
                          <a:pt x="2251710" y="449580"/>
                        </a:lnTo>
                        <a:lnTo>
                          <a:pt x="2164080" y="411480"/>
                        </a:lnTo>
                        <a:lnTo>
                          <a:pt x="2042160" y="327660"/>
                        </a:lnTo>
                        <a:lnTo>
                          <a:pt x="1981200" y="293370"/>
                        </a:lnTo>
                        <a:lnTo>
                          <a:pt x="1939290" y="255270"/>
                        </a:lnTo>
                        <a:lnTo>
                          <a:pt x="1840230" y="209550"/>
                        </a:lnTo>
                        <a:lnTo>
                          <a:pt x="1817370" y="171450"/>
                        </a:lnTo>
                        <a:lnTo>
                          <a:pt x="1790700" y="171450"/>
                        </a:lnTo>
                        <a:lnTo>
                          <a:pt x="1767840" y="194310"/>
                        </a:lnTo>
                        <a:lnTo>
                          <a:pt x="1744980" y="213360"/>
                        </a:lnTo>
                        <a:lnTo>
                          <a:pt x="1741170" y="255270"/>
                        </a:lnTo>
                        <a:lnTo>
                          <a:pt x="1722120" y="281940"/>
                        </a:lnTo>
                        <a:lnTo>
                          <a:pt x="1687830" y="281940"/>
                        </a:lnTo>
                        <a:lnTo>
                          <a:pt x="1626870" y="262890"/>
                        </a:lnTo>
                        <a:lnTo>
                          <a:pt x="1516380" y="217170"/>
                        </a:lnTo>
                        <a:lnTo>
                          <a:pt x="1474470" y="205740"/>
                        </a:lnTo>
                        <a:lnTo>
                          <a:pt x="1440180" y="186690"/>
                        </a:lnTo>
                        <a:lnTo>
                          <a:pt x="1417320" y="163830"/>
                        </a:lnTo>
                        <a:lnTo>
                          <a:pt x="1402080" y="125730"/>
                        </a:lnTo>
                        <a:lnTo>
                          <a:pt x="1383030" y="80010"/>
                        </a:lnTo>
                        <a:lnTo>
                          <a:pt x="1375410" y="45720"/>
                        </a:lnTo>
                        <a:lnTo>
                          <a:pt x="1371600" y="11430"/>
                        </a:lnTo>
                        <a:lnTo>
                          <a:pt x="1341120" y="0"/>
                        </a:lnTo>
                        <a:lnTo>
                          <a:pt x="1314450" y="19050"/>
                        </a:lnTo>
                        <a:lnTo>
                          <a:pt x="1303020" y="60960"/>
                        </a:lnTo>
                        <a:lnTo>
                          <a:pt x="1276350" y="106680"/>
                        </a:lnTo>
                        <a:lnTo>
                          <a:pt x="1249680" y="152400"/>
                        </a:lnTo>
                        <a:lnTo>
                          <a:pt x="1226820" y="182880"/>
                        </a:lnTo>
                        <a:lnTo>
                          <a:pt x="1211580" y="217170"/>
                        </a:lnTo>
                        <a:lnTo>
                          <a:pt x="1173480" y="247650"/>
                        </a:lnTo>
                        <a:lnTo>
                          <a:pt x="1047750" y="285750"/>
                        </a:lnTo>
                        <a:lnTo>
                          <a:pt x="925830" y="354330"/>
                        </a:lnTo>
                        <a:lnTo>
                          <a:pt x="830580" y="388620"/>
                        </a:lnTo>
                        <a:lnTo>
                          <a:pt x="716280" y="441960"/>
                        </a:lnTo>
                        <a:lnTo>
                          <a:pt x="670560" y="468630"/>
                        </a:lnTo>
                        <a:lnTo>
                          <a:pt x="628650" y="502920"/>
                        </a:lnTo>
                        <a:lnTo>
                          <a:pt x="521970" y="506730"/>
                        </a:lnTo>
                        <a:close/>
                      </a:path>
                    </a:pathLst>
                  </a:cu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700">
                      <a:ln>
                        <a:solidFill>
                          <a:schemeClr val="accent1">
                            <a:alpha val="0"/>
                          </a:schemeClr>
                        </a:solidFill>
                      </a:ln>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59" name="강남구">
                    <a:extLst>
                      <a:ext uri="{FF2B5EF4-FFF2-40B4-BE49-F238E27FC236}">
                        <a16:creationId xmlns:a16="http://schemas.microsoft.com/office/drawing/2014/main" id="{B98369FA-C472-292A-4DEF-EDD388048BF0}"/>
                      </a:ext>
                    </a:extLst>
                  </p:cNvPr>
                  <p:cNvSpPr/>
                  <p:nvPr/>
                </p:nvSpPr>
                <p:spPr>
                  <a:xfrm>
                    <a:off x="4122420" y="8229600"/>
                    <a:ext cx="3417570" cy="3063240"/>
                  </a:xfrm>
                  <a:custGeom>
                    <a:avLst/>
                    <a:gdLst>
                      <a:gd name="connsiteX0" fmla="*/ 502920 w 3417570"/>
                      <a:gd name="connsiteY0" fmla="*/ 15240 h 3063240"/>
                      <a:gd name="connsiteX1" fmla="*/ 502920 w 3417570"/>
                      <a:gd name="connsiteY1" fmla="*/ 15240 h 3063240"/>
                      <a:gd name="connsiteX2" fmla="*/ 609600 w 3417570"/>
                      <a:gd name="connsiteY2" fmla="*/ 49530 h 3063240"/>
                      <a:gd name="connsiteX3" fmla="*/ 704850 w 3417570"/>
                      <a:gd name="connsiteY3" fmla="*/ 64770 h 3063240"/>
                      <a:gd name="connsiteX4" fmla="*/ 762000 w 3417570"/>
                      <a:gd name="connsiteY4" fmla="*/ 83820 h 3063240"/>
                      <a:gd name="connsiteX5" fmla="*/ 822960 w 3417570"/>
                      <a:gd name="connsiteY5" fmla="*/ 99060 h 3063240"/>
                      <a:gd name="connsiteX6" fmla="*/ 910590 w 3417570"/>
                      <a:gd name="connsiteY6" fmla="*/ 137160 h 3063240"/>
                      <a:gd name="connsiteX7" fmla="*/ 990600 w 3417570"/>
                      <a:gd name="connsiteY7" fmla="*/ 179070 h 3063240"/>
                      <a:gd name="connsiteX8" fmla="*/ 1085850 w 3417570"/>
                      <a:gd name="connsiteY8" fmla="*/ 220980 h 3063240"/>
                      <a:gd name="connsiteX9" fmla="*/ 1169670 w 3417570"/>
                      <a:gd name="connsiteY9" fmla="*/ 281940 h 3063240"/>
                      <a:gd name="connsiteX10" fmla="*/ 1238250 w 3417570"/>
                      <a:gd name="connsiteY10" fmla="*/ 300990 h 3063240"/>
                      <a:gd name="connsiteX11" fmla="*/ 1306830 w 3417570"/>
                      <a:gd name="connsiteY11" fmla="*/ 323850 h 3063240"/>
                      <a:gd name="connsiteX12" fmla="*/ 1341120 w 3417570"/>
                      <a:gd name="connsiteY12" fmla="*/ 331470 h 3063240"/>
                      <a:gd name="connsiteX13" fmla="*/ 1390650 w 3417570"/>
                      <a:gd name="connsiteY13" fmla="*/ 377190 h 3063240"/>
                      <a:gd name="connsiteX14" fmla="*/ 1440180 w 3417570"/>
                      <a:gd name="connsiteY14" fmla="*/ 426720 h 3063240"/>
                      <a:gd name="connsiteX15" fmla="*/ 1508760 w 3417570"/>
                      <a:gd name="connsiteY15" fmla="*/ 468630 h 3063240"/>
                      <a:gd name="connsiteX16" fmla="*/ 1546860 w 3417570"/>
                      <a:gd name="connsiteY16" fmla="*/ 495300 h 3063240"/>
                      <a:gd name="connsiteX17" fmla="*/ 1550670 w 3417570"/>
                      <a:gd name="connsiteY17" fmla="*/ 552450 h 3063240"/>
                      <a:gd name="connsiteX18" fmla="*/ 1539240 w 3417570"/>
                      <a:gd name="connsiteY18" fmla="*/ 582930 h 3063240"/>
                      <a:gd name="connsiteX19" fmla="*/ 1539240 w 3417570"/>
                      <a:gd name="connsiteY19" fmla="*/ 659130 h 3063240"/>
                      <a:gd name="connsiteX20" fmla="*/ 1554480 w 3417570"/>
                      <a:gd name="connsiteY20" fmla="*/ 781050 h 3063240"/>
                      <a:gd name="connsiteX21" fmla="*/ 1554480 w 3417570"/>
                      <a:gd name="connsiteY21" fmla="*/ 857250 h 3063240"/>
                      <a:gd name="connsiteX22" fmla="*/ 1573530 w 3417570"/>
                      <a:gd name="connsiteY22" fmla="*/ 941070 h 3063240"/>
                      <a:gd name="connsiteX23" fmla="*/ 1577340 w 3417570"/>
                      <a:gd name="connsiteY23" fmla="*/ 1047750 h 3063240"/>
                      <a:gd name="connsiteX24" fmla="*/ 1592580 w 3417570"/>
                      <a:gd name="connsiteY24" fmla="*/ 1150620 h 3063240"/>
                      <a:gd name="connsiteX25" fmla="*/ 1592580 w 3417570"/>
                      <a:gd name="connsiteY25" fmla="*/ 1219200 h 3063240"/>
                      <a:gd name="connsiteX26" fmla="*/ 1588770 w 3417570"/>
                      <a:gd name="connsiteY26" fmla="*/ 1261110 h 3063240"/>
                      <a:gd name="connsiteX27" fmla="*/ 1607820 w 3417570"/>
                      <a:gd name="connsiteY27" fmla="*/ 1295400 h 3063240"/>
                      <a:gd name="connsiteX28" fmla="*/ 1642110 w 3417570"/>
                      <a:gd name="connsiteY28" fmla="*/ 1303020 h 3063240"/>
                      <a:gd name="connsiteX29" fmla="*/ 1684020 w 3417570"/>
                      <a:gd name="connsiteY29" fmla="*/ 1360170 h 3063240"/>
                      <a:gd name="connsiteX30" fmla="*/ 1748790 w 3417570"/>
                      <a:gd name="connsiteY30" fmla="*/ 1379220 h 3063240"/>
                      <a:gd name="connsiteX31" fmla="*/ 1832610 w 3417570"/>
                      <a:gd name="connsiteY31" fmla="*/ 1379220 h 3063240"/>
                      <a:gd name="connsiteX32" fmla="*/ 1931670 w 3417570"/>
                      <a:gd name="connsiteY32" fmla="*/ 1398270 h 3063240"/>
                      <a:gd name="connsiteX33" fmla="*/ 2042160 w 3417570"/>
                      <a:gd name="connsiteY33" fmla="*/ 1417320 h 3063240"/>
                      <a:gd name="connsiteX34" fmla="*/ 2179320 w 3417570"/>
                      <a:gd name="connsiteY34" fmla="*/ 1466850 h 3063240"/>
                      <a:gd name="connsiteX35" fmla="*/ 2305050 w 3417570"/>
                      <a:gd name="connsiteY35" fmla="*/ 1489710 h 3063240"/>
                      <a:gd name="connsiteX36" fmla="*/ 2453640 w 3417570"/>
                      <a:gd name="connsiteY36" fmla="*/ 1539240 h 3063240"/>
                      <a:gd name="connsiteX37" fmla="*/ 2537460 w 3417570"/>
                      <a:gd name="connsiteY37" fmla="*/ 1569720 h 3063240"/>
                      <a:gd name="connsiteX38" fmla="*/ 2651760 w 3417570"/>
                      <a:gd name="connsiteY38" fmla="*/ 1623060 h 3063240"/>
                      <a:gd name="connsiteX39" fmla="*/ 2743200 w 3417570"/>
                      <a:gd name="connsiteY39" fmla="*/ 1703070 h 3063240"/>
                      <a:gd name="connsiteX40" fmla="*/ 2796540 w 3417570"/>
                      <a:gd name="connsiteY40" fmla="*/ 1714500 h 3063240"/>
                      <a:gd name="connsiteX41" fmla="*/ 2823210 w 3417570"/>
                      <a:gd name="connsiteY41" fmla="*/ 1779270 h 3063240"/>
                      <a:gd name="connsiteX42" fmla="*/ 2868930 w 3417570"/>
                      <a:gd name="connsiteY42" fmla="*/ 1905000 h 3063240"/>
                      <a:gd name="connsiteX43" fmla="*/ 2918460 w 3417570"/>
                      <a:gd name="connsiteY43" fmla="*/ 2034540 h 3063240"/>
                      <a:gd name="connsiteX44" fmla="*/ 2960370 w 3417570"/>
                      <a:gd name="connsiteY44" fmla="*/ 2145030 h 3063240"/>
                      <a:gd name="connsiteX45" fmla="*/ 2979420 w 3417570"/>
                      <a:gd name="connsiteY45" fmla="*/ 2240280 h 3063240"/>
                      <a:gd name="connsiteX46" fmla="*/ 3013710 w 3417570"/>
                      <a:gd name="connsiteY46" fmla="*/ 2327910 h 3063240"/>
                      <a:gd name="connsiteX47" fmla="*/ 3013710 w 3417570"/>
                      <a:gd name="connsiteY47" fmla="*/ 2327910 h 3063240"/>
                      <a:gd name="connsiteX48" fmla="*/ 3032760 w 3417570"/>
                      <a:gd name="connsiteY48" fmla="*/ 2400300 h 3063240"/>
                      <a:gd name="connsiteX49" fmla="*/ 3097530 w 3417570"/>
                      <a:gd name="connsiteY49" fmla="*/ 2446020 h 3063240"/>
                      <a:gd name="connsiteX50" fmla="*/ 3147060 w 3417570"/>
                      <a:gd name="connsiteY50" fmla="*/ 2472690 h 3063240"/>
                      <a:gd name="connsiteX51" fmla="*/ 3219450 w 3417570"/>
                      <a:gd name="connsiteY51" fmla="*/ 2541270 h 3063240"/>
                      <a:gd name="connsiteX52" fmla="*/ 3276600 w 3417570"/>
                      <a:gd name="connsiteY52" fmla="*/ 2598420 h 3063240"/>
                      <a:gd name="connsiteX53" fmla="*/ 3360420 w 3417570"/>
                      <a:gd name="connsiteY53" fmla="*/ 2720340 h 3063240"/>
                      <a:gd name="connsiteX54" fmla="*/ 3398520 w 3417570"/>
                      <a:gd name="connsiteY54" fmla="*/ 2769870 h 3063240"/>
                      <a:gd name="connsiteX55" fmla="*/ 3417570 w 3417570"/>
                      <a:gd name="connsiteY55" fmla="*/ 2807970 h 3063240"/>
                      <a:gd name="connsiteX56" fmla="*/ 3383280 w 3417570"/>
                      <a:gd name="connsiteY56" fmla="*/ 2849880 h 3063240"/>
                      <a:gd name="connsiteX57" fmla="*/ 3337560 w 3417570"/>
                      <a:gd name="connsiteY57" fmla="*/ 2884170 h 3063240"/>
                      <a:gd name="connsiteX58" fmla="*/ 3326130 w 3417570"/>
                      <a:gd name="connsiteY58" fmla="*/ 2922270 h 3063240"/>
                      <a:gd name="connsiteX59" fmla="*/ 3284220 w 3417570"/>
                      <a:gd name="connsiteY59" fmla="*/ 2956560 h 3063240"/>
                      <a:gd name="connsiteX60" fmla="*/ 3227070 w 3417570"/>
                      <a:gd name="connsiteY60" fmla="*/ 2945130 h 3063240"/>
                      <a:gd name="connsiteX61" fmla="*/ 3128010 w 3417570"/>
                      <a:gd name="connsiteY61" fmla="*/ 2929890 h 3063240"/>
                      <a:gd name="connsiteX62" fmla="*/ 3051810 w 3417570"/>
                      <a:gd name="connsiteY62" fmla="*/ 2895600 h 3063240"/>
                      <a:gd name="connsiteX63" fmla="*/ 3006090 w 3417570"/>
                      <a:gd name="connsiteY63" fmla="*/ 2865120 h 3063240"/>
                      <a:gd name="connsiteX64" fmla="*/ 2964180 w 3417570"/>
                      <a:gd name="connsiteY64" fmla="*/ 2849880 h 3063240"/>
                      <a:gd name="connsiteX65" fmla="*/ 2922270 w 3417570"/>
                      <a:gd name="connsiteY65" fmla="*/ 2861310 h 3063240"/>
                      <a:gd name="connsiteX66" fmla="*/ 2914650 w 3417570"/>
                      <a:gd name="connsiteY66" fmla="*/ 2922270 h 3063240"/>
                      <a:gd name="connsiteX67" fmla="*/ 2865120 w 3417570"/>
                      <a:gd name="connsiteY67" fmla="*/ 2967990 h 3063240"/>
                      <a:gd name="connsiteX68" fmla="*/ 2815590 w 3417570"/>
                      <a:gd name="connsiteY68" fmla="*/ 3006090 h 3063240"/>
                      <a:gd name="connsiteX69" fmla="*/ 2762250 w 3417570"/>
                      <a:gd name="connsiteY69" fmla="*/ 3051810 h 3063240"/>
                      <a:gd name="connsiteX70" fmla="*/ 2724150 w 3417570"/>
                      <a:gd name="connsiteY70" fmla="*/ 3063240 h 3063240"/>
                      <a:gd name="connsiteX71" fmla="*/ 2701290 w 3417570"/>
                      <a:gd name="connsiteY71" fmla="*/ 3017520 h 3063240"/>
                      <a:gd name="connsiteX72" fmla="*/ 2693670 w 3417570"/>
                      <a:gd name="connsiteY72" fmla="*/ 2956560 h 3063240"/>
                      <a:gd name="connsiteX73" fmla="*/ 2678430 w 3417570"/>
                      <a:gd name="connsiteY73" fmla="*/ 2899410 h 3063240"/>
                      <a:gd name="connsiteX74" fmla="*/ 2670810 w 3417570"/>
                      <a:gd name="connsiteY74" fmla="*/ 2849880 h 3063240"/>
                      <a:gd name="connsiteX75" fmla="*/ 2670810 w 3417570"/>
                      <a:gd name="connsiteY75" fmla="*/ 2792730 h 3063240"/>
                      <a:gd name="connsiteX76" fmla="*/ 2632710 w 3417570"/>
                      <a:gd name="connsiteY76" fmla="*/ 2777490 h 3063240"/>
                      <a:gd name="connsiteX77" fmla="*/ 2586990 w 3417570"/>
                      <a:gd name="connsiteY77" fmla="*/ 2792730 h 3063240"/>
                      <a:gd name="connsiteX78" fmla="*/ 2548890 w 3417570"/>
                      <a:gd name="connsiteY78" fmla="*/ 2777490 h 3063240"/>
                      <a:gd name="connsiteX79" fmla="*/ 2533650 w 3417570"/>
                      <a:gd name="connsiteY79" fmla="*/ 2735580 h 3063240"/>
                      <a:gd name="connsiteX80" fmla="*/ 2548890 w 3417570"/>
                      <a:gd name="connsiteY80" fmla="*/ 2659380 h 3063240"/>
                      <a:gd name="connsiteX81" fmla="*/ 2529840 w 3417570"/>
                      <a:gd name="connsiteY81" fmla="*/ 2625090 h 3063240"/>
                      <a:gd name="connsiteX82" fmla="*/ 2457450 w 3417570"/>
                      <a:gd name="connsiteY82" fmla="*/ 2590800 h 3063240"/>
                      <a:gd name="connsiteX83" fmla="*/ 2407920 w 3417570"/>
                      <a:gd name="connsiteY83" fmla="*/ 2571750 h 3063240"/>
                      <a:gd name="connsiteX84" fmla="*/ 2362200 w 3417570"/>
                      <a:gd name="connsiteY84" fmla="*/ 2567940 h 3063240"/>
                      <a:gd name="connsiteX85" fmla="*/ 2339340 w 3417570"/>
                      <a:gd name="connsiteY85" fmla="*/ 2533650 h 3063240"/>
                      <a:gd name="connsiteX86" fmla="*/ 2312670 w 3417570"/>
                      <a:gd name="connsiteY86" fmla="*/ 2510790 h 3063240"/>
                      <a:gd name="connsiteX87" fmla="*/ 2327910 w 3417570"/>
                      <a:gd name="connsiteY87" fmla="*/ 2468880 h 3063240"/>
                      <a:gd name="connsiteX88" fmla="*/ 2362200 w 3417570"/>
                      <a:gd name="connsiteY88" fmla="*/ 2385060 h 3063240"/>
                      <a:gd name="connsiteX89" fmla="*/ 2396490 w 3417570"/>
                      <a:gd name="connsiteY89" fmla="*/ 2316480 h 3063240"/>
                      <a:gd name="connsiteX90" fmla="*/ 2407920 w 3417570"/>
                      <a:gd name="connsiteY90" fmla="*/ 2274570 h 3063240"/>
                      <a:gd name="connsiteX91" fmla="*/ 2404110 w 3417570"/>
                      <a:gd name="connsiteY91" fmla="*/ 2240280 h 3063240"/>
                      <a:gd name="connsiteX92" fmla="*/ 2366010 w 3417570"/>
                      <a:gd name="connsiteY92" fmla="*/ 2221230 h 3063240"/>
                      <a:gd name="connsiteX93" fmla="*/ 2320290 w 3417570"/>
                      <a:gd name="connsiteY93" fmla="*/ 2236470 h 3063240"/>
                      <a:gd name="connsiteX94" fmla="*/ 2297430 w 3417570"/>
                      <a:gd name="connsiteY94" fmla="*/ 2259330 h 3063240"/>
                      <a:gd name="connsiteX95" fmla="*/ 2259330 w 3417570"/>
                      <a:gd name="connsiteY95" fmla="*/ 2289810 h 3063240"/>
                      <a:gd name="connsiteX96" fmla="*/ 2221230 w 3417570"/>
                      <a:gd name="connsiteY96" fmla="*/ 2289810 h 3063240"/>
                      <a:gd name="connsiteX97" fmla="*/ 2190750 w 3417570"/>
                      <a:gd name="connsiteY97" fmla="*/ 2274570 h 3063240"/>
                      <a:gd name="connsiteX98" fmla="*/ 2156460 w 3417570"/>
                      <a:gd name="connsiteY98" fmla="*/ 2266950 h 3063240"/>
                      <a:gd name="connsiteX99" fmla="*/ 2114550 w 3417570"/>
                      <a:gd name="connsiteY99" fmla="*/ 2259330 h 3063240"/>
                      <a:gd name="connsiteX100" fmla="*/ 2068830 w 3417570"/>
                      <a:gd name="connsiteY100" fmla="*/ 2259330 h 3063240"/>
                      <a:gd name="connsiteX101" fmla="*/ 2049780 w 3417570"/>
                      <a:gd name="connsiteY101" fmla="*/ 2293620 h 3063240"/>
                      <a:gd name="connsiteX102" fmla="*/ 1996440 w 3417570"/>
                      <a:gd name="connsiteY102" fmla="*/ 2335530 h 3063240"/>
                      <a:gd name="connsiteX103" fmla="*/ 1969770 w 3417570"/>
                      <a:gd name="connsiteY103" fmla="*/ 2381250 h 3063240"/>
                      <a:gd name="connsiteX104" fmla="*/ 1920240 w 3417570"/>
                      <a:gd name="connsiteY104" fmla="*/ 2400300 h 3063240"/>
                      <a:gd name="connsiteX105" fmla="*/ 1844040 w 3417570"/>
                      <a:gd name="connsiteY105" fmla="*/ 2392680 h 3063240"/>
                      <a:gd name="connsiteX106" fmla="*/ 1733550 w 3417570"/>
                      <a:gd name="connsiteY106" fmla="*/ 2400300 h 3063240"/>
                      <a:gd name="connsiteX107" fmla="*/ 1684020 w 3417570"/>
                      <a:gd name="connsiteY107" fmla="*/ 2426970 h 3063240"/>
                      <a:gd name="connsiteX108" fmla="*/ 1630680 w 3417570"/>
                      <a:gd name="connsiteY108" fmla="*/ 2472690 h 3063240"/>
                      <a:gd name="connsiteX109" fmla="*/ 1531620 w 3417570"/>
                      <a:gd name="connsiteY109" fmla="*/ 2526030 h 3063240"/>
                      <a:gd name="connsiteX110" fmla="*/ 1489710 w 3417570"/>
                      <a:gd name="connsiteY110" fmla="*/ 2564130 h 3063240"/>
                      <a:gd name="connsiteX111" fmla="*/ 1436370 w 3417570"/>
                      <a:gd name="connsiteY111" fmla="*/ 2579370 h 3063240"/>
                      <a:gd name="connsiteX112" fmla="*/ 1363980 w 3417570"/>
                      <a:gd name="connsiteY112" fmla="*/ 2632710 h 3063240"/>
                      <a:gd name="connsiteX113" fmla="*/ 1329690 w 3417570"/>
                      <a:gd name="connsiteY113" fmla="*/ 2689860 h 3063240"/>
                      <a:gd name="connsiteX114" fmla="*/ 1283970 w 3417570"/>
                      <a:gd name="connsiteY114" fmla="*/ 2705100 h 3063240"/>
                      <a:gd name="connsiteX115" fmla="*/ 1215390 w 3417570"/>
                      <a:gd name="connsiteY115" fmla="*/ 2708910 h 3063240"/>
                      <a:gd name="connsiteX116" fmla="*/ 1177290 w 3417570"/>
                      <a:gd name="connsiteY116" fmla="*/ 2697480 h 3063240"/>
                      <a:gd name="connsiteX117" fmla="*/ 1146810 w 3417570"/>
                      <a:gd name="connsiteY117" fmla="*/ 2647950 h 3063240"/>
                      <a:gd name="connsiteX118" fmla="*/ 1150620 w 3417570"/>
                      <a:gd name="connsiteY118" fmla="*/ 2628900 h 3063240"/>
                      <a:gd name="connsiteX119" fmla="*/ 1169670 w 3417570"/>
                      <a:gd name="connsiteY119" fmla="*/ 2590800 h 3063240"/>
                      <a:gd name="connsiteX120" fmla="*/ 1188720 w 3417570"/>
                      <a:gd name="connsiteY120" fmla="*/ 2586990 h 3063240"/>
                      <a:gd name="connsiteX121" fmla="*/ 1211580 w 3417570"/>
                      <a:gd name="connsiteY121" fmla="*/ 2567940 h 3063240"/>
                      <a:gd name="connsiteX122" fmla="*/ 1207770 w 3417570"/>
                      <a:gd name="connsiteY122" fmla="*/ 2533650 h 3063240"/>
                      <a:gd name="connsiteX123" fmla="*/ 1173480 w 3417570"/>
                      <a:gd name="connsiteY123" fmla="*/ 2522220 h 3063240"/>
                      <a:gd name="connsiteX124" fmla="*/ 1127760 w 3417570"/>
                      <a:gd name="connsiteY124" fmla="*/ 2484120 h 3063240"/>
                      <a:gd name="connsiteX125" fmla="*/ 1120140 w 3417570"/>
                      <a:gd name="connsiteY125" fmla="*/ 2472690 h 3063240"/>
                      <a:gd name="connsiteX126" fmla="*/ 1131570 w 3417570"/>
                      <a:gd name="connsiteY126" fmla="*/ 2426970 h 3063240"/>
                      <a:gd name="connsiteX127" fmla="*/ 1093470 w 3417570"/>
                      <a:gd name="connsiteY127" fmla="*/ 2385060 h 3063240"/>
                      <a:gd name="connsiteX128" fmla="*/ 1032510 w 3417570"/>
                      <a:gd name="connsiteY128" fmla="*/ 2339340 h 3063240"/>
                      <a:gd name="connsiteX129" fmla="*/ 982980 w 3417570"/>
                      <a:gd name="connsiteY129" fmla="*/ 2278380 h 3063240"/>
                      <a:gd name="connsiteX130" fmla="*/ 956310 w 3417570"/>
                      <a:gd name="connsiteY130" fmla="*/ 2221230 h 3063240"/>
                      <a:gd name="connsiteX131" fmla="*/ 941070 w 3417570"/>
                      <a:gd name="connsiteY131" fmla="*/ 2145030 h 3063240"/>
                      <a:gd name="connsiteX132" fmla="*/ 922020 w 3417570"/>
                      <a:gd name="connsiteY132" fmla="*/ 2091690 h 3063240"/>
                      <a:gd name="connsiteX133" fmla="*/ 914400 w 3417570"/>
                      <a:gd name="connsiteY133" fmla="*/ 2030730 h 3063240"/>
                      <a:gd name="connsiteX134" fmla="*/ 914400 w 3417570"/>
                      <a:gd name="connsiteY134" fmla="*/ 1958340 h 3063240"/>
                      <a:gd name="connsiteX135" fmla="*/ 899160 w 3417570"/>
                      <a:gd name="connsiteY135" fmla="*/ 1905000 h 3063240"/>
                      <a:gd name="connsiteX136" fmla="*/ 880110 w 3417570"/>
                      <a:gd name="connsiteY136" fmla="*/ 1878330 h 3063240"/>
                      <a:gd name="connsiteX137" fmla="*/ 857250 w 3417570"/>
                      <a:gd name="connsiteY137" fmla="*/ 1870710 h 3063240"/>
                      <a:gd name="connsiteX138" fmla="*/ 807720 w 3417570"/>
                      <a:gd name="connsiteY138" fmla="*/ 1874520 h 3063240"/>
                      <a:gd name="connsiteX139" fmla="*/ 742950 w 3417570"/>
                      <a:gd name="connsiteY139" fmla="*/ 1870710 h 3063240"/>
                      <a:gd name="connsiteX140" fmla="*/ 666750 w 3417570"/>
                      <a:gd name="connsiteY140" fmla="*/ 1878330 h 3063240"/>
                      <a:gd name="connsiteX141" fmla="*/ 617220 w 3417570"/>
                      <a:gd name="connsiteY141" fmla="*/ 1874520 h 3063240"/>
                      <a:gd name="connsiteX142" fmla="*/ 560070 w 3417570"/>
                      <a:gd name="connsiteY142" fmla="*/ 1847850 h 3063240"/>
                      <a:gd name="connsiteX143" fmla="*/ 537210 w 3417570"/>
                      <a:gd name="connsiteY143" fmla="*/ 1786890 h 3063240"/>
                      <a:gd name="connsiteX144" fmla="*/ 537210 w 3417570"/>
                      <a:gd name="connsiteY144" fmla="*/ 1725930 h 3063240"/>
                      <a:gd name="connsiteX145" fmla="*/ 434340 w 3417570"/>
                      <a:gd name="connsiteY145" fmla="*/ 1543050 h 3063240"/>
                      <a:gd name="connsiteX146" fmla="*/ 358140 w 3417570"/>
                      <a:gd name="connsiteY146" fmla="*/ 1360170 h 3063240"/>
                      <a:gd name="connsiteX147" fmla="*/ 285750 w 3417570"/>
                      <a:gd name="connsiteY147" fmla="*/ 1177290 h 3063240"/>
                      <a:gd name="connsiteX148" fmla="*/ 236220 w 3417570"/>
                      <a:gd name="connsiteY148" fmla="*/ 1059180 h 3063240"/>
                      <a:gd name="connsiteX149" fmla="*/ 201930 w 3417570"/>
                      <a:gd name="connsiteY149" fmla="*/ 963930 h 3063240"/>
                      <a:gd name="connsiteX150" fmla="*/ 186690 w 3417570"/>
                      <a:gd name="connsiteY150" fmla="*/ 891540 h 3063240"/>
                      <a:gd name="connsiteX151" fmla="*/ 179070 w 3417570"/>
                      <a:gd name="connsiteY151" fmla="*/ 834390 h 3063240"/>
                      <a:gd name="connsiteX152" fmla="*/ 163830 w 3417570"/>
                      <a:gd name="connsiteY152" fmla="*/ 769620 h 3063240"/>
                      <a:gd name="connsiteX153" fmla="*/ 156210 w 3417570"/>
                      <a:gd name="connsiteY153" fmla="*/ 697230 h 3063240"/>
                      <a:gd name="connsiteX154" fmla="*/ 148590 w 3417570"/>
                      <a:gd name="connsiteY154" fmla="*/ 655320 h 3063240"/>
                      <a:gd name="connsiteX155" fmla="*/ 118110 w 3417570"/>
                      <a:gd name="connsiteY155" fmla="*/ 605790 h 3063240"/>
                      <a:gd name="connsiteX156" fmla="*/ 76200 w 3417570"/>
                      <a:gd name="connsiteY156" fmla="*/ 567690 h 3063240"/>
                      <a:gd name="connsiteX157" fmla="*/ 22860 w 3417570"/>
                      <a:gd name="connsiteY157" fmla="*/ 495300 h 3063240"/>
                      <a:gd name="connsiteX158" fmla="*/ 0 w 3417570"/>
                      <a:gd name="connsiteY158" fmla="*/ 461010 h 3063240"/>
                      <a:gd name="connsiteX159" fmla="*/ 0 w 3417570"/>
                      <a:gd name="connsiteY159" fmla="*/ 461010 h 3063240"/>
                      <a:gd name="connsiteX160" fmla="*/ 22860 w 3417570"/>
                      <a:gd name="connsiteY160" fmla="*/ 419100 h 3063240"/>
                      <a:gd name="connsiteX161" fmla="*/ 64770 w 3417570"/>
                      <a:gd name="connsiteY161" fmla="*/ 392430 h 3063240"/>
                      <a:gd name="connsiteX162" fmla="*/ 125730 w 3417570"/>
                      <a:gd name="connsiteY162" fmla="*/ 304800 h 3063240"/>
                      <a:gd name="connsiteX163" fmla="*/ 167640 w 3417570"/>
                      <a:gd name="connsiteY163" fmla="*/ 243840 h 3063240"/>
                      <a:gd name="connsiteX164" fmla="*/ 217170 w 3417570"/>
                      <a:gd name="connsiteY164" fmla="*/ 182880 h 3063240"/>
                      <a:gd name="connsiteX165" fmla="*/ 293370 w 3417570"/>
                      <a:gd name="connsiteY165" fmla="*/ 99060 h 3063240"/>
                      <a:gd name="connsiteX166" fmla="*/ 320040 w 3417570"/>
                      <a:gd name="connsiteY166" fmla="*/ 38100 h 3063240"/>
                      <a:gd name="connsiteX167" fmla="*/ 350520 w 3417570"/>
                      <a:gd name="connsiteY167" fmla="*/ 22860 h 3063240"/>
                      <a:gd name="connsiteX168" fmla="*/ 407670 w 3417570"/>
                      <a:gd name="connsiteY168" fmla="*/ 22860 h 3063240"/>
                      <a:gd name="connsiteX169" fmla="*/ 445770 w 3417570"/>
                      <a:gd name="connsiteY169" fmla="*/ 0 h 3063240"/>
                      <a:gd name="connsiteX170" fmla="*/ 502920 w 3417570"/>
                      <a:gd name="connsiteY170" fmla="*/ 15240 h 3063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Lst>
                    <a:rect l="l" t="t" r="r" b="b"/>
                    <a:pathLst>
                      <a:path w="3417570" h="3063240">
                        <a:moveTo>
                          <a:pt x="502920" y="15240"/>
                        </a:moveTo>
                        <a:lnTo>
                          <a:pt x="502920" y="15240"/>
                        </a:lnTo>
                        <a:lnTo>
                          <a:pt x="609600" y="49530"/>
                        </a:lnTo>
                        <a:lnTo>
                          <a:pt x="704850" y="64770"/>
                        </a:lnTo>
                        <a:lnTo>
                          <a:pt x="762000" y="83820"/>
                        </a:lnTo>
                        <a:lnTo>
                          <a:pt x="822960" y="99060"/>
                        </a:lnTo>
                        <a:lnTo>
                          <a:pt x="910590" y="137160"/>
                        </a:lnTo>
                        <a:lnTo>
                          <a:pt x="990600" y="179070"/>
                        </a:lnTo>
                        <a:lnTo>
                          <a:pt x="1085850" y="220980"/>
                        </a:lnTo>
                        <a:lnTo>
                          <a:pt x="1169670" y="281940"/>
                        </a:lnTo>
                        <a:lnTo>
                          <a:pt x="1238250" y="300990"/>
                        </a:lnTo>
                        <a:lnTo>
                          <a:pt x="1306830" y="323850"/>
                        </a:lnTo>
                        <a:lnTo>
                          <a:pt x="1341120" y="331470"/>
                        </a:lnTo>
                        <a:lnTo>
                          <a:pt x="1390650" y="377190"/>
                        </a:lnTo>
                        <a:lnTo>
                          <a:pt x="1440180" y="426720"/>
                        </a:lnTo>
                        <a:lnTo>
                          <a:pt x="1508760" y="468630"/>
                        </a:lnTo>
                        <a:lnTo>
                          <a:pt x="1546860" y="495300"/>
                        </a:lnTo>
                        <a:lnTo>
                          <a:pt x="1550670" y="552450"/>
                        </a:lnTo>
                        <a:lnTo>
                          <a:pt x="1539240" y="582930"/>
                        </a:lnTo>
                        <a:lnTo>
                          <a:pt x="1539240" y="659130"/>
                        </a:lnTo>
                        <a:lnTo>
                          <a:pt x="1554480" y="781050"/>
                        </a:lnTo>
                        <a:lnTo>
                          <a:pt x="1554480" y="857250"/>
                        </a:lnTo>
                        <a:lnTo>
                          <a:pt x="1573530" y="941070"/>
                        </a:lnTo>
                        <a:lnTo>
                          <a:pt x="1577340" y="1047750"/>
                        </a:lnTo>
                        <a:lnTo>
                          <a:pt x="1592580" y="1150620"/>
                        </a:lnTo>
                        <a:lnTo>
                          <a:pt x="1592580" y="1219200"/>
                        </a:lnTo>
                        <a:lnTo>
                          <a:pt x="1588770" y="1261110"/>
                        </a:lnTo>
                        <a:lnTo>
                          <a:pt x="1607820" y="1295400"/>
                        </a:lnTo>
                        <a:lnTo>
                          <a:pt x="1642110" y="1303020"/>
                        </a:lnTo>
                        <a:lnTo>
                          <a:pt x="1684020" y="1360170"/>
                        </a:lnTo>
                        <a:lnTo>
                          <a:pt x="1748790" y="1379220"/>
                        </a:lnTo>
                        <a:lnTo>
                          <a:pt x="1832610" y="1379220"/>
                        </a:lnTo>
                        <a:lnTo>
                          <a:pt x="1931670" y="1398270"/>
                        </a:lnTo>
                        <a:lnTo>
                          <a:pt x="2042160" y="1417320"/>
                        </a:lnTo>
                        <a:lnTo>
                          <a:pt x="2179320" y="1466850"/>
                        </a:lnTo>
                        <a:lnTo>
                          <a:pt x="2305050" y="1489710"/>
                        </a:lnTo>
                        <a:lnTo>
                          <a:pt x="2453640" y="1539240"/>
                        </a:lnTo>
                        <a:lnTo>
                          <a:pt x="2537460" y="1569720"/>
                        </a:lnTo>
                        <a:lnTo>
                          <a:pt x="2651760" y="1623060"/>
                        </a:lnTo>
                        <a:lnTo>
                          <a:pt x="2743200" y="1703070"/>
                        </a:lnTo>
                        <a:lnTo>
                          <a:pt x="2796540" y="1714500"/>
                        </a:lnTo>
                        <a:lnTo>
                          <a:pt x="2823210" y="1779270"/>
                        </a:lnTo>
                        <a:lnTo>
                          <a:pt x="2868930" y="1905000"/>
                        </a:lnTo>
                        <a:lnTo>
                          <a:pt x="2918460" y="2034540"/>
                        </a:lnTo>
                        <a:lnTo>
                          <a:pt x="2960370" y="2145030"/>
                        </a:lnTo>
                        <a:lnTo>
                          <a:pt x="2979420" y="2240280"/>
                        </a:lnTo>
                        <a:lnTo>
                          <a:pt x="3013710" y="2327910"/>
                        </a:lnTo>
                        <a:lnTo>
                          <a:pt x="3013710" y="2327910"/>
                        </a:lnTo>
                        <a:lnTo>
                          <a:pt x="3032760" y="2400300"/>
                        </a:lnTo>
                        <a:lnTo>
                          <a:pt x="3097530" y="2446020"/>
                        </a:lnTo>
                        <a:lnTo>
                          <a:pt x="3147060" y="2472690"/>
                        </a:lnTo>
                        <a:lnTo>
                          <a:pt x="3219450" y="2541270"/>
                        </a:lnTo>
                        <a:lnTo>
                          <a:pt x="3276600" y="2598420"/>
                        </a:lnTo>
                        <a:lnTo>
                          <a:pt x="3360420" y="2720340"/>
                        </a:lnTo>
                        <a:lnTo>
                          <a:pt x="3398520" y="2769870"/>
                        </a:lnTo>
                        <a:lnTo>
                          <a:pt x="3417570" y="2807970"/>
                        </a:lnTo>
                        <a:lnTo>
                          <a:pt x="3383280" y="2849880"/>
                        </a:lnTo>
                        <a:lnTo>
                          <a:pt x="3337560" y="2884170"/>
                        </a:lnTo>
                        <a:lnTo>
                          <a:pt x="3326130" y="2922270"/>
                        </a:lnTo>
                        <a:lnTo>
                          <a:pt x="3284220" y="2956560"/>
                        </a:lnTo>
                        <a:lnTo>
                          <a:pt x="3227070" y="2945130"/>
                        </a:lnTo>
                        <a:lnTo>
                          <a:pt x="3128010" y="2929890"/>
                        </a:lnTo>
                        <a:lnTo>
                          <a:pt x="3051810" y="2895600"/>
                        </a:lnTo>
                        <a:lnTo>
                          <a:pt x="3006090" y="2865120"/>
                        </a:lnTo>
                        <a:lnTo>
                          <a:pt x="2964180" y="2849880"/>
                        </a:lnTo>
                        <a:lnTo>
                          <a:pt x="2922270" y="2861310"/>
                        </a:lnTo>
                        <a:lnTo>
                          <a:pt x="2914650" y="2922270"/>
                        </a:lnTo>
                        <a:lnTo>
                          <a:pt x="2865120" y="2967990"/>
                        </a:lnTo>
                        <a:lnTo>
                          <a:pt x="2815590" y="3006090"/>
                        </a:lnTo>
                        <a:lnTo>
                          <a:pt x="2762250" y="3051810"/>
                        </a:lnTo>
                        <a:lnTo>
                          <a:pt x="2724150" y="3063240"/>
                        </a:lnTo>
                        <a:lnTo>
                          <a:pt x="2701290" y="3017520"/>
                        </a:lnTo>
                        <a:lnTo>
                          <a:pt x="2693670" y="2956560"/>
                        </a:lnTo>
                        <a:lnTo>
                          <a:pt x="2678430" y="2899410"/>
                        </a:lnTo>
                        <a:lnTo>
                          <a:pt x="2670810" y="2849880"/>
                        </a:lnTo>
                        <a:lnTo>
                          <a:pt x="2670810" y="2792730"/>
                        </a:lnTo>
                        <a:lnTo>
                          <a:pt x="2632710" y="2777490"/>
                        </a:lnTo>
                        <a:lnTo>
                          <a:pt x="2586990" y="2792730"/>
                        </a:lnTo>
                        <a:lnTo>
                          <a:pt x="2548890" y="2777490"/>
                        </a:lnTo>
                        <a:lnTo>
                          <a:pt x="2533650" y="2735580"/>
                        </a:lnTo>
                        <a:lnTo>
                          <a:pt x="2548890" y="2659380"/>
                        </a:lnTo>
                        <a:lnTo>
                          <a:pt x="2529840" y="2625090"/>
                        </a:lnTo>
                        <a:lnTo>
                          <a:pt x="2457450" y="2590800"/>
                        </a:lnTo>
                        <a:lnTo>
                          <a:pt x="2407920" y="2571750"/>
                        </a:lnTo>
                        <a:lnTo>
                          <a:pt x="2362200" y="2567940"/>
                        </a:lnTo>
                        <a:lnTo>
                          <a:pt x="2339340" y="2533650"/>
                        </a:lnTo>
                        <a:lnTo>
                          <a:pt x="2312670" y="2510790"/>
                        </a:lnTo>
                        <a:lnTo>
                          <a:pt x="2327910" y="2468880"/>
                        </a:lnTo>
                        <a:lnTo>
                          <a:pt x="2362200" y="2385060"/>
                        </a:lnTo>
                        <a:lnTo>
                          <a:pt x="2396490" y="2316480"/>
                        </a:lnTo>
                        <a:lnTo>
                          <a:pt x="2407920" y="2274570"/>
                        </a:lnTo>
                        <a:lnTo>
                          <a:pt x="2404110" y="2240280"/>
                        </a:lnTo>
                        <a:lnTo>
                          <a:pt x="2366010" y="2221230"/>
                        </a:lnTo>
                        <a:lnTo>
                          <a:pt x="2320290" y="2236470"/>
                        </a:lnTo>
                        <a:lnTo>
                          <a:pt x="2297430" y="2259330"/>
                        </a:lnTo>
                        <a:lnTo>
                          <a:pt x="2259330" y="2289810"/>
                        </a:lnTo>
                        <a:lnTo>
                          <a:pt x="2221230" y="2289810"/>
                        </a:lnTo>
                        <a:lnTo>
                          <a:pt x="2190750" y="2274570"/>
                        </a:lnTo>
                        <a:lnTo>
                          <a:pt x="2156460" y="2266950"/>
                        </a:lnTo>
                        <a:lnTo>
                          <a:pt x="2114550" y="2259330"/>
                        </a:lnTo>
                        <a:lnTo>
                          <a:pt x="2068830" y="2259330"/>
                        </a:lnTo>
                        <a:lnTo>
                          <a:pt x="2049780" y="2293620"/>
                        </a:lnTo>
                        <a:lnTo>
                          <a:pt x="1996440" y="2335530"/>
                        </a:lnTo>
                        <a:lnTo>
                          <a:pt x="1969770" y="2381250"/>
                        </a:lnTo>
                        <a:lnTo>
                          <a:pt x="1920240" y="2400300"/>
                        </a:lnTo>
                        <a:lnTo>
                          <a:pt x="1844040" y="2392680"/>
                        </a:lnTo>
                        <a:lnTo>
                          <a:pt x="1733550" y="2400300"/>
                        </a:lnTo>
                        <a:lnTo>
                          <a:pt x="1684020" y="2426970"/>
                        </a:lnTo>
                        <a:lnTo>
                          <a:pt x="1630680" y="2472690"/>
                        </a:lnTo>
                        <a:lnTo>
                          <a:pt x="1531620" y="2526030"/>
                        </a:lnTo>
                        <a:lnTo>
                          <a:pt x="1489710" y="2564130"/>
                        </a:lnTo>
                        <a:lnTo>
                          <a:pt x="1436370" y="2579370"/>
                        </a:lnTo>
                        <a:lnTo>
                          <a:pt x="1363980" y="2632710"/>
                        </a:lnTo>
                        <a:lnTo>
                          <a:pt x="1329690" y="2689860"/>
                        </a:lnTo>
                        <a:lnTo>
                          <a:pt x="1283970" y="2705100"/>
                        </a:lnTo>
                        <a:lnTo>
                          <a:pt x="1215390" y="2708910"/>
                        </a:lnTo>
                        <a:lnTo>
                          <a:pt x="1177290" y="2697480"/>
                        </a:lnTo>
                        <a:lnTo>
                          <a:pt x="1146810" y="2647950"/>
                        </a:lnTo>
                        <a:lnTo>
                          <a:pt x="1150620" y="2628900"/>
                        </a:lnTo>
                        <a:lnTo>
                          <a:pt x="1169670" y="2590800"/>
                        </a:lnTo>
                        <a:lnTo>
                          <a:pt x="1188720" y="2586990"/>
                        </a:lnTo>
                        <a:lnTo>
                          <a:pt x="1211580" y="2567940"/>
                        </a:lnTo>
                        <a:lnTo>
                          <a:pt x="1207770" y="2533650"/>
                        </a:lnTo>
                        <a:lnTo>
                          <a:pt x="1173480" y="2522220"/>
                        </a:lnTo>
                        <a:lnTo>
                          <a:pt x="1127760" y="2484120"/>
                        </a:lnTo>
                        <a:lnTo>
                          <a:pt x="1120140" y="2472690"/>
                        </a:lnTo>
                        <a:lnTo>
                          <a:pt x="1131570" y="2426970"/>
                        </a:lnTo>
                        <a:lnTo>
                          <a:pt x="1093470" y="2385060"/>
                        </a:lnTo>
                        <a:lnTo>
                          <a:pt x="1032510" y="2339340"/>
                        </a:lnTo>
                        <a:lnTo>
                          <a:pt x="982980" y="2278380"/>
                        </a:lnTo>
                        <a:lnTo>
                          <a:pt x="956310" y="2221230"/>
                        </a:lnTo>
                        <a:lnTo>
                          <a:pt x="941070" y="2145030"/>
                        </a:lnTo>
                        <a:lnTo>
                          <a:pt x="922020" y="2091690"/>
                        </a:lnTo>
                        <a:lnTo>
                          <a:pt x="914400" y="2030730"/>
                        </a:lnTo>
                        <a:lnTo>
                          <a:pt x="914400" y="1958340"/>
                        </a:lnTo>
                        <a:lnTo>
                          <a:pt x="899160" y="1905000"/>
                        </a:lnTo>
                        <a:lnTo>
                          <a:pt x="880110" y="1878330"/>
                        </a:lnTo>
                        <a:lnTo>
                          <a:pt x="857250" y="1870710"/>
                        </a:lnTo>
                        <a:lnTo>
                          <a:pt x="807720" y="1874520"/>
                        </a:lnTo>
                        <a:lnTo>
                          <a:pt x="742950" y="1870710"/>
                        </a:lnTo>
                        <a:lnTo>
                          <a:pt x="666750" y="1878330"/>
                        </a:lnTo>
                        <a:lnTo>
                          <a:pt x="617220" y="1874520"/>
                        </a:lnTo>
                        <a:lnTo>
                          <a:pt x="560070" y="1847850"/>
                        </a:lnTo>
                        <a:lnTo>
                          <a:pt x="537210" y="1786890"/>
                        </a:lnTo>
                        <a:lnTo>
                          <a:pt x="537210" y="1725930"/>
                        </a:lnTo>
                        <a:lnTo>
                          <a:pt x="434340" y="1543050"/>
                        </a:lnTo>
                        <a:lnTo>
                          <a:pt x="358140" y="1360170"/>
                        </a:lnTo>
                        <a:lnTo>
                          <a:pt x="285750" y="1177290"/>
                        </a:lnTo>
                        <a:lnTo>
                          <a:pt x="236220" y="1059180"/>
                        </a:lnTo>
                        <a:lnTo>
                          <a:pt x="201930" y="963930"/>
                        </a:lnTo>
                        <a:lnTo>
                          <a:pt x="186690" y="891540"/>
                        </a:lnTo>
                        <a:lnTo>
                          <a:pt x="179070" y="834390"/>
                        </a:lnTo>
                        <a:lnTo>
                          <a:pt x="163830" y="769620"/>
                        </a:lnTo>
                        <a:lnTo>
                          <a:pt x="156210" y="697230"/>
                        </a:lnTo>
                        <a:lnTo>
                          <a:pt x="148590" y="655320"/>
                        </a:lnTo>
                        <a:lnTo>
                          <a:pt x="118110" y="605790"/>
                        </a:lnTo>
                        <a:lnTo>
                          <a:pt x="76200" y="567690"/>
                        </a:lnTo>
                        <a:lnTo>
                          <a:pt x="22860" y="495300"/>
                        </a:lnTo>
                        <a:lnTo>
                          <a:pt x="0" y="461010"/>
                        </a:lnTo>
                        <a:lnTo>
                          <a:pt x="0" y="461010"/>
                        </a:lnTo>
                        <a:lnTo>
                          <a:pt x="22860" y="419100"/>
                        </a:lnTo>
                        <a:lnTo>
                          <a:pt x="64770" y="392430"/>
                        </a:lnTo>
                        <a:lnTo>
                          <a:pt x="125730" y="304800"/>
                        </a:lnTo>
                        <a:lnTo>
                          <a:pt x="167640" y="243840"/>
                        </a:lnTo>
                        <a:lnTo>
                          <a:pt x="217170" y="182880"/>
                        </a:lnTo>
                        <a:lnTo>
                          <a:pt x="293370" y="99060"/>
                        </a:lnTo>
                        <a:lnTo>
                          <a:pt x="320040" y="38100"/>
                        </a:lnTo>
                        <a:lnTo>
                          <a:pt x="350520" y="22860"/>
                        </a:lnTo>
                        <a:lnTo>
                          <a:pt x="407670" y="22860"/>
                        </a:lnTo>
                        <a:lnTo>
                          <a:pt x="445770" y="0"/>
                        </a:lnTo>
                        <a:lnTo>
                          <a:pt x="502920" y="15240"/>
                        </a:lnTo>
                        <a:close/>
                      </a:path>
                    </a:pathLst>
                  </a:cu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700">
                      <a:ln>
                        <a:solidFill>
                          <a:schemeClr val="accent1">
                            <a:alpha val="0"/>
                          </a:schemeClr>
                        </a:solidFill>
                      </a:ln>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60" name="서초구">
                    <a:extLst>
                      <a:ext uri="{FF2B5EF4-FFF2-40B4-BE49-F238E27FC236}">
                        <a16:creationId xmlns:a16="http://schemas.microsoft.com/office/drawing/2014/main" id="{535CB22A-E932-1BBB-4699-F409E3B85F00}"/>
                      </a:ext>
                    </a:extLst>
                  </p:cNvPr>
                  <p:cNvSpPr/>
                  <p:nvPr/>
                </p:nvSpPr>
                <p:spPr>
                  <a:xfrm>
                    <a:off x="3032760" y="8732520"/>
                    <a:ext cx="3728720" cy="3759200"/>
                  </a:xfrm>
                  <a:custGeom>
                    <a:avLst/>
                    <a:gdLst>
                      <a:gd name="connsiteX0" fmla="*/ 975360 w 3728720"/>
                      <a:gd name="connsiteY0" fmla="*/ 45720 h 3759200"/>
                      <a:gd name="connsiteX1" fmla="*/ 904240 w 3728720"/>
                      <a:gd name="connsiteY1" fmla="*/ 116840 h 3759200"/>
                      <a:gd name="connsiteX2" fmla="*/ 848360 w 3728720"/>
                      <a:gd name="connsiteY2" fmla="*/ 172720 h 3759200"/>
                      <a:gd name="connsiteX3" fmla="*/ 762000 w 3728720"/>
                      <a:gd name="connsiteY3" fmla="*/ 213360 h 3759200"/>
                      <a:gd name="connsiteX4" fmla="*/ 701040 w 3728720"/>
                      <a:gd name="connsiteY4" fmla="*/ 294640 h 3759200"/>
                      <a:gd name="connsiteX5" fmla="*/ 624840 w 3728720"/>
                      <a:gd name="connsiteY5" fmla="*/ 350520 h 3759200"/>
                      <a:gd name="connsiteX6" fmla="*/ 558800 w 3728720"/>
                      <a:gd name="connsiteY6" fmla="*/ 391160 h 3759200"/>
                      <a:gd name="connsiteX7" fmla="*/ 441960 w 3728720"/>
                      <a:gd name="connsiteY7" fmla="*/ 447040 h 3759200"/>
                      <a:gd name="connsiteX8" fmla="*/ 299720 w 3728720"/>
                      <a:gd name="connsiteY8" fmla="*/ 513080 h 3759200"/>
                      <a:gd name="connsiteX9" fmla="*/ 157480 w 3728720"/>
                      <a:gd name="connsiteY9" fmla="*/ 563880 h 3759200"/>
                      <a:gd name="connsiteX10" fmla="*/ 96520 w 3728720"/>
                      <a:gd name="connsiteY10" fmla="*/ 584200 h 3759200"/>
                      <a:gd name="connsiteX11" fmla="*/ 40640 w 3728720"/>
                      <a:gd name="connsiteY11" fmla="*/ 584200 h 3759200"/>
                      <a:gd name="connsiteX12" fmla="*/ 0 w 3728720"/>
                      <a:gd name="connsiteY12" fmla="*/ 599440 h 3759200"/>
                      <a:gd name="connsiteX13" fmla="*/ 0 w 3728720"/>
                      <a:gd name="connsiteY13" fmla="*/ 624840 h 3759200"/>
                      <a:gd name="connsiteX14" fmla="*/ 25400 w 3728720"/>
                      <a:gd name="connsiteY14" fmla="*/ 685800 h 3759200"/>
                      <a:gd name="connsiteX15" fmla="*/ 71120 w 3728720"/>
                      <a:gd name="connsiteY15" fmla="*/ 721360 h 3759200"/>
                      <a:gd name="connsiteX16" fmla="*/ 142240 w 3728720"/>
                      <a:gd name="connsiteY16" fmla="*/ 828040 h 3759200"/>
                      <a:gd name="connsiteX17" fmla="*/ 172720 w 3728720"/>
                      <a:gd name="connsiteY17" fmla="*/ 894080 h 3759200"/>
                      <a:gd name="connsiteX18" fmla="*/ 182880 w 3728720"/>
                      <a:gd name="connsiteY18" fmla="*/ 939800 h 3759200"/>
                      <a:gd name="connsiteX19" fmla="*/ 177800 w 3728720"/>
                      <a:gd name="connsiteY19" fmla="*/ 980440 h 3759200"/>
                      <a:gd name="connsiteX20" fmla="*/ 111760 w 3728720"/>
                      <a:gd name="connsiteY20" fmla="*/ 1021080 h 3759200"/>
                      <a:gd name="connsiteX21" fmla="*/ 91440 w 3728720"/>
                      <a:gd name="connsiteY21" fmla="*/ 1066800 h 3759200"/>
                      <a:gd name="connsiteX22" fmla="*/ 71120 w 3728720"/>
                      <a:gd name="connsiteY22" fmla="*/ 1183640 h 3759200"/>
                      <a:gd name="connsiteX23" fmla="*/ 55880 w 3728720"/>
                      <a:gd name="connsiteY23" fmla="*/ 1605280 h 3759200"/>
                      <a:gd name="connsiteX24" fmla="*/ 35560 w 3728720"/>
                      <a:gd name="connsiteY24" fmla="*/ 1676400 h 3759200"/>
                      <a:gd name="connsiteX25" fmla="*/ 40640 w 3728720"/>
                      <a:gd name="connsiteY25" fmla="*/ 1772920 h 3759200"/>
                      <a:gd name="connsiteX26" fmla="*/ 81280 w 3728720"/>
                      <a:gd name="connsiteY26" fmla="*/ 1981200 h 3759200"/>
                      <a:gd name="connsiteX27" fmla="*/ 157480 w 3728720"/>
                      <a:gd name="connsiteY27" fmla="*/ 2087880 h 3759200"/>
                      <a:gd name="connsiteX28" fmla="*/ 233680 w 3728720"/>
                      <a:gd name="connsiteY28" fmla="*/ 2133600 h 3759200"/>
                      <a:gd name="connsiteX29" fmla="*/ 269240 w 3728720"/>
                      <a:gd name="connsiteY29" fmla="*/ 2189480 h 3759200"/>
                      <a:gd name="connsiteX30" fmla="*/ 269240 w 3728720"/>
                      <a:gd name="connsiteY30" fmla="*/ 2280920 h 3759200"/>
                      <a:gd name="connsiteX31" fmla="*/ 259080 w 3728720"/>
                      <a:gd name="connsiteY31" fmla="*/ 2357120 h 3759200"/>
                      <a:gd name="connsiteX32" fmla="*/ 243840 w 3728720"/>
                      <a:gd name="connsiteY32" fmla="*/ 2519680 h 3759200"/>
                      <a:gd name="connsiteX33" fmla="*/ 243840 w 3728720"/>
                      <a:gd name="connsiteY33" fmla="*/ 2519680 h 3759200"/>
                      <a:gd name="connsiteX34" fmla="*/ 350520 w 3728720"/>
                      <a:gd name="connsiteY34" fmla="*/ 2473960 h 3759200"/>
                      <a:gd name="connsiteX35" fmla="*/ 436880 w 3728720"/>
                      <a:gd name="connsiteY35" fmla="*/ 2463800 h 3759200"/>
                      <a:gd name="connsiteX36" fmla="*/ 497840 w 3728720"/>
                      <a:gd name="connsiteY36" fmla="*/ 2448560 h 3759200"/>
                      <a:gd name="connsiteX37" fmla="*/ 533400 w 3728720"/>
                      <a:gd name="connsiteY37" fmla="*/ 2392680 h 3759200"/>
                      <a:gd name="connsiteX38" fmla="*/ 518160 w 3728720"/>
                      <a:gd name="connsiteY38" fmla="*/ 2296160 h 3759200"/>
                      <a:gd name="connsiteX39" fmla="*/ 523240 w 3728720"/>
                      <a:gd name="connsiteY39" fmla="*/ 2204720 h 3759200"/>
                      <a:gd name="connsiteX40" fmla="*/ 543560 w 3728720"/>
                      <a:gd name="connsiteY40" fmla="*/ 2174240 h 3759200"/>
                      <a:gd name="connsiteX41" fmla="*/ 574040 w 3728720"/>
                      <a:gd name="connsiteY41" fmla="*/ 2199640 h 3759200"/>
                      <a:gd name="connsiteX42" fmla="*/ 665480 w 3728720"/>
                      <a:gd name="connsiteY42" fmla="*/ 2189480 h 3759200"/>
                      <a:gd name="connsiteX43" fmla="*/ 721360 w 3728720"/>
                      <a:gd name="connsiteY43" fmla="*/ 2214880 h 3759200"/>
                      <a:gd name="connsiteX44" fmla="*/ 716280 w 3728720"/>
                      <a:gd name="connsiteY44" fmla="*/ 2280920 h 3759200"/>
                      <a:gd name="connsiteX45" fmla="*/ 716280 w 3728720"/>
                      <a:gd name="connsiteY45" fmla="*/ 2326640 h 3759200"/>
                      <a:gd name="connsiteX46" fmla="*/ 736600 w 3728720"/>
                      <a:gd name="connsiteY46" fmla="*/ 2362200 h 3759200"/>
                      <a:gd name="connsiteX47" fmla="*/ 756920 w 3728720"/>
                      <a:gd name="connsiteY47" fmla="*/ 2428240 h 3759200"/>
                      <a:gd name="connsiteX48" fmla="*/ 772160 w 3728720"/>
                      <a:gd name="connsiteY48" fmla="*/ 2494280 h 3759200"/>
                      <a:gd name="connsiteX49" fmla="*/ 873760 w 3728720"/>
                      <a:gd name="connsiteY49" fmla="*/ 2555240 h 3759200"/>
                      <a:gd name="connsiteX50" fmla="*/ 975360 w 3728720"/>
                      <a:gd name="connsiteY50" fmla="*/ 2641600 h 3759200"/>
                      <a:gd name="connsiteX51" fmla="*/ 1071880 w 3728720"/>
                      <a:gd name="connsiteY51" fmla="*/ 2682240 h 3759200"/>
                      <a:gd name="connsiteX52" fmla="*/ 1173480 w 3728720"/>
                      <a:gd name="connsiteY52" fmla="*/ 2717800 h 3759200"/>
                      <a:gd name="connsiteX53" fmla="*/ 1270000 w 3728720"/>
                      <a:gd name="connsiteY53" fmla="*/ 2692400 h 3759200"/>
                      <a:gd name="connsiteX54" fmla="*/ 1361440 w 3728720"/>
                      <a:gd name="connsiteY54" fmla="*/ 2636520 h 3759200"/>
                      <a:gd name="connsiteX55" fmla="*/ 1463040 w 3728720"/>
                      <a:gd name="connsiteY55" fmla="*/ 2606040 h 3759200"/>
                      <a:gd name="connsiteX56" fmla="*/ 1554480 w 3728720"/>
                      <a:gd name="connsiteY56" fmla="*/ 2565400 h 3759200"/>
                      <a:gd name="connsiteX57" fmla="*/ 1559560 w 3728720"/>
                      <a:gd name="connsiteY57" fmla="*/ 2514600 h 3759200"/>
                      <a:gd name="connsiteX58" fmla="*/ 1549400 w 3728720"/>
                      <a:gd name="connsiteY58" fmla="*/ 2438400 h 3759200"/>
                      <a:gd name="connsiteX59" fmla="*/ 1584960 w 3728720"/>
                      <a:gd name="connsiteY59" fmla="*/ 2336800 h 3759200"/>
                      <a:gd name="connsiteX60" fmla="*/ 1584960 w 3728720"/>
                      <a:gd name="connsiteY60" fmla="*/ 2291080 h 3759200"/>
                      <a:gd name="connsiteX61" fmla="*/ 1590040 w 3728720"/>
                      <a:gd name="connsiteY61" fmla="*/ 2250440 h 3759200"/>
                      <a:gd name="connsiteX62" fmla="*/ 1625600 w 3728720"/>
                      <a:gd name="connsiteY62" fmla="*/ 2260600 h 3759200"/>
                      <a:gd name="connsiteX63" fmla="*/ 1656080 w 3728720"/>
                      <a:gd name="connsiteY63" fmla="*/ 2321560 h 3759200"/>
                      <a:gd name="connsiteX64" fmla="*/ 1722120 w 3728720"/>
                      <a:gd name="connsiteY64" fmla="*/ 2387600 h 3759200"/>
                      <a:gd name="connsiteX65" fmla="*/ 1752600 w 3728720"/>
                      <a:gd name="connsiteY65" fmla="*/ 2453640 h 3759200"/>
                      <a:gd name="connsiteX66" fmla="*/ 1757680 w 3728720"/>
                      <a:gd name="connsiteY66" fmla="*/ 2545080 h 3759200"/>
                      <a:gd name="connsiteX67" fmla="*/ 1752600 w 3728720"/>
                      <a:gd name="connsiteY67" fmla="*/ 2636520 h 3759200"/>
                      <a:gd name="connsiteX68" fmla="*/ 1762760 w 3728720"/>
                      <a:gd name="connsiteY68" fmla="*/ 2733040 h 3759200"/>
                      <a:gd name="connsiteX69" fmla="*/ 1788160 w 3728720"/>
                      <a:gd name="connsiteY69" fmla="*/ 2809240 h 3759200"/>
                      <a:gd name="connsiteX70" fmla="*/ 1859280 w 3728720"/>
                      <a:gd name="connsiteY70" fmla="*/ 2910840 h 3759200"/>
                      <a:gd name="connsiteX71" fmla="*/ 1864360 w 3728720"/>
                      <a:gd name="connsiteY71" fmla="*/ 2956560 h 3759200"/>
                      <a:gd name="connsiteX72" fmla="*/ 1844040 w 3728720"/>
                      <a:gd name="connsiteY72" fmla="*/ 3007360 h 3759200"/>
                      <a:gd name="connsiteX73" fmla="*/ 1823720 w 3728720"/>
                      <a:gd name="connsiteY73" fmla="*/ 3088640 h 3759200"/>
                      <a:gd name="connsiteX74" fmla="*/ 1788160 w 3728720"/>
                      <a:gd name="connsiteY74" fmla="*/ 3159760 h 3759200"/>
                      <a:gd name="connsiteX75" fmla="*/ 1788160 w 3728720"/>
                      <a:gd name="connsiteY75" fmla="*/ 3159760 h 3759200"/>
                      <a:gd name="connsiteX76" fmla="*/ 1767840 w 3728720"/>
                      <a:gd name="connsiteY76" fmla="*/ 3241040 h 3759200"/>
                      <a:gd name="connsiteX77" fmla="*/ 1808480 w 3728720"/>
                      <a:gd name="connsiteY77" fmla="*/ 3281680 h 3759200"/>
                      <a:gd name="connsiteX78" fmla="*/ 1879600 w 3728720"/>
                      <a:gd name="connsiteY78" fmla="*/ 3342640 h 3759200"/>
                      <a:gd name="connsiteX79" fmla="*/ 1920240 w 3728720"/>
                      <a:gd name="connsiteY79" fmla="*/ 3373120 h 3759200"/>
                      <a:gd name="connsiteX80" fmla="*/ 1955800 w 3728720"/>
                      <a:gd name="connsiteY80" fmla="*/ 3388360 h 3759200"/>
                      <a:gd name="connsiteX81" fmla="*/ 2026920 w 3728720"/>
                      <a:gd name="connsiteY81" fmla="*/ 3423920 h 3759200"/>
                      <a:gd name="connsiteX82" fmla="*/ 2082800 w 3728720"/>
                      <a:gd name="connsiteY82" fmla="*/ 3545840 h 3759200"/>
                      <a:gd name="connsiteX83" fmla="*/ 2169160 w 3728720"/>
                      <a:gd name="connsiteY83" fmla="*/ 3611880 h 3759200"/>
                      <a:gd name="connsiteX84" fmla="*/ 2230120 w 3728720"/>
                      <a:gd name="connsiteY84" fmla="*/ 3698240 h 3759200"/>
                      <a:gd name="connsiteX85" fmla="*/ 2311400 w 3728720"/>
                      <a:gd name="connsiteY85" fmla="*/ 3754120 h 3759200"/>
                      <a:gd name="connsiteX86" fmla="*/ 2402840 w 3728720"/>
                      <a:gd name="connsiteY86" fmla="*/ 3759200 h 3759200"/>
                      <a:gd name="connsiteX87" fmla="*/ 2484120 w 3728720"/>
                      <a:gd name="connsiteY87" fmla="*/ 3738880 h 3759200"/>
                      <a:gd name="connsiteX88" fmla="*/ 2580640 w 3728720"/>
                      <a:gd name="connsiteY88" fmla="*/ 3728720 h 3759200"/>
                      <a:gd name="connsiteX89" fmla="*/ 2651760 w 3728720"/>
                      <a:gd name="connsiteY89" fmla="*/ 3713480 h 3759200"/>
                      <a:gd name="connsiteX90" fmla="*/ 2717800 w 3728720"/>
                      <a:gd name="connsiteY90" fmla="*/ 3728720 h 3759200"/>
                      <a:gd name="connsiteX91" fmla="*/ 2773680 w 3728720"/>
                      <a:gd name="connsiteY91" fmla="*/ 3708400 h 3759200"/>
                      <a:gd name="connsiteX92" fmla="*/ 2778760 w 3728720"/>
                      <a:gd name="connsiteY92" fmla="*/ 3632200 h 3759200"/>
                      <a:gd name="connsiteX93" fmla="*/ 2865120 w 3728720"/>
                      <a:gd name="connsiteY93" fmla="*/ 3510280 h 3759200"/>
                      <a:gd name="connsiteX94" fmla="*/ 2936240 w 3728720"/>
                      <a:gd name="connsiteY94" fmla="*/ 3444240 h 3759200"/>
                      <a:gd name="connsiteX95" fmla="*/ 2946400 w 3728720"/>
                      <a:gd name="connsiteY95" fmla="*/ 3383280 h 3759200"/>
                      <a:gd name="connsiteX96" fmla="*/ 2936240 w 3728720"/>
                      <a:gd name="connsiteY96" fmla="*/ 3296920 h 3759200"/>
                      <a:gd name="connsiteX97" fmla="*/ 2946400 w 3728720"/>
                      <a:gd name="connsiteY97" fmla="*/ 3246120 h 3759200"/>
                      <a:gd name="connsiteX98" fmla="*/ 2987040 w 3728720"/>
                      <a:gd name="connsiteY98" fmla="*/ 3210560 h 3759200"/>
                      <a:gd name="connsiteX99" fmla="*/ 3093720 w 3728720"/>
                      <a:gd name="connsiteY99" fmla="*/ 3215640 h 3759200"/>
                      <a:gd name="connsiteX100" fmla="*/ 3154680 w 3728720"/>
                      <a:gd name="connsiteY100" fmla="*/ 3235960 h 3759200"/>
                      <a:gd name="connsiteX101" fmla="*/ 3235960 w 3728720"/>
                      <a:gd name="connsiteY101" fmla="*/ 3235960 h 3759200"/>
                      <a:gd name="connsiteX102" fmla="*/ 3352800 w 3728720"/>
                      <a:gd name="connsiteY102" fmla="*/ 3180080 h 3759200"/>
                      <a:gd name="connsiteX103" fmla="*/ 3459480 w 3728720"/>
                      <a:gd name="connsiteY103" fmla="*/ 3103880 h 3759200"/>
                      <a:gd name="connsiteX104" fmla="*/ 3474720 w 3728720"/>
                      <a:gd name="connsiteY104" fmla="*/ 3027680 h 3759200"/>
                      <a:gd name="connsiteX105" fmla="*/ 3474720 w 3728720"/>
                      <a:gd name="connsiteY105" fmla="*/ 2941320 h 3759200"/>
                      <a:gd name="connsiteX106" fmla="*/ 3444240 w 3728720"/>
                      <a:gd name="connsiteY106" fmla="*/ 2890520 h 3759200"/>
                      <a:gd name="connsiteX107" fmla="*/ 3444240 w 3728720"/>
                      <a:gd name="connsiteY107" fmla="*/ 2814320 h 3759200"/>
                      <a:gd name="connsiteX108" fmla="*/ 3495040 w 3728720"/>
                      <a:gd name="connsiteY108" fmla="*/ 2727960 h 3759200"/>
                      <a:gd name="connsiteX109" fmla="*/ 3525520 w 3728720"/>
                      <a:gd name="connsiteY109" fmla="*/ 2641600 h 3759200"/>
                      <a:gd name="connsiteX110" fmla="*/ 3566160 w 3728720"/>
                      <a:gd name="connsiteY110" fmla="*/ 2540000 h 3759200"/>
                      <a:gd name="connsiteX111" fmla="*/ 3581400 w 3728720"/>
                      <a:gd name="connsiteY111" fmla="*/ 2463800 h 3759200"/>
                      <a:gd name="connsiteX112" fmla="*/ 3581400 w 3728720"/>
                      <a:gd name="connsiteY112" fmla="*/ 2463800 h 3759200"/>
                      <a:gd name="connsiteX113" fmla="*/ 3642360 w 3728720"/>
                      <a:gd name="connsiteY113" fmla="*/ 2458720 h 3759200"/>
                      <a:gd name="connsiteX114" fmla="*/ 3688080 w 3728720"/>
                      <a:gd name="connsiteY114" fmla="*/ 2499360 h 3759200"/>
                      <a:gd name="connsiteX115" fmla="*/ 3728720 w 3728720"/>
                      <a:gd name="connsiteY115" fmla="*/ 2504440 h 3759200"/>
                      <a:gd name="connsiteX116" fmla="*/ 3723640 w 3728720"/>
                      <a:gd name="connsiteY116" fmla="*/ 2453640 h 3759200"/>
                      <a:gd name="connsiteX117" fmla="*/ 3693160 w 3728720"/>
                      <a:gd name="connsiteY117" fmla="*/ 2413000 h 3759200"/>
                      <a:gd name="connsiteX118" fmla="*/ 3672840 w 3728720"/>
                      <a:gd name="connsiteY118" fmla="*/ 2346960 h 3759200"/>
                      <a:gd name="connsiteX119" fmla="*/ 3647440 w 3728720"/>
                      <a:gd name="connsiteY119" fmla="*/ 2336800 h 3759200"/>
                      <a:gd name="connsiteX120" fmla="*/ 3601720 w 3728720"/>
                      <a:gd name="connsiteY120" fmla="*/ 2341880 h 3759200"/>
                      <a:gd name="connsiteX121" fmla="*/ 3561080 w 3728720"/>
                      <a:gd name="connsiteY121" fmla="*/ 2321560 h 3759200"/>
                      <a:gd name="connsiteX122" fmla="*/ 3545840 w 3728720"/>
                      <a:gd name="connsiteY122" fmla="*/ 2255520 h 3759200"/>
                      <a:gd name="connsiteX123" fmla="*/ 3550920 w 3728720"/>
                      <a:gd name="connsiteY123" fmla="*/ 2189480 h 3759200"/>
                      <a:gd name="connsiteX124" fmla="*/ 3515360 w 3728720"/>
                      <a:gd name="connsiteY124" fmla="*/ 2164080 h 3759200"/>
                      <a:gd name="connsiteX125" fmla="*/ 3474720 w 3728720"/>
                      <a:gd name="connsiteY125" fmla="*/ 2159000 h 3759200"/>
                      <a:gd name="connsiteX126" fmla="*/ 3403600 w 3728720"/>
                      <a:gd name="connsiteY126" fmla="*/ 2113280 h 3759200"/>
                      <a:gd name="connsiteX127" fmla="*/ 3362960 w 3728720"/>
                      <a:gd name="connsiteY127" fmla="*/ 2098040 h 3759200"/>
                      <a:gd name="connsiteX128" fmla="*/ 3322320 w 3728720"/>
                      <a:gd name="connsiteY128" fmla="*/ 2082800 h 3759200"/>
                      <a:gd name="connsiteX129" fmla="*/ 3302000 w 3728720"/>
                      <a:gd name="connsiteY129" fmla="*/ 2062480 h 3759200"/>
                      <a:gd name="connsiteX130" fmla="*/ 3302000 w 3728720"/>
                      <a:gd name="connsiteY130" fmla="*/ 2026920 h 3759200"/>
                      <a:gd name="connsiteX131" fmla="*/ 3342640 w 3728720"/>
                      <a:gd name="connsiteY131" fmla="*/ 1971040 h 3759200"/>
                      <a:gd name="connsiteX132" fmla="*/ 3373120 w 3728720"/>
                      <a:gd name="connsiteY132" fmla="*/ 1910080 h 3759200"/>
                      <a:gd name="connsiteX133" fmla="*/ 3378200 w 3728720"/>
                      <a:gd name="connsiteY133" fmla="*/ 1869440 h 3759200"/>
                      <a:gd name="connsiteX134" fmla="*/ 3378200 w 3728720"/>
                      <a:gd name="connsiteY134" fmla="*/ 1869440 h 3759200"/>
                      <a:gd name="connsiteX135" fmla="*/ 3332480 w 3728720"/>
                      <a:gd name="connsiteY135" fmla="*/ 1854200 h 3759200"/>
                      <a:gd name="connsiteX136" fmla="*/ 3322320 w 3728720"/>
                      <a:gd name="connsiteY136" fmla="*/ 1869440 h 3759200"/>
                      <a:gd name="connsiteX137" fmla="*/ 3276600 w 3728720"/>
                      <a:gd name="connsiteY137" fmla="*/ 1859280 h 3759200"/>
                      <a:gd name="connsiteX138" fmla="*/ 3235960 w 3728720"/>
                      <a:gd name="connsiteY138" fmla="*/ 1828800 h 3759200"/>
                      <a:gd name="connsiteX139" fmla="*/ 3185160 w 3728720"/>
                      <a:gd name="connsiteY139" fmla="*/ 1849120 h 3759200"/>
                      <a:gd name="connsiteX140" fmla="*/ 3129280 w 3728720"/>
                      <a:gd name="connsiteY140" fmla="*/ 1925320 h 3759200"/>
                      <a:gd name="connsiteX141" fmla="*/ 3103880 w 3728720"/>
                      <a:gd name="connsiteY141" fmla="*/ 1955800 h 3759200"/>
                      <a:gd name="connsiteX142" fmla="*/ 3058160 w 3728720"/>
                      <a:gd name="connsiteY142" fmla="*/ 1986280 h 3759200"/>
                      <a:gd name="connsiteX143" fmla="*/ 2961640 w 3728720"/>
                      <a:gd name="connsiteY143" fmla="*/ 1960880 h 3759200"/>
                      <a:gd name="connsiteX144" fmla="*/ 2870200 w 3728720"/>
                      <a:gd name="connsiteY144" fmla="*/ 1976120 h 3759200"/>
                      <a:gd name="connsiteX145" fmla="*/ 2799080 w 3728720"/>
                      <a:gd name="connsiteY145" fmla="*/ 2032000 h 3759200"/>
                      <a:gd name="connsiteX146" fmla="*/ 2702560 w 3728720"/>
                      <a:gd name="connsiteY146" fmla="*/ 2103120 h 3759200"/>
                      <a:gd name="connsiteX147" fmla="*/ 2626360 w 3728720"/>
                      <a:gd name="connsiteY147" fmla="*/ 2148840 h 3759200"/>
                      <a:gd name="connsiteX148" fmla="*/ 2534920 w 3728720"/>
                      <a:gd name="connsiteY148" fmla="*/ 2179320 h 3759200"/>
                      <a:gd name="connsiteX149" fmla="*/ 2468880 w 3728720"/>
                      <a:gd name="connsiteY149" fmla="*/ 2214880 h 3759200"/>
                      <a:gd name="connsiteX150" fmla="*/ 2443480 w 3728720"/>
                      <a:gd name="connsiteY150" fmla="*/ 2280920 h 3759200"/>
                      <a:gd name="connsiteX151" fmla="*/ 2397760 w 3728720"/>
                      <a:gd name="connsiteY151" fmla="*/ 2291080 h 3759200"/>
                      <a:gd name="connsiteX152" fmla="*/ 2301240 w 3728720"/>
                      <a:gd name="connsiteY152" fmla="*/ 2291080 h 3759200"/>
                      <a:gd name="connsiteX153" fmla="*/ 2250440 w 3728720"/>
                      <a:gd name="connsiteY153" fmla="*/ 2301240 h 3759200"/>
                      <a:gd name="connsiteX154" fmla="*/ 2204720 w 3728720"/>
                      <a:gd name="connsiteY154" fmla="*/ 2265680 h 3759200"/>
                      <a:gd name="connsiteX155" fmla="*/ 2159000 w 3728720"/>
                      <a:gd name="connsiteY155" fmla="*/ 2189480 h 3759200"/>
                      <a:gd name="connsiteX156" fmla="*/ 2123440 w 3728720"/>
                      <a:gd name="connsiteY156" fmla="*/ 2153920 h 3759200"/>
                      <a:gd name="connsiteX157" fmla="*/ 2128520 w 3728720"/>
                      <a:gd name="connsiteY157" fmla="*/ 2113280 h 3759200"/>
                      <a:gd name="connsiteX158" fmla="*/ 2164080 w 3728720"/>
                      <a:gd name="connsiteY158" fmla="*/ 2087880 h 3759200"/>
                      <a:gd name="connsiteX159" fmla="*/ 2148840 w 3728720"/>
                      <a:gd name="connsiteY159" fmla="*/ 2047240 h 3759200"/>
                      <a:gd name="connsiteX160" fmla="*/ 2103120 w 3728720"/>
                      <a:gd name="connsiteY160" fmla="*/ 2026920 h 3759200"/>
                      <a:gd name="connsiteX161" fmla="*/ 2108200 w 3728720"/>
                      <a:gd name="connsiteY161" fmla="*/ 1976120 h 3759200"/>
                      <a:gd name="connsiteX162" fmla="*/ 2103120 w 3728720"/>
                      <a:gd name="connsiteY162" fmla="*/ 1925320 h 3759200"/>
                      <a:gd name="connsiteX163" fmla="*/ 2037080 w 3728720"/>
                      <a:gd name="connsiteY163" fmla="*/ 1854200 h 3759200"/>
                      <a:gd name="connsiteX164" fmla="*/ 1996440 w 3728720"/>
                      <a:gd name="connsiteY164" fmla="*/ 1808480 h 3759200"/>
                      <a:gd name="connsiteX165" fmla="*/ 1960880 w 3728720"/>
                      <a:gd name="connsiteY165" fmla="*/ 1757680 h 3759200"/>
                      <a:gd name="connsiteX166" fmla="*/ 1930400 w 3728720"/>
                      <a:gd name="connsiteY166" fmla="*/ 1651000 h 3759200"/>
                      <a:gd name="connsiteX167" fmla="*/ 1930400 w 3728720"/>
                      <a:gd name="connsiteY167" fmla="*/ 1559560 h 3759200"/>
                      <a:gd name="connsiteX168" fmla="*/ 1920240 w 3728720"/>
                      <a:gd name="connsiteY168" fmla="*/ 1508760 h 3759200"/>
                      <a:gd name="connsiteX169" fmla="*/ 1899920 w 3728720"/>
                      <a:gd name="connsiteY169" fmla="*/ 1468120 h 3759200"/>
                      <a:gd name="connsiteX170" fmla="*/ 1844040 w 3728720"/>
                      <a:gd name="connsiteY170" fmla="*/ 1442720 h 3759200"/>
                      <a:gd name="connsiteX171" fmla="*/ 1732280 w 3728720"/>
                      <a:gd name="connsiteY171" fmla="*/ 1442720 h 3759200"/>
                      <a:gd name="connsiteX172" fmla="*/ 1615440 w 3728720"/>
                      <a:gd name="connsiteY172" fmla="*/ 1437640 h 3759200"/>
                      <a:gd name="connsiteX173" fmla="*/ 1590040 w 3728720"/>
                      <a:gd name="connsiteY173" fmla="*/ 1402080 h 3759200"/>
                      <a:gd name="connsiteX174" fmla="*/ 1544320 w 3728720"/>
                      <a:gd name="connsiteY174" fmla="*/ 1391920 h 3759200"/>
                      <a:gd name="connsiteX175" fmla="*/ 1534160 w 3728720"/>
                      <a:gd name="connsiteY175" fmla="*/ 1295400 h 3759200"/>
                      <a:gd name="connsiteX176" fmla="*/ 1503680 w 3728720"/>
                      <a:gd name="connsiteY176" fmla="*/ 1219200 h 3759200"/>
                      <a:gd name="connsiteX177" fmla="*/ 1412240 w 3728720"/>
                      <a:gd name="connsiteY177" fmla="*/ 1000760 h 3759200"/>
                      <a:gd name="connsiteX178" fmla="*/ 1341120 w 3728720"/>
                      <a:gd name="connsiteY178" fmla="*/ 812800 h 3759200"/>
                      <a:gd name="connsiteX179" fmla="*/ 1285240 w 3728720"/>
                      <a:gd name="connsiteY179" fmla="*/ 695960 h 3759200"/>
                      <a:gd name="connsiteX180" fmla="*/ 1234440 w 3728720"/>
                      <a:gd name="connsiteY180" fmla="*/ 594360 h 3759200"/>
                      <a:gd name="connsiteX181" fmla="*/ 1198880 w 3728720"/>
                      <a:gd name="connsiteY181" fmla="*/ 528320 h 3759200"/>
                      <a:gd name="connsiteX182" fmla="*/ 1173480 w 3728720"/>
                      <a:gd name="connsiteY182" fmla="*/ 426720 h 3759200"/>
                      <a:gd name="connsiteX183" fmla="*/ 1173480 w 3728720"/>
                      <a:gd name="connsiteY183" fmla="*/ 345440 h 3759200"/>
                      <a:gd name="connsiteX184" fmla="*/ 1148080 w 3728720"/>
                      <a:gd name="connsiteY184" fmla="*/ 274320 h 3759200"/>
                      <a:gd name="connsiteX185" fmla="*/ 1148080 w 3728720"/>
                      <a:gd name="connsiteY185" fmla="*/ 208280 h 3759200"/>
                      <a:gd name="connsiteX186" fmla="*/ 1132840 w 3728720"/>
                      <a:gd name="connsiteY186" fmla="*/ 152400 h 3759200"/>
                      <a:gd name="connsiteX187" fmla="*/ 1102360 w 3728720"/>
                      <a:gd name="connsiteY187" fmla="*/ 86360 h 3759200"/>
                      <a:gd name="connsiteX188" fmla="*/ 1061720 w 3728720"/>
                      <a:gd name="connsiteY188" fmla="*/ 35560 h 3759200"/>
                      <a:gd name="connsiteX189" fmla="*/ 1041400 w 3728720"/>
                      <a:gd name="connsiteY189" fmla="*/ 5080 h 3759200"/>
                      <a:gd name="connsiteX190" fmla="*/ 995680 w 3728720"/>
                      <a:gd name="connsiteY190" fmla="*/ 0 h 3759200"/>
                      <a:gd name="connsiteX191" fmla="*/ 975360 w 3728720"/>
                      <a:gd name="connsiteY191" fmla="*/ 45720 h 3759200"/>
                      <a:gd name="connsiteX0" fmla="*/ 975360 w 3728720"/>
                      <a:gd name="connsiteY0" fmla="*/ 45720 h 3759200"/>
                      <a:gd name="connsiteX1" fmla="*/ 904240 w 3728720"/>
                      <a:gd name="connsiteY1" fmla="*/ 116840 h 3759200"/>
                      <a:gd name="connsiteX2" fmla="*/ 848360 w 3728720"/>
                      <a:gd name="connsiteY2" fmla="*/ 172720 h 3759200"/>
                      <a:gd name="connsiteX3" fmla="*/ 762000 w 3728720"/>
                      <a:gd name="connsiteY3" fmla="*/ 213360 h 3759200"/>
                      <a:gd name="connsiteX4" fmla="*/ 701040 w 3728720"/>
                      <a:gd name="connsiteY4" fmla="*/ 294640 h 3759200"/>
                      <a:gd name="connsiteX5" fmla="*/ 624840 w 3728720"/>
                      <a:gd name="connsiteY5" fmla="*/ 350520 h 3759200"/>
                      <a:gd name="connsiteX6" fmla="*/ 558800 w 3728720"/>
                      <a:gd name="connsiteY6" fmla="*/ 391160 h 3759200"/>
                      <a:gd name="connsiteX7" fmla="*/ 441960 w 3728720"/>
                      <a:gd name="connsiteY7" fmla="*/ 447040 h 3759200"/>
                      <a:gd name="connsiteX8" fmla="*/ 299720 w 3728720"/>
                      <a:gd name="connsiteY8" fmla="*/ 513080 h 3759200"/>
                      <a:gd name="connsiteX9" fmla="*/ 157480 w 3728720"/>
                      <a:gd name="connsiteY9" fmla="*/ 563880 h 3759200"/>
                      <a:gd name="connsiteX10" fmla="*/ 96520 w 3728720"/>
                      <a:gd name="connsiteY10" fmla="*/ 584200 h 3759200"/>
                      <a:gd name="connsiteX11" fmla="*/ 40640 w 3728720"/>
                      <a:gd name="connsiteY11" fmla="*/ 584200 h 3759200"/>
                      <a:gd name="connsiteX12" fmla="*/ 0 w 3728720"/>
                      <a:gd name="connsiteY12" fmla="*/ 599440 h 3759200"/>
                      <a:gd name="connsiteX13" fmla="*/ 0 w 3728720"/>
                      <a:gd name="connsiteY13" fmla="*/ 624840 h 3759200"/>
                      <a:gd name="connsiteX14" fmla="*/ 25400 w 3728720"/>
                      <a:gd name="connsiteY14" fmla="*/ 685800 h 3759200"/>
                      <a:gd name="connsiteX15" fmla="*/ 71120 w 3728720"/>
                      <a:gd name="connsiteY15" fmla="*/ 721360 h 3759200"/>
                      <a:gd name="connsiteX16" fmla="*/ 142240 w 3728720"/>
                      <a:gd name="connsiteY16" fmla="*/ 828040 h 3759200"/>
                      <a:gd name="connsiteX17" fmla="*/ 172720 w 3728720"/>
                      <a:gd name="connsiteY17" fmla="*/ 894080 h 3759200"/>
                      <a:gd name="connsiteX18" fmla="*/ 182880 w 3728720"/>
                      <a:gd name="connsiteY18" fmla="*/ 939800 h 3759200"/>
                      <a:gd name="connsiteX19" fmla="*/ 177800 w 3728720"/>
                      <a:gd name="connsiteY19" fmla="*/ 980440 h 3759200"/>
                      <a:gd name="connsiteX20" fmla="*/ 111760 w 3728720"/>
                      <a:gd name="connsiteY20" fmla="*/ 1021080 h 3759200"/>
                      <a:gd name="connsiteX21" fmla="*/ 91440 w 3728720"/>
                      <a:gd name="connsiteY21" fmla="*/ 1066800 h 3759200"/>
                      <a:gd name="connsiteX22" fmla="*/ 71120 w 3728720"/>
                      <a:gd name="connsiteY22" fmla="*/ 1183640 h 3759200"/>
                      <a:gd name="connsiteX23" fmla="*/ 55880 w 3728720"/>
                      <a:gd name="connsiteY23" fmla="*/ 1605280 h 3759200"/>
                      <a:gd name="connsiteX24" fmla="*/ 35560 w 3728720"/>
                      <a:gd name="connsiteY24" fmla="*/ 1676400 h 3759200"/>
                      <a:gd name="connsiteX25" fmla="*/ 40640 w 3728720"/>
                      <a:gd name="connsiteY25" fmla="*/ 1772920 h 3759200"/>
                      <a:gd name="connsiteX26" fmla="*/ 93980 w 3728720"/>
                      <a:gd name="connsiteY26" fmla="*/ 1978660 h 3759200"/>
                      <a:gd name="connsiteX27" fmla="*/ 157480 w 3728720"/>
                      <a:gd name="connsiteY27" fmla="*/ 2087880 h 3759200"/>
                      <a:gd name="connsiteX28" fmla="*/ 233680 w 3728720"/>
                      <a:gd name="connsiteY28" fmla="*/ 2133600 h 3759200"/>
                      <a:gd name="connsiteX29" fmla="*/ 269240 w 3728720"/>
                      <a:gd name="connsiteY29" fmla="*/ 2189480 h 3759200"/>
                      <a:gd name="connsiteX30" fmla="*/ 269240 w 3728720"/>
                      <a:gd name="connsiteY30" fmla="*/ 2280920 h 3759200"/>
                      <a:gd name="connsiteX31" fmla="*/ 259080 w 3728720"/>
                      <a:gd name="connsiteY31" fmla="*/ 2357120 h 3759200"/>
                      <a:gd name="connsiteX32" fmla="*/ 243840 w 3728720"/>
                      <a:gd name="connsiteY32" fmla="*/ 2519680 h 3759200"/>
                      <a:gd name="connsiteX33" fmla="*/ 243840 w 3728720"/>
                      <a:gd name="connsiteY33" fmla="*/ 2519680 h 3759200"/>
                      <a:gd name="connsiteX34" fmla="*/ 350520 w 3728720"/>
                      <a:gd name="connsiteY34" fmla="*/ 2473960 h 3759200"/>
                      <a:gd name="connsiteX35" fmla="*/ 436880 w 3728720"/>
                      <a:gd name="connsiteY35" fmla="*/ 2463800 h 3759200"/>
                      <a:gd name="connsiteX36" fmla="*/ 497840 w 3728720"/>
                      <a:gd name="connsiteY36" fmla="*/ 2448560 h 3759200"/>
                      <a:gd name="connsiteX37" fmla="*/ 533400 w 3728720"/>
                      <a:gd name="connsiteY37" fmla="*/ 2392680 h 3759200"/>
                      <a:gd name="connsiteX38" fmla="*/ 518160 w 3728720"/>
                      <a:gd name="connsiteY38" fmla="*/ 2296160 h 3759200"/>
                      <a:gd name="connsiteX39" fmla="*/ 523240 w 3728720"/>
                      <a:gd name="connsiteY39" fmla="*/ 2204720 h 3759200"/>
                      <a:gd name="connsiteX40" fmla="*/ 543560 w 3728720"/>
                      <a:gd name="connsiteY40" fmla="*/ 2174240 h 3759200"/>
                      <a:gd name="connsiteX41" fmla="*/ 574040 w 3728720"/>
                      <a:gd name="connsiteY41" fmla="*/ 2199640 h 3759200"/>
                      <a:gd name="connsiteX42" fmla="*/ 665480 w 3728720"/>
                      <a:gd name="connsiteY42" fmla="*/ 2189480 h 3759200"/>
                      <a:gd name="connsiteX43" fmla="*/ 721360 w 3728720"/>
                      <a:gd name="connsiteY43" fmla="*/ 2214880 h 3759200"/>
                      <a:gd name="connsiteX44" fmla="*/ 716280 w 3728720"/>
                      <a:gd name="connsiteY44" fmla="*/ 2280920 h 3759200"/>
                      <a:gd name="connsiteX45" fmla="*/ 716280 w 3728720"/>
                      <a:gd name="connsiteY45" fmla="*/ 2326640 h 3759200"/>
                      <a:gd name="connsiteX46" fmla="*/ 736600 w 3728720"/>
                      <a:gd name="connsiteY46" fmla="*/ 2362200 h 3759200"/>
                      <a:gd name="connsiteX47" fmla="*/ 756920 w 3728720"/>
                      <a:gd name="connsiteY47" fmla="*/ 2428240 h 3759200"/>
                      <a:gd name="connsiteX48" fmla="*/ 772160 w 3728720"/>
                      <a:gd name="connsiteY48" fmla="*/ 2494280 h 3759200"/>
                      <a:gd name="connsiteX49" fmla="*/ 873760 w 3728720"/>
                      <a:gd name="connsiteY49" fmla="*/ 2555240 h 3759200"/>
                      <a:gd name="connsiteX50" fmla="*/ 975360 w 3728720"/>
                      <a:gd name="connsiteY50" fmla="*/ 2641600 h 3759200"/>
                      <a:gd name="connsiteX51" fmla="*/ 1071880 w 3728720"/>
                      <a:gd name="connsiteY51" fmla="*/ 2682240 h 3759200"/>
                      <a:gd name="connsiteX52" fmla="*/ 1173480 w 3728720"/>
                      <a:gd name="connsiteY52" fmla="*/ 2717800 h 3759200"/>
                      <a:gd name="connsiteX53" fmla="*/ 1270000 w 3728720"/>
                      <a:gd name="connsiteY53" fmla="*/ 2692400 h 3759200"/>
                      <a:gd name="connsiteX54" fmla="*/ 1361440 w 3728720"/>
                      <a:gd name="connsiteY54" fmla="*/ 2636520 h 3759200"/>
                      <a:gd name="connsiteX55" fmla="*/ 1463040 w 3728720"/>
                      <a:gd name="connsiteY55" fmla="*/ 2606040 h 3759200"/>
                      <a:gd name="connsiteX56" fmla="*/ 1554480 w 3728720"/>
                      <a:gd name="connsiteY56" fmla="*/ 2565400 h 3759200"/>
                      <a:gd name="connsiteX57" fmla="*/ 1559560 w 3728720"/>
                      <a:gd name="connsiteY57" fmla="*/ 2514600 h 3759200"/>
                      <a:gd name="connsiteX58" fmla="*/ 1549400 w 3728720"/>
                      <a:gd name="connsiteY58" fmla="*/ 2438400 h 3759200"/>
                      <a:gd name="connsiteX59" fmla="*/ 1584960 w 3728720"/>
                      <a:gd name="connsiteY59" fmla="*/ 2336800 h 3759200"/>
                      <a:gd name="connsiteX60" fmla="*/ 1584960 w 3728720"/>
                      <a:gd name="connsiteY60" fmla="*/ 2291080 h 3759200"/>
                      <a:gd name="connsiteX61" fmla="*/ 1590040 w 3728720"/>
                      <a:gd name="connsiteY61" fmla="*/ 2250440 h 3759200"/>
                      <a:gd name="connsiteX62" fmla="*/ 1625600 w 3728720"/>
                      <a:gd name="connsiteY62" fmla="*/ 2260600 h 3759200"/>
                      <a:gd name="connsiteX63" fmla="*/ 1656080 w 3728720"/>
                      <a:gd name="connsiteY63" fmla="*/ 2321560 h 3759200"/>
                      <a:gd name="connsiteX64" fmla="*/ 1722120 w 3728720"/>
                      <a:gd name="connsiteY64" fmla="*/ 2387600 h 3759200"/>
                      <a:gd name="connsiteX65" fmla="*/ 1752600 w 3728720"/>
                      <a:gd name="connsiteY65" fmla="*/ 2453640 h 3759200"/>
                      <a:gd name="connsiteX66" fmla="*/ 1757680 w 3728720"/>
                      <a:gd name="connsiteY66" fmla="*/ 2545080 h 3759200"/>
                      <a:gd name="connsiteX67" fmla="*/ 1752600 w 3728720"/>
                      <a:gd name="connsiteY67" fmla="*/ 2636520 h 3759200"/>
                      <a:gd name="connsiteX68" fmla="*/ 1762760 w 3728720"/>
                      <a:gd name="connsiteY68" fmla="*/ 2733040 h 3759200"/>
                      <a:gd name="connsiteX69" fmla="*/ 1788160 w 3728720"/>
                      <a:gd name="connsiteY69" fmla="*/ 2809240 h 3759200"/>
                      <a:gd name="connsiteX70" fmla="*/ 1859280 w 3728720"/>
                      <a:gd name="connsiteY70" fmla="*/ 2910840 h 3759200"/>
                      <a:gd name="connsiteX71" fmla="*/ 1864360 w 3728720"/>
                      <a:gd name="connsiteY71" fmla="*/ 2956560 h 3759200"/>
                      <a:gd name="connsiteX72" fmla="*/ 1844040 w 3728720"/>
                      <a:gd name="connsiteY72" fmla="*/ 3007360 h 3759200"/>
                      <a:gd name="connsiteX73" fmla="*/ 1823720 w 3728720"/>
                      <a:gd name="connsiteY73" fmla="*/ 3088640 h 3759200"/>
                      <a:gd name="connsiteX74" fmla="*/ 1788160 w 3728720"/>
                      <a:gd name="connsiteY74" fmla="*/ 3159760 h 3759200"/>
                      <a:gd name="connsiteX75" fmla="*/ 1788160 w 3728720"/>
                      <a:gd name="connsiteY75" fmla="*/ 3159760 h 3759200"/>
                      <a:gd name="connsiteX76" fmla="*/ 1767840 w 3728720"/>
                      <a:gd name="connsiteY76" fmla="*/ 3241040 h 3759200"/>
                      <a:gd name="connsiteX77" fmla="*/ 1808480 w 3728720"/>
                      <a:gd name="connsiteY77" fmla="*/ 3281680 h 3759200"/>
                      <a:gd name="connsiteX78" fmla="*/ 1879600 w 3728720"/>
                      <a:gd name="connsiteY78" fmla="*/ 3342640 h 3759200"/>
                      <a:gd name="connsiteX79" fmla="*/ 1920240 w 3728720"/>
                      <a:gd name="connsiteY79" fmla="*/ 3373120 h 3759200"/>
                      <a:gd name="connsiteX80" fmla="*/ 1955800 w 3728720"/>
                      <a:gd name="connsiteY80" fmla="*/ 3388360 h 3759200"/>
                      <a:gd name="connsiteX81" fmla="*/ 2026920 w 3728720"/>
                      <a:gd name="connsiteY81" fmla="*/ 3423920 h 3759200"/>
                      <a:gd name="connsiteX82" fmla="*/ 2082800 w 3728720"/>
                      <a:gd name="connsiteY82" fmla="*/ 3545840 h 3759200"/>
                      <a:gd name="connsiteX83" fmla="*/ 2169160 w 3728720"/>
                      <a:gd name="connsiteY83" fmla="*/ 3611880 h 3759200"/>
                      <a:gd name="connsiteX84" fmla="*/ 2230120 w 3728720"/>
                      <a:gd name="connsiteY84" fmla="*/ 3698240 h 3759200"/>
                      <a:gd name="connsiteX85" fmla="*/ 2311400 w 3728720"/>
                      <a:gd name="connsiteY85" fmla="*/ 3754120 h 3759200"/>
                      <a:gd name="connsiteX86" fmla="*/ 2402840 w 3728720"/>
                      <a:gd name="connsiteY86" fmla="*/ 3759200 h 3759200"/>
                      <a:gd name="connsiteX87" fmla="*/ 2484120 w 3728720"/>
                      <a:gd name="connsiteY87" fmla="*/ 3738880 h 3759200"/>
                      <a:gd name="connsiteX88" fmla="*/ 2580640 w 3728720"/>
                      <a:gd name="connsiteY88" fmla="*/ 3728720 h 3759200"/>
                      <a:gd name="connsiteX89" fmla="*/ 2651760 w 3728720"/>
                      <a:gd name="connsiteY89" fmla="*/ 3713480 h 3759200"/>
                      <a:gd name="connsiteX90" fmla="*/ 2717800 w 3728720"/>
                      <a:gd name="connsiteY90" fmla="*/ 3728720 h 3759200"/>
                      <a:gd name="connsiteX91" fmla="*/ 2773680 w 3728720"/>
                      <a:gd name="connsiteY91" fmla="*/ 3708400 h 3759200"/>
                      <a:gd name="connsiteX92" fmla="*/ 2778760 w 3728720"/>
                      <a:gd name="connsiteY92" fmla="*/ 3632200 h 3759200"/>
                      <a:gd name="connsiteX93" fmla="*/ 2865120 w 3728720"/>
                      <a:gd name="connsiteY93" fmla="*/ 3510280 h 3759200"/>
                      <a:gd name="connsiteX94" fmla="*/ 2936240 w 3728720"/>
                      <a:gd name="connsiteY94" fmla="*/ 3444240 h 3759200"/>
                      <a:gd name="connsiteX95" fmla="*/ 2946400 w 3728720"/>
                      <a:gd name="connsiteY95" fmla="*/ 3383280 h 3759200"/>
                      <a:gd name="connsiteX96" fmla="*/ 2936240 w 3728720"/>
                      <a:gd name="connsiteY96" fmla="*/ 3296920 h 3759200"/>
                      <a:gd name="connsiteX97" fmla="*/ 2946400 w 3728720"/>
                      <a:gd name="connsiteY97" fmla="*/ 3246120 h 3759200"/>
                      <a:gd name="connsiteX98" fmla="*/ 2987040 w 3728720"/>
                      <a:gd name="connsiteY98" fmla="*/ 3210560 h 3759200"/>
                      <a:gd name="connsiteX99" fmla="*/ 3093720 w 3728720"/>
                      <a:gd name="connsiteY99" fmla="*/ 3215640 h 3759200"/>
                      <a:gd name="connsiteX100" fmla="*/ 3154680 w 3728720"/>
                      <a:gd name="connsiteY100" fmla="*/ 3235960 h 3759200"/>
                      <a:gd name="connsiteX101" fmla="*/ 3235960 w 3728720"/>
                      <a:gd name="connsiteY101" fmla="*/ 3235960 h 3759200"/>
                      <a:gd name="connsiteX102" fmla="*/ 3352800 w 3728720"/>
                      <a:gd name="connsiteY102" fmla="*/ 3180080 h 3759200"/>
                      <a:gd name="connsiteX103" fmla="*/ 3459480 w 3728720"/>
                      <a:gd name="connsiteY103" fmla="*/ 3103880 h 3759200"/>
                      <a:gd name="connsiteX104" fmla="*/ 3474720 w 3728720"/>
                      <a:gd name="connsiteY104" fmla="*/ 3027680 h 3759200"/>
                      <a:gd name="connsiteX105" fmla="*/ 3474720 w 3728720"/>
                      <a:gd name="connsiteY105" fmla="*/ 2941320 h 3759200"/>
                      <a:gd name="connsiteX106" fmla="*/ 3444240 w 3728720"/>
                      <a:gd name="connsiteY106" fmla="*/ 2890520 h 3759200"/>
                      <a:gd name="connsiteX107" fmla="*/ 3444240 w 3728720"/>
                      <a:gd name="connsiteY107" fmla="*/ 2814320 h 3759200"/>
                      <a:gd name="connsiteX108" fmla="*/ 3495040 w 3728720"/>
                      <a:gd name="connsiteY108" fmla="*/ 2727960 h 3759200"/>
                      <a:gd name="connsiteX109" fmla="*/ 3525520 w 3728720"/>
                      <a:gd name="connsiteY109" fmla="*/ 2641600 h 3759200"/>
                      <a:gd name="connsiteX110" fmla="*/ 3566160 w 3728720"/>
                      <a:gd name="connsiteY110" fmla="*/ 2540000 h 3759200"/>
                      <a:gd name="connsiteX111" fmla="*/ 3581400 w 3728720"/>
                      <a:gd name="connsiteY111" fmla="*/ 2463800 h 3759200"/>
                      <a:gd name="connsiteX112" fmla="*/ 3581400 w 3728720"/>
                      <a:gd name="connsiteY112" fmla="*/ 2463800 h 3759200"/>
                      <a:gd name="connsiteX113" fmla="*/ 3642360 w 3728720"/>
                      <a:gd name="connsiteY113" fmla="*/ 2458720 h 3759200"/>
                      <a:gd name="connsiteX114" fmla="*/ 3688080 w 3728720"/>
                      <a:gd name="connsiteY114" fmla="*/ 2499360 h 3759200"/>
                      <a:gd name="connsiteX115" fmla="*/ 3728720 w 3728720"/>
                      <a:gd name="connsiteY115" fmla="*/ 2504440 h 3759200"/>
                      <a:gd name="connsiteX116" fmla="*/ 3723640 w 3728720"/>
                      <a:gd name="connsiteY116" fmla="*/ 2453640 h 3759200"/>
                      <a:gd name="connsiteX117" fmla="*/ 3693160 w 3728720"/>
                      <a:gd name="connsiteY117" fmla="*/ 2413000 h 3759200"/>
                      <a:gd name="connsiteX118" fmla="*/ 3672840 w 3728720"/>
                      <a:gd name="connsiteY118" fmla="*/ 2346960 h 3759200"/>
                      <a:gd name="connsiteX119" fmla="*/ 3647440 w 3728720"/>
                      <a:gd name="connsiteY119" fmla="*/ 2336800 h 3759200"/>
                      <a:gd name="connsiteX120" fmla="*/ 3601720 w 3728720"/>
                      <a:gd name="connsiteY120" fmla="*/ 2341880 h 3759200"/>
                      <a:gd name="connsiteX121" fmla="*/ 3561080 w 3728720"/>
                      <a:gd name="connsiteY121" fmla="*/ 2321560 h 3759200"/>
                      <a:gd name="connsiteX122" fmla="*/ 3545840 w 3728720"/>
                      <a:gd name="connsiteY122" fmla="*/ 2255520 h 3759200"/>
                      <a:gd name="connsiteX123" fmla="*/ 3550920 w 3728720"/>
                      <a:gd name="connsiteY123" fmla="*/ 2189480 h 3759200"/>
                      <a:gd name="connsiteX124" fmla="*/ 3515360 w 3728720"/>
                      <a:gd name="connsiteY124" fmla="*/ 2164080 h 3759200"/>
                      <a:gd name="connsiteX125" fmla="*/ 3474720 w 3728720"/>
                      <a:gd name="connsiteY125" fmla="*/ 2159000 h 3759200"/>
                      <a:gd name="connsiteX126" fmla="*/ 3403600 w 3728720"/>
                      <a:gd name="connsiteY126" fmla="*/ 2113280 h 3759200"/>
                      <a:gd name="connsiteX127" fmla="*/ 3362960 w 3728720"/>
                      <a:gd name="connsiteY127" fmla="*/ 2098040 h 3759200"/>
                      <a:gd name="connsiteX128" fmla="*/ 3322320 w 3728720"/>
                      <a:gd name="connsiteY128" fmla="*/ 2082800 h 3759200"/>
                      <a:gd name="connsiteX129" fmla="*/ 3302000 w 3728720"/>
                      <a:gd name="connsiteY129" fmla="*/ 2062480 h 3759200"/>
                      <a:gd name="connsiteX130" fmla="*/ 3302000 w 3728720"/>
                      <a:gd name="connsiteY130" fmla="*/ 2026920 h 3759200"/>
                      <a:gd name="connsiteX131" fmla="*/ 3342640 w 3728720"/>
                      <a:gd name="connsiteY131" fmla="*/ 1971040 h 3759200"/>
                      <a:gd name="connsiteX132" fmla="*/ 3373120 w 3728720"/>
                      <a:gd name="connsiteY132" fmla="*/ 1910080 h 3759200"/>
                      <a:gd name="connsiteX133" fmla="*/ 3378200 w 3728720"/>
                      <a:gd name="connsiteY133" fmla="*/ 1869440 h 3759200"/>
                      <a:gd name="connsiteX134" fmla="*/ 3378200 w 3728720"/>
                      <a:gd name="connsiteY134" fmla="*/ 1869440 h 3759200"/>
                      <a:gd name="connsiteX135" fmla="*/ 3332480 w 3728720"/>
                      <a:gd name="connsiteY135" fmla="*/ 1854200 h 3759200"/>
                      <a:gd name="connsiteX136" fmla="*/ 3322320 w 3728720"/>
                      <a:gd name="connsiteY136" fmla="*/ 1869440 h 3759200"/>
                      <a:gd name="connsiteX137" fmla="*/ 3276600 w 3728720"/>
                      <a:gd name="connsiteY137" fmla="*/ 1859280 h 3759200"/>
                      <a:gd name="connsiteX138" fmla="*/ 3235960 w 3728720"/>
                      <a:gd name="connsiteY138" fmla="*/ 1828800 h 3759200"/>
                      <a:gd name="connsiteX139" fmla="*/ 3185160 w 3728720"/>
                      <a:gd name="connsiteY139" fmla="*/ 1849120 h 3759200"/>
                      <a:gd name="connsiteX140" fmla="*/ 3129280 w 3728720"/>
                      <a:gd name="connsiteY140" fmla="*/ 1925320 h 3759200"/>
                      <a:gd name="connsiteX141" fmla="*/ 3103880 w 3728720"/>
                      <a:gd name="connsiteY141" fmla="*/ 1955800 h 3759200"/>
                      <a:gd name="connsiteX142" fmla="*/ 3058160 w 3728720"/>
                      <a:gd name="connsiteY142" fmla="*/ 1986280 h 3759200"/>
                      <a:gd name="connsiteX143" fmla="*/ 2961640 w 3728720"/>
                      <a:gd name="connsiteY143" fmla="*/ 1960880 h 3759200"/>
                      <a:gd name="connsiteX144" fmla="*/ 2870200 w 3728720"/>
                      <a:gd name="connsiteY144" fmla="*/ 1976120 h 3759200"/>
                      <a:gd name="connsiteX145" fmla="*/ 2799080 w 3728720"/>
                      <a:gd name="connsiteY145" fmla="*/ 2032000 h 3759200"/>
                      <a:gd name="connsiteX146" fmla="*/ 2702560 w 3728720"/>
                      <a:gd name="connsiteY146" fmla="*/ 2103120 h 3759200"/>
                      <a:gd name="connsiteX147" fmla="*/ 2626360 w 3728720"/>
                      <a:gd name="connsiteY147" fmla="*/ 2148840 h 3759200"/>
                      <a:gd name="connsiteX148" fmla="*/ 2534920 w 3728720"/>
                      <a:gd name="connsiteY148" fmla="*/ 2179320 h 3759200"/>
                      <a:gd name="connsiteX149" fmla="*/ 2468880 w 3728720"/>
                      <a:gd name="connsiteY149" fmla="*/ 2214880 h 3759200"/>
                      <a:gd name="connsiteX150" fmla="*/ 2443480 w 3728720"/>
                      <a:gd name="connsiteY150" fmla="*/ 2280920 h 3759200"/>
                      <a:gd name="connsiteX151" fmla="*/ 2397760 w 3728720"/>
                      <a:gd name="connsiteY151" fmla="*/ 2291080 h 3759200"/>
                      <a:gd name="connsiteX152" fmla="*/ 2301240 w 3728720"/>
                      <a:gd name="connsiteY152" fmla="*/ 2291080 h 3759200"/>
                      <a:gd name="connsiteX153" fmla="*/ 2250440 w 3728720"/>
                      <a:gd name="connsiteY153" fmla="*/ 2301240 h 3759200"/>
                      <a:gd name="connsiteX154" fmla="*/ 2204720 w 3728720"/>
                      <a:gd name="connsiteY154" fmla="*/ 2265680 h 3759200"/>
                      <a:gd name="connsiteX155" fmla="*/ 2159000 w 3728720"/>
                      <a:gd name="connsiteY155" fmla="*/ 2189480 h 3759200"/>
                      <a:gd name="connsiteX156" fmla="*/ 2123440 w 3728720"/>
                      <a:gd name="connsiteY156" fmla="*/ 2153920 h 3759200"/>
                      <a:gd name="connsiteX157" fmla="*/ 2128520 w 3728720"/>
                      <a:gd name="connsiteY157" fmla="*/ 2113280 h 3759200"/>
                      <a:gd name="connsiteX158" fmla="*/ 2164080 w 3728720"/>
                      <a:gd name="connsiteY158" fmla="*/ 2087880 h 3759200"/>
                      <a:gd name="connsiteX159" fmla="*/ 2148840 w 3728720"/>
                      <a:gd name="connsiteY159" fmla="*/ 2047240 h 3759200"/>
                      <a:gd name="connsiteX160" fmla="*/ 2103120 w 3728720"/>
                      <a:gd name="connsiteY160" fmla="*/ 2026920 h 3759200"/>
                      <a:gd name="connsiteX161" fmla="*/ 2108200 w 3728720"/>
                      <a:gd name="connsiteY161" fmla="*/ 1976120 h 3759200"/>
                      <a:gd name="connsiteX162" fmla="*/ 2103120 w 3728720"/>
                      <a:gd name="connsiteY162" fmla="*/ 1925320 h 3759200"/>
                      <a:gd name="connsiteX163" fmla="*/ 2037080 w 3728720"/>
                      <a:gd name="connsiteY163" fmla="*/ 1854200 h 3759200"/>
                      <a:gd name="connsiteX164" fmla="*/ 1996440 w 3728720"/>
                      <a:gd name="connsiteY164" fmla="*/ 1808480 h 3759200"/>
                      <a:gd name="connsiteX165" fmla="*/ 1960880 w 3728720"/>
                      <a:gd name="connsiteY165" fmla="*/ 1757680 h 3759200"/>
                      <a:gd name="connsiteX166" fmla="*/ 1930400 w 3728720"/>
                      <a:gd name="connsiteY166" fmla="*/ 1651000 h 3759200"/>
                      <a:gd name="connsiteX167" fmla="*/ 1930400 w 3728720"/>
                      <a:gd name="connsiteY167" fmla="*/ 1559560 h 3759200"/>
                      <a:gd name="connsiteX168" fmla="*/ 1920240 w 3728720"/>
                      <a:gd name="connsiteY168" fmla="*/ 1508760 h 3759200"/>
                      <a:gd name="connsiteX169" fmla="*/ 1899920 w 3728720"/>
                      <a:gd name="connsiteY169" fmla="*/ 1468120 h 3759200"/>
                      <a:gd name="connsiteX170" fmla="*/ 1844040 w 3728720"/>
                      <a:gd name="connsiteY170" fmla="*/ 1442720 h 3759200"/>
                      <a:gd name="connsiteX171" fmla="*/ 1732280 w 3728720"/>
                      <a:gd name="connsiteY171" fmla="*/ 1442720 h 3759200"/>
                      <a:gd name="connsiteX172" fmla="*/ 1615440 w 3728720"/>
                      <a:gd name="connsiteY172" fmla="*/ 1437640 h 3759200"/>
                      <a:gd name="connsiteX173" fmla="*/ 1590040 w 3728720"/>
                      <a:gd name="connsiteY173" fmla="*/ 1402080 h 3759200"/>
                      <a:gd name="connsiteX174" fmla="*/ 1544320 w 3728720"/>
                      <a:gd name="connsiteY174" fmla="*/ 1391920 h 3759200"/>
                      <a:gd name="connsiteX175" fmla="*/ 1534160 w 3728720"/>
                      <a:gd name="connsiteY175" fmla="*/ 1295400 h 3759200"/>
                      <a:gd name="connsiteX176" fmla="*/ 1503680 w 3728720"/>
                      <a:gd name="connsiteY176" fmla="*/ 1219200 h 3759200"/>
                      <a:gd name="connsiteX177" fmla="*/ 1412240 w 3728720"/>
                      <a:gd name="connsiteY177" fmla="*/ 1000760 h 3759200"/>
                      <a:gd name="connsiteX178" fmla="*/ 1341120 w 3728720"/>
                      <a:gd name="connsiteY178" fmla="*/ 812800 h 3759200"/>
                      <a:gd name="connsiteX179" fmla="*/ 1285240 w 3728720"/>
                      <a:gd name="connsiteY179" fmla="*/ 695960 h 3759200"/>
                      <a:gd name="connsiteX180" fmla="*/ 1234440 w 3728720"/>
                      <a:gd name="connsiteY180" fmla="*/ 594360 h 3759200"/>
                      <a:gd name="connsiteX181" fmla="*/ 1198880 w 3728720"/>
                      <a:gd name="connsiteY181" fmla="*/ 528320 h 3759200"/>
                      <a:gd name="connsiteX182" fmla="*/ 1173480 w 3728720"/>
                      <a:gd name="connsiteY182" fmla="*/ 426720 h 3759200"/>
                      <a:gd name="connsiteX183" fmla="*/ 1173480 w 3728720"/>
                      <a:gd name="connsiteY183" fmla="*/ 345440 h 3759200"/>
                      <a:gd name="connsiteX184" fmla="*/ 1148080 w 3728720"/>
                      <a:gd name="connsiteY184" fmla="*/ 274320 h 3759200"/>
                      <a:gd name="connsiteX185" fmla="*/ 1148080 w 3728720"/>
                      <a:gd name="connsiteY185" fmla="*/ 208280 h 3759200"/>
                      <a:gd name="connsiteX186" fmla="*/ 1132840 w 3728720"/>
                      <a:gd name="connsiteY186" fmla="*/ 152400 h 3759200"/>
                      <a:gd name="connsiteX187" fmla="*/ 1102360 w 3728720"/>
                      <a:gd name="connsiteY187" fmla="*/ 86360 h 3759200"/>
                      <a:gd name="connsiteX188" fmla="*/ 1061720 w 3728720"/>
                      <a:gd name="connsiteY188" fmla="*/ 35560 h 3759200"/>
                      <a:gd name="connsiteX189" fmla="*/ 1041400 w 3728720"/>
                      <a:gd name="connsiteY189" fmla="*/ 5080 h 3759200"/>
                      <a:gd name="connsiteX190" fmla="*/ 995680 w 3728720"/>
                      <a:gd name="connsiteY190" fmla="*/ 0 h 3759200"/>
                      <a:gd name="connsiteX191" fmla="*/ 975360 w 3728720"/>
                      <a:gd name="connsiteY191" fmla="*/ 45720 h 3759200"/>
                      <a:gd name="connsiteX0" fmla="*/ 975360 w 3728720"/>
                      <a:gd name="connsiteY0" fmla="*/ 45720 h 3759200"/>
                      <a:gd name="connsiteX1" fmla="*/ 904240 w 3728720"/>
                      <a:gd name="connsiteY1" fmla="*/ 116840 h 3759200"/>
                      <a:gd name="connsiteX2" fmla="*/ 848360 w 3728720"/>
                      <a:gd name="connsiteY2" fmla="*/ 172720 h 3759200"/>
                      <a:gd name="connsiteX3" fmla="*/ 762000 w 3728720"/>
                      <a:gd name="connsiteY3" fmla="*/ 213360 h 3759200"/>
                      <a:gd name="connsiteX4" fmla="*/ 701040 w 3728720"/>
                      <a:gd name="connsiteY4" fmla="*/ 294640 h 3759200"/>
                      <a:gd name="connsiteX5" fmla="*/ 624840 w 3728720"/>
                      <a:gd name="connsiteY5" fmla="*/ 350520 h 3759200"/>
                      <a:gd name="connsiteX6" fmla="*/ 558800 w 3728720"/>
                      <a:gd name="connsiteY6" fmla="*/ 391160 h 3759200"/>
                      <a:gd name="connsiteX7" fmla="*/ 441960 w 3728720"/>
                      <a:gd name="connsiteY7" fmla="*/ 447040 h 3759200"/>
                      <a:gd name="connsiteX8" fmla="*/ 299720 w 3728720"/>
                      <a:gd name="connsiteY8" fmla="*/ 513080 h 3759200"/>
                      <a:gd name="connsiteX9" fmla="*/ 157480 w 3728720"/>
                      <a:gd name="connsiteY9" fmla="*/ 563880 h 3759200"/>
                      <a:gd name="connsiteX10" fmla="*/ 96520 w 3728720"/>
                      <a:gd name="connsiteY10" fmla="*/ 584200 h 3759200"/>
                      <a:gd name="connsiteX11" fmla="*/ 40640 w 3728720"/>
                      <a:gd name="connsiteY11" fmla="*/ 584200 h 3759200"/>
                      <a:gd name="connsiteX12" fmla="*/ 0 w 3728720"/>
                      <a:gd name="connsiteY12" fmla="*/ 599440 h 3759200"/>
                      <a:gd name="connsiteX13" fmla="*/ 0 w 3728720"/>
                      <a:gd name="connsiteY13" fmla="*/ 624840 h 3759200"/>
                      <a:gd name="connsiteX14" fmla="*/ 25400 w 3728720"/>
                      <a:gd name="connsiteY14" fmla="*/ 685800 h 3759200"/>
                      <a:gd name="connsiteX15" fmla="*/ 71120 w 3728720"/>
                      <a:gd name="connsiteY15" fmla="*/ 721360 h 3759200"/>
                      <a:gd name="connsiteX16" fmla="*/ 142240 w 3728720"/>
                      <a:gd name="connsiteY16" fmla="*/ 828040 h 3759200"/>
                      <a:gd name="connsiteX17" fmla="*/ 172720 w 3728720"/>
                      <a:gd name="connsiteY17" fmla="*/ 894080 h 3759200"/>
                      <a:gd name="connsiteX18" fmla="*/ 182880 w 3728720"/>
                      <a:gd name="connsiteY18" fmla="*/ 939800 h 3759200"/>
                      <a:gd name="connsiteX19" fmla="*/ 177800 w 3728720"/>
                      <a:gd name="connsiteY19" fmla="*/ 980440 h 3759200"/>
                      <a:gd name="connsiteX20" fmla="*/ 111760 w 3728720"/>
                      <a:gd name="connsiteY20" fmla="*/ 1021080 h 3759200"/>
                      <a:gd name="connsiteX21" fmla="*/ 91440 w 3728720"/>
                      <a:gd name="connsiteY21" fmla="*/ 1066800 h 3759200"/>
                      <a:gd name="connsiteX22" fmla="*/ 71120 w 3728720"/>
                      <a:gd name="connsiteY22" fmla="*/ 1183640 h 3759200"/>
                      <a:gd name="connsiteX23" fmla="*/ 55880 w 3728720"/>
                      <a:gd name="connsiteY23" fmla="*/ 1605280 h 3759200"/>
                      <a:gd name="connsiteX24" fmla="*/ 35560 w 3728720"/>
                      <a:gd name="connsiteY24" fmla="*/ 1676400 h 3759200"/>
                      <a:gd name="connsiteX25" fmla="*/ 40640 w 3728720"/>
                      <a:gd name="connsiteY25" fmla="*/ 1772920 h 3759200"/>
                      <a:gd name="connsiteX26" fmla="*/ 93980 w 3728720"/>
                      <a:gd name="connsiteY26" fmla="*/ 1978660 h 3759200"/>
                      <a:gd name="connsiteX27" fmla="*/ 170180 w 3728720"/>
                      <a:gd name="connsiteY27" fmla="*/ 2077720 h 3759200"/>
                      <a:gd name="connsiteX28" fmla="*/ 233680 w 3728720"/>
                      <a:gd name="connsiteY28" fmla="*/ 2133600 h 3759200"/>
                      <a:gd name="connsiteX29" fmla="*/ 269240 w 3728720"/>
                      <a:gd name="connsiteY29" fmla="*/ 2189480 h 3759200"/>
                      <a:gd name="connsiteX30" fmla="*/ 269240 w 3728720"/>
                      <a:gd name="connsiteY30" fmla="*/ 2280920 h 3759200"/>
                      <a:gd name="connsiteX31" fmla="*/ 259080 w 3728720"/>
                      <a:gd name="connsiteY31" fmla="*/ 2357120 h 3759200"/>
                      <a:gd name="connsiteX32" fmla="*/ 243840 w 3728720"/>
                      <a:gd name="connsiteY32" fmla="*/ 2519680 h 3759200"/>
                      <a:gd name="connsiteX33" fmla="*/ 243840 w 3728720"/>
                      <a:gd name="connsiteY33" fmla="*/ 2519680 h 3759200"/>
                      <a:gd name="connsiteX34" fmla="*/ 350520 w 3728720"/>
                      <a:gd name="connsiteY34" fmla="*/ 2473960 h 3759200"/>
                      <a:gd name="connsiteX35" fmla="*/ 436880 w 3728720"/>
                      <a:gd name="connsiteY35" fmla="*/ 2463800 h 3759200"/>
                      <a:gd name="connsiteX36" fmla="*/ 497840 w 3728720"/>
                      <a:gd name="connsiteY36" fmla="*/ 2448560 h 3759200"/>
                      <a:gd name="connsiteX37" fmla="*/ 533400 w 3728720"/>
                      <a:gd name="connsiteY37" fmla="*/ 2392680 h 3759200"/>
                      <a:gd name="connsiteX38" fmla="*/ 518160 w 3728720"/>
                      <a:gd name="connsiteY38" fmla="*/ 2296160 h 3759200"/>
                      <a:gd name="connsiteX39" fmla="*/ 523240 w 3728720"/>
                      <a:gd name="connsiteY39" fmla="*/ 2204720 h 3759200"/>
                      <a:gd name="connsiteX40" fmla="*/ 543560 w 3728720"/>
                      <a:gd name="connsiteY40" fmla="*/ 2174240 h 3759200"/>
                      <a:gd name="connsiteX41" fmla="*/ 574040 w 3728720"/>
                      <a:gd name="connsiteY41" fmla="*/ 2199640 h 3759200"/>
                      <a:gd name="connsiteX42" fmla="*/ 665480 w 3728720"/>
                      <a:gd name="connsiteY42" fmla="*/ 2189480 h 3759200"/>
                      <a:gd name="connsiteX43" fmla="*/ 721360 w 3728720"/>
                      <a:gd name="connsiteY43" fmla="*/ 2214880 h 3759200"/>
                      <a:gd name="connsiteX44" fmla="*/ 716280 w 3728720"/>
                      <a:gd name="connsiteY44" fmla="*/ 2280920 h 3759200"/>
                      <a:gd name="connsiteX45" fmla="*/ 716280 w 3728720"/>
                      <a:gd name="connsiteY45" fmla="*/ 2326640 h 3759200"/>
                      <a:gd name="connsiteX46" fmla="*/ 736600 w 3728720"/>
                      <a:gd name="connsiteY46" fmla="*/ 2362200 h 3759200"/>
                      <a:gd name="connsiteX47" fmla="*/ 756920 w 3728720"/>
                      <a:gd name="connsiteY47" fmla="*/ 2428240 h 3759200"/>
                      <a:gd name="connsiteX48" fmla="*/ 772160 w 3728720"/>
                      <a:gd name="connsiteY48" fmla="*/ 2494280 h 3759200"/>
                      <a:gd name="connsiteX49" fmla="*/ 873760 w 3728720"/>
                      <a:gd name="connsiteY49" fmla="*/ 2555240 h 3759200"/>
                      <a:gd name="connsiteX50" fmla="*/ 975360 w 3728720"/>
                      <a:gd name="connsiteY50" fmla="*/ 2641600 h 3759200"/>
                      <a:gd name="connsiteX51" fmla="*/ 1071880 w 3728720"/>
                      <a:gd name="connsiteY51" fmla="*/ 2682240 h 3759200"/>
                      <a:gd name="connsiteX52" fmla="*/ 1173480 w 3728720"/>
                      <a:gd name="connsiteY52" fmla="*/ 2717800 h 3759200"/>
                      <a:gd name="connsiteX53" fmla="*/ 1270000 w 3728720"/>
                      <a:gd name="connsiteY53" fmla="*/ 2692400 h 3759200"/>
                      <a:gd name="connsiteX54" fmla="*/ 1361440 w 3728720"/>
                      <a:gd name="connsiteY54" fmla="*/ 2636520 h 3759200"/>
                      <a:gd name="connsiteX55" fmla="*/ 1463040 w 3728720"/>
                      <a:gd name="connsiteY55" fmla="*/ 2606040 h 3759200"/>
                      <a:gd name="connsiteX56" fmla="*/ 1554480 w 3728720"/>
                      <a:gd name="connsiteY56" fmla="*/ 2565400 h 3759200"/>
                      <a:gd name="connsiteX57" fmla="*/ 1559560 w 3728720"/>
                      <a:gd name="connsiteY57" fmla="*/ 2514600 h 3759200"/>
                      <a:gd name="connsiteX58" fmla="*/ 1549400 w 3728720"/>
                      <a:gd name="connsiteY58" fmla="*/ 2438400 h 3759200"/>
                      <a:gd name="connsiteX59" fmla="*/ 1584960 w 3728720"/>
                      <a:gd name="connsiteY59" fmla="*/ 2336800 h 3759200"/>
                      <a:gd name="connsiteX60" fmla="*/ 1584960 w 3728720"/>
                      <a:gd name="connsiteY60" fmla="*/ 2291080 h 3759200"/>
                      <a:gd name="connsiteX61" fmla="*/ 1590040 w 3728720"/>
                      <a:gd name="connsiteY61" fmla="*/ 2250440 h 3759200"/>
                      <a:gd name="connsiteX62" fmla="*/ 1625600 w 3728720"/>
                      <a:gd name="connsiteY62" fmla="*/ 2260600 h 3759200"/>
                      <a:gd name="connsiteX63" fmla="*/ 1656080 w 3728720"/>
                      <a:gd name="connsiteY63" fmla="*/ 2321560 h 3759200"/>
                      <a:gd name="connsiteX64" fmla="*/ 1722120 w 3728720"/>
                      <a:gd name="connsiteY64" fmla="*/ 2387600 h 3759200"/>
                      <a:gd name="connsiteX65" fmla="*/ 1752600 w 3728720"/>
                      <a:gd name="connsiteY65" fmla="*/ 2453640 h 3759200"/>
                      <a:gd name="connsiteX66" fmla="*/ 1757680 w 3728720"/>
                      <a:gd name="connsiteY66" fmla="*/ 2545080 h 3759200"/>
                      <a:gd name="connsiteX67" fmla="*/ 1752600 w 3728720"/>
                      <a:gd name="connsiteY67" fmla="*/ 2636520 h 3759200"/>
                      <a:gd name="connsiteX68" fmla="*/ 1762760 w 3728720"/>
                      <a:gd name="connsiteY68" fmla="*/ 2733040 h 3759200"/>
                      <a:gd name="connsiteX69" fmla="*/ 1788160 w 3728720"/>
                      <a:gd name="connsiteY69" fmla="*/ 2809240 h 3759200"/>
                      <a:gd name="connsiteX70" fmla="*/ 1859280 w 3728720"/>
                      <a:gd name="connsiteY70" fmla="*/ 2910840 h 3759200"/>
                      <a:gd name="connsiteX71" fmla="*/ 1864360 w 3728720"/>
                      <a:gd name="connsiteY71" fmla="*/ 2956560 h 3759200"/>
                      <a:gd name="connsiteX72" fmla="*/ 1844040 w 3728720"/>
                      <a:gd name="connsiteY72" fmla="*/ 3007360 h 3759200"/>
                      <a:gd name="connsiteX73" fmla="*/ 1823720 w 3728720"/>
                      <a:gd name="connsiteY73" fmla="*/ 3088640 h 3759200"/>
                      <a:gd name="connsiteX74" fmla="*/ 1788160 w 3728720"/>
                      <a:gd name="connsiteY74" fmla="*/ 3159760 h 3759200"/>
                      <a:gd name="connsiteX75" fmla="*/ 1788160 w 3728720"/>
                      <a:gd name="connsiteY75" fmla="*/ 3159760 h 3759200"/>
                      <a:gd name="connsiteX76" fmla="*/ 1767840 w 3728720"/>
                      <a:gd name="connsiteY76" fmla="*/ 3241040 h 3759200"/>
                      <a:gd name="connsiteX77" fmla="*/ 1808480 w 3728720"/>
                      <a:gd name="connsiteY77" fmla="*/ 3281680 h 3759200"/>
                      <a:gd name="connsiteX78" fmla="*/ 1879600 w 3728720"/>
                      <a:gd name="connsiteY78" fmla="*/ 3342640 h 3759200"/>
                      <a:gd name="connsiteX79" fmla="*/ 1920240 w 3728720"/>
                      <a:gd name="connsiteY79" fmla="*/ 3373120 h 3759200"/>
                      <a:gd name="connsiteX80" fmla="*/ 1955800 w 3728720"/>
                      <a:gd name="connsiteY80" fmla="*/ 3388360 h 3759200"/>
                      <a:gd name="connsiteX81" fmla="*/ 2026920 w 3728720"/>
                      <a:gd name="connsiteY81" fmla="*/ 3423920 h 3759200"/>
                      <a:gd name="connsiteX82" fmla="*/ 2082800 w 3728720"/>
                      <a:gd name="connsiteY82" fmla="*/ 3545840 h 3759200"/>
                      <a:gd name="connsiteX83" fmla="*/ 2169160 w 3728720"/>
                      <a:gd name="connsiteY83" fmla="*/ 3611880 h 3759200"/>
                      <a:gd name="connsiteX84" fmla="*/ 2230120 w 3728720"/>
                      <a:gd name="connsiteY84" fmla="*/ 3698240 h 3759200"/>
                      <a:gd name="connsiteX85" fmla="*/ 2311400 w 3728720"/>
                      <a:gd name="connsiteY85" fmla="*/ 3754120 h 3759200"/>
                      <a:gd name="connsiteX86" fmla="*/ 2402840 w 3728720"/>
                      <a:gd name="connsiteY86" fmla="*/ 3759200 h 3759200"/>
                      <a:gd name="connsiteX87" fmla="*/ 2484120 w 3728720"/>
                      <a:gd name="connsiteY87" fmla="*/ 3738880 h 3759200"/>
                      <a:gd name="connsiteX88" fmla="*/ 2580640 w 3728720"/>
                      <a:gd name="connsiteY88" fmla="*/ 3728720 h 3759200"/>
                      <a:gd name="connsiteX89" fmla="*/ 2651760 w 3728720"/>
                      <a:gd name="connsiteY89" fmla="*/ 3713480 h 3759200"/>
                      <a:gd name="connsiteX90" fmla="*/ 2717800 w 3728720"/>
                      <a:gd name="connsiteY90" fmla="*/ 3728720 h 3759200"/>
                      <a:gd name="connsiteX91" fmla="*/ 2773680 w 3728720"/>
                      <a:gd name="connsiteY91" fmla="*/ 3708400 h 3759200"/>
                      <a:gd name="connsiteX92" fmla="*/ 2778760 w 3728720"/>
                      <a:gd name="connsiteY92" fmla="*/ 3632200 h 3759200"/>
                      <a:gd name="connsiteX93" fmla="*/ 2865120 w 3728720"/>
                      <a:gd name="connsiteY93" fmla="*/ 3510280 h 3759200"/>
                      <a:gd name="connsiteX94" fmla="*/ 2936240 w 3728720"/>
                      <a:gd name="connsiteY94" fmla="*/ 3444240 h 3759200"/>
                      <a:gd name="connsiteX95" fmla="*/ 2946400 w 3728720"/>
                      <a:gd name="connsiteY95" fmla="*/ 3383280 h 3759200"/>
                      <a:gd name="connsiteX96" fmla="*/ 2936240 w 3728720"/>
                      <a:gd name="connsiteY96" fmla="*/ 3296920 h 3759200"/>
                      <a:gd name="connsiteX97" fmla="*/ 2946400 w 3728720"/>
                      <a:gd name="connsiteY97" fmla="*/ 3246120 h 3759200"/>
                      <a:gd name="connsiteX98" fmla="*/ 2987040 w 3728720"/>
                      <a:gd name="connsiteY98" fmla="*/ 3210560 h 3759200"/>
                      <a:gd name="connsiteX99" fmla="*/ 3093720 w 3728720"/>
                      <a:gd name="connsiteY99" fmla="*/ 3215640 h 3759200"/>
                      <a:gd name="connsiteX100" fmla="*/ 3154680 w 3728720"/>
                      <a:gd name="connsiteY100" fmla="*/ 3235960 h 3759200"/>
                      <a:gd name="connsiteX101" fmla="*/ 3235960 w 3728720"/>
                      <a:gd name="connsiteY101" fmla="*/ 3235960 h 3759200"/>
                      <a:gd name="connsiteX102" fmla="*/ 3352800 w 3728720"/>
                      <a:gd name="connsiteY102" fmla="*/ 3180080 h 3759200"/>
                      <a:gd name="connsiteX103" fmla="*/ 3459480 w 3728720"/>
                      <a:gd name="connsiteY103" fmla="*/ 3103880 h 3759200"/>
                      <a:gd name="connsiteX104" fmla="*/ 3474720 w 3728720"/>
                      <a:gd name="connsiteY104" fmla="*/ 3027680 h 3759200"/>
                      <a:gd name="connsiteX105" fmla="*/ 3474720 w 3728720"/>
                      <a:gd name="connsiteY105" fmla="*/ 2941320 h 3759200"/>
                      <a:gd name="connsiteX106" fmla="*/ 3444240 w 3728720"/>
                      <a:gd name="connsiteY106" fmla="*/ 2890520 h 3759200"/>
                      <a:gd name="connsiteX107" fmla="*/ 3444240 w 3728720"/>
                      <a:gd name="connsiteY107" fmla="*/ 2814320 h 3759200"/>
                      <a:gd name="connsiteX108" fmla="*/ 3495040 w 3728720"/>
                      <a:gd name="connsiteY108" fmla="*/ 2727960 h 3759200"/>
                      <a:gd name="connsiteX109" fmla="*/ 3525520 w 3728720"/>
                      <a:gd name="connsiteY109" fmla="*/ 2641600 h 3759200"/>
                      <a:gd name="connsiteX110" fmla="*/ 3566160 w 3728720"/>
                      <a:gd name="connsiteY110" fmla="*/ 2540000 h 3759200"/>
                      <a:gd name="connsiteX111" fmla="*/ 3581400 w 3728720"/>
                      <a:gd name="connsiteY111" fmla="*/ 2463800 h 3759200"/>
                      <a:gd name="connsiteX112" fmla="*/ 3581400 w 3728720"/>
                      <a:gd name="connsiteY112" fmla="*/ 2463800 h 3759200"/>
                      <a:gd name="connsiteX113" fmla="*/ 3642360 w 3728720"/>
                      <a:gd name="connsiteY113" fmla="*/ 2458720 h 3759200"/>
                      <a:gd name="connsiteX114" fmla="*/ 3688080 w 3728720"/>
                      <a:gd name="connsiteY114" fmla="*/ 2499360 h 3759200"/>
                      <a:gd name="connsiteX115" fmla="*/ 3728720 w 3728720"/>
                      <a:gd name="connsiteY115" fmla="*/ 2504440 h 3759200"/>
                      <a:gd name="connsiteX116" fmla="*/ 3723640 w 3728720"/>
                      <a:gd name="connsiteY116" fmla="*/ 2453640 h 3759200"/>
                      <a:gd name="connsiteX117" fmla="*/ 3693160 w 3728720"/>
                      <a:gd name="connsiteY117" fmla="*/ 2413000 h 3759200"/>
                      <a:gd name="connsiteX118" fmla="*/ 3672840 w 3728720"/>
                      <a:gd name="connsiteY118" fmla="*/ 2346960 h 3759200"/>
                      <a:gd name="connsiteX119" fmla="*/ 3647440 w 3728720"/>
                      <a:gd name="connsiteY119" fmla="*/ 2336800 h 3759200"/>
                      <a:gd name="connsiteX120" fmla="*/ 3601720 w 3728720"/>
                      <a:gd name="connsiteY120" fmla="*/ 2341880 h 3759200"/>
                      <a:gd name="connsiteX121" fmla="*/ 3561080 w 3728720"/>
                      <a:gd name="connsiteY121" fmla="*/ 2321560 h 3759200"/>
                      <a:gd name="connsiteX122" fmla="*/ 3545840 w 3728720"/>
                      <a:gd name="connsiteY122" fmla="*/ 2255520 h 3759200"/>
                      <a:gd name="connsiteX123" fmla="*/ 3550920 w 3728720"/>
                      <a:gd name="connsiteY123" fmla="*/ 2189480 h 3759200"/>
                      <a:gd name="connsiteX124" fmla="*/ 3515360 w 3728720"/>
                      <a:gd name="connsiteY124" fmla="*/ 2164080 h 3759200"/>
                      <a:gd name="connsiteX125" fmla="*/ 3474720 w 3728720"/>
                      <a:gd name="connsiteY125" fmla="*/ 2159000 h 3759200"/>
                      <a:gd name="connsiteX126" fmla="*/ 3403600 w 3728720"/>
                      <a:gd name="connsiteY126" fmla="*/ 2113280 h 3759200"/>
                      <a:gd name="connsiteX127" fmla="*/ 3362960 w 3728720"/>
                      <a:gd name="connsiteY127" fmla="*/ 2098040 h 3759200"/>
                      <a:gd name="connsiteX128" fmla="*/ 3322320 w 3728720"/>
                      <a:gd name="connsiteY128" fmla="*/ 2082800 h 3759200"/>
                      <a:gd name="connsiteX129" fmla="*/ 3302000 w 3728720"/>
                      <a:gd name="connsiteY129" fmla="*/ 2062480 h 3759200"/>
                      <a:gd name="connsiteX130" fmla="*/ 3302000 w 3728720"/>
                      <a:gd name="connsiteY130" fmla="*/ 2026920 h 3759200"/>
                      <a:gd name="connsiteX131" fmla="*/ 3342640 w 3728720"/>
                      <a:gd name="connsiteY131" fmla="*/ 1971040 h 3759200"/>
                      <a:gd name="connsiteX132" fmla="*/ 3373120 w 3728720"/>
                      <a:gd name="connsiteY132" fmla="*/ 1910080 h 3759200"/>
                      <a:gd name="connsiteX133" fmla="*/ 3378200 w 3728720"/>
                      <a:gd name="connsiteY133" fmla="*/ 1869440 h 3759200"/>
                      <a:gd name="connsiteX134" fmla="*/ 3378200 w 3728720"/>
                      <a:gd name="connsiteY134" fmla="*/ 1869440 h 3759200"/>
                      <a:gd name="connsiteX135" fmla="*/ 3332480 w 3728720"/>
                      <a:gd name="connsiteY135" fmla="*/ 1854200 h 3759200"/>
                      <a:gd name="connsiteX136" fmla="*/ 3322320 w 3728720"/>
                      <a:gd name="connsiteY136" fmla="*/ 1869440 h 3759200"/>
                      <a:gd name="connsiteX137" fmla="*/ 3276600 w 3728720"/>
                      <a:gd name="connsiteY137" fmla="*/ 1859280 h 3759200"/>
                      <a:gd name="connsiteX138" fmla="*/ 3235960 w 3728720"/>
                      <a:gd name="connsiteY138" fmla="*/ 1828800 h 3759200"/>
                      <a:gd name="connsiteX139" fmla="*/ 3185160 w 3728720"/>
                      <a:gd name="connsiteY139" fmla="*/ 1849120 h 3759200"/>
                      <a:gd name="connsiteX140" fmla="*/ 3129280 w 3728720"/>
                      <a:gd name="connsiteY140" fmla="*/ 1925320 h 3759200"/>
                      <a:gd name="connsiteX141" fmla="*/ 3103880 w 3728720"/>
                      <a:gd name="connsiteY141" fmla="*/ 1955800 h 3759200"/>
                      <a:gd name="connsiteX142" fmla="*/ 3058160 w 3728720"/>
                      <a:gd name="connsiteY142" fmla="*/ 1986280 h 3759200"/>
                      <a:gd name="connsiteX143" fmla="*/ 2961640 w 3728720"/>
                      <a:gd name="connsiteY143" fmla="*/ 1960880 h 3759200"/>
                      <a:gd name="connsiteX144" fmla="*/ 2870200 w 3728720"/>
                      <a:gd name="connsiteY144" fmla="*/ 1976120 h 3759200"/>
                      <a:gd name="connsiteX145" fmla="*/ 2799080 w 3728720"/>
                      <a:gd name="connsiteY145" fmla="*/ 2032000 h 3759200"/>
                      <a:gd name="connsiteX146" fmla="*/ 2702560 w 3728720"/>
                      <a:gd name="connsiteY146" fmla="*/ 2103120 h 3759200"/>
                      <a:gd name="connsiteX147" fmla="*/ 2626360 w 3728720"/>
                      <a:gd name="connsiteY147" fmla="*/ 2148840 h 3759200"/>
                      <a:gd name="connsiteX148" fmla="*/ 2534920 w 3728720"/>
                      <a:gd name="connsiteY148" fmla="*/ 2179320 h 3759200"/>
                      <a:gd name="connsiteX149" fmla="*/ 2468880 w 3728720"/>
                      <a:gd name="connsiteY149" fmla="*/ 2214880 h 3759200"/>
                      <a:gd name="connsiteX150" fmla="*/ 2443480 w 3728720"/>
                      <a:gd name="connsiteY150" fmla="*/ 2280920 h 3759200"/>
                      <a:gd name="connsiteX151" fmla="*/ 2397760 w 3728720"/>
                      <a:gd name="connsiteY151" fmla="*/ 2291080 h 3759200"/>
                      <a:gd name="connsiteX152" fmla="*/ 2301240 w 3728720"/>
                      <a:gd name="connsiteY152" fmla="*/ 2291080 h 3759200"/>
                      <a:gd name="connsiteX153" fmla="*/ 2250440 w 3728720"/>
                      <a:gd name="connsiteY153" fmla="*/ 2301240 h 3759200"/>
                      <a:gd name="connsiteX154" fmla="*/ 2204720 w 3728720"/>
                      <a:gd name="connsiteY154" fmla="*/ 2265680 h 3759200"/>
                      <a:gd name="connsiteX155" fmla="*/ 2159000 w 3728720"/>
                      <a:gd name="connsiteY155" fmla="*/ 2189480 h 3759200"/>
                      <a:gd name="connsiteX156" fmla="*/ 2123440 w 3728720"/>
                      <a:gd name="connsiteY156" fmla="*/ 2153920 h 3759200"/>
                      <a:gd name="connsiteX157" fmla="*/ 2128520 w 3728720"/>
                      <a:gd name="connsiteY157" fmla="*/ 2113280 h 3759200"/>
                      <a:gd name="connsiteX158" fmla="*/ 2164080 w 3728720"/>
                      <a:gd name="connsiteY158" fmla="*/ 2087880 h 3759200"/>
                      <a:gd name="connsiteX159" fmla="*/ 2148840 w 3728720"/>
                      <a:gd name="connsiteY159" fmla="*/ 2047240 h 3759200"/>
                      <a:gd name="connsiteX160" fmla="*/ 2103120 w 3728720"/>
                      <a:gd name="connsiteY160" fmla="*/ 2026920 h 3759200"/>
                      <a:gd name="connsiteX161" fmla="*/ 2108200 w 3728720"/>
                      <a:gd name="connsiteY161" fmla="*/ 1976120 h 3759200"/>
                      <a:gd name="connsiteX162" fmla="*/ 2103120 w 3728720"/>
                      <a:gd name="connsiteY162" fmla="*/ 1925320 h 3759200"/>
                      <a:gd name="connsiteX163" fmla="*/ 2037080 w 3728720"/>
                      <a:gd name="connsiteY163" fmla="*/ 1854200 h 3759200"/>
                      <a:gd name="connsiteX164" fmla="*/ 1996440 w 3728720"/>
                      <a:gd name="connsiteY164" fmla="*/ 1808480 h 3759200"/>
                      <a:gd name="connsiteX165" fmla="*/ 1960880 w 3728720"/>
                      <a:gd name="connsiteY165" fmla="*/ 1757680 h 3759200"/>
                      <a:gd name="connsiteX166" fmla="*/ 1930400 w 3728720"/>
                      <a:gd name="connsiteY166" fmla="*/ 1651000 h 3759200"/>
                      <a:gd name="connsiteX167" fmla="*/ 1930400 w 3728720"/>
                      <a:gd name="connsiteY167" fmla="*/ 1559560 h 3759200"/>
                      <a:gd name="connsiteX168" fmla="*/ 1920240 w 3728720"/>
                      <a:gd name="connsiteY168" fmla="*/ 1508760 h 3759200"/>
                      <a:gd name="connsiteX169" fmla="*/ 1899920 w 3728720"/>
                      <a:gd name="connsiteY169" fmla="*/ 1468120 h 3759200"/>
                      <a:gd name="connsiteX170" fmla="*/ 1844040 w 3728720"/>
                      <a:gd name="connsiteY170" fmla="*/ 1442720 h 3759200"/>
                      <a:gd name="connsiteX171" fmla="*/ 1732280 w 3728720"/>
                      <a:gd name="connsiteY171" fmla="*/ 1442720 h 3759200"/>
                      <a:gd name="connsiteX172" fmla="*/ 1615440 w 3728720"/>
                      <a:gd name="connsiteY172" fmla="*/ 1437640 h 3759200"/>
                      <a:gd name="connsiteX173" fmla="*/ 1590040 w 3728720"/>
                      <a:gd name="connsiteY173" fmla="*/ 1402080 h 3759200"/>
                      <a:gd name="connsiteX174" fmla="*/ 1544320 w 3728720"/>
                      <a:gd name="connsiteY174" fmla="*/ 1391920 h 3759200"/>
                      <a:gd name="connsiteX175" fmla="*/ 1534160 w 3728720"/>
                      <a:gd name="connsiteY175" fmla="*/ 1295400 h 3759200"/>
                      <a:gd name="connsiteX176" fmla="*/ 1503680 w 3728720"/>
                      <a:gd name="connsiteY176" fmla="*/ 1219200 h 3759200"/>
                      <a:gd name="connsiteX177" fmla="*/ 1412240 w 3728720"/>
                      <a:gd name="connsiteY177" fmla="*/ 1000760 h 3759200"/>
                      <a:gd name="connsiteX178" fmla="*/ 1341120 w 3728720"/>
                      <a:gd name="connsiteY178" fmla="*/ 812800 h 3759200"/>
                      <a:gd name="connsiteX179" fmla="*/ 1285240 w 3728720"/>
                      <a:gd name="connsiteY179" fmla="*/ 695960 h 3759200"/>
                      <a:gd name="connsiteX180" fmla="*/ 1234440 w 3728720"/>
                      <a:gd name="connsiteY180" fmla="*/ 594360 h 3759200"/>
                      <a:gd name="connsiteX181" fmla="*/ 1198880 w 3728720"/>
                      <a:gd name="connsiteY181" fmla="*/ 528320 h 3759200"/>
                      <a:gd name="connsiteX182" fmla="*/ 1173480 w 3728720"/>
                      <a:gd name="connsiteY182" fmla="*/ 426720 h 3759200"/>
                      <a:gd name="connsiteX183" fmla="*/ 1173480 w 3728720"/>
                      <a:gd name="connsiteY183" fmla="*/ 345440 h 3759200"/>
                      <a:gd name="connsiteX184" fmla="*/ 1148080 w 3728720"/>
                      <a:gd name="connsiteY184" fmla="*/ 274320 h 3759200"/>
                      <a:gd name="connsiteX185" fmla="*/ 1148080 w 3728720"/>
                      <a:gd name="connsiteY185" fmla="*/ 208280 h 3759200"/>
                      <a:gd name="connsiteX186" fmla="*/ 1132840 w 3728720"/>
                      <a:gd name="connsiteY186" fmla="*/ 152400 h 3759200"/>
                      <a:gd name="connsiteX187" fmla="*/ 1102360 w 3728720"/>
                      <a:gd name="connsiteY187" fmla="*/ 86360 h 3759200"/>
                      <a:gd name="connsiteX188" fmla="*/ 1061720 w 3728720"/>
                      <a:gd name="connsiteY188" fmla="*/ 35560 h 3759200"/>
                      <a:gd name="connsiteX189" fmla="*/ 1041400 w 3728720"/>
                      <a:gd name="connsiteY189" fmla="*/ 5080 h 3759200"/>
                      <a:gd name="connsiteX190" fmla="*/ 995680 w 3728720"/>
                      <a:gd name="connsiteY190" fmla="*/ 0 h 3759200"/>
                      <a:gd name="connsiteX191" fmla="*/ 975360 w 3728720"/>
                      <a:gd name="connsiteY191" fmla="*/ 45720 h 3759200"/>
                      <a:gd name="connsiteX0" fmla="*/ 975360 w 3728720"/>
                      <a:gd name="connsiteY0" fmla="*/ 45720 h 3759200"/>
                      <a:gd name="connsiteX1" fmla="*/ 904240 w 3728720"/>
                      <a:gd name="connsiteY1" fmla="*/ 116840 h 3759200"/>
                      <a:gd name="connsiteX2" fmla="*/ 848360 w 3728720"/>
                      <a:gd name="connsiteY2" fmla="*/ 172720 h 3759200"/>
                      <a:gd name="connsiteX3" fmla="*/ 762000 w 3728720"/>
                      <a:gd name="connsiteY3" fmla="*/ 213360 h 3759200"/>
                      <a:gd name="connsiteX4" fmla="*/ 701040 w 3728720"/>
                      <a:gd name="connsiteY4" fmla="*/ 294640 h 3759200"/>
                      <a:gd name="connsiteX5" fmla="*/ 624840 w 3728720"/>
                      <a:gd name="connsiteY5" fmla="*/ 350520 h 3759200"/>
                      <a:gd name="connsiteX6" fmla="*/ 558800 w 3728720"/>
                      <a:gd name="connsiteY6" fmla="*/ 391160 h 3759200"/>
                      <a:gd name="connsiteX7" fmla="*/ 441960 w 3728720"/>
                      <a:gd name="connsiteY7" fmla="*/ 447040 h 3759200"/>
                      <a:gd name="connsiteX8" fmla="*/ 299720 w 3728720"/>
                      <a:gd name="connsiteY8" fmla="*/ 513080 h 3759200"/>
                      <a:gd name="connsiteX9" fmla="*/ 157480 w 3728720"/>
                      <a:gd name="connsiteY9" fmla="*/ 563880 h 3759200"/>
                      <a:gd name="connsiteX10" fmla="*/ 96520 w 3728720"/>
                      <a:gd name="connsiteY10" fmla="*/ 584200 h 3759200"/>
                      <a:gd name="connsiteX11" fmla="*/ 40640 w 3728720"/>
                      <a:gd name="connsiteY11" fmla="*/ 584200 h 3759200"/>
                      <a:gd name="connsiteX12" fmla="*/ 0 w 3728720"/>
                      <a:gd name="connsiteY12" fmla="*/ 599440 h 3759200"/>
                      <a:gd name="connsiteX13" fmla="*/ 0 w 3728720"/>
                      <a:gd name="connsiteY13" fmla="*/ 624840 h 3759200"/>
                      <a:gd name="connsiteX14" fmla="*/ 25400 w 3728720"/>
                      <a:gd name="connsiteY14" fmla="*/ 685800 h 3759200"/>
                      <a:gd name="connsiteX15" fmla="*/ 71120 w 3728720"/>
                      <a:gd name="connsiteY15" fmla="*/ 721360 h 3759200"/>
                      <a:gd name="connsiteX16" fmla="*/ 142240 w 3728720"/>
                      <a:gd name="connsiteY16" fmla="*/ 828040 h 3759200"/>
                      <a:gd name="connsiteX17" fmla="*/ 172720 w 3728720"/>
                      <a:gd name="connsiteY17" fmla="*/ 894080 h 3759200"/>
                      <a:gd name="connsiteX18" fmla="*/ 182880 w 3728720"/>
                      <a:gd name="connsiteY18" fmla="*/ 939800 h 3759200"/>
                      <a:gd name="connsiteX19" fmla="*/ 177800 w 3728720"/>
                      <a:gd name="connsiteY19" fmla="*/ 980440 h 3759200"/>
                      <a:gd name="connsiteX20" fmla="*/ 111760 w 3728720"/>
                      <a:gd name="connsiteY20" fmla="*/ 1021080 h 3759200"/>
                      <a:gd name="connsiteX21" fmla="*/ 91440 w 3728720"/>
                      <a:gd name="connsiteY21" fmla="*/ 1066800 h 3759200"/>
                      <a:gd name="connsiteX22" fmla="*/ 71120 w 3728720"/>
                      <a:gd name="connsiteY22" fmla="*/ 1183640 h 3759200"/>
                      <a:gd name="connsiteX23" fmla="*/ 55880 w 3728720"/>
                      <a:gd name="connsiteY23" fmla="*/ 1605280 h 3759200"/>
                      <a:gd name="connsiteX24" fmla="*/ 35560 w 3728720"/>
                      <a:gd name="connsiteY24" fmla="*/ 1676400 h 3759200"/>
                      <a:gd name="connsiteX25" fmla="*/ 40640 w 3728720"/>
                      <a:gd name="connsiteY25" fmla="*/ 1772920 h 3759200"/>
                      <a:gd name="connsiteX26" fmla="*/ 93980 w 3728720"/>
                      <a:gd name="connsiteY26" fmla="*/ 1978660 h 3759200"/>
                      <a:gd name="connsiteX27" fmla="*/ 170180 w 3728720"/>
                      <a:gd name="connsiteY27" fmla="*/ 2077720 h 3759200"/>
                      <a:gd name="connsiteX28" fmla="*/ 233680 w 3728720"/>
                      <a:gd name="connsiteY28" fmla="*/ 2133600 h 3759200"/>
                      <a:gd name="connsiteX29" fmla="*/ 269240 w 3728720"/>
                      <a:gd name="connsiteY29" fmla="*/ 2189480 h 3759200"/>
                      <a:gd name="connsiteX30" fmla="*/ 269240 w 3728720"/>
                      <a:gd name="connsiteY30" fmla="*/ 2280920 h 3759200"/>
                      <a:gd name="connsiteX31" fmla="*/ 259080 w 3728720"/>
                      <a:gd name="connsiteY31" fmla="*/ 2357120 h 3759200"/>
                      <a:gd name="connsiteX32" fmla="*/ 243840 w 3728720"/>
                      <a:gd name="connsiteY32" fmla="*/ 2519680 h 3759200"/>
                      <a:gd name="connsiteX33" fmla="*/ 243840 w 3728720"/>
                      <a:gd name="connsiteY33" fmla="*/ 2519680 h 3759200"/>
                      <a:gd name="connsiteX34" fmla="*/ 350520 w 3728720"/>
                      <a:gd name="connsiteY34" fmla="*/ 2473960 h 3759200"/>
                      <a:gd name="connsiteX35" fmla="*/ 436880 w 3728720"/>
                      <a:gd name="connsiteY35" fmla="*/ 2463800 h 3759200"/>
                      <a:gd name="connsiteX36" fmla="*/ 497840 w 3728720"/>
                      <a:gd name="connsiteY36" fmla="*/ 2448560 h 3759200"/>
                      <a:gd name="connsiteX37" fmla="*/ 533400 w 3728720"/>
                      <a:gd name="connsiteY37" fmla="*/ 2392680 h 3759200"/>
                      <a:gd name="connsiteX38" fmla="*/ 518160 w 3728720"/>
                      <a:gd name="connsiteY38" fmla="*/ 2296160 h 3759200"/>
                      <a:gd name="connsiteX39" fmla="*/ 523240 w 3728720"/>
                      <a:gd name="connsiteY39" fmla="*/ 2204720 h 3759200"/>
                      <a:gd name="connsiteX40" fmla="*/ 543560 w 3728720"/>
                      <a:gd name="connsiteY40" fmla="*/ 2174240 h 3759200"/>
                      <a:gd name="connsiteX41" fmla="*/ 574040 w 3728720"/>
                      <a:gd name="connsiteY41" fmla="*/ 2199640 h 3759200"/>
                      <a:gd name="connsiteX42" fmla="*/ 665480 w 3728720"/>
                      <a:gd name="connsiteY42" fmla="*/ 2189480 h 3759200"/>
                      <a:gd name="connsiteX43" fmla="*/ 721360 w 3728720"/>
                      <a:gd name="connsiteY43" fmla="*/ 2214880 h 3759200"/>
                      <a:gd name="connsiteX44" fmla="*/ 716280 w 3728720"/>
                      <a:gd name="connsiteY44" fmla="*/ 2280920 h 3759200"/>
                      <a:gd name="connsiteX45" fmla="*/ 716280 w 3728720"/>
                      <a:gd name="connsiteY45" fmla="*/ 2326640 h 3759200"/>
                      <a:gd name="connsiteX46" fmla="*/ 736600 w 3728720"/>
                      <a:gd name="connsiteY46" fmla="*/ 2362200 h 3759200"/>
                      <a:gd name="connsiteX47" fmla="*/ 756920 w 3728720"/>
                      <a:gd name="connsiteY47" fmla="*/ 2428240 h 3759200"/>
                      <a:gd name="connsiteX48" fmla="*/ 772160 w 3728720"/>
                      <a:gd name="connsiteY48" fmla="*/ 2494280 h 3759200"/>
                      <a:gd name="connsiteX49" fmla="*/ 873760 w 3728720"/>
                      <a:gd name="connsiteY49" fmla="*/ 2555240 h 3759200"/>
                      <a:gd name="connsiteX50" fmla="*/ 975360 w 3728720"/>
                      <a:gd name="connsiteY50" fmla="*/ 2641600 h 3759200"/>
                      <a:gd name="connsiteX51" fmla="*/ 1071880 w 3728720"/>
                      <a:gd name="connsiteY51" fmla="*/ 2682240 h 3759200"/>
                      <a:gd name="connsiteX52" fmla="*/ 1173480 w 3728720"/>
                      <a:gd name="connsiteY52" fmla="*/ 2717800 h 3759200"/>
                      <a:gd name="connsiteX53" fmla="*/ 1270000 w 3728720"/>
                      <a:gd name="connsiteY53" fmla="*/ 2692400 h 3759200"/>
                      <a:gd name="connsiteX54" fmla="*/ 1361440 w 3728720"/>
                      <a:gd name="connsiteY54" fmla="*/ 2636520 h 3759200"/>
                      <a:gd name="connsiteX55" fmla="*/ 1463040 w 3728720"/>
                      <a:gd name="connsiteY55" fmla="*/ 2606040 h 3759200"/>
                      <a:gd name="connsiteX56" fmla="*/ 1554480 w 3728720"/>
                      <a:gd name="connsiteY56" fmla="*/ 2565400 h 3759200"/>
                      <a:gd name="connsiteX57" fmla="*/ 1559560 w 3728720"/>
                      <a:gd name="connsiteY57" fmla="*/ 2514600 h 3759200"/>
                      <a:gd name="connsiteX58" fmla="*/ 1549400 w 3728720"/>
                      <a:gd name="connsiteY58" fmla="*/ 2438400 h 3759200"/>
                      <a:gd name="connsiteX59" fmla="*/ 1584960 w 3728720"/>
                      <a:gd name="connsiteY59" fmla="*/ 2336800 h 3759200"/>
                      <a:gd name="connsiteX60" fmla="*/ 1584960 w 3728720"/>
                      <a:gd name="connsiteY60" fmla="*/ 2291080 h 3759200"/>
                      <a:gd name="connsiteX61" fmla="*/ 1590040 w 3728720"/>
                      <a:gd name="connsiteY61" fmla="*/ 2250440 h 3759200"/>
                      <a:gd name="connsiteX62" fmla="*/ 1625600 w 3728720"/>
                      <a:gd name="connsiteY62" fmla="*/ 2260600 h 3759200"/>
                      <a:gd name="connsiteX63" fmla="*/ 1656080 w 3728720"/>
                      <a:gd name="connsiteY63" fmla="*/ 2321560 h 3759200"/>
                      <a:gd name="connsiteX64" fmla="*/ 1722120 w 3728720"/>
                      <a:gd name="connsiteY64" fmla="*/ 2387600 h 3759200"/>
                      <a:gd name="connsiteX65" fmla="*/ 1752600 w 3728720"/>
                      <a:gd name="connsiteY65" fmla="*/ 2453640 h 3759200"/>
                      <a:gd name="connsiteX66" fmla="*/ 1757680 w 3728720"/>
                      <a:gd name="connsiteY66" fmla="*/ 2545080 h 3759200"/>
                      <a:gd name="connsiteX67" fmla="*/ 1752600 w 3728720"/>
                      <a:gd name="connsiteY67" fmla="*/ 2636520 h 3759200"/>
                      <a:gd name="connsiteX68" fmla="*/ 1762760 w 3728720"/>
                      <a:gd name="connsiteY68" fmla="*/ 2733040 h 3759200"/>
                      <a:gd name="connsiteX69" fmla="*/ 1788160 w 3728720"/>
                      <a:gd name="connsiteY69" fmla="*/ 2809240 h 3759200"/>
                      <a:gd name="connsiteX70" fmla="*/ 1859280 w 3728720"/>
                      <a:gd name="connsiteY70" fmla="*/ 2910840 h 3759200"/>
                      <a:gd name="connsiteX71" fmla="*/ 1864360 w 3728720"/>
                      <a:gd name="connsiteY71" fmla="*/ 2956560 h 3759200"/>
                      <a:gd name="connsiteX72" fmla="*/ 1844040 w 3728720"/>
                      <a:gd name="connsiteY72" fmla="*/ 3007360 h 3759200"/>
                      <a:gd name="connsiteX73" fmla="*/ 1823720 w 3728720"/>
                      <a:gd name="connsiteY73" fmla="*/ 3088640 h 3759200"/>
                      <a:gd name="connsiteX74" fmla="*/ 1788160 w 3728720"/>
                      <a:gd name="connsiteY74" fmla="*/ 3159760 h 3759200"/>
                      <a:gd name="connsiteX75" fmla="*/ 1788160 w 3728720"/>
                      <a:gd name="connsiteY75" fmla="*/ 3159760 h 3759200"/>
                      <a:gd name="connsiteX76" fmla="*/ 1767840 w 3728720"/>
                      <a:gd name="connsiteY76" fmla="*/ 3241040 h 3759200"/>
                      <a:gd name="connsiteX77" fmla="*/ 1808480 w 3728720"/>
                      <a:gd name="connsiteY77" fmla="*/ 3281680 h 3759200"/>
                      <a:gd name="connsiteX78" fmla="*/ 1879600 w 3728720"/>
                      <a:gd name="connsiteY78" fmla="*/ 3342640 h 3759200"/>
                      <a:gd name="connsiteX79" fmla="*/ 1920240 w 3728720"/>
                      <a:gd name="connsiteY79" fmla="*/ 3373120 h 3759200"/>
                      <a:gd name="connsiteX80" fmla="*/ 1955800 w 3728720"/>
                      <a:gd name="connsiteY80" fmla="*/ 3388360 h 3759200"/>
                      <a:gd name="connsiteX81" fmla="*/ 2026920 w 3728720"/>
                      <a:gd name="connsiteY81" fmla="*/ 3423920 h 3759200"/>
                      <a:gd name="connsiteX82" fmla="*/ 2082800 w 3728720"/>
                      <a:gd name="connsiteY82" fmla="*/ 3545840 h 3759200"/>
                      <a:gd name="connsiteX83" fmla="*/ 2169160 w 3728720"/>
                      <a:gd name="connsiteY83" fmla="*/ 3611880 h 3759200"/>
                      <a:gd name="connsiteX84" fmla="*/ 2230120 w 3728720"/>
                      <a:gd name="connsiteY84" fmla="*/ 3698240 h 3759200"/>
                      <a:gd name="connsiteX85" fmla="*/ 2311400 w 3728720"/>
                      <a:gd name="connsiteY85" fmla="*/ 3754120 h 3759200"/>
                      <a:gd name="connsiteX86" fmla="*/ 2402840 w 3728720"/>
                      <a:gd name="connsiteY86" fmla="*/ 3759200 h 3759200"/>
                      <a:gd name="connsiteX87" fmla="*/ 2484120 w 3728720"/>
                      <a:gd name="connsiteY87" fmla="*/ 3738880 h 3759200"/>
                      <a:gd name="connsiteX88" fmla="*/ 2580640 w 3728720"/>
                      <a:gd name="connsiteY88" fmla="*/ 3728720 h 3759200"/>
                      <a:gd name="connsiteX89" fmla="*/ 2651760 w 3728720"/>
                      <a:gd name="connsiteY89" fmla="*/ 3713480 h 3759200"/>
                      <a:gd name="connsiteX90" fmla="*/ 2717800 w 3728720"/>
                      <a:gd name="connsiteY90" fmla="*/ 3728720 h 3759200"/>
                      <a:gd name="connsiteX91" fmla="*/ 2773680 w 3728720"/>
                      <a:gd name="connsiteY91" fmla="*/ 3708400 h 3759200"/>
                      <a:gd name="connsiteX92" fmla="*/ 2778760 w 3728720"/>
                      <a:gd name="connsiteY92" fmla="*/ 3632200 h 3759200"/>
                      <a:gd name="connsiteX93" fmla="*/ 2865120 w 3728720"/>
                      <a:gd name="connsiteY93" fmla="*/ 3510280 h 3759200"/>
                      <a:gd name="connsiteX94" fmla="*/ 2936240 w 3728720"/>
                      <a:gd name="connsiteY94" fmla="*/ 3444240 h 3759200"/>
                      <a:gd name="connsiteX95" fmla="*/ 2946400 w 3728720"/>
                      <a:gd name="connsiteY95" fmla="*/ 3383280 h 3759200"/>
                      <a:gd name="connsiteX96" fmla="*/ 2936240 w 3728720"/>
                      <a:gd name="connsiteY96" fmla="*/ 3296920 h 3759200"/>
                      <a:gd name="connsiteX97" fmla="*/ 2946400 w 3728720"/>
                      <a:gd name="connsiteY97" fmla="*/ 3246120 h 3759200"/>
                      <a:gd name="connsiteX98" fmla="*/ 2987040 w 3728720"/>
                      <a:gd name="connsiteY98" fmla="*/ 3210560 h 3759200"/>
                      <a:gd name="connsiteX99" fmla="*/ 3093720 w 3728720"/>
                      <a:gd name="connsiteY99" fmla="*/ 3215640 h 3759200"/>
                      <a:gd name="connsiteX100" fmla="*/ 3154680 w 3728720"/>
                      <a:gd name="connsiteY100" fmla="*/ 3235960 h 3759200"/>
                      <a:gd name="connsiteX101" fmla="*/ 3235960 w 3728720"/>
                      <a:gd name="connsiteY101" fmla="*/ 3235960 h 3759200"/>
                      <a:gd name="connsiteX102" fmla="*/ 3352800 w 3728720"/>
                      <a:gd name="connsiteY102" fmla="*/ 3180080 h 3759200"/>
                      <a:gd name="connsiteX103" fmla="*/ 3459480 w 3728720"/>
                      <a:gd name="connsiteY103" fmla="*/ 3103880 h 3759200"/>
                      <a:gd name="connsiteX104" fmla="*/ 3474720 w 3728720"/>
                      <a:gd name="connsiteY104" fmla="*/ 3027680 h 3759200"/>
                      <a:gd name="connsiteX105" fmla="*/ 3474720 w 3728720"/>
                      <a:gd name="connsiteY105" fmla="*/ 2941320 h 3759200"/>
                      <a:gd name="connsiteX106" fmla="*/ 3444240 w 3728720"/>
                      <a:gd name="connsiteY106" fmla="*/ 2890520 h 3759200"/>
                      <a:gd name="connsiteX107" fmla="*/ 3444240 w 3728720"/>
                      <a:gd name="connsiteY107" fmla="*/ 2814320 h 3759200"/>
                      <a:gd name="connsiteX108" fmla="*/ 3495040 w 3728720"/>
                      <a:gd name="connsiteY108" fmla="*/ 2727960 h 3759200"/>
                      <a:gd name="connsiteX109" fmla="*/ 3525520 w 3728720"/>
                      <a:gd name="connsiteY109" fmla="*/ 2641600 h 3759200"/>
                      <a:gd name="connsiteX110" fmla="*/ 3566160 w 3728720"/>
                      <a:gd name="connsiteY110" fmla="*/ 2540000 h 3759200"/>
                      <a:gd name="connsiteX111" fmla="*/ 3581400 w 3728720"/>
                      <a:gd name="connsiteY111" fmla="*/ 2463800 h 3759200"/>
                      <a:gd name="connsiteX112" fmla="*/ 3581400 w 3728720"/>
                      <a:gd name="connsiteY112" fmla="*/ 2463800 h 3759200"/>
                      <a:gd name="connsiteX113" fmla="*/ 3642360 w 3728720"/>
                      <a:gd name="connsiteY113" fmla="*/ 2458720 h 3759200"/>
                      <a:gd name="connsiteX114" fmla="*/ 3688080 w 3728720"/>
                      <a:gd name="connsiteY114" fmla="*/ 2499360 h 3759200"/>
                      <a:gd name="connsiteX115" fmla="*/ 3728720 w 3728720"/>
                      <a:gd name="connsiteY115" fmla="*/ 2504440 h 3759200"/>
                      <a:gd name="connsiteX116" fmla="*/ 3723640 w 3728720"/>
                      <a:gd name="connsiteY116" fmla="*/ 2453640 h 3759200"/>
                      <a:gd name="connsiteX117" fmla="*/ 3693160 w 3728720"/>
                      <a:gd name="connsiteY117" fmla="*/ 2413000 h 3759200"/>
                      <a:gd name="connsiteX118" fmla="*/ 3672840 w 3728720"/>
                      <a:gd name="connsiteY118" fmla="*/ 2346960 h 3759200"/>
                      <a:gd name="connsiteX119" fmla="*/ 3647440 w 3728720"/>
                      <a:gd name="connsiteY119" fmla="*/ 2336800 h 3759200"/>
                      <a:gd name="connsiteX120" fmla="*/ 3601720 w 3728720"/>
                      <a:gd name="connsiteY120" fmla="*/ 2341880 h 3759200"/>
                      <a:gd name="connsiteX121" fmla="*/ 3561080 w 3728720"/>
                      <a:gd name="connsiteY121" fmla="*/ 2321560 h 3759200"/>
                      <a:gd name="connsiteX122" fmla="*/ 3545840 w 3728720"/>
                      <a:gd name="connsiteY122" fmla="*/ 2255520 h 3759200"/>
                      <a:gd name="connsiteX123" fmla="*/ 3550920 w 3728720"/>
                      <a:gd name="connsiteY123" fmla="*/ 2189480 h 3759200"/>
                      <a:gd name="connsiteX124" fmla="*/ 3515360 w 3728720"/>
                      <a:gd name="connsiteY124" fmla="*/ 2164080 h 3759200"/>
                      <a:gd name="connsiteX125" fmla="*/ 3474720 w 3728720"/>
                      <a:gd name="connsiteY125" fmla="*/ 2159000 h 3759200"/>
                      <a:gd name="connsiteX126" fmla="*/ 3403600 w 3728720"/>
                      <a:gd name="connsiteY126" fmla="*/ 2113280 h 3759200"/>
                      <a:gd name="connsiteX127" fmla="*/ 3362960 w 3728720"/>
                      <a:gd name="connsiteY127" fmla="*/ 2098040 h 3759200"/>
                      <a:gd name="connsiteX128" fmla="*/ 3322320 w 3728720"/>
                      <a:gd name="connsiteY128" fmla="*/ 2082800 h 3759200"/>
                      <a:gd name="connsiteX129" fmla="*/ 3302000 w 3728720"/>
                      <a:gd name="connsiteY129" fmla="*/ 2062480 h 3759200"/>
                      <a:gd name="connsiteX130" fmla="*/ 3302000 w 3728720"/>
                      <a:gd name="connsiteY130" fmla="*/ 2026920 h 3759200"/>
                      <a:gd name="connsiteX131" fmla="*/ 3342640 w 3728720"/>
                      <a:gd name="connsiteY131" fmla="*/ 1971040 h 3759200"/>
                      <a:gd name="connsiteX132" fmla="*/ 3373120 w 3728720"/>
                      <a:gd name="connsiteY132" fmla="*/ 1910080 h 3759200"/>
                      <a:gd name="connsiteX133" fmla="*/ 3378200 w 3728720"/>
                      <a:gd name="connsiteY133" fmla="*/ 1869440 h 3759200"/>
                      <a:gd name="connsiteX134" fmla="*/ 3378200 w 3728720"/>
                      <a:gd name="connsiteY134" fmla="*/ 1869440 h 3759200"/>
                      <a:gd name="connsiteX135" fmla="*/ 3332480 w 3728720"/>
                      <a:gd name="connsiteY135" fmla="*/ 1854200 h 3759200"/>
                      <a:gd name="connsiteX136" fmla="*/ 3322320 w 3728720"/>
                      <a:gd name="connsiteY136" fmla="*/ 1869440 h 3759200"/>
                      <a:gd name="connsiteX137" fmla="*/ 3276600 w 3728720"/>
                      <a:gd name="connsiteY137" fmla="*/ 1859280 h 3759200"/>
                      <a:gd name="connsiteX138" fmla="*/ 3235960 w 3728720"/>
                      <a:gd name="connsiteY138" fmla="*/ 1828800 h 3759200"/>
                      <a:gd name="connsiteX139" fmla="*/ 3185160 w 3728720"/>
                      <a:gd name="connsiteY139" fmla="*/ 1849120 h 3759200"/>
                      <a:gd name="connsiteX140" fmla="*/ 3129280 w 3728720"/>
                      <a:gd name="connsiteY140" fmla="*/ 1925320 h 3759200"/>
                      <a:gd name="connsiteX141" fmla="*/ 3103880 w 3728720"/>
                      <a:gd name="connsiteY141" fmla="*/ 1955800 h 3759200"/>
                      <a:gd name="connsiteX142" fmla="*/ 3058160 w 3728720"/>
                      <a:gd name="connsiteY142" fmla="*/ 1986280 h 3759200"/>
                      <a:gd name="connsiteX143" fmla="*/ 2961640 w 3728720"/>
                      <a:gd name="connsiteY143" fmla="*/ 1960880 h 3759200"/>
                      <a:gd name="connsiteX144" fmla="*/ 2870200 w 3728720"/>
                      <a:gd name="connsiteY144" fmla="*/ 1976120 h 3759200"/>
                      <a:gd name="connsiteX145" fmla="*/ 2799080 w 3728720"/>
                      <a:gd name="connsiteY145" fmla="*/ 2032000 h 3759200"/>
                      <a:gd name="connsiteX146" fmla="*/ 2702560 w 3728720"/>
                      <a:gd name="connsiteY146" fmla="*/ 2103120 h 3759200"/>
                      <a:gd name="connsiteX147" fmla="*/ 2626360 w 3728720"/>
                      <a:gd name="connsiteY147" fmla="*/ 2148840 h 3759200"/>
                      <a:gd name="connsiteX148" fmla="*/ 2534920 w 3728720"/>
                      <a:gd name="connsiteY148" fmla="*/ 2179320 h 3759200"/>
                      <a:gd name="connsiteX149" fmla="*/ 2468880 w 3728720"/>
                      <a:gd name="connsiteY149" fmla="*/ 2214880 h 3759200"/>
                      <a:gd name="connsiteX150" fmla="*/ 2443480 w 3728720"/>
                      <a:gd name="connsiteY150" fmla="*/ 2280920 h 3759200"/>
                      <a:gd name="connsiteX151" fmla="*/ 2397760 w 3728720"/>
                      <a:gd name="connsiteY151" fmla="*/ 2291080 h 3759200"/>
                      <a:gd name="connsiteX152" fmla="*/ 2301240 w 3728720"/>
                      <a:gd name="connsiteY152" fmla="*/ 2291080 h 3759200"/>
                      <a:gd name="connsiteX153" fmla="*/ 2250440 w 3728720"/>
                      <a:gd name="connsiteY153" fmla="*/ 2301240 h 3759200"/>
                      <a:gd name="connsiteX154" fmla="*/ 2204720 w 3728720"/>
                      <a:gd name="connsiteY154" fmla="*/ 2265680 h 3759200"/>
                      <a:gd name="connsiteX155" fmla="*/ 2159000 w 3728720"/>
                      <a:gd name="connsiteY155" fmla="*/ 2189480 h 3759200"/>
                      <a:gd name="connsiteX156" fmla="*/ 2123440 w 3728720"/>
                      <a:gd name="connsiteY156" fmla="*/ 2153920 h 3759200"/>
                      <a:gd name="connsiteX157" fmla="*/ 2128520 w 3728720"/>
                      <a:gd name="connsiteY157" fmla="*/ 2113280 h 3759200"/>
                      <a:gd name="connsiteX158" fmla="*/ 2164080 w 3728720"/>
                      <a:gd name="connsiteY158" fmla="*/ 2087880 h 3759200"/>
                      <a:gd name="connsiteX159" fmla="*/ 2148840 w 3728720"/>
                      <a:gd name="connsiteY159" fmla="*/ 2047240 h 3759200"/>
                      <a:gd name="connsiteX160" fmla="*/ 2103120 w 3728720"/>
                      <a:gd name="connsiteY160" fmla="*/ 2026920 h 3759200"/>
                      <a:gd name="connsiteX161" fmla="*/ 2108200 w 3728720"/>
                      <a:gd name="connsiteY161" fmla="*/ 1976120 h 3759200"/>
                      <a:gd name="connsiteX162" fmla="*/ 2103120 w 3728720"/>
                      <a:gd name="connsiteY162" fmla="*/ 1925320 h 3759200"/>
                      <a:gd name="connsiteX163" fmla="*/ 2037080 w 3728720"/>
                      <a:gd name="connsiteY163" fmla="*/ 1854200 h 3759200"/>
                      <a:gd name="connsiteX164" fmla="*/ 1996440 w 3728720"/>
                      <a:gd name="connsiteY164" fmla="*/ 1808480 h 3759200"/>
                      <a:gd name="connsiteX165" fmla="*/ 1960880 w 3728720"/>
                      <a:gd name="connsiteY165" fmla="*/ 1757680 h 3759200"/>
                      <a:gd name="connsiteX166" fmla="*/ 1930400 w 3728720"/>
                      <a:gd name="connsiteY166" fmla="*/ 1651000 h 3759200"/>
                      <a:gd name="connsiteX167" fmla="*/ 1930400 w 3728720"/>
                      <a:gd name="connsiteY167" fmla="*/ 1559560 h 3759200"/>
                      <a:gd name="connsiteX168" fmla="*/ 1920240 w 3728720"/>
                      <a:gd name="connsiteY168" fmla="*/ 1508760 h 3759200"/>
                      <a:gd name="connsiteX169" fmla="*/ 1899920 w 3728720"/>
                      <a:gd name="connsiteY169" fmla="*/ 1468120 h 3759200"/>
                      <a:gd name="connsiteX170" fmla="*/ 1844040 w 3728720"/>
                      <a:gd name="connsiteY170" fmla="*/ 1442720 h 3759200"/>
                      <a:gd name="connsiteX171" fmla="*/ 1732280 w 3728720"/>
                      <a:gd name="connsiteY171" fmla="*/ 1442720 h 3759200"/>
                      <a:gd name="connsiteX172" fmla="*/ 1615440 w 3728720"/>
                      <a:gd name="connsiteY172" fmla="*/ 1437640 h 3759200"/>
                      <a:gd name="connsiteX173" fmla="*/ 1590040 w 3728720"/>
                      <a:gd name="connsiteY173" fmla="*/ 1402080 h 3759200"/>
                      <a:gd name="connsiteX174" fmla="*/ 1546860 w 3728720"/>
                      <a:gd name="connsiteY174" fmla="*/ 1386840 h 3759200"/>
                      <a:gd name="connsiteX175" fmla="*/ 1534160 w 3728720"/>
                      <a:gd name="connsiteY175" fmla="*/ 1295400 h 3759200"/>
                      <a:gd name="connsiteX176" fmla="*/ 1503680 w 3728720"/>
                      <a:gd name="connsiteY176" fmla="*/ 1219200 h 3759200"/>
                      <a:gd name="connsiteX177" fmla="*/ 1412240 w 3728720"/>
                      <a:gd name="connsiteY177" fmla="*/ 1000760 h 3759200"/>
                      <a:gd name="connsiteX178" fmla="*/ 1341120 w 3728720"/>
                      <a:gd name="connsiteY178" fmla="*/ 812800 h 3759200"/>
                      <a:gd name="connsiteX179" fmla="*/ 1285240 w 3728720"/>
                      <a:gd name="connsiteY179" fmla="*/ 695960 h 3759200"/>
                      <a:gd name="connsiteX180" fmla="*/ 1234440 w 3728720"/>
                      <a:gd name="connsiteY180" fmla="*/ 594360 h 3759200"/>
                      <a:gd name="connsiteX181" fmla="*/ 1198880 w 3728720"/>
                      <a:gd name="connsiteY181" fmla="*/ 528320 h 3759200"/>
                      <a:gd name="connsiteX182" fmla="*/ 1173480 w 3728720"/>
                      <a:gd name="connsiteY182" fmla="*/ 426720 h 3759200"/>
                      <a:gd name="connsiteX183" fmla="*/ 1173480 w 3728720"/>
                      <a:gd name="connsiteY183" fmla="*/ 345440 h 3759200"/>
                      <a:gd name="connsiteX184" fmla="*/ 1148080 w 3728720"/>
                      <a:gd name="connsiteY184" fmla="*/ 274320 h 3759200"/>
                      <a:gd name="connsiteX185" fmla="*/ 1148080 w 3728720"/>
                      <a:gd name="connsiteY185" fmla="*/ 208280 h 3759200"/>
                      <a:gd name="connsiteX186" fmla="*/ 1132840 w 3728720"/>
                      <a:gd name="connsiteY186" fmla="*/ 152400 h 3759200"/>
                      <a:gd name="connsiteX187" fmla="*/ 1102360 w 3728720"/>
                      <a:gd name="connsiteY187" fmla="*/ 86360 h 3759200"/>
                      <a:gd name="connsiteX188" fmla="*/ 1061720 w 3728720"/>
                      <a:gd name="connsiteY188" fmla="*/ 35560 h 3759200"/>
                      <a:gd name="connsiteX189" fmla="*/ 1041400 w 3728720"/>
                      <a:gd name="connsiteY189" fmla="*/ 5080 h 3759200"/>
                      <a:gd name="connsiteX190" fmla="*/ 995680 w 3728720"/>
                      <a:gd name="connsiteY190" fmla="*/ 0 h 3759200"/>
                      <a:gd name="connsiteX191" fmla="*/ 975360 w 3728720"/>
                      <a:gd name="connsiteY191" fmla="*/ 45720 h 375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Lst>
                    <a:rect l="l" t="t" r="r" b="b"/>
                    <a:pathLst>
                      <a:path w="3728720" h="3759200">
                        <a:moveTo>
                          <a:pt x="975360" y="45720"/>
                        </a:moveTo>
                        <a:lnTo>
                          <a:pt x="904240" y="116840"/>
                        </a:lnTo>
                        <a:lnTo>
                          <a:pt x="848360" y="172720"/>
                        </a:lnTo>
                        <a:lnTo>
                          <a:pt x="762000" y="213360"/>
                        </a:lnTo>
                        <a:lnTo>
                          <a:pt x="701040" y="294640"/>
                        </a:lnTo>
                        <a:lnTo>
                          <a:pt x="624840" y="350520"/>
                        </a:lnTo>
                        <a:lnTo>
                          <a:pt x="558800" y="391160"/>
                        </a:lnTo>
                        <a:lnTo>
                          <a:pt x="441960" y="447040"/>
                        </a:lnTo>
                        <a:lnTo>
                          <a:pt x="299720" y="513080"/>
                        </a:lnTo>
                        <a:lnTo>
                          <a:pt x="157480" y="563880"/>
                        </a:lnTo>
                        <a:lnTo>
                          <a:pt x="96520" y="584200"/>
                        </a:lnTo>
                        <a:lnTo>
                          <a:pt x="40640" y="584200"/>
                        </a:lnTo>
                        <a:lnTo>
                          <a:pt x="0" y="599440"/>
                        </a:lnTo>
                        <a:lnTo>
                          <a:pt x="0" y="624840"/>
                        </a:lnTo>
                        <a:lnTo>
                          <a:pt x="25400" y="685800"/>
                        </a:lnTo>
                        <a:lnTo>
                          <a:pt x="71120" y="721360"/>
                        </a:lnTo>
                        <a:lnTo>
                          <a:pt x="142240" y="828040"/>
                        </a:lnTo>
                        <a:lnTo>
                          <a:pt x="172720" y="894080"/>
                        </a:lnTo>
                        <a:lnTo>
                          <a:pt x="182880" y="939800"/>
                        </a:lnTo>
                        <a:lnTo>
                          <a:pt x="177800" y="980440"/>
                        </a:lnTo>
                        <a:lnTo>
                          <a:pt x="111760" y="1021080"/>
                        </a:lnTo>
                        <a:lnTo>
                          <a:pt x="91440" y="1066800"/>
                        </a:lnTo>
                        <a:lnTo>
                          <a:pt x="71120" y="1183640"/>
                        </a:lnTo>
                        <a:lnTo>
                          <a:pt x="55880" y="1605280"/>
                        </a:lnTo>
                        <a:lnTo>
                          <a:pt x="35560" y="1676400"/>
                        </a:lnTo>
                        <a:lnTo>
                          <a:pt x="40640" y="1772920"/>
                        </a:lnTo>
                        <a:lnTo>
                          <a:pt x="93980" y="1978660"/>
                        </a:lnTo>
                        <a:lnTo>
                          <a:pt x="170180" y="2077720"/>
                        </a:lnTo>
                        <a:lnTo>
                          <a:pt x="233680" y="2133600"/>
                        </a:lnTo>
                        <a:lnTo>
                          <a:pt x="269240" y="2189480"/>
                        </a:lnTo>
                        <a:lnTo>
                          <a:pt x="269240" y="2280920"/>
                        </a:lnTo>
                        <a:lnTo>
                          <a:pt x="259080" y="2357120"/>
                        </a:lnTo>
                        <a:lnTo>
                          <a:pt x="243840" y="2519680"/>
                        </a:lnTo>
                        <a:lnTo>
                          <a:pt x="243840" y="2519680"/>
                        </a:lnTo>
                        <a:lnTo>
                          <a:pt x="350520" y="2473960"/>
                        </a:lnTo>
                        <a:lnTo>
                          <a:pt x="436880" y="2463800"/>
                        </a:lnTo>
                        <a:lnTo>
                          <a:pt x="497840" y="2448560"/>
                        </a:lnTo>
                        <a:lnTo>
                          <a:pt x="533400" y="2392680"/>
                        </a:lnTo>
                        <a:lnTo>
                          <a:pt x="518160" y="2296160"/>
                        </a:lnTo>
                        <a:lnTo>
                          <a:pt x="523240" y="2204720"/>
                        </a:lnTo>
                        <a:lnTo>
                          <a:pt x="543560" y="2174240"/>
                        </a:lnTo>
                        <a:lnTo>
                          <a:pt x="574040" y="2199640"/>
                        </a:lnTo>
                        <a:lnTo>
                          <a:pt x="665480" y="2189480"/>
                        </a:lnTo>
                        <a:lnTo>
                          <a:pt x="721360" y="2214880"/>
                        </a:lnTo>
                        <a:lnTo>
                          <a:pt x="716280" y="2280920"/>
                        </a:lnTo>
                        <a:lnTo>
                          <a:pt x="716280" y="2326640"/>
                        </a:lnTo>
                        <a:lnTo>
                          <a:pt x="736600" y="2362200"/>
                        </a:lnTo>
                        <a:lnTo>
                          <a:pt x="756920" y="2428240"/>
                        </a:lnTo>
                        <a:lnTo>
                          <a:pt x="772160" y="2494280"/>
                        </a:lnTo>
                        <a:lnTo>
                          <a:pt x="873760" y="2555240"/>
                        </a:lnTo>
                        <a:lnTo>
                          <a:pt x="975360" y="2641600"/>
                        </a:lnTo>
                        <a:lnTo>
                          <a:pt x="1071880" y="2682240"/>
                        </a:lnTo>
                        <a:lnTo>
                          <a:pt x="1173480" y="2717800"/>
                        </a:lnTo>
                        <a:lnTo>
                          <a:pt x="1270000" y="2692400"/>
                        </a:lnTo>
                        <a:lnTo>
                          <a:pt x="1361440" y="2636520"/>
                        </a:lnTo>
                        <a:lnTo>
                          <a:pt x="1463040" y="2606040"/>
                        </a:lnTo>
                        <a:lnTo>
                          <a:pt x="1554480" y="2565400"/>
                        </a:lnTo>
                        <a:lnTo>
                          <a:pt x="1559560" y="2514600"/>
                        </a:lnTo>
                        <a:lnTo>
                          <a:pt x="1549400" y="2438400"/>
                        </a:lnTo>
                        <a:lnTo>
                          <a:pt x="1584960" y="2336800"/>
                        </a:lnTo>
                        <a:lnTo>
                          <a:pt x="1584960" y="2291080"/>
                        </a:lnTo>
                        <a:lnTo>
                          <a:pt x="1590040" y="2250440"/>
                        </a:lnTo>
                        <a:lnTo>
                          <a:pt x="1625600" y="2260600"/>
                        </a:lnTo>
                        <a:lnTo>
                          <a:pt x="1656080" y="2321560"/>
                        </a:lnTo>
                        <a:lnTo>
                          <a:pt x="1722120" y="2387600"/>
                        </a:lnTo>
                        <a:lnTo>
                          <a:pt x="1752600" y="2453640"/>
                        </a:lnTo>
                        <a:lnTo>
                          <a:pt x="1757680" y="2545080"/>
                        </a:lnTo>
                        <a:lnTo>
                          <a:pt x="1752600" y="2636520"/>
                        </a:lnTo>
                        <a:lnTo>
                          <a:pt x="1762760" y="2733040"/>
                        </a:lnTo>
                        <a:lnTo>
                          <a:pt x="1788160" y="2809240"/>
                        </a:lnTo>
                        <a:lnTo>
                          <a:pt x="1859280" y="2910840"/>
                        </a:lnTo>
                        <a:lnTo>
                          <a:pt x="1864360" y="2956560"/>
                        </a:lnTo>
                        <a:lnTo>
                          <a:pt x="1844040" y="3007360"/>
                        </a:lnTo>
                        <a:lnTo>
                          <a:pt x="1823720" y="3088640"/>
                        </a:lnTo>
                        <a:lnTo>
                          <a:pt x="1788160" y="3159760"/>
                        </a:lnTo>
                        <a:lnTo>
                          <a:pt x="1788160" y="3159760"/>
                        </a:lnTo>
                        <a:lnTo>
                          <a:pt x="1767840" y="3241040"/>
                        </a:lnTo>
                        <a:lnTo>
                          <a:pt x="1808480" y="3281680"/>
                        </a:lnTo>
                        <a:lnTo>
                          <a:pt x="1879600" y="3342640"/>
                        </a:lnTo>
                        <a:lnTo>
                          <a:pt x="1920240" y="3373120"/>
                        </a:lnTo>
                        <a:lnTo>
                          <a:pt x="1955800" y="3388360"/>
                        </a:lnTo>
                        <a:lnTo>
                          <a:pt x="2026920" y="3423920"/>
                        </a:lnTo>
                        <a:lnTo>
                          <a:pt x="2082800" y="3545840"/>
                        </a:lnTo>
                        <a:lnTo>
                          <a:pt x="2169160" y="3611880"/>
                        </a:lnTo>
                        <a:lnTo>
                          <a:pt x="2230120" y="3698240"/>
                        </a:lnTo>
                        <a:lnTo>
                          <a:pt x="2311400" y="3754120"/>
                        </a:lnTo>
                        <a:lnTo>
                          <a:pt x="2402840" y="3759200"/>
                        </a:lnTo>
                        <a:lnTo>
                          <a:pt x="2484120" y="3738880"/>
                        </a:lnTo>
                        <a:lnTo>
                          <a:pt x="2580640" y="3728720"/>
                        </a:lnTo>
                        <a:lnTo>
                          <a:pt x="2651760" y="3713480"/>
                        </a:lnTo>
                        <a:lnTo>
                          <a:pt x="2717800" y="3728720"/>
                        </a:lnTo>
                        <a:lnTo>
                          <a:pt x="2773680" y="3708400"/>
                        </a:lnTo>
                        <a:lnTo>
                          <a:pt x="2778760" y="3632200"/>
                        </a:lnTo>
                        <a:lnTo>
                          <a:pt x="2865120" y="3510280"/>
                        </a:lnTo>
                        <a:lnTo>
                          <a:pt x="2936240" y="3444240"/>
                        </a:lnTo>
                        <a:lnTo>
                          <a:pt x="2946400" y="3383280"/>
                        </a:lnTo>
                        <a:lnTo>
                          <a:pt x="2936240" y="3296920"/>
                        </a:lnTo>
                        <a:lnTo>
                          <a:pt x="2946400" y="3246120"/>
                        </a:lnTo>
                        <a:lnTo>
                          <a:pt x="2987040" y="3210560"/>
                        </a:lnTo>
                        <a:lnTo>
                          <a:pt x="3093720" y="3215640"/>
                        </a:lnTo>
                        <a:lnTo>
                          <a:pt x="3154680" y="3235960"/>
                        </a:lnTo>
                        <a:lnTo>
                          <a:pt x="3235960" y="3235960"/>
                        </a:lnTo>
                        <a:lnTo>
                          <a:pt x="3352800" y="3180080"/>
                        </a:lnTo>
                        <a:lnTo>
                          <a:pt x="3459480" y="3103880"/>
                        </a:lnTo>
                        <a:lnTo>
                          <a:pt x="3474720" y="3027680"/>
                        </a:lnTo>
                        <a:lnTo>
                          <a:pt x="3474720" y="2941320"/>
                        </a:lnTo>
                        <a:lnTo>
                          <a:pt x="3444240" y="2890520"/>
                        </a:lnTo>
                        <a:lnTo>
                          <a:pt x="3444240" y="2814320"/>
                        </a:lnTo>
                        <a:lnTo>
                          <a:pt x="3495040" y="2727960"/>
                        </a:lnTo>
                        <a:lnTo>
                          <a:pt x="3525520" y="2641600"/>
                        </a:lnTo>
                        <a:lnTo>
                          <a:pt x="3566160" y="2540000"/>
                        </a:lnTo>
                        <a:lnTo>
                          <a:pt x="3581400" y="2463800"/>
                        </a:lnTo>
                        <a:lnTo>
                          <a:pt x="3581400" y="2463800"/>
                        </a:lnTo>
                        <a:lnTo>
                          <a:pt x="3642360" y="2458720"/>
                        </a:lnTo>
                        <a:lnTo>
                          <a:pt x="3688080" y="2499360"/>
                        </a:lnTo>
                        <a:lnTo>
                          <a:pt x="3728720" y="2504440"/>
                        </a:lnTo>
                        <a:lnTo>
                          <a:pt x="3723640" y="2453640"/>
                        </a:lnTo>
                        <a:lnTo>
                          <a:pt x="3693160" y="2413000"/>
                        </a:lnTo>
                        <a:lnTo>
                          <a:pt x="3672840" y="2346960"/>
                        </a:lnTo>
                        <a:lnTo>
                          <a:pt x="3647440" y="2336800"/>
                        </a:lnTo>
                        <a:lnTo>
                          <a:pt x="3601720" y="2341880"/>
                        </a:lnTo>
                        <a:lnTo>
                          <a:pt x="3561080" y="2321560"/>
                        </a:lnTo>
                        <a:lnTo>
                          <a:pt x="3545840" y="2255520"/>
                        </a:lnTo>
                        <a:lnTo>
                          <a:pt x="3550920" y="2189480"/>
                        </a:lnTo>
                        <a:lnTo>
                          <a:pt x="3515360" y="2164080"/>
                        </a:lnTo>
                        <a:lnTo>
                          <a:pt x="3474720" y="2159000"/>
                        </a:lnTo>
                        <a:lnTo>
                          <a:pt x="3403600" y="2113280"/>
                        </a:lnTo>
                        <a:lnTo>
                          <a:pt x="3362960" y="2098040"/>
                        </a:lnTo>
                        <a:lnTo>
                          <a:pt x="3322320" y="2082800"/>
                        </a:lnTo>
                        <a:lnTo>
                          <a:pt x="3302000" y="2062480"/>
                        </a:lnTo>
                        <a:lnTo>
                          <a:pt x="3302000" y="2026920"/>
                        </a:lnTo>
                        <a:lnTo>
                          <a:pt x="3342640" y="1971040"/>
                        </a:lnTo>
                        <a:lnTo>
                          <a:pt x="3373120" y="1910080"/>
                        </a:lnTo>
                        <a:lnTo>
                          <a:pt x="3378200" y="1869440"/>
                        </a:lnTo>
                        <a:lnTo>
                          <a:pt x="3378200" y="1869440"/>
                        </a:lnTo>
                        <a:lnTo>
                          <a:pt x="3332480" y="1854200"/>
                        </a:lnTo>
                        <a:lnTo>
                          <a:pt x="3322320" y="1869440"/>
                        </a:lnTo>
                        <a:lnTo>
                          <a:pt x="3276600" y="1859280"/>
                        </a:lnTo>
                        <a:lnTo>
                          <a:pt x="3235960" y="1828800"/>
                        </a:lnTo>
                        <a:lnTo>
                          <a:pt x="3185160" y="1849120"/>
                        </a:lnTo>
                        <a:lnTo>
                          <a:pt x="3129280" y="1925320"/>
                        </a:lnTo>
                        <a:lnTo>
                          <a:pt x="3103880" y="1955800"/>
                        </a:lnTo>
                        <a:lnTo>
                          <a:pt x="3058160" y="1986280"/>
                        </a:lnTo>
                        <a:lnTo>
                          <a:pt x="2961640" y="1960880"/>
                        </a:lnTo>
                        <a:lnTo>
                          <a:pt x="2870200" y="1976120"/>
                        </a:lnTo>
                        <a:lnTo>
                          <a:pt x="2799080" y="2032000"/>
                        </a:lnTo>
                        <a:lnTo>
                          <a:pt x="2702560" y="2103120"/>
                        </a:lnTo>
                        <a:lnTo>
                          <a:pt x="2626360" y="2148840"/>
                        </a:lnTo>
                        <a:lnTo>
                          <a:pt x="2534920" y="2179320"/>
                        </a:lnTo>
                        <a:lnTo>
                          <a:pt x="2468880" y="2214880"/>
                        </a:lnTo>
                        <a:lnTo>
                          <a:pt x="2443480" y="2280920"/>
                        </a:lnTo>
                        <a:lnTo>
                          <a:pt x="2397760" y="2291080"/>
                        </a:lnTo>
                        <a:lnTo>
                          <a:pt x="2301240" y="2291080"/>
                        </a:lnTo>
                        <a:lnTo>
                          <a:pt x="2250440" y="2301240"/>
                        </a:lnTo>
                        <a:lnTo>
                          <a:pt x="2204720" y="2265680"/>
                        </a:lnTo>
                        <a:lnTo>
                          <a:pt x="2159000" y="2189480"/>
                        </a:lnTo>
                        <a:lnTo>
                          <a:pt x="2123440" y="2153920"/>
                        </a:lnTo>
                        <a:lnTo>
                          <a:pt x="2128520" y="2113280"/>
                        </a:lnTo>
                        <a:lnTo>
                          <a:pt x="2164080" y="2087880"/>
                        </a:lnTo>
                        <a:lnTo>
                          <a:pt x="2148840" y="2047240"/>
                        </a:lnTo>
                        <a:lnTo>
                          <a:pt x="2103120" y="2026920"/>
                        </a:lnTo>
                        <a:lnTo>
                          <a:pt x="2108200" y="1976120"/>
                        </a:lnTo>
                        <a:lnTo>
                          <a:pt x="2103120" y="1925320"/>
                        </a:lnTo>
                        <a:lnTo>
                          <a:pt x="2037080" y="1854200"/>
                        </a:lnTo>
                        <a:lnTo>
                          <a:pt x="1996440" y="1808480"/>
                        </a:lnTo>
                        <a:lnTo>
                          <a:pt x="1960880" y="1757680"/>
                        </a:lnTo>
                        <a:lnTo>
                          <a:pt x="1930400" y="1651000"/>
                        </a:lnTo>
                        <a:lnTo>
                          <a:pt x="1930400" y="1559560"/>
                        </a:lnTo>
                        <a:lnTo>
                          <a:pt x="1920240" y="1508760"/>
                        </a:lnTo>
                        <a:lnTo>
                          <a:pt x="1899920" y="1468120"/>
                        </a:lnTo>
                        <a:lnTo>
                          <a:pt x="1844040" y="1442720"/>
                        </a:lnTo>
                        <a:lnTo>
                          <a:pt x="1732280" y="1442720"/>
                        </a:lnTo>
                        <a:lnTo>
                          <a:pt x="1615440" y="1437640"/>
                        </a:lnTo>
                        <a:lnTo>
                          <a:pt x="1590040" y="1402080"/>
                        </a:lnTo>
                        <a:lnTo>
                          <a:pt x="1546860" y="1386840"/>
                        </a:lnTo>
                        <a:lnTo>
                          <a:pt x="1534160" y="1295400"/>
                        </a:lnTo>
                        <a:lnTo>
                          <a:pt x="1503680" y="1219200"/>
                        </a:lnTo>
                        <a:lnTo>
                          <a:pt x="1412240" y="1000760"/>
                        </a:lnTo>
                        <a:lnTo>
                          <a:pt x="1341120" y="812800"/>
                        </a:lnTo>
                        <a:lnTo>
                          <a:pt x="1285240" y="695960"/>
                        </a:lnTo>
                        <a:lnTo>
                          <a:pt x="1234440" y="594360"/>
                        </a:lnTo>
                        <a:lnTo>
                          <a:pt x="1198880" y="528320"/>
                        </a:lnTo>
                        <a:lnTo>
                          <a:pt x="1173480" y="426720"/>
                        </a:lnTo>
                        <a:lnTo>
                          <a:pt x="1173480" y="345440"/>
                        </a:lnTo>
                        <a:lnTo>
                          <a:pt x="1148080" y="274320"/>
                        </a:lnTo>
                        <a:lnTo>
                          <a:pt x="1148080" y="208280"/>
                        </a:lnTo>
                        <a:lnTo>
                          <a:pt x="1132840" y="152400"/>
                        </a:lnTo>
                        <a:lnTo>
                          <a:pt x="1102360" y="86360"/>
                        </a:lnTo>
                        <a:lnTo>
                          <a:pt x="1061720" y="35560"/>
                        </a:lnTo>
                        <a:lnTo>
                          <a:pt x="1041400" y="5080"/>
                        </a:lnTo>
                        <a:lnTo>
                          <a:pt x="995680" y="0"/>
                        </a:lnTo>
                        <a:lnTo>
                          <a:pt x="975360" y="45720"/>
                        </a:lnTo>
                        <a:close/>
                      </a:path>
                    </a:pathLst>
                  </a:cu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700">
                      <a:ln>
                        <a:solidFill>
                          <a:schemeClr val="accent1">
                            <a:alpha val="0"/>
                          </a:schemeClr>
                        </a:solidFill>
                      </a:ln>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grpSp>
            <p:grpSp>
              <p:nvGrpSpPr>
                <p:cNvPr id="144" name="동북구">
                  <a:extLst>
                    <a:ext uri="{FF2B5EF4-FFF2-40B4-BE49-F238E27FC236}">
                      <a16:creationId xmlns:a16="http://schemas.microsoft.com/office/drawing/2014/main" id="{EAA547E4-D1B4-8942-E54B-4BDAAF543B89}"/>
                    </a:ext>
                  </a:extLst>
                </p:cNvPr>
                <p:cNvGrpSpPr/>
                <p:nvPr/>
              </p:nvGrpSpPr>
              <p:grpSpPr>
                <a:xfrm>
                  <a:off x="4619240" y="1850636"/>
                  <a:ext cx="1893170" cy="2921834"/>
                  <a:chOff x="2859024" y="1274233"/>
                  <a:chExt cx="4641596" cy="7163647"/>
                </a:xfrm>
                <a:grpFill/>
              </p:grpSpPr>
              <p:sp>
                <p:nvSpPr>
                  <p:cNvPr id="149" name="광진구">
                    <a:extLst>
                      <a:ext uri="{FF2B5EF4-FFF2-40B4-BE49-F238E27FC236}">
                        <a16:creationId xmlns:a16="http://schemas.microsoft.com/office/drawing/2014/main" id="{0EA1120B-DE6B-96E4-CFA2-420F99BB1519}"/>
                      </a:ext>
                    </a:extLst>
                  </p:cNvPr>
                  <p:cNvSpPr/>
                  <p:nvPr/>
                </p:nvSpPr>
                <p:spPr>
                  <a:xfrm>
                    <a:off x="5554980" y="6507480"/>
                    <a:ext cx="1800860" cy="1930400"/>
                  </a:xfrm>
                  <a:custGeom>
                    <a:avLst/>
                    <a:gdLst>
                      <a:gd name="connsiteX0" fmla="*/ 1336040 w 1800860"/>
                      <a:gd name="connsiteY0" fmla="*/ 22860 h 1930400"/>
                      <a:gd name="connsiteX1" fmla="*/ 1280160 w 1800860"/>
                      <a:gd name="connsiteY1" fmla="*/ 22860 h 1930400"/>
                      <a:gd name="connsiteX2" fmla="*/ 1211580 w 1800860"/>
                      <a:gd name="connsiteY2" fmla="*/ 55880 h 1930400"/>
                      <a:gd name="connsiteX3" fmla="*/ 1153160 w 1800860"/>
                      <a:gd name="connsiteY3" fmla="*/ 73660 h 1930400"/>
                      <a:gd name="connsiteX4" fmla="*/ 1089660 w 1800860"/>
                      <a:gd name="connsiteY4" fmla="*/ 114300 h 1930400"/>
                      <a:gd name="connsiteX5" fmla="*/ 1064260 w 1800860"/>
                      <a:gd name="connsiteY5" fmla="*/ 139700 h 1930400"/>
                      <a:gd name="connsiteX6" fmla="*/ 1038860 w 1800860"/>
                      <a:gd name="connsiteY6" fmla="*/ 152400 h 1930400"/>
                      <a:gd name="connsiteX7" fmla="*/ 982980 w 1800860"/>
                      <a:gd name="connsiteY7" fmla="*/ 147320 h 1930400"/>
                      <a:gd name="connsiteX8" fmla="*/ 962660 w 1800860"/>
                      <a:gd name="connsiteY8" fmla="*/ 99060 h 1930400"/>
                      <a:gd name="connsiteX9" fmla="*/ 934720 w 1800860"/>
                      <a:gd name="connsiteY9" fmla="*/ 68580 h 1930400"/>
                      <a:gd name="connsiteX10" fmla="*/ 909320 w 1800860"/>
                      <a:gd name="connsiteY10" fmla="*/ 48260 h 1930400"/>
                      <a:gd name="connsiteX11" fmla="*/ 866140 w 1800860"/>
                      <a:gd name="connsiteY11" fmla="*/ 40640 h 1930400"/>
                      <a:gd name="connsiteX12" fmla="*/ 830580 w 1800860"/>
                      <a:gd name="connsiteY12" fmla="*/ 22860 h 1930400"/>
                      <a:gd name="connsiteX13" fmla="*/ 787400 w 1800860"/>
                      <a:gd name="connsiteY13" fmla="*/ 22860 h 1930400"/>
                      <a:gd name="connsiteX14" fmla="*/ 751840 w 1800860"/>
                      <a:gd name="connsiteY14" fmla="*/ 25400 h 1930400"/>
                      <a:gd name="connsiteX15" fmla="*/ 731520 w 1800860"/>
                      <a:gd name="connsiteY15" fmla="*/ 15240 h 1930400"/>
                      <a:gd name="connsiteX16" fmla="*/ 690880 w 1800860"/>
                      <a:gd name="connsiteY16" fmla="*/ 0 h 1930400"/>
                      <a:gd name="connsiteX17" fmla="*/ 652780 w 1800860"/>
                      <a:gd name="connsiteY17" fmla="*/ 0 h 1930400"/>
                      <a:gd name="connsiteX18" fmla="*/ 637540 w 1800860"/>
                      <a:gd name="connsiteY18" fmla="*/ 27940 h 1930400"/>
                      <a:gd name="connsiteX19" fmla="*/ 647700 w 1800860"/>
                      <a:gd name="connsiteY19" fmla="*/ 71120 h 1930400"/>
                      <a:gd name="connsiteX20" fmla="*/ 650240 w 1800860"/>
                      <a:gd name="connsiteY20" fmla="*/ 111760 h 1930400"/>
                      <a:gd name="connsiteX21" fmla="*/ 617220 w 1800860"/>
                      <a:gd name="connsiteY21" fmla="*/ 142240 h 1930400"/>
                      <a:gd name="connsiteX22" fmla="*/ 601980 w 1800860"/>
                      <a:gd name="connsiteY22" fmla="*/ 180340 h 1930400"/>
                      <a:gd name="connsiteX23" fmla="*/ 599440 w 1800860"/>
                      <a:gd name="connsiteY23" fmla="*/ 215900 h 1930400"/>
                      <a:gd name="connsiteX24" fmla="*/ 576580 w 1800860"/>
                      <a:gd name="connsiteY24" fmla="*/ 259080 h 1930400"/>
                      <a:gd name="connsiteX25" fmla="*/ 568960 w 1800860"/>
                      <a:gd name="connsiteY25" fmla="*/ 302260 h 1930400"/>
                      <a:gd name="connsiteX26" fmla="*/ 558800 w 1800860"/>
                      <a:gd name="connsiteY26" fmla="*/ 335280 h 1930400"/>
                      <a:gd name="connsiteX27" fmla="*/ 525780 w 1800860"/>
                      <a:gd name="connsiteY27" fmla="*/ 358140 h 1930400"/>
                      <a:gd name="connsiteX28" fmla="*/ 518160 w 1800860"/>
                      <a:gd name="connsiteY28" fmla="*/ 408940 h 1930400"/>
                      <a:gd name="connsiteX29" fmla="*/ 502920 w 1800860"/>
                      <a:gd name="connsiteY29" fmla="*/ 449580 h 1930400"/>
                      <a:gd name="connsiteX30" fmla="*/ 482600 w 1800860"/>
                      <a:gd name="connsiteY30" fmla="*/ 487680 h 1930400"/>
                      <a:gd name="connsiteX31" fmla="*/ 480060 w 1800860"/>
                      <a:gd name="connsiteY31" fmla="*/ 518160 h 1930400"/>
                      <a:gd name="connsiteX32" fmla="*/ 518160 w 1800860"/>
                      <a:gd name="connsiteY32" fmla="*/ 515620 h 1930400"/>
                      <a:gd name="connsiteX33" fmla="*/ 543560 w 1800860"/>
                      <a:gd name="connsiteY33" fmla="*/ 538480 h 1930400"/>
                      <a:gd name="connsiteX34" fmla="*/ 541020 w 1800860"/>
                      <a:gd name="connsiteY34" fmla="*/ 589280 h 1930400"/>
                      <a:gd name="connsiteX35" fmla="*/ 553720 w 1800860"/>
                      <a:gd name="connsiteY35" fmla="*/ 655320 h 1930400"/>
                      <a:gd name="connsiteX36" fmla="*/ 535940 w 1800860"/>
                      <a:gd name="connsiteY36" fmla="*/ 706120 h 1930400"/>
                      <a:gd name="connsiteX37" fmla="*/ 490220 w 1800860"/>
                      <a:gd name="connsiteY37" fmla="*/ 726440 h 1930400"/>
                      <a:gd name="connsiteX38" fmla="*/ 441960 w 1800860"/>
                      <a:gd name="connsiteY38" fmla="*/ 769620 h 1930400"/>
                      <a:gd name="connsiteX39" fmla="*/ 411480 w 1800860"/>
                      <a:gd name="connsiteY39" fmla="*/ 815340 h 1930400"/>
                      <a:gd name="connsiteX40" fmla="*/ 393700 w 1800860"/>
                      <a:gd name="connsiteY40" fmla="*/ 873760 h 1930400"/>
                      <a:gd name="connsiteX41" fmla="*/ 360680 w 1800860"/>
                      <a:gd name="connsiteY41" fmla="*/ 1005840 h 1930400"/>
                      <a:gd name="connsiteX42" fmla="*/ 360680 w 1800860"/>
                      <a:gd name="connsiteY42" fmla="*/ 1049020 h 1930400"/>
                      <a:gd name="connsiteX43" fmla="*/ 342900 w 1800860"/>
                      <a:gd name="connsiteY43" fmla="*/ 1089660 h 1930400"/>
                      <a:gd name="connsiteX44" fmla="*/ 337820 w 1800860"/>
                      <a:gd name="connsiteY44" fmla="*/ 1122680 h 1930400"/>
                      <a:gd name="connsiteX45" fmla="*/ 342900 w 1800860"/>
                      <a:gd name="connsiteY45" fmla="*/ 1160780 h 1930400"/>
                      <a:gd name="connsiteX46" fmla="*/ 307340 w 1800860"/>
                      <a:gd name="connsiteY46" fmla="*/ 1201420 h 1930400"/>
                      <a:gd name="connsiteX47" fmla="*/ 254000 w 1800860"/>
                      <a:gd name="connsiteY47" fmla="*/ 1252220 h 1930400"/>
                      <a:gd name="connsiteX48" fmla="*/ 160020 w 1800860"/>
                      <a:gd name="connsiteY48" fmla="*/ 1363980 h 1930400"/>
                      <a:gd name="connsiteX49" fmla="*/ 109220 w 1800860"/>
                      <a:gd name="connsiteY49" fmla="*/ 1397000 h 1930400"/>
                      <a:gd name="connsiteX50" fmla="*/ 78740 w 1800860"/>
                      <a:gd name="connsiteY50" fmla="*/ 1435100 h 1930400"/>
                      <a:gd name="connsiteX51" fmla="*/ 53340 w 1800860"/>
                      <a:gd name="connsiteY51" fmla="*/ 1450340 h 1930400"/>
                      <a:gd name="connsiteX52" fmla="*/ 48260 w 1800860"/>
                      <a:gd name="connsiteY52" fmla="*/ 1496060 h 1930400"/>
                      <a:gd name="connsiteX53" fmla="*/ 50800 w 1800860"/>
                      <a:gd name="connsiteY53" fmla="*/ 1539240 h 1930400"/>
                      <a:gd name="connsiteX54" fmla="*/ 30480 w 1800860"/>
                      <a:gd name="connsiteY54" fmla="*/ 1567180 h 1930400"/>
                      <a:gd name="connsiteX55" fmla="*/ 15240 w 1800860"/>
                      <a:gd name="connsiteY55" fmla="*/ 1617980 h 1930400"/>
                      <a:gd name="connsiteX56" fmla="*/ 15240 w 1800860"/>
                      <a:gd name="connsiteY56" fmla="*/ 1676400 h 1930400"/>
                      <a:gd name="connsiteX57" fmla="*/ 0 w 1800860"/>
                      <a:gd name="connsiteY57" fmla="*/ 1704340 h 1930400"/>
                      <a:gd name="connsiteX58" fmla="*/ 5080 w 1800860"/>
                      <a:gd name="connsiteY58" fmla="*/ 1724660 h 1930400"/>
                      <a:gd name="connsiteX59" fmla="*/ 53340 w 1800860"/>
                      <a:gd name="connsiteY59" fmla="*/ 1747520 h 1930400"/>
                      <a:gd name="connsiteX60" fmla="*/ 121920 w 1800860"/>
                      <a:gd name="connsiteY60" fmla="*/ 1762760 h 1930400"/>
                      <a:gd name="connsiteX61" fmla="*/ 228600 w 1800860"/>
                      <a:gd name="connsiteY61" fmla="*/ 1821180 h 1930400"/>
                      <a:gd name="connsiteX62" fmla="*/ 327660 w 1800860"/>
                      <a:gd name="connsiteY62" fmla="*/ 1828800 h 1930400"/>
                      <a:gd name="connsiteX63" fmla="*/ 416560 w 1800860"/>
                      <a:gd name="connsiteY63" fmla="*/ 1866900 h 1930400"/>
                      <a:gd name="connsiteX64" fmla="*/ 513080 w 1800860"/>
                      <a:gd name="connsiteY64" fmla="*/ 1871980 h 1930400"/>
                      <a:gd name="connsiteX65" fmla="*/ 561340 w 1800860"/>
                      <a:gd name="connsiteY65" fmla="*/ 1887220 h 1930400"/>
                      <a:gd name="connsiteX66" fmla="*/ 632460 w 1800860"/>
                      <a:gd name="connsiteY66" fmla="*/ 1912620 h 1930400"/>
                      <a:gd name="connsiteX67" fmla="*/ 688340 w 1800860"/>
                      <a:gd name="connsiteY67" fmla="*/ 1930400 h 1930400"/>
                      <a:gd name="connsiteX68" fmla="*/ 744220 w 1800860"/>
                      <a:gd name="connsiteY68" fmla="*/ 1922780 h 1930400"/>
                      <a:gd name="connsiteX69" fmla="*/ 769620 w 1800860"/>
                      <a:gd name="connsiteY69" fmla="*/ 1907540 h 1930400"/>
                      <a:gd name="connsiteX70" fmla="*/ 838200 w 1800860"/>
                      <a:gd name="connsiteY70" fmla="*/ 1912620 h 1930400"/>
                      <a:gd name="connsiteX71" fmla="*/ 894080 w 1800860"/>
                      <a:gd name="connsiteY71" fmla="*/ 1902460 h 1930400"/>
                      <a:gd name="connsiteX72" fmla="*/ 957580 w 1800860"/>
                      <a:gd name="connsiteY72" fmla="*/ 1856740 h 1930400"/>
                      <a:gd name="connsiteX73" fmla="*/ 1041400 w 1800860"/>
                      <a:gd name="connsiteY73" fmla="*/ 1775460 h 1930400"/>
                      <a:gd name="connsiteX74" fmla="*/ 1125220 w 1800860"/>
                      <a:gd name="connsiteY74" fmla="*/ 1709420 h 1930400"/>
                      <a:gd name="connsiteX75" fmla="*/ 1188720 w 1800860"/>
                      <a:gd name="connsiteY75" fmla="*/ 1661160 h 1930400"/>
                      <a:gd name="connsiteX76" fmla="*/ 1231900 w 1800860"/>
                      <a:gd name="connsiteY76" fmla="*/ 1620520 h 1930400"/>
                      <a:gd name="connsiteX77" fmla="*/ 1264920 w 1800860"/>
                      <a:gd name="connsiteY77" fmla="*/ 1579880 h 1930400"/>
                      <a:gd name="connsiteX78" fmla="*/ 1277620 w 1800860"/>
                      <a:gd name="connsiteY78" fmla="*/ 1534160 h 1930400"/>
                      <a:gd name="connsiteX79" fmla="*/ 1369060 w 1800860"/>
                      <a:gd name="connsiteY79" fmla="*/ 1419860 h 1930400"/>
                      <a:gd name="connsiteX80" fmla="*/ 1384300 w 1800860"/>
                      <a:gd name="connsiteY80" fmla="*/ 1366520 h 1930400"/>
                      <a:gd name="connsiteX81" fmla="*/ 1490980 w 1800860"/>
                      <a:gd name="connsiteY81" fmla="*/ 1226820 h 1930400"/>
                      <a:gd name="connsiteX82" fmla="*/ 1539240 w 1800860"/>
                      <a:gd name="connsiteY82" fmla="*/ 1160780 h 1930400"/>
                      <a:gd name="connsiteX83" fmla="*/ 1567180 w 1800860"/>
                      <a:gd name="connsiteY83" fmla="*/ 1082040 h 1930400"/>
                      <a:gd name="connsiteX84" fmla="*/ 1630680 w 1800860"/>
                      <a:gd name="connsiteY84" fmla="*/ 1003300 h 1930400"/>
                      <a:gd name="connsiteX85" fmla="*/ 1653540 w 1800860"/>
                      <a:gd name="connsiteY85" fmla="*/ 942340 h 1930400"/>
                      <a:gd name="connsiteX86" fmla="*/ 1701800 w 1800860"/>
                      <a:gd name="connsiteY86" fmla="*/ 891540 h 1930400"/>
                      <a:gd name="connsiteX87" fmla="*/ 1727200 w 1800860"/>
                      <a:gd name="connsiteY87" fmla="*/ 789940 h 1930400"/>
                      <a:gd name="connsiteX88" fmla="*/ 1739900 w 1800860"/>
                      <a:gd name="connsiteY88" fmla="*/ 718820 h 1930400"/>
                      <a:gd name="connsiteX89" fmla="*/ 1772920 w 1800860"/>
                      <a:gd name="connsiteY89" fmla="*/ 647700 h 1930400"/>
                      <a:gd name="connsiteX90" fmla="*/ 1798320 w 1800860"/>
                      <a:gd name="connsiteY90" fmla="*/ 596900 h 1930400"/>
                      <a:gd name="connsiteX91" fmla="*/ 1800860 w 1800860"/>
                      <a:gd name="connsiteY91" fmla="*/ 548640 h 1930400"/>
                      <a:gd name="connsiteX92" fmla="*/ 1767840 w 1800860"/>
                      <a:gd name="connsiteY92" fmla="*/ 533400 h 1930400"/>
                      <a:gd name="connsiteX93" fmla="*/ 1686560 w 1800860"/>
                      <a:gd name="connsiteY93" fmla="*/ 528320 h 1930400"/>
                      <a:gd name="connsiteX94" fmla="*/ 1569720 w 1800860"/>
                      <a:gd name="connsiteY94" fmla="*/ 546100 h 1930400"/>
                      <a:gd name="connsiteX95" fmla="*/ 1452880 w 1800860"/>
                      <a:gd name="connsiteY95" fmla="*/ 563880 h 1930400"/>
                      <a:gd name="connsiteX96" fmla="*/ 1407160 w 1800860"/>
                      <a:gd name="connsiteY96" fmla="*/ 561340 h 1930400"/>
                      <a:gd name="connsiteX97" fmla="*/ 1381760 w 1800860"/>
                      <a:gd name="connsiteY97" fmla="*/ 541020 h 1930400"/>
                      <a:gd name="connsiteX98" fmla="*/ 1386840 w 1800860"/>
                      <a:gd name="connsiteY98" fmla="*/ 500380 h 1930400"/>
                      <a:gd name="connsiteX99" fmla="*/ 1409700 w 1800860"/>
                      <a:gd name="connsiteY99" fmla="*/ 459740 h 1930400"/>
                      <a:gd name="connsiteX100" fmla="*/ 1419860 w 1800860"/>
                      <a:gd name="connsiteY100" fmla="*/ 398780 h 1930400"/>
                      <a:gd name="connsiteX101" fmla="*/ 1419860 w 1800860"/>
                      <a:gd name="connsiteY101" fmla="*/ 353060 h 1930400"/>
                      <a:gd name="connsiteX102" fmla="*/ 1414780 w 1800860"/>
                      <a:gd name="connsiteY102" fmla="*/ 297180 h 1930400"/>
                      <a:gd name="connsiteX103" fmla="*/ 1437640 w 1800860"/>
                      <a:gd name="connsiteY103" fmla="*/ 246380 h 1930400"/>
                      <a:gd name="connsiteX104" fmla="*/ 1440180 w 1800860"/>
                      <a:gd name="connsiteY104" fmla="*/ 185420 h 1930400"/>
                      <a:gd name="connsiteX105" fmla="*/ 1447800 w 1800860"/>
                      <a:gd name="connsiteY105" fmla="*/ 121920 h 1930400"/>
                      <a:gd name="connsiteX106" fmla="*/ 1442720 w 1800860"/>
                      <a:gd name="connsiteY106" fmla="*/ 78740 h 1930400"/>
                      <a:gd name="connsiteX107" fmla="*/ 1409700 w 1800860"/>
                      <a:gd name="connsiteY107" fmla="*/ 48260 h 1930400"/>
                      <a:gd name="connsiteX108" fmla="*/ 1336040 w 1800860"/>
                      <a:gd name="connsiteY108" fmla="*/ 22860 h 193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800860" h="1930400">
                        <a:moveTo>
                          <a:pt x="1336040" y="22860"/>
                        </a:moveTo>
                        <a:lnTo>
                          <a:pt x="1280160" y="22860"/>
                        </a:lnTo>
                        <a:lnTo>
                          <a:pt x="1211580" y="55880"/>
                        </a:lnTo>
                        <a:lnTo>
                          <a:pt x="1153160" y="73660"/>
                        </a:lnTo>
                        <a:lnTo>
                          <a:pt x="1089660" y="114300"/>
                        </a:lnTo>
                        <a:lnTo>
                          <a:pt x="1064260" y="139700"/>
                        </a:lnTo>
                        <a:lnTo>
                          <a:pt x="1038860" y="152400"/>
                        </a:lnTo>
                        <a:lnTo>
                          <a:pt x="982980" y="147320"/>
                        </a:lnTo>
                        <a:lnTo>
                          <a:pt x="962660" y="99060"/>
                        </a:lnTo>
                        <a:lnTo>
                          <a:pt x="934720" y="68580"/>
                        </a:lnTo>
                        <a:lnTo>
                          <a:pt x="909320" y="48260"/>
                        </a:lnTo>
                        <a:lnTo>
                          <a:pt x="866140" y="40640"/>
                        </a:lnTo>
                        <a:lnTo>
                          <a:pt x="830580" y="22860"/>
                        </a:lnTo>
                        <a:lnTo>
                          <a:pt x="787400" y="22860"/>
                        </a:lnTo>
                        <a:lnTo>
                          <a:pt x="751840" y="25400"/>
                        </a:lnTo>
                        <a:lnTo>
                          <a:pt x="731520" y="15240"/>
                        </a:lnTo>
                        <a:lnTo>
                          <a:pt x="690880" y="0"/>
                        </a:lnTo>
                        <a:lnTo>
                          <a:pt x="652780" y="0"/>
                        </a:lnTo>
                        <a:lnTo>
                          <a:pt x="637540" y="27940"/>
                        </a:lnTo>
                        <a:lnTo>
                          <a:pt x="647700" y="71120"/>
                        </a:lnTo>
                        <a:lnTo>
                          <a:pt x="650240" y="111760"/>
                        </a:lnTo>
                        <a:lnTo>
                          <a:pt x="617220" y="142240"/>
                        </a:lnTo>
                        <a:lnTo>
                          <a:pt x="601980" y="180340"/>
                        </a:lnTo>
                        <a:lnTo>
                          <a:pt x="599440" y="215900"/>
                        </a:lnTo>
                        <a:lnTo>
                          <a:pt x="576580" y="259080"/>
                        </a:lnTo>
                        <a:lnTo>
                          <a:pt x="568960" y="302260"/>
                        </a:lnTo>
                        <a:lnTo>
                          <a:pt x="558800" y="335280"/>
                        </a:lnTo>
                        <a:lnTo>
                          <a:pt x="525780" y="358140"/>
                        </a:lnTo>
                        <a:lnTo>
                          <a:pt x="518160" y="408940"/>
                        </a:lnTo>
                        <a:lnTo>
                          <a:pt x="502920" y="449580"/>
                        </a:lnTo>
                        <a:lnTo>
                          <a:pt x="482600" y="487680"/>
                        </a:lnTo>
                        <a:lnTo>
                          <a:pt x="480060" y="518160"/>
                        </a:lnTo>
                        <a:lnTo>
                          <a:pt x="518160" y="515620"/>
                        </a:lnTo>
                        <a:lnTo>
                          <a:pt x="543560" y="538480"/>
                        </a:lnTo>
                        <a:lnTo>
                          <a:pt x="541020" y="589280"/>
                        </a:lnTo>
                        <a:lnTo>
                          <a:pt x="553720" y="655320"/>
                        </a:lnTo>
                        <a:lnTo>
                          <a:pt x="535940" y="706120"/>
                        </a:lnTo>
                        <a:lnTo>
                          <a:pt x="490220" y="726440"/>
                        </a:lnTo>
                        <a:lnTo>
                          <a:pt x="441960" y="769620"/>
                        </a:lnTo>
                        <a:lnTo>
                          <a:pt x="411480" y="815340"/>
                        </a:lnTo>
                        <a:lnTo>
                          <a:pt x="393700" y="873760"/>
                        </a:lnTo>
                        <a:lnTo>
                          <a:pt x="360680" y="1005840"/>
                        </a:lnTo>
                        <a:lnTo>
                          <a:pt x="360680" y="1049020"/>
                        </a:lnTo>
                        <a:lnTo>
                          <a:pt x="342900" y="1089660"/>
                        </a:lnTo>
                        <a:lnTo>
                          <a:pt x="337820" y="1122680"/>
                        </a:lnTo>
                        <a:lnTo>
                          <a:pt x="342900" y="1160780"/>
                        </a:lnTo>
                        <a:lnTo>
                          <a:pt x="307340" y="1201420"/>
                        </a:lnTo>
                        <a:lnTo>
                          <a:pt x="254000" y="1252220"/>
                        </a:lnTo>
                        <a:lnTo>
                          <a:pt x="160020" y="1363980"/>
                        </a:lnTo>
                        <a:lnTo>
                          <a:pt x="109220" y="1397000"/>
                        </a:lnTo>
                        <a:lnTo>
                          <a:pt x="78740" y="1435100"/>
                        </a:lnTo>
                        <a:lnTo>
                          <a:pt x="53340" y="1450340"/>
                        </a:lnTo>
                        <a:lnTo>
                          <a:pt x="48260" y="1496060"/>
                        </a:lnTo>
                        <a:lnTo>
                          <a:pt x="50800" y="1539240"/>
                        </a:lnTo>
                        <a:lnTo>
                          <a:pt x="30480" y="1567180"/>
                        </a:lnTo>
                        <a:lnTo>
                          <a:pt x="15240" y="1617980"/>
                        </a:lnTo>
                        <a:lnTo>
                          <a:pt x="15240" y="1676400"/>
                        </a:lnTo>
                        <a:lnTo>
                          <a:pt x="0" y="1704340"/>
                        </a:lnTo>
                        <a:lnTo>
                          <a:pt x="5080" y="1724660"/>
                        </a:lnTo>
                        <a:lnTo>
                          <a:pt x="53340" y="1747520"/>
                        </a:lnTo>
                        <a:lnTo>
                          <a:pt x="121920" y="1762760"/>
                        </a:lnTo>
                        <a:lnTo>
                          <a:pt x="228600" y="1821180"/>
                        </a:lnTo>
                        <a:lnTo>
                          <a:pt x="327660" y="1828800"/>
                        </a:lnTo>
                        <a:lnTo>
                          <a:pt x="416560" y="1866900"/>
                        </a:lnTo>
                        <a:lnTo>
                          <a:pt x="513080" y="1871980"/>
                        </a:lnTo>
                        <a:lnTo>
                          <a:pt x="561340" y="1887220"/>
                        </a:lnTo>
                        <a:lnTo>
                          <a:pt x="632460" y="1912620"/>
                        </a:lnTo>
                        <a:lnTo>
                          <a:pt x="688340" y="1930400"/>
                        </a:lnTo>
                        <a:lnTo>
                          <a:pt x="744220" y="1922780"/>
                        </a:lnTo>
                        <a:lnTo>
                          <a:pt x="769620" y="1907540"/>
                        </a:lnTo>
                        <a:lnTo>
                          <a:pt x="838200" y="1912620"/>
                        </a:lnTo>
                        <a:lnTo>
                          <a:pt x="894080" y="1902460"/>
                        </a:lnTo>
                        <a:lnTo>
                          <a:pt x="957580" y="1856740"/>
                        </a:lnTo>
                        <a:lnTo>
                          <a:pt x="1041400" y="1775460"/>
                        </a:lnTo>
                        <a:lnTo>
                          <a:pt x="1125220" y="1709420"/>
                        </a:lnTo>
                        <a:lnTo>
                          <a:pt x="1188720" y="1661160"/>
                        </a:lnTo>
                        <a:lnTo>
                          <a:pt x="1231900" y="1620520"/>
                        </a:lnTo>
                        <a:lnTo>
                          <a:pt x="1264920" y="1579880"/>
                        </a:lnTo>
                        <a:lnTo>
                          <a:pt x="1277620" y="1534160"/>
                        </a:lnTo>
                        <a:lnTo>
                          <a:pt x="1369060" y="1419860"/>
                        </a:lnTo>
                        <a:lnTo>
                          <a:pt x="1384300" y="1366520"/>
                        </a:lnTo>
                        <a:lnTo>
                          <a:pt x="1490980" y="1226820"/>
                        </a:lnTo>
                        <a:lnTo>
                          <a:pt x="1539240" y="1160780"/>
                        </a:lnTo>
                        <a:lnTo>
                          <a:pt x="1567180" y="1082040"/>
                        </a:lnTo>
                        <a:lnTo>
                          <a:pt x="1630680" y="1003300"/>
                        </a:lnTo>
                        <a:lnTo>
                          <a:pt x="1653540" y="942340"/>
                        </a:lnTo>
                        <a:lnTo>
                          <a:pt x="1701800" y="891540"/>
                        </a:lnTo>
                        <a:lnTo>
                          <a:pt x="1727200" y="789940"/>
                        </a:lnTo>
                        <a:lnTo>
                          <a:pt x="1739900" y="718820"/>
                        </a:lnTo>
                        <a:lnTo>
                          <a:pt x="1772920" y="647700"/>
                        </a:lnTo>
                        <a:lnTo>
                          <a:pt x="1798320" y="596900"/>
                        </a:lnTo>
                        <a:lnTo>
                          <a:pt x="1800860" y="548640"/>
                        </a:lnTo>
                        <a:lnTo>
                          <a:pt x="1767840" y="533400"/>
                        </a:lnTo>
                        <a:lnTo>
                          <a:pt x="1686560" y="528320"/>
                        </a:lnTo>
                        <a:lnTo>
                          <a:pt x="1569720" y="546100"/>
                        </a:lnTo>
                        <a:lnTo>
                          <a:pt x="1452880" y="563880"/>
                        </a:lnTo>
                        <a:lnTo>
                          <a:pt x="1407160" y="561340"/>
                        </a:lnTo>
                        <a:lnTo>
                          <a:pt x="1381760" y="541020"/>
                        </a:lnTo>
                        <a:lnTo>
                          <a:pt x="1386840" y="500380"/>
                        </a:lnTo>
                        <a:lnTo>
                          <a:pt x="1409700" y="459740"/>
                        </a:lnTo>
                        <a:lnTo>
                          <a:pt x="1419860" y="398780"/>
                        </a:lnTo>
                        <a:lnTo>
                          <a:pt x="1419860" y="353060"/>
                        </a:lnTo>
                        <a:lnTo>
                          <a:pt x="1414780" y="297180"/>
                        </a:lnTo>
                        <a:lnTo>
                          <a:pt x="1437640" y="246380"/>
                        </a:lnTo>
                        <a:lnTo>
                          <a:pt x="1440180" y="185420"/>
                        </a:lnTo>
                        <a:lnTo>
                          <a:pt x="1447800" y="121920"/>
                        </a:lnTo>
                        <a:lnTo>
                          <a:pt x="1442720" y="78740"/>
                        </a:lnTo>
                        <a:lnTo>
                          <a:pt x="1409700" y="48260"/>
                        </a:lnTo>
                        <a:lnTo>
                          <a:pt x="1336040" y="22860"/>
                        </a:lnTo>
                        <a:close/>
                      </a:path>
                    </a:pathLst>
                  </a:cu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700">
                      <a:ln>
                        <a:solidFill>
                          <a:schemeClr val="accent1">
                            <a:alpha val="0"/>
                          </a:schemeClr>
                        </a:solidFill>
                      </a:ln>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50" name="성동구">
                    <a:extLst>
                      <a:ext uri="{FF2B5EF4-FFF2-40B4-BE49-F238E27FC236}">
                        <a16:creationId xmlns:a16="http://schemas.microsoft.com/office/drawing/2014/main" id="{9A0D5043-7A43-F4F2-403A-8E184824AD9E}"/>
                      </a:ext>
                    </a:extLst>
                  </p:cNvPr>
                  <p:cNvSpPr/>
                  <p:nvPr/>
                </p:nvSpPr>
                <p:spPr>
                  <a:xfrm>
                    <a:off x="3934460" y="6604000"/>
                    <a:ext cx="2090420" cy="1592580"/>
                  </a:xfrm>
                  <a:custGeom>
                    <a:avLst/>
                    <a:gdLst>
                      <a:gd name="connsiteX0" fmla="*/ 1122680 w 2090420"/>
                      <a:gd name="connsiteY0" fmla="*/ 0 h 1592580"/>
                      <a:gd name="connsiteX1" fmla="*/ 947420 w 2090420"/>
                      <a:gd name="connsiteY1" fmla="*/ 10160 h 1592580"/>
                      <a:gd name="connsiteX2" fmla="*/ 886460 w 2090420"/>
                      <a:gd name="connsiteY2" fmla="*/ 43180 h 1592580"/>
                      <a:gd name="connsiteX3" fmla="*/ 853440 w 2090420"/>
                      <a:gd name="connsiteY3" fmla="*/ 81280 h 1592580"/>
                      <a:gd name="connsiteX4" fmla="*/ 817880 w 2090420"/>
                      <a:gd name="connsiteY4" fmla="*/ 88900 h 1592580"/>
                      <a:gd name="connsiteX5" fmla="*/ 769620 w 2090420"/>
                      <a:gd name="connsiteY5" fmla="*/ 76200 h 1592580"/>
                      <a:gd name="connsiteX6" fmla="*/ 660400 w 2090420"/>
                      <a:gd name="connsiteY6" fmla="*/ 71120 h 1592580"/>
                      <a:gd name="connsiteX7" fmla="*/ 584200 w 2090420"/>
                      <a:gd name="connsiteY7" fmla="*/ 60960 h 1592580"/>
                      <a:gd name="connsiteX8" fmla="*/ 523240 w 2090420"/>
                      <a:gd name="connsiteY8" fmla="*/ 55880 h 1592580"/>
                      <a:gd name="connsiteX9" fmla="*/ 500380 w 2090420"/>
                      <a:gd name="connsiteY9" fmla="*/ 71120 h 1592580"/>
                      <a:gd name="connsiteX10" fmla="*/ 518160 w 2090420"/>
                      <a:gd name="connsiteY10" fmla="*/ 109220 h 1592580"/>
                      <a:gd name="connsiteX11" fmla="*/ 525780 w 2090420"/>
                      <a:gd name="connsiteY11" fmla="*/ 160020 h 1592580"/>
                      <a:gd name="connsiteX12" fmla="*/ 556260 w 2090420"/>
                      <a:gd name="connsiteY12" fmla="*/ 195580 h 1592580"/>
                      <a:gd name="connsiteX13" fmla="*/ 584200 w 2090420"/>
                      <a:gd name="connsiteY13" fmla="*/ 218440 h 1592580"/>
                      <a:gd name="connsiteX14" fmla="*/ 601980 w 2090420"/>
                      <a:gd name="connsiteY14" fmla="*/ 259080 h 1592580"/>
                      <a:gd name="connsiteX15" fmla="*/ 568960 w 2090420"/>
                      <a:gd name="connsiteY15" fmla="*/ 297180 h 1592580"/>
                      <a:gd name="connsiteX16" fmla="*/ 530860 w 2090420"/>
                      <a:gd name="connsiteY16" fmla="*/ 353060 h 1592580"/>
                      <a:gd name="connsiteX17" fmla="*/ 457200 w 2090420"/>
                      <a:gd name="connsiteY17" fmla="*/ 469900 h 1592580"/>
                      <a:gd name="connsiteX18" fmla="*/ 441960 w 2090420"/>
                      <a:gd name="connsiteY18" fmla="*/ 497840 h 1592580"/>
                      <a:gd name="connsiteX19" fmla="*/ 444500 w 2090420"/>
                      <a:gd name="connsiteY19" fmla="*/ 551180 h 1592580"/>
                      <a:gd name="connsiteX20" fmla="*/ 434340 w 2090420"/>
                      <a:gd name="connsiteY20" fmla="*/ 574040 h 1592580"/>
                      <a:gd name="connsiteX21" fmla="*/ 381000 w 2090420"/>
                      <a:gd name="connsiteY21" fmla="*/ 574040 h 1592580"/>
                      <a:gd name="connsiteX22" fmla="*/ 345440 w 2090420"/>
                      <a:gd name="connsiteY22" fmla="*/ 584200 h 1592580"/>
                      <a:gd name="connsiteX23" fmla="*/ 342900 w 2090420"/>
                      <a:gd name="connsiteY23" fmla="*/ 612140 h 1592580"/>
                      <a:gd name="connsiteX24" fmla="*/ 342900 w 2090420"/>
                      <a:gd name="connsiteY24" fmla="*/ 635000 h 1592580"/>
                      <a:gd name="connsiteX25" fmla="*/ 312420 w 2090420"/>
                      <a:gd name="connsiteY25" fmla="*/ 657860 h 1592580"/>
                      <a:gd name="connsiteX26" fmla="*/ 246380 w 2090420"/>
                      <a:gd name="connsiteY26" fmla="*/ 685800 h 1592580"/>
                      <a:gd name="connsiteX27" fmla="*/ 215900 w 2090420"/>
                      <a:gd name="connsiteY27" fmla="*/ 723900 h 1592580"/>
                      <a:gd name="connsiteX28" fmla="*/ 203200 w 2090420"/>
                      <a:gd name="connsiteY28" fmla="*/ 795020 h 1592580"/>
                      <a:gd name="connsiteX29" fmla="*/ 205740 w 2090420"/>
                      <a:gd name="connsiteY29" fmla="*/ 840740 h 1592580"/>
                      <a:gd name="connsiteX30" fmla="*/ 213360 w 2090420"/>
                      <a:gd name="connsiteY30" fmla="*/ 871220 h 1592580"/>
                      <a:gd name="connsiteX31" fmla="*/ 185420 w 2090420"/>
                      <a:gd name="connsiteY31" fmla="*/ 904240 h 1592580"/>
                      <a:gd name="connsiteX32" fmla="*/ 111760 w 2090420"/>
                      <a:gd name="connsiteY32" fmla="*/ 952500 h 1592580"/>
                      <a:gd name="connsiteX33" fmla="*/ 66040 w 2090420"/>
                      <a:gd name="connsiteY33" fmla="*/ 1013460 h 1592580"/>
                      <a:gd name="connsiteX34" fmla="*/ 53340 w 2090420"/>
                      <a:gd name="connsiteY34" fmla="*/ 1059180 h 1592580"/>
                      <a:gd name="connsiteX35" fmla="*/ 25400 w 2090420"/>
                      <a:gd name="connsiteY35" fmla="*/ 1109980 h 1592580"/>
                      <a:gd name="connsiteX36" fmla="*/ 0 w 2090420"/>
                      <a:gd name="connsiteY36" fmla="*/ 1163320 h 1592580"/>
                      <a:gd name="connsiteX37" fmla="*/ 2540 w 2090420"/>
                      <a:gd name="connsiteY37" fmla="*/ 1236980 h 1592580"/>
                      <a:gd name="connsiteX38" fmla="*/ 22860 w 2090420"/>
                      <a:gd name="connsiteY38" fmla="*/ 1285240 h 1592580"/>
                      <a:gd name="connsiteX39" fmla="*/ 81280 w 2090420"/>
                      <a:gd name="connsiteY39" fmla="*/ 1292860 h 1592580"/>
                      <a:gd name="connsiteX40" fmla="*/ 111760 w 2090420"/>
                      <a:gd name="connsiteY40" fmla="*/ 1287780 h 1592580"/>
                      <a:gd name="connsiteX41" fmla="*/ 124460 w 2090420"/>
                      <a:gd name="connsiteY41" fmla="*/ 1308100 h 1592580"/>
                      <a:gd name="connsiteX42" fmla="*/ 160020 w 2090420"/>
                      <a:gd name="connsiteY42" fmla="*/ 1336040 h 1592580"/>
                      <a:gd name="connsiteX43" fmla="*/ 203200 w 2090420"/>
                      <a:gd name="connsiteY43" fmla="*/ 1402080 h 1592580"/>
                      <a:gd name="connsiteX44" fmla="*/ 243840 w 2090420"/>
                      <a:gd name="connsiteY44" fmla="*/ 1442720 h 1592580"/>
                      <a:gd name="connsiteX45" fmla="*/ 281940 w 2090420"/>
                      <a:gd name="connsiteY45" fmla="*/ 1427480 h 1592580"/>
                      <a:gd name="connsiteX46" fmla="*/ 304800 w 2090420"/>
                      <a:gd name="connsiteY46" fmla="*/ 1407160 h 1592580"/>
                      <a:gd name="connsiteX47" fmla="*/ 444500 w 2090420"/>
                      <a:gd name="connsiteY47" fmla="*/ 1333500 h 1592580"/>
                      <a:gd name="connsiteX48" fmla="*/ 492760 w 2090420"/>
                      <a:gd name="connsiteY48" fmla="*/ 1310640 h 1592580"/>
                      <a:gd name="connsiteX49" fmla="*/ 530860 w 2090420"/>
                      <a:gd name="connsiteY49" fmla="*/ 1252220 h 1592580"/>
                      <a:gd name="connsiteX50" fmla="*/ 591820 w 2090420"/>
                      <a:gd name="connsiteY50" fmla="*/ 1181100 h 1592580"/>
                      <a:gd name="connsiteX51" fmla="*/ 637540 w 2090420"/>
                      <a:gd name="connsiteY51" fmla="*/ 1132840 h 1592580"/>
                      <a:gd name="connsiteX52" fmla="*/ 660400 w 2090420"/>
                      <a:gd name="connsiteY52" fmla="*/ 1102360 h 1592580"/>
                      <a:gd name="connsiteX53" fmla="*/ 685800 w 2090420"/>
                      <a:gd name="connsiteY53" fmla="*/ 1097280 h 1592580"/>
                      <a:gd name="connsiteX54" fmla="*/ 708660 w 2090420"/>
                      <a:gd name="connsiteY54" fmla="*/ 1097280 h 1592580"/>
                      <a:gd name="connsiteX55" fmla="*/ 726440 w 2090420"/>
                      <a:gd name="connsiteY55" fmla="*/ 1117600 h 1592580"/>
                      <a:gd name="connsiteX56" fmla="*/ 728980 w 2090420"/>
                      <a:gd name="connsiteY56" fmla="*/ 1153160 h 1592580"/>
                      <a:gd name="connsiteX57" fmla="*/ 723900 w 2090420"/>
                      <a:gd name="connsiteY57" fmla="*/ 1193800 h 1592580"/>
                      <a:gd name="connsiteX58" fmla="*/ 698500 w 2090420"/>
                      <a:gd name="connsiteY58" fmla="*/ 1229360 h 1592580"/>
                      <a:gd name="connsiteX59" fmla="*/ 695960 w 2090420"/>
                      <a:gd name="connsiteY59" fmla="*/ 1259840 h 1592580"/>
                      <a:gd name="connsiteX60" fmla="*/ 708660 w 2090420"/>
                      <a:gd name="connsiteY60" fmla="*/ 1292860 h 1592580"/>
                      <a:gd name="connsiteX61" fmla="*/ 746760 w 2090420"/>
                      <a:gd name="connsiteY61" fmla="*/ 1290320 h 1592580"/>
                      <a:gd name="connsiteX62" fmla="*/ 789940 w 2090420"/>
                      <a:gd name="connsiteY62" fmla="*/ 1300480 h 1592580"/>
                      <a:gd name="connsiteX63" fmla="*/ 830580 w 2090420"/>
                      <a:gd name="connsiteY63" fmla="*/ 1328420 h 1592580"/>
                      <a:gd name="connsiteX64" fmla="*/ 896620 w 2090420"/>
                      <a:gd name="connsiteY64" fmla="*/ 1351280 h 1592580"/>
                      <a:gd name="connsiteX65" fmla="*/ 944880 w 2090420"/>
                      <a:gd name="connsiteY65" fmla="*/ 1363980 h 1592580"/>
                      <a:gd name="connsiteX66" fmla="*/ 1054100 w 2090420"/>
                      <a:gd name="connsiteY66" fmla="*/ 1409700 h 1592580"/>
                      <a:gd name="connsiteX67" fmla="*/ 1193800 w 2090420"/>
                      <a:gd name="connsiteY67" fmla="*/ 1460500 h 1592580"/>
                      <a:gd name="connsiteX68" fmla="*/ 1351280 w 2090420"/>
                      <a:gd name="connsiteY68" fmla="*/ 1531620 h 1592580"/>
                      <a:gd name="connsiteX69" fmla="*/ 1452880 w 2090420"/>
                      <a:gd name="connsiteY69" fmla="*/ 1562100 h 1592580"/>
                      <a:gd name="connsiteX70" fmla="*/ 1498600 w 2090420"/>
                      <a:gd name="connsiteY70" fmla="*/ 1592580 h 1592580"/>
                      <a:gd name="connsiteX71" fmla="*/ 1536700 w 2090420"/>
                      <a:gd name="connsiteY71" fmla="*/ 1590040 h 1592580"/>
                      <a:gd name="connsiteX72" fmla="*/ 1549400 w 2090420"/>
                      <a:gd name="connsiteY72" fmla="*/ 1554480 h 1592580"/>
                      <a:gd name="connsiteX73" fmla="*/ 1546860 w 2090420"/>
                      <a:gd name="connsiteY73" fmla="*/ 1508760 h 1592580"/>
                      <a:gd name="connsiteX74" fmla="*/ 1569720 w 2090420"/>
                      <a:gd name="connsiteY74" fmla="*/ 1452880 h 1592580"/>
                      <a:gd name="connsiteX75" fmla="*/ 1597660 w 2090420"/>
                      <a:gd name="connsiteY75" fmla="*/ 1399540 h 1592580"/>
                      <a:gd name="connsiteX76" fmla="*/ 1595120 w 2090420"/>
                      <a:gd name="connsiteY76" fmla="*/ 1346200 h 1592580"/>
                      <a:gd name="connsiteX77" fmla="*/ 1610360 w 2090420"/>
                      <a:gd name="connsiteY77" fmla="*/ 1305560 h 1592580"/>
                      <a:gd name="connsiteX78" fmla="*/ 1732280 w 2090420"/>
                      <a:gd name="connsiteY78" fmla="*/ 1196340 h 1592580"/>
                      <a:gd name="connsiteX79" fmla="*/ 1836420 w 2090420"/>
                      <a:gd name="connsiteY79" fmla="*/ 1097280 h 1592580"/>
                      <a:gd name="connsiteX80" fmla="*/ 1871980 w 2090420"/>
                      <a:gd name="connsiteY80" fmla="*/ 1056640 h 1592580"/>
                      <a:gd name="connsiteX81" fmla="*/ 1877060 w 2090420"/>
                      <a:gd name="connsiteY81" fmla="*/ 1018540 h 1592580"/>
                      <a:gd name="connsiteX82" fmla="*/ 1877060 w 2090420"/>
                      <a:gd name="connsiteY82" fmla="*/ 975360 h 1592580"/>
                      <a:gd name="connsiteX83" fmla="*/ 1894840 w 2090420"/>
                      <a:gd name="connsiteY83" fmla="*/ 929640 h 1592580"/>
                      <a:gd name="connsiteX84" fmla="*/ 1902460 w 2090420"/>
                      <a:gd name="connsiteY84" fmla="*/ 909320 h 1592580"/>
                      <a:gd name="connsiteX85" fmla="*/ 1907540 w 2090420"/>
                      <a:gd name="connsiteY85" fmla="*/ 855980 h 1592580"/>
                      <a:gd name="connsiteX86" fmla="*/ 1925320 w 2090420"/>
                      <a:gd name="connsiteY86" fmla="*/ 810260 h 1592580"/>
                      <a:gd name="connsiteX87" fmla="*/ 1945640 w 2090420"/>
                      <a:gd name="connsiteY87" fmla="*/ 746760 h 1592580"/>
                      <a:gd name="connsiteX88" fmla="*/ 1953260 w 2090420"/>
                      <a:gd name="connsiteY88" fmla="*/ 703580 h 1592580"/>
                      <a:gd name="connsiteX89" fmla="*/ 1953260 w 2090420"/>
                      <a:gd name="connsiteY89" fmla="*/ 665480 h 1592580"/>
                      <a:gd name="connsiteX90" fmla="*/ 1988820 w 2090420"/>
                      <a:gd name="connsiteY90" fmla="*/ 622300 h 1592580"/>
                      <a:gd name="connsiteX91" fmla="*/ 2037080 w 2090420"/>
                      <a:gd name="connsiteY91" fmla="*/ 589280 h 1592580"/>
                      <a:gd name="connsiteX92" fmla="*/ 2075180 w 2090420"/>
                      <a:gd name="connsiteY92" fmla="*/ 571500 h 1592580"/>
                      <a:gd name="connsiteX93" fmla="*/ 2090420 w 2090420"/>
                      <a:gd name="connsiteY93" fmla="*/ 535940 h 1592580"/>
                      <a:gd name="connsiteX94" fmla="*/ 2085340 w 2090420"/>
                      <a:gd name="connsiteY94" fmla="*/ 495300 h 1592580"/>
                      <a:gd name="connsiteX95" fmla="*/ 2057400 w 2090420"/>
                      <a:gd name="connsiteY95" fmla="*/ 482600 h 1592580"/>
                      <a:gd name="connsiteX96" fmla="*/ 1998980 w 2090420"/>
                      <a:gd name="connsiteY96" fmla="*/ 487680 h 1592580"/>
                      <a:gd name="connsiteX97" fmla="*/ 1938020 w 2090420"/>
                      <a:gd name="connsiteY97" fmla="*/ 464820 h 1592580"/>
                      <a:gd name="connsiteX98" fmla="*/ 1864360 w 2090420"/>
                      <a:gd name="connsiteY98" fmla="*/ 467360 h 1592580"/>
                      <a:gd name="connsiteX99" fmla="*/ 1757680 w 2090420"/>
                      <a:gd name="connsiteY99" fmla="*/ 457200 h 1592580"/>
                      <a:gd name="connsiteX100" fmla="*/ 1691640 w 2090420"/>
                      <a:gd name="connsiteY100" fmla="*/ 436880 h 1592580"/>
                      <a:gd name="connsiteX101" fmla="*/ 1666240 w 2090420"/>
                      <a:gd name="connsiteY101" fmla="*/ 411480 h 1592580"/>
                      <a:gd name="connsiteX102" fmla="*/ 1602740 w 2090420"/>
                      <a:gd name="connsiteY102" fmla="*/ 398780 h 1592580"/>
                      <a:gd name="connsiteX103" fmla="*/ 1557020 w 2090420"/>
                      <a:gd name="connsiteY103" fmla="*/ 365760 h 1592580"/>
                      <a:gd name="connsiteX104" fmla="*/ 1488440 w 2090420"/>
                      <a:gd name="connsiteY104" fmla="*/ 281940 h 1592580"/>
                      <a:gd name="connsiteX105" fmla="*/ 1412240 w 2090420"/>
                      <a:gd name="connsiteY105" fmla="*/ 193040 h 1592580"/>
                      <a:gd name="connsiteX106" fmla="*/ 1328420 w 2090420"/>
                      <a:gd name="connsiteY106" fmla="*/ 111760 h 1592580"/>
                      <a:gd name="connsiteX107" fmla="*/ 1287780 w 2090420"/>
                      <a:gd name="connsiteY107" fmla="*/ 60960 h 1592580"/>
                      <a:gd name="connsiteX108" fmla="*/ 1226820 w 2090420"/>
                      <a:gd name="connsiteY108" fmla="*/ 33020 h 1592580"/>
                      <a:gd name="connsiteX109" fmla="*/ 1191260 w 2090420"/>
                      <a:gd name="connsiteY109" fmla="*/ 30480 h 1592580"/>
                      <a:gd name="connsiteX110" fmla="*/ 1122680 w 2090420"/>
                      <a:gd name="connsiteY110" fmla="*/ 0 h 1592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2090420" h="1592580">
                        <a:moveTo>
                          <a:pt x="1122680" y="0"/>
                        </a:moveTo>
                        <a:lnTo>
                          <a:pt x="947420" y="10160"/>
                        </a:lnTo>
                        <a:lnTo>
                          <a:pt x="886460" y="43180"/>
                        </a:lnTo>
                        <a:lnTo>
                          <a:pt x="853440" y="81280"/>
                        </a:lnTo>
                        <a:lnTo>
                          <a:pt x="817880" y="88900"/>
                        </a:lnTo>
                        <a:lnTo>
                          <a:pt x="769620" y="76200"/>
                        </a:lnTo>
                        <a:lnTo>
                          <a:pt x="660400" y="71120"/>
                        </a:lnTo>
                        <a:lnTo>
                          <a:pt x="584200" y="60960"/>
                        </a:lnTo>
                        <a:lnTo>
                          <a:pt x="523240" y="55880"/>
                        </a:lnTo>
                        <a:lnTo>
                          <a:pt x="500380" y="71120"/>
                        </a:lnTo>
                        <a:lnTo>
                          <a:pt x="518160" y="109220"/>
                        </a:lnTo>
                        <a:lnTo>
                          <a:pt x="525780" y="160020"/>
                        </a:lnTo>
                        <a:lnTo>
                          <a:pt x="556260" y="195580"/>
                        </a:lnTo>
                        <a:lnTo>
                          <a:pt x="584200" y="218440"/>
                        </a:lnTo>
                        <a:lnTo>
                          <a:pt x="601980" y="259080"/>
                        </a:lnTo>
                        <a:lnTo>
                          <a:pt x="568960" y="297180"/>
                        </a:lnTo>
                        <a:lnTo>
                          <a:pt x="530860" y="353060"/>
                        </a:lnTo>
                        <a:lnTo>
                          <a:pt x="457200" y="469900"/>
                        </a:lnTo>
                        <a:lnTo>
                          <a:pt x="441960" y="497840"/>
                        </a:lnTo>
                        <a:lnTo>
                          <a:pt x="444500" y="551180"/>
                        </a:lnTo>
                        <a:lnTo>
                          <a:pt x="434340" y="574040"/>
                        </a:lnTo>
                        <a:lnTo>
                          <a:pt x="381000" y="574040"/>
                        </a:lnTo>
                        <a:lnTo>
                          <a:pt x="345440" y="584200"/>
                        </a:lnTo>
                        <a:lnTo>
                          <a:pt x="342900" y="612140"/>
                        </a:lnTo>
                        <a:lnTo>
                          <a:pt x="342900" y="635000"/>
                        </a:lnTo>
                        <a:lnTo>
                          <a:pt x="312420" y="657860"/>
                        </a:lnTo>
                        <a:lnTo>
                          <a:pt x="246380" y="685800"/>
                        </a:lnTo>
                        <a:lnTo>
                          <a:pt x="215900" y="723900"/>
                        </a:lnTo>
                        <a:lnTo>
                          <a:pt x="203200" y="795020"/>
                        </a:lnTo>
                        <a:lnTo>
                          <a:pt x="205740" y="840740"/>
                        </a:lnTo>
                        <a:lnTo>
                          <a:pt x="213360" y="871220"/>
                        </a:lnTo>
                        <a:lnTo>
                          <a:pt x="185420" y="904240"/>
                        </a:lnTo>
                        <a:lnTo>
                          <a:pt x="111760" y="952500"/>
                        </a:lnTo>
                        <a:lnTo>
                          <a:pt x="66040" y="1013460"/>
                        </a:lnTo>
                        <a:lnTo>
                          <a:pt x="53340" y="1059180"/>
                        </a:lnTo>
                        <a:lnTo>
                          <a:pt x="25400" y="1109980"/>
                        </a:lnTo>
                        <a:lnTo>
                          <a:pt x="0" y="1163320"/>
                        </a:lnTo>
                        <a:cubicBezTo>
                          <a:pt x="847" y="1187873"/>
                          <a:pt x="1693" y="1212427"/>
                          <a:pt x="2540" y="1236980"/>
                        </a:cubicBezTo>
                        <a:lnTo>
                          <a:pt x="22860" y="1285240"/>
                        </a:lnTo>
                        <a:lnTo>
                          <a:pt x="81280" y="1292860"/>
                        </a:lnTo>
                        <a:lnTo>
                          <a:pt x="111760" y="1287780"/>
                        </a:lnTo>
                        <a:lnTo>
                          <a:pt x="124460" y="1308100"/>
                        </a:lnTo>
                        <a:lnTo>
                          <a:pt x="160020" y="1336040"/>
                        </a:lnTo>
                        <a:lnTo>
                          <a:pt x="203200" y="1402080"/>
                        </a:lnTo>
                        <a:lnTo>
                          <a:pt x="243840" y="1442720"/>
                        </a:lnTo>
                        <a:lnTo>
                          <a:pt x="281940" y="1427480"/>
                        </a:lnTo>
                        <a:lnTo>
                          <a:pt x="304800" y="1407160"/>
                        </a:lnTo>
                        <a:lnTo>
                          <a:pt x="444500" y="1333500"/>
                        </a:lnTo>
                        <a:lnTo>
                          <a:pt x="492760" y="1310640"/>
                        </a:lnTo>
                        <a:lnTo>
                          <a:pt x="530860" y="1252220"/>
                        </a:lnTo>
                        <a:lnTo>
                          <a:pt x="591820" y="1181100"/>
                        </a:lnTo>
                        <a:lnTo>
                          <a:pt x="637540" y="1132840"/>
                        </a:lnTo>
                        <a:lnTo>
                          <a:pt x="660400" y="1102360"/>
                        </a:lnTo>
                        <a:lnTo>
                          <a:pt x="685800" y="1097280"/>
                        </a:lnTo>
                        <a:lnTo>
                          <a:pt x="708660" y="1097280"/>
                        </a:lnTo>
                        <a:lnTo>
                          <a:pt x="726440" y="1117600"/>
                        </a:lnTo>
                        <a:lnTo>
                          <a:pt x="728980" y="1153160"/>
                        </a:lnTo>
                        <a:lnTo>
                          <a:pt x="723900" y="1193800"/>
                        </a:lnTo>
                        <a:lnTo>
                          <a:pt x="698500" y="1229360"/>
                        </a:lnTo>
                        <a:lnTo>
                          <a:pt x="695960" y="1259840"/>
                        </a:lnTo>
                        <a:lnTo>
                          <a:pt x="708660" y="1292860"/>
                        </a:lnTo>
                        <a:lnTo>
                          <a:pt x="746760" y="1290320"/>
                        </a:lnTo>
                        <a:lnTo>
                          <a:pt x="789940" y="1300480"/>
                        </a:lnTo>
                        <a:lnTo>
                          <a:pt x="830580" y="1328420"/>
                        </a:lnTo>
                        <a:lnTo>
                          <a:pt x="896620" y="1351280"/>
                        </a:lnTo>
                        <a:lnTo>
                          <a:pt x="944880" y="1363980"/>
                        </a:lnTo>
                        <a:lnTo>
                          <a:pt x="1054100" y="1409700"/>
                        </a:lnTo>
                        <a:lnTo>
                          <a:pt x="1193800" y="1460500"/>
                        </a:lnTo>
                        <a:lnTo>
                          <a:pt x="1351280" y="1531620"/>
                        </a:lnTo>
                        <a:lnTo>
                          <a:pt x="1452880" y="1562100"/>
                        </a:lnTo>
                        <a:lnTo>
                          <a:pt x="1498600" y="1592580"/>
                        </a:lnTo>
                        <a:lnTo>
                          <a:pt x="1536700" y="1590040"/>
                        </a:lnTo>
                        <a:lnTo>
                          <a:pt x="1549400" y="1554480"/>
                        </a:lnTo>
                        <a:lnTo>
                          <a:pt x="1546860" y="1508760"/>
                        </a:lnTo>
                        <a:lnTo>
                          <a:pt x="1569720" y="1452880"/>
                        </a:lnTo>
                        <a:lnTo>
                          <a:pt x="1597660" y="1399540"/>
                        </a:lnTo>
                        <a:lnTo>
                          <a:pt x="1595120" y="1346200"/>
                        </a:lnTo>
                        <a:lnTo>
                          <a:pt x="1610360" y="1305560"/>
                        </a:lnTo>
                        <a:lnTo>
                          <a:pt x="1732280" y="1196340"/>
                        </a:lnTo>
                        <a:lnTo>
                          <a:pt x="1836420" y="1097280"/>
                        </a:lnTo>
                        <a:lnTo>
                          <a:pt x="1871980" y="1056640"/>
                        </a:lnTo>
                        <a:lnTo>
                          <a:pt x="1877060" y="1018540"/>
                        </a:lnTo>
                        <a:lnTo>
                          <a:pt x="1877060" y="975360"/>
                        </a:lnTo>
                        <a:lnTo>
                          <a:pt x="1894840" y="929640"/>
                        </a:lnTo>
                        <a:lnTo>
                          <a:pt x="1902460" y="909320"/>
                        </a:lnTo>
                        <a:lnTo>
                          <a:pt x="1907540" y="855980"/>
                        </a:lnTo>
                        <a:lnTo>
                          <a:pt x="1925320" y="810260"/>
                        </a:lnTo>
                        <a:lnTo>
                          <a:pt x="1945640" y="746760"/>
                        </a:lnTo>
                        <a:lnTo>
                          <a:pt x="1953260" y="703580"/>
                        </a:lnTo>
                        <a:lnTo>
                          <a:pt x="1953260" y="665480"/>
                        </a:lnTo>
                        <a:lnTo>
                          <a:pt x="1988820" y="622300"/>
                        </a:lnTo>
                        <a:lnTo>
                          <a:pt x="2037080" y="589280"/>
                        </a:lnTo>
                        <a:lnTo>
                          <a:pt x="2075180" y="571500"/>
                        </a:lnTo>
                        <a:lnTo>
                          <a:pt x="2090420" y="535940"/>
                        </a:lnTo>
                        <a:lnTo>
                          <a:pt x="2085340" y="495300"/>
                        </a:lnTo>
                        <a:lnTo>
                          <a:pt x="2057400" y="482600"/>
                        </a:lnTo>
                        <a:lnTo>
                          <a:pt x="1998980" y="487680"/>
                        </a:lnTo>
                        <a:lnTo>
                          <a:pt x="1938020" y="464820"/>
                        </a:lnTo>
                        <a:lnTo>
                          <a:pt x="1864360" y="467360"/>
                        </a:lnTo>
                        <a:lnTo>
                          <a:pt x="1757680" y="457200"/>
                        </a:lnTo>
                        <a:lnTo>
                          <a:pt x="1691640" y="436880"/>
                        </a:lnTo>
                        <a:lnTo>
                          <a:pt x="1666240" y="411480"/>
                        </a:lnTo>
                        <a:lnTo>
                          <a:pt x="1602740" y="398780"/>
                        </a:lnTo>
                        <a:lnTo>
                          <a:pt x="1557020" y="365760"/>
                        </a:lnTo>
                        <a:lnTo>
                          <a:pt x="1488440" y="281940"/>
                        </a:lnTo>
                        <a:lnTo>
                          <a:pt x="1412240" y="193040"/>
                        </a:lnTo>
                        <a:lnTo>
                          <a:pt x="1328420" y="111760"/>
                        </a:lnTo>
                        <a:lnTo>
                          <a:pt x="1287780" y="60960"/>
                        </a:lnTo>
                        <a:lnTo>
                          <a:pt x="1226820" y="33020"/>
                        </a:lnTo>
                        <a:lnTo>
                          <a:pt x="1191260" y="30480"/>
                        </a:lnTo>
                        <a:lnTo>
                          <a:pt x="1122680" y="0"/>
                        </a:lnTo>
                        <a:close/>
                      </a:path>
                    </a:pathLst>
                  </a:cu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700">
                      <a:ln>
                        <a:solidFill>
                          <a:schemeClr val="accent1">
                            <a:alpha val="0"/>
                          </a:schemeClr>
                        </a:solidFill>
                      </a:ln>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51" name="동대문구">
                    <a:extLst>
                      <a:ext uri="{FF2B5EF4-FFF2-40B4-BE49-F238E27FC236}">
                        <a16:creationId xmlns:a16="http://schemas.microsoft.com/office/drawing/2014/main" id="{1CBF94AB-2698-9E33-9ADE-E2B5C677CF4F}"/>
                      </a:ext>
                    </a:extLst>
                  </p:cNvPr>
                  <p:cNvSpPr/>
                  <p:nvPr/>
                </p:nvSpPr>
                <p:spPr>
                  <a:xfrm>
                    <a:off x="4414520" y="5125720"/>
                    <a:ext cx="1717040" cy="1877060"/>
                  </a:xfrm>
                  <a:custGeom>
                    <a:avLst/>
                    <a:gdLst>
                      <a:gd name="connsiteX0" fmla="*/ 1498600 w 1717040"/>
                      <a:gd name="connsiteY0" fmla="*/ 1877060 h 1877060"/>
                      <a:gd name="connsiteX1" fmla="*/ 1498600 w 1717040"/>
                      <a:gd name="connsiteY1" fmla="*/ 1877060 h 1877060"/>
                      <a:gd name="connsiteX2" fmla="*/ 1262380 w 1717040"/>
                      <a:gd name="connsiteY2" fmla="*/ 1841500 h 1877060"/>
                      <a:gd name="connsiteX3" fmla="*/ 1209040 w 1717040"/>
                      <a:gd name="connsiteY3" fmla="*/ 1818640 h 1877060"/>
                      <a:gd name="connsiteX4" fmla="*/ 1153160 w 1717040"/>
                      <a:gd name="connsiteY4" fmla="*/ 1803400 h 1877060"/>
                      <a:gd name="connsiteX5" fmla="*/ 980440 w 1717040"/>
                      <a:gd name="connsiteY5" fmla="*/ 1612900 h 1877060"/>
                      <a:gd name="connsiteX6" fmla="*/ 932180 w 1717040"/>
                      <a:gd name="connsiteY6" fmla="*/ 1549400 h 1877060"/>
                      <a:gd name="connsiteX7" fmla="*/ 868680 w 1717040"/>
                      <a:gd name="connsiteY7" fmla="*/ 1496060 h 1877060"/>
                      <a:gd name="connsiteX8" fmla="*/ 797560 w 1717040"/>
                      <a:gd name="connsiteY8" fmla="*/ 1450340 h 1877060"/>
                      <a:gd name="connsiteX9" fmla="*/ 713740 w 1717040"/>
                      <a:gd name="connsiteY9" fmla="*/ 1409700 h 1877060"/>
                      <a:gd name="connsiteX10" fmla="*/ 680720 w 1717040"/>
                      <a:gd name="connsiteY10" fmla="*/ 1397000 h 1877060"/>
                      <a:gd name="connsiteX11" fmla="*/ 599440 w 1717040"/>
                      <a:gd name="connsiteY11" fmla="*/ 1397000 h 1877060"/>
                      <a:gd name="connsiteX12" fmla="*/ 535940 w 1717040"/>
                      <a:gd name="connsiteY12" fmla="*/ 1407160 h 1877060"/>
                      <a:gd name="connsiteX13" fmla="*/ 467360 w 1717040"/>
                      <a:gd name="connsiteY13" fmla="*/ 1414780 h 1877060"/>
                      <a:gd name="connsiteX14" fmla="*/ 414020 w 1717040"/>
                      <a:gd name="connsiteY14" fmla="*/ 1430020 h 1877060"/>
                      <a:gd name="connsiteX15" fmla="*/ 355600 w 1717040"/>
                      <a:gd name="connsiteY15" fmla="*/ 1475740 h 1877060"/>
                      <a:gd name="connsiteX16" fmla="*/ 304800 w 1717040"/>
                      <a:gd name="connsiteY16" fmla="*/ 1483360 h 1877060"/>
                      <a:gd name="connsiteX17" fmla="*/ 182880 w 1717040"/>
                      <a:gd name="connsiteY17" fmla="*/ 1470660 h 1877060"/>
                      <a:gd name="connsiteX18" fmla="*/ 134620 w 1717040"/>
                      <a:gd name="connsiteY18" fmla="*/ 1447800 h 1877060"/>
                      <a:gd name="connsiteX19" fmla="*/ 55880 w 1717040"/>
                      <a:gd name="connsiteY19" fmla="*/ 1450340 h 1877060"/>
                      <a:gd name="connsiteX20" fmla="*/ 12700 w 1717040"/>
                      <a:gd name="connsiteY20" fmla="*/ 1432560 h 1877060"/>
                      <a:gd name="connsiteX21" fmla="*/ 0 w 1717040"/>
                      <a:gd name="connsiteY21" fmla="*/ 1328420 h 1877060"/>
                      <a:gd name="connsiteX22" fmla="*/ 33020 w 1717040"/>
                      <a:gd name="connsiteY22" fmla="*/ 1287780 h 1877060"/>
                      <a:gd name="connsiteX23" fmla="*/ 58420 w 1717040"/>
                      <a:gd name="connsiteY23" fmla="*/ 1224280 h 1877060"/>
                      <a:gd name="connsiteX24" fmla="*/ 81280 w 1717040"/>
                      <a:gd name="connsiteY24" fmla="*/ 1178560 h 1877060"/>
                      <a:gd name="connsiteX25" fmla="*/ 116840 w 1717040"/>
                      <a:gd name="connsiteY25" fmla="*/ 1115060 h 1877060"/>
                      <a:gd name="connsiteX26" fmla="*/ 154940 w 1717040"/>
                      <a:gd name="connsiteY26" fmla="*/ 1079500 h 1877060"/>
                      <a:gd name="connsiteX27" fmla="*/ 289560 w 1717040"/>
                      <a:gd name="connsiteY27" fmla="*/ 970280 h 1877060"/>
                      <a:gd name="connsiteX28" fmla="*/ 342900 w 1717040"/>
                      <a:gd name="connsiteY28" fmla="*/ 919480 h 1877060"/>
                      <a:gd name="connsiteX29" fmla="*/ 368300 w 1717040"/>
                      <a:gd name="connsiteY29" fmla="*/ 866140 h 1877060"/>
                      <a:gd name="connsiteX30" fmla="*/ 381000 w 1717040"/>
                      <a:gd name="connsiteY30" fmla="*/ 807720 h 1877060"/>
                      <a:gd name="connsiteX31" fmla="*/ 396240 w 1717040"/>
                      <a:gd name="connsiteY31" fmla="*/ 772160 h 1877060"/>
                      <a:gd name="connsiteX32" fmla="*/ 414020 w 1717040"/>
                      <a:gd name="connsiteY32" fmla="*/ 759460 h 1877060"/>
                      <a:gd name="connsiteX33" fmla="*/ 452120 w 1717040"/>
                      <a:gd name="connsiteY33" fmla="*/ 754380 h 1877060"/>
                      <a:gd name="connsiteX34" fmla="*/ 492760 w 1717040"/>
                      <a:gd name="connsiteY34" fmla="*/ 723900 h 1877060"/>
                      <a:gd name="connsiteX35" fmla="*/ 505460 w 1717040"/>
                      <a:gd name="connsiteY35" fmla="*/ 693420 h 1877060"/>
                      <a:gd name="connsiteX36" fmla="*/ 520700 w 1717040"/>
                      <a:gd name="connsiteY36" fmla="*/ 662940 h 1877060"/>
                      <a:gd name="connsiteX37" fmla="*/ 548640 w 1717040"/>
                      <a:gd name="connsiteY37" fmla="*/ 619760 h 1877060"/>
                      <a:gd name="connsiteX38" fmla="*/ 601980 w 1717040"/>
                      <a:gd name="connsiteY38" fmla="*/ 571500 h 1877060"/>
                      <a:gd name="connsiteX39" fmla="*/ 635000 w 1717040"/>
                      <a:gd name="connsiteY39" fmla="*/ 541020 h 1877060"/>
                      <a:gd name="connsiteX40" fmla="*/ 650240 w 1717040"/>
                      <a:gd name="connsiteY40" fmla="*/ 502920 h 1877060"/>
                      <a:gd name="connsiteX41" fmla="*/ 647700 w 1717040"/>
                      <a:gd name="connsiteY41" fmla="*/ 482600 h 1877060"/>
                      <a:gd name="connsiteX42" fmla="*/ 657860 w 1717040"/>
                      <a:gd name="connsiteY42" fmla="*/ 464820 h 1877060"/>
                      <a:gd name="connsiteX43" fmla="*/ 678180 w 1717040"/>
                      <a:gd name="connsiteY43" fmla="*/ 469900 h 1877060"/>
                      <a:gd name="connsiteX44" fmla="*/ 706120 w 1717040"/>
                      <a:gd name="connsiteY44" fmla="*/ 492760 h 1877060"/>
                      <a:gd name="connsiteX45" fmla="*/ 789940 w 1717040"/>
                      <a:gd name="connsiteY45" fmla="*/ 482600 h 1877060"/>
                      <a:gd name="connsiteX46" fmla="*/ 815340 w 1717040"/>
                      <a:gd name="connsiteY46" fmla="*/ 462280 h 1877060"/>
                      <a:gd name="connsiteX47" fmla="*/ 843280 w 1717040"/>
                      <a:gd name="connsiteY47" fmla="*/ 429260 h 1877060"/>
                      <a:gd name="connsiteX48" fmla="*/ 845820 w 1717040"/>
                      <a:gd name="connsiteY48" fmla="*/ 396240 h 1877060"/>
                      <a:gd name="connsiteX49" fmla="*/ 838200 w 1717040"/>
                      <a:gd name="connsiteY49" fmla="*/ 368300 h 1877060"/>
                      <a:gd name="connsiteX50" fmla="*/ 850900 w 1717040"/>
                      <a:gd name="connsiteY50" fmla="*/ 337820 h 1877060"/>
                      <a:gd name="connsiteX51" fmla="*/ 883920 w 1717040"/>
                      <a:gd name="connsiteY51" fmla="*/ 330200 h 1877060"/>
                      <a:gd name="connsiteX52" fmla="*/ 906780 w 1717040"/>
                      <a:gd name="connsiteY52" fmla="*/ 317500 h 1877060"/>
                      <a:gd name="connsiteX53" fmla="*/ 927100 w 1717040"/>
                      <a:gd name="connsiteY53" fmla="*/ 302260 h 1877060"/>
                      <a:gd name="connsiteX54" fmla="*/ 952500 w 1717040"/>
                      <a:gd name="connsiteY54" fmla="*/ 304800 h 1877060"/>
                      <a:gd name="connsiteX55" fmla="*/ 949960 w 1717040"/>
                      <a:gd name="connsiteY55" fmla="*/ 335280 h 1877060"/>
                      <a:gd name="connsiteX56" fmla="*/ 982980 w 1717040"/>
                      <a:gd name="connsiteY56" fmla="*/ 337820 h 1877060"/>
                      <a:gd name="connsiteX57" fmla="*/ 1043940 w 1717040"/>
                      <a:gd name="connsiteY57" fmla="*/ 322580 h 1877060"/>
                      <a:gd name="connsiteX58" fmla="*/ 1094740 w 1717040"/>
                      <a:gd name="connsiteY58" fmla="*/ 320040 h 1877060"/>
                      <a:gd name="connsiteX59" fmla="*/ 1145540 w 1717040"/>
                      <a:gd name="connsiteY59" fmla="*/ 322580 h 1877060"/>
                      <a:gd name="connsiteX60" fmla="*/ 1186180 w 1717040"/>
                      <a:gd name="connsiteY60" fmla="*/ 337820 h 1877060"/>
                      <a:gd name="connsiteX61" fmla="*/ 1221740 w 1717040"/>
                      <a:gd name="connsiteY61" fmla="*/ 337820 h 1877060"/>
                      <a:gd name="connsiteX62" fmla="*/ 1229360 w 1717040"/>
                      <a:gd name="connsiteY62" fmla="*/ 312420 h 1877060"/>
                      <a:gd name="connsiteX63" fmla="*/ 1229360 w 1717040"/>
                      <a:gd name="connsiteY63" fmla="*/ 287020 h 1877060"/>
                      <a:gd name="connsiteX64" fmla="*/ 1219200 w 1717040"/>
                      <a:gd name="connsiteY64" fmla="*/ 271780 h 1877060"/>
                      <a:gd name="connsiteX65" fmla="*/ 1216660 w 1717040"/>
                      <a:gd name="connsiteY65" fmla="*/ 213360 h 1877060"/>
                      <a:gd name="connsiteX66" fmla="*/ 1229360 w 1717040"/>
                      <a:gd name="connsiteY66" fmla="*/ 195580 h 1877060"/>
                      <a:gd name="connsiteX67" fmla="*/ 1295400 w 1717040"/>
                      <a:gd name="connsiteY67" fmla="*/ 165100 h 1877060"/>
                      <a:gd name="connsiteX68" fmla="*/ 1315720 w 1717040"/>
                      <a:gd name="connsiteY68" fmla="*/ 137160 h 1877060"/>
                      <a:gd name="connsiteX69" fmla="*/ 1310640 w 1717040"/>
                      <a:gd name="connsiteY69" fmla="*/ 114300 h 1877060"/>
                      <a:gd name="connsiteX70" fmla="*/ 1295400 w 1717040"/>
                      <a:gd name="connsiteY70" fmla="*/ 93980 h 1877060"/>
                      <a:gd name="connsiteX71" fmla="*/ 1292860 w 1717040"/>
                      <a:gd name="connsiteY71" fmla="*/ 53340 h 1877060"/>
                      <a:gd name="connsiteX72" fmla="*/ 1315720 w 1717040"/>
                      <a:gd name="connsiteY72" fmla="*/ 40640 h 1877060"/>
                      <a:gd name="connsiteX73" fmla="*/ 1363980 w 1717040"/>
                      <a:gd name="connsiteY73" fmla="*/ 53340 h 1877060"/>
                      <a:gd name="connsiteX74" fmla="*/ 1402080 w 1717040"/>
                      <a:gd name="connsiteY74" fmla="*/ 53340 h 1877060"/>
                      <a:gd name="connsiteX75" fmla="*/ 1440180 w 1717040"/>
                      <a:gd name="connsiteY75" fmla="*/ 33020 h 1877060"/>
                      <a:gd name="connsiteX76" fmla="*/ 1463040 w 1717040"/>
                      <a:gd name="connsiteY76" fmla="*/ 20320 h 1877060"/>
                      <a:gd name="connsiteX77" fmla="*/ 1490980 w 1717040"/>
                      <a:gd name="connsiteY77" fmla="*/ 17780 h 1877060"/>
                      <a:gd name="connsiteX78" fmla="*/ 1526540 w 1717040"/>
                      <a:gd name="connsiteY78" fmla="*/ 0 h 1877060"/>
                      <a:gd name="connsiteX79" fmla="*/ 1557020 w 1717040"/>
                      <a:gd name="connsiteY79" fmla="*/ 0 h 1877060"/>
                      <a:gd name="connsiteX80" fmla="*/ 1577340 w 1717040"/>
                      <a:gd name="connsiteY80" fmla="*/ 17780 h 1877060"/>
                      <a:gd name="connsiteX81" fmla="*/ 1559560 w 1717040"/>
                      <a:gd name="connsiteY81" fmla="*/ 58420 h 1877060"/>
                      <a:gd name="connsiteX82" fmla="*/ 1577340 w 1717040"/>
                      <a:gd name="connsiteY82" fmla="*/ 78740 h 1877060"/>
                      <a:gd name="connsiteX83" fmla="*/ 1577340 w 1717040"/>
                      <a:gd name="connsiteY83" fmla="*/ 134620 h 1877060"/>
                      <a:gd name="connsiteX84" fmla="*/ 1600200 w 1717040"/>
                      <a:gd name="connsiteY84" fmla="*/ 165100 h 1877060"/>
                      <a:gd name="connsiteX85" fmla="*/ 1595120 w 1717040"/>
                      <a:gd name="connsiteY85" fmla="*/ 198120 h 1877060"/>
                      <a:gd name="connsiteX86" fmla="*/ 1567180 w 1717040"/>
                      <a:gd name="connsiteY86" fmla="*/ 236220 h 1877060"/>
                      <a:gd name="connsiteX87" fmla="*/ 1536700 w 1717040"/>
                      <a:gd name="connsiteY87" fmla="*/ 281940 h 1877060"/>
                      <a:gd name="connsiteX88" fmla="*/ 1513840 w 1717040"/>
                      <a:gd name="connsiteY88" fmla="*/ 322580 h 1877060"/>
                      <a:gd name="connsiteX89" fmla="*/ 1480820 w 1717040"/>
                      <a:gd name="connsiteY89" fmla="*/ 386080 h 1877060"/>
                      <a:gd name="connsiteX90" fmla="*/ 1480820 w 1717040"/>
                      <a:gd name="connsiteY90" fmla="*/ 414020 h 1877060"/>
                      <a:gd name="connsiteX91" fmla="*/ 1485900 w 1717040"/>
                      <a:gd name="connsiteY91" fmla="*/ 464820 h 1877060"/>
                      <a:gd name="connsiteX92" fmla="*/ 1480820 w 1717040"/>
                      <a:gd name="connsiteY92" fmla="*/ 518160 h 1877060"/>
                      <a:gd name="connsiteX93" fmla="*/ 1475740 w 1717040"/>
                      <a:gd name="connsiteY93" fmla="*/ 594360 h 1877060"/>
                      <a:gd name="connsiteX94" fmla="*/ 1470660 w 1717040"/>
                      <a:gd name="connsiteY94" fmla="*/ 637540 h 1877060"/>
                      <a:gd name="connsiteX95" fmla="*/ 1501140 w 1717040"/>
                      <a:gd name="connsiteY95" fmla="*/ 718820 h 1877060"/>
                      <a:gd name="connsiteX96" fmla="*/ 1506220 w 1717040"/>
                      <a:gd name="connsiteY96" fmla="*/ 762000 h 1877060"/>
                      <a:gd name="connsiteX97" fmla="*/ 1516380 w 1717040"/>
                      <a:gd name="connsiteY97" fmla="*/ 815340 h 1877060"/>
                      <a:gd name="connsiteX98" fmla="*/ 1546860 w 1717040"/>
                      <a:gd name="connsiteY98" fmla="*/ 873760 h 1877060"/>
                      <a:gd name="connsiteX99" fmla="*/ 1661160 w 1717040"/>
                      <a:gd name="connsiteY99" fmla="*/ 980440 h 1877060"/>
                      <a:gd name="connsiteX100" fmla="*/ 1694180 w 1717040"/>
                      <a:gd name="connsiteY100" fmla="*/ 1013460 h 1877060"/>
                      <a:gd name="connsiteX101" fmla="*/ 1706880 w 1717040"/>
                      <a:gd name="connsiteY101" fmla="*/ 1061720 h 1877060"/>
                      <a:gd name="connsiteX102" fmla="*/ 1704340 w 1717040"/>
                      <a:gd name="connsiteY102" fmla="*/ 1130300 h 1877060"/>
                      <a:gd name="connsiteX103" fmla="*/ 1694180 w 1717040"/>
                      <a:gd name="connsiteY103" fmla="*/ 1176020 h 1877060"/>
                      <a:gd name="connsiteX104" fmla="*/ 1706880 w 1717040"/>
                      <a:gd name="connsiteY104" fmla="*/ 1264920 h 1877060"/>
                      <a:gd name="connsiteX105" fmla="*/ 1717040 w 1717040"/>
                      <a:gd name="connsiteY105" fmla="*/ 1450340 h 1877060"/>
                      <a:gd name="connsiteX106" fmla="*/ 1691640 w 1717040"/>
                      <a:gd name="connsiteY106" fmla="*/ 1490980 h 1877060"/>
                      <a:gd name="connsiteX107" fmla="*/ 1666240 w 1717040"/>
                      <a:gd name="connsiteY107" fmla="*/ 1524000 h 1877060"/>
                      <a:gd name="connsiteX108" fmla="*/ 1602740 w 1717040"/>
                      <a:gd name="connsiteY108" fmla="*/ 1742440 h 1877060"/>
                      <a:gd name="connsiteX109" fmla="*/ 1562100 w 1717040"/>
                      <a:gd name="connsiteY109" fmla="*/ 1800860 h 1877060"/>
                      <a:gd name="connsiteX110" fmla="*/ 1551940 w 1717040"/>
                      <a:gd name="connsiteY110" fmla="*/ 1851660 h 1877060"/>
                      <a:gd name="connsiteX111" fmla="*/ 1498600 w 1717040"/>
                      <a:gd name="connsiteY111" fmla="*/ 1877060 h 1877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Lst>
                    <a:rect l="l" t="t" r="r" b="b"/>
                    <a:pathLst>
                      <a:path w="1717040" h="1877060">
                        <a:moveTo>
                          <a:pt x="1498600" y="1877060"/>
                        </a:moveTo>
                        <a:lnTo>
                          <a:pt x="1498600" y="1877060"/>
                        </a:lnTo>
                        <a:lnTo>
                          <a:pt x="1262380" y="1841500"/>
                        </a:lnTo>
                        <a:lnTo>
                          <a:pt x="1209040" y="1818640"/>
                        </a:lnTo>
                        <a:lnTo>
                          <a:pt x="1153160" y="1803400"/>
                        </a:lnTo>
                        <a:lnTo>
                          <a:pt x="980440" y="1612900"/>
                        </a:lnTo>
                        <a:lnTo>
                          <a:pt x="932180" y="1549400"/>
                        </a:lnTo>
                        <a:lnTo>
                          <a:pt x="868680" y="1496060"/>
                        </a:lnTo>
                        <a:lnTo>
                          <a:pt x="797560" y="1450340"/>
                        </a:lnTo>
                        <a:lnTo>
                          <a:pt x="713740" y="1409700"/>
                        </a:lnTo>
                        <a:lnTo>
                          <a:pt x="680720" y="1397000"/>
                        </a:lnTo>
                        <a:lnTo>
                          <a:pt x="599440" y="1397000"/>
                        </a:lnTo>
                        <a:lnTo>
                          <a:pt x="535940" y="1407160"/>
                        </a:lnTo>
                        <a:lnTo>
                          <a:pt x="467360" y="1414780"/>
                        </a:lnTo>
                        <a:lnTo>
                          <a:pt x="414020" y="1430020"/>
                        </a:lnTo>
                        <a:lnTo>
                          <a:pt x="355600" y="1475740"/>
                        </a:lnTo>
                        <a:lnTo>
                          <a:pt x="304800" y="1483360"/>
                        </a:lnTo>
                        <a:lnTo>
                          <a:pt x="182880" y="1470660"/>
                        </a:lnTo>
                        <a:lnTo>
                          <a:pt x="134620" y="1447800"/>
                        </a:lnTo>
                        <a:lnTo>
                          <a:pt x="55880" y="1450340"/>
                        </a:lnTo>
                        <a:lnTo>
                          <a:pt x="12700" y="1432560"/>
                        </a:lnTo>
                        <a:lnTo>
                          <a:pt x="0" y="1328420"/>
                        </a:lnTo>
                        <a:lnTo>
                          <a:pt x="33020" y="1287780"/>
                        </a:lnTo>
                        <a:lnTo>
                          <a:pt x="58420" y="1224280"/>
                        </a:lnTo>
                        <a:lnTo>
                          <a:pt x="81280" y="1178560"/>
                        </a:lnTo>
                        <a:lnTo>
                          <a:pt x="116840" y="1115060"/>
                        </a:lnTo>
                        <a:lnTo>
                          <a:pt x="154940" y="1079500"/>
                        </a:lnTo>
                        <a:lnTo>
                          <a:pt x="289560" y="970280"/>
                        </a:lnTo>
                        <a:lnTo>
                          <a:pt x="342900" y="919480"/>
                        </a:lnTo>
                        <a:lnTo>
                          <a:pt x="368300" y="866140"/>
                        </a:lnTo>
                        <a:lnTo>
                          <a:pt x="381000" y="807720"/>
                        </a:lnTo>
                        <a:lnTo>
                          <a:pt x="396240" y="772160"/>
                        </a:lnTo>
                        <a:lnTo>
                          <a:pt x="414020" y="759460"/>
                        </a:lnTo>
                        <a:lnTo>
                          <a:pt x="452120" y="754380"/>
                        </a:lnTo>
                        <a:lnTo>
                          <a:pt x="492760" y="723900"/>
                        </a:lnTo>
                        <a:lnTo>
                          <a:pt x="505460" y="693420"/>
                        </a:lnTo>
                        <a:lnTo>
                          <a:pt x="520700" y="662940"/>
                        </a:lnTo>
                        <a:lnTo>
                          <a:pt x="548640" y="619760"/>
                        </a:lnTo>
                        <a:lnTo>
                          <a:pt x="601980" y="571500"/>
                        </a:lnTo>
                        <a:lnTo>
                          <a:pt x="635000" y="541020"/>
                        </a:lnTo>
                        <a:lnTo>
                          <a:pt x="650240" y="502920"/>
                        </a:lnTo>
                        <a:lnTo>
                          <a:pt x="647700" y="482600"/>
                        </a:lnTo>
                        <a:lnTo>
                          <a:pt x="657860" y="464820"/>
                        </a:lnTo>
                        <a:lnTo>
                          <a:pt x="678180" y="469900"/>
                        </a:lnTo>
                        <a:lnTo>
                          <a:pt x="706120" y="492760"/>
                        </a:lnTo>
                        <a:lnTo>
                          <a:pt x="789940" y="482600"/>
                        </a:lnTo>
                        <a:lnTo>
                          <a:pt x="815340" y="462280"/>
                        </a:lnTo>
                        <a:lnTo>
                          <a:pt x="843280" y="429260"/>
                        </a:lnTo>
                        <a:lnTo>
                          <a:pt x="845820" y="396240"/>
                        </a:lnTo>
                        <a:lnTo>
                          <a:pt x="838200" y="368300"/>
                        </a:lnTo>
                        <a:lnTo>
                          <a:pt x="850900" y="337820"/>
                        </a:lnTo>
                        <a:lnTo>
                          <a:pt x="883920" y="330200"/>
                        </a:lnTo>
                        <a:lnTo>
                          <a:pt x="906780" y="317500"/>
                        </a:lnTo>
                        <a:lnTo>
                          <a:pt x="927100" y="302260"/>
                        </a:lnTo>
                        <a:lnTo>
                          <a:pt x="952500" y="304800"/>
                        </a:lnTo>
                        <a:lnTo>
                          <a:pt x="949960" y="335280"/>
                        </a:lnTo>
                        <a:lnTo>
                          <a:pt x="982980" y="337820"/>
                        </a:lnTo>
                        <a:lnTo>
                          <a:pt x="1043940" y="322580"/>
                        </a:lnTo>
                        <a:lnTo>
                          <a:pt x="1094740" y="320040"/>
                        </a:lnTo>
                        <a:lnTo>
                          <a:pt x="1145540" y="322580"/>
                        </a:lnTo>
                        <a:lnTo>
                          <a:pt x="1186180" y="337820"/>
                        </a:lnTo>
                        <a:lnTo>
                          <a:pt x="1221740" y="337820"/>
                        </a:lnTo>
                        <a:lnTo>
                          <a:pt x="1229360" y="312420"/>
                        </a:lnTo>
                        <a:lnTo>
                          <a:pt x="1229360" y="287020"/>
                        </a:lnTo>
                        <a:lnTo>
                          <a:pt x="1219200" y="271780"/>
                        </a:lnTo>
                        <a:lnTo>
                          <a:pt x="1216660" y="213360"/>
                        </a:lnTo>
                        <a:lnTo>
                          <a:pt x="1229360" y="195580"/>
                        </a:lnTo>
                        <a:lnTo>
                          <a:pt x="1295400" y="165100"/>
                        </a:lnTo>
                        <a:lnTo>
                          <a:pt x="1315720" y="137160"/>
                        </a:lnTo>
                        <a:lnTo>
                          <a:pt x="1310640" y="114300"/>
                        </a:lnTo>
                        <a:lnTo>
                          <a:pt x="1295400" y="93980"/>
                        </a:lnTo>
                        <a:lnTo>
                          <a:pt x="1292860" y="53340"/>
                        </a:lnTo>
                        <a:lnTo>
                          <a:pt x="1315720" y="40640"/>
                        </a:lnTo>
                        <a:lnTo>
                          <a:pt x="1363980" y="53340"/>
                        </a:lnTo>
                        <a:lnTo>
                          <a:pt x="1402080" y="53340"/>
                        </a:lnTo>
                        <a:lnTo>
                          <a:pt x="1440180" y="33020"/>
                        </a:lnTo>
                        <a:lnTo>
                          <a:pt x="1463040" y="20320"/>
                        </a:lnTo>
                        <a:lnTo>
                          <a:pt x="1490980" y="17780"/>
                        </a:lnTo>
                        <a:lnTo>
                          <a:pt x="1526540" y="0"/>
                        </a:lnTo>
                        <a:lnTo>
                          <a:pt x="1557020" y="0"/>
                        </a:lnTo>
                        <a:lnTo>
                          <a:pt x="1577340" y="17780"/>
                        </a:lnTo>
                        <a:lnTo>
                          <a:pt x="1559560" y="58420"/>
                        </a:lnTo>
                        <a:lnTo>
                          <a:pt x="1577340" y="78740"/>
                        </a:lnTo>
                        <a:lnTo>
                          <a:pt x="1577340" y="134620"/>
                        </a:lnTo>
                        <a:lnTo>
                          <a:pt x="1600200" y="165100"/>
                        </a:lnTo>
                        <a:lnTo>
                          <a:pt x="1595120" y="198120"/>
                        </a:lnTo>
                        <a:lnTo>
                          <a:pt x="1567180" y="236220"/>
                        </a:lnTo>
                        <a:lnTo>
                          <a:pt x="1536700" y="281940"/>
                        </a:lnTo>
                        <a:lnTo>
                          <a:pt x="1513840" y="322580"/>
                        </a:lnTo>
                        <a:lnTo>
                          <a:pt x="1480820" y="386080"/>
                        </a:lnTo>
                        <a:lnTo>
                          <a:pt x="1480820" y="414020"/>
                        </a:lnTo>
                        <a:lnTo>
                          <a:pt x="1485900" y="464820"/>
                        </a:lnTo>
                        <a:lnTo>
                          <a:pt x="1480820" y="518160"/>
                        </a:lnTo>
                        <a:lnTo>
                          <a:pt x="1475740" y="594360"/>
                        </a:lnTo>
                        <a:lnTo>
                          <a:pt x="1470660" y="637540"/>
                        </a:lnTo>
                        <a:lnTo>
                          <a:pt x="1501140" y="718820"/>
                        </a:lnTo>
                        <a:lnTo>
                          <a:pt x="1506220" y="762000"/>
                        </a:lnTo>
                        <a:lnTo>
                          <a:pt x="1516380" y="815340"/>
                        </a:lnTo>
                        <a:lnTo>
                          <a:pt x="1546860" y="873760"/>
                        </a:lnTo>
                        <a:lnTo>
                          <a:pt x="1661160" y="980440"/>
                        </a:lnTo>
                        <a:lnTo>
                          <a:pt x="1694180" y="1013460"/>
                        </a:lnTo>
                        <a:lnTo>
                          <a:pt x="1706880" y="1061720"/>
                        </a:lnTo>
                        <a:cubicBezTo>
                          <a:pt x="1706033" y="1084580"/>
                          <a:pt x="1705187" y="1107440"/>
                          <a:pt x="1704340" y="1130300"/>
                        </a:cubicBezTo>
                        <a:lnTo>
                          <a:pt x="1694180" y="1176020"/>
                        </a:lnTo>
                        <a:lnTo>
                          <a:pt x="1706880" y="1264920"/>
                        </a:lnTo>
                        <a:lnTo>
                          <a:pt x="1717040" y="1450340"/>
                        </a:lnTo>
                        <a:lnTo>
                          <a:pt x="1691640" y="1490980"/>
                        </a:lnTo>
                        <a:lnTo>
                          <a:pt x="1666240" y="1524000"/>
                        </a:lnTo>
                        <a:lnTo>
                          <a:pt x="1602740" y="1742440"/>
                        </a:lnTo>
                        <a:lnTo>
                          <a:pt x="1562100" y="1800860"/>
                        </a:lnTo>
                        <a:lnTo>
                          <a:pt x="1551940" y="1851660"/>
                        </a:lnTo>
                        <a:lnTo>
                          <a:pt x="1498600" y="1877060"/>
                        </a:lnTo>
                        <a:close/>
                      </a:path>
                    </a:pathLst>
                  </a:cu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700">
                      <a:ln>
                        <a:solidFill>
                          <a:schemeClr val="accent1">
                            <a:alpha val="0"/>
                          </a:schemeClr>
                        </a:solidFill>
                      </a:ln>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52" name="중랑구">
                    <a:extLst>
                      <a:ext uri="{FF2B5EF4-FFF2-40B4-BE49-F238E27FC236}">
                        <a16:creationId xmlns:a16="http://schemas.microsoft.com/office/drawing/2014/main" id="{12CAB2B0-264F-FC56-CC3F-D251A24D511B}"/>
                      </a:ext>
                    </a:extLst>
                  </p:cNvPr>
                  <p:cNvSpPr/>
                  <p:nvPr/>
                </p:nvSpPr>
                <p:spPr>
                  <a:xfrm>
                    <a:off x="5969000" y="4538980"/>
                    <a:ext cx="1531620" cy="2024380"/>
                  </a:xfrm>
                  <a:custGeom>
                    <a:avLst/>
                    <a:gdLst>
                      <a:gd name="connsiteX0" fmla="*/ 1513840 w 1531620"/>
                      <a:gd name="connsiteY0" fmla="*/ 152400 h 2024380"/>
                      <a:gd name="connsiteX1" fmla="*/ 1513840 w 1531620"/>
                      <a:gd name="connsiteY1" fmla="*/ 152400 h 2024380"/>
                      <a:gd name="connsiteX2" fmla="*/ 1348740 w 1531620"/>
                      <a:gd name="connsiteY2" fmla="*/ 0 h 2024380"/>
                      <a:gd name="connsiteX3" fmla="*/ 998220 w 1531620"/>
                      <a:gd name="connsiteY3" fmla="*/ 144780 h 2024380"/>
                      <a:gd name="connsiteX4" fmla="*/ 967740 w 1531620"/>
                      <a:gd name="connsiteY4" fmla="*/ 182880 h 2024380"/>
                      <a:gd name="connsiteX5" fmla="*/ 939800 w 1531620"/>
                      <a:gd name="connsiteY5" fmla="*/ 223520 h 2024380"/>
                      <a:gd name="connsiteX6" fmla="*/ 906780 w 1531620"/>
                      <a:gd name="connsiteY6" fmla="*/ 243840 h 2024380"/>
                      <a:gd name="connsiteX7" fmla="*/ 840740 w 1531620"/>
                      <a:gd name="connsiteY7" fmla="*/ 248920 h 2024380"/>
                      <a:gd name="connsiteX8" fmla="*/ 716280 w 1531620"/>
                      <a:gd name="connsiteY8" fmla="*/ 203200 h 2024380"/>
                      <a:gd name="connsiteX9" fmla="*/ 678180 w 1531620"/>
                      <a:gd name="connsiteY9" fmla="*/ 213360 h 2024380"/>
                      <a:gd name="connsiteX10" fmla="*/ 607060 w 1531620"/>
                      <a:gd name="connsiteY10" fmla="*/ 269240 h 2024380"/>
                      <a:gd name="connsiteX11" fmla="*/ 574040 w 1531620"/>
                      <a:gd name="connsiteY11" fmla="*/ 274320 h 2024380"/>
                      <a:gd name="connsiteX12" fmla="*/ 462280 w 1531620"/>
                      <a:gd name="connsiteY12" fmla="*/ 187960 h 2024380"/>
                      <a:gd name="connsiteX13" fmla="*/ 449580 w 1531620"/>
                      <a:gd name="connsiteY13" fmla="*/ 165100 h 2024380"/>
                      <a:gd name="connsiteX14" fmla="*/ 429260 w 1531620"/>
                      <a:gd name="connsiteY14" fmla="*/ 119380 h 2024380"/>
                      <a:gd name="connsiteX15" fmla="*/ 398780 w 1531620"/>
                      <a:gd name="connsiteY15" fmla="*/ 104140 h 2024380"/>
                      <a:gd name="connsiteX16" fmla="*/ 297180 w 1531620"/>
                      <a:gd name="connsiteY16" fmla="*/ 127000 h 2024380"/>
                      <a:gd name="connsiteX17" fmla="*/ 193040 w 1531620"/>
                      <a:gd name="connsiteY17" fmla="*/ 162560 h 2024380"/>
                      <a:gd name="connsiteX18" fmla="*/ 101600 w 1531620"/>
                      <a:gd name="connsiteY18" fmla="*/ 210820 h 2024380"/>
                      <a:gd name="connsiteX19" fmla="*/ 60960 w 1531620"/>
                      <a:gd name="connsiteY19" fmla="*/ 233680 h 2024380"/>
                      <a:gd name="connsiteX20" fmla="*/ 60960 w 1531620"/>
                      <a:gd name="connsiteY20" fmla="*/ 269240 h 2024380"/>
                      <a:gd name="connsiteX21" fmla="*/ 76200 w 1531620"/>
                      <a:gd name="connsiteY21" fmla="*/ 292100 h 2024380"/>
                      <a:gd name="connsiteX22" fmla="*/ 81280 w 1531620"/>
                      <a:gd name="connsiteY22" fmla="*/ 492760 h 2024380"/>
                      <a:gd name="connsiteX23" fmla="*/ 96520 w 1531620"/>
                      <a:gd name="connsiteY23" fmla="*/ 703580 h 2024380"/>
                      <a:gd name="connsiteX24" fmla="*/ 106680 w 1531620"/>
                      <a:gd name="connsiteY24" fmla="*/ 739140 h 2024380"/>
                      <a:gd name="connsiteX25" fmla="*/ 142240 w 1531620"/>
                      <a:gd name="connsiteY25" fmla="*/ 764540 h 2024380"/>
                      <a:gd name="connsiteX26" fmla="*/ 132080 w 1531620"/>
                      <a:gd name="connsiteY26" fmla="*/ 792480 h 2024380"/>
                      <a:gd name="connsiteX27" fmla="*/ 88900 w 1531620"/>
                      <a:gd name="connsiteY27" fmla="*/ 840740 h 2024380"/>
                      <a:gd name="connsiteX28" fmla="*/ 55880 w 1531620"/>
                      <a:gd name="connsiteY28" fmla="*/ 896620 h 2024380"/>
                      <a:gd name="connsiteX29" fmla="*/ 20320 w 1531620"/>
                      <a:gd name="connsiteY29" fmla="*/ 970280 h 2024380"/>
                      <a:gd name="connsiteX30" fmla="*/ 7620 w 1531620"/>
                      <a:gd name="connsiteY30" fmla="*/ 1003300 h 2024380"/>
                      <a:gd name="connsiteX31" fmla="*/ 0 w 1531620"/>
                      <a:gd name="connsiteY31" fmla="*/ 1249680 h 2024380"/>
                      <a:gd name="connsiteX32" fmla="*/ 17780 w 1531620"/>
                      <a:gd name="connsiteY32" fmla="*/ 1303020 h 2024380"/>
                      <a:gd name="connsiteX33" fmla="*/ 38100 w 1531620"/>
                      <a:gd name="connsiteY33" fmla="*/ 1343660 h 2024380"/>
                      <a:gd name="connsiteX34" fmla="*/ 48260 w 1531620"/>
                      <a:gd name="connsiteY34" fmla="*/ 1386840 h 2024380"/>
                      <a:gd name="connsiteX35" fmla="*/ 228600 w 1531620"/>
                      <a:gd name="connsiteY35" fmla="*/ 1564640 h 2024380"/>
                      <a:gd name="connsiteX36" fmla="*/ 241300 w 1531620"/>
                      <a:gd name="connsiteY36" fmla="*/ 1602740 h 2024380"/>
                      <a:gd name="connsiteX37" fmla="*/ 226060 w 1531620"/>
                      <a:gd name="connsiteY37" fmla="*/ 1803400 h 2024380"/>
                      <a:gd name="connsiteX38" fmla="*/ 238760 w 1531620"/>
                      <a:gd name="connsiteY38" fmla="*/ 1874520 h 2024380"/>
                      <a:gd name="connsiteX39" fmla="*/ 261620 w 1531620"/>
                      <a:gd name="connsiteY39" fmla="*/ 1894840 h 2024380"/>
                      <a:gd name="connsiteX40" fmla="*/ 317500 w 1531620"/>
                      <a:gd name="connsiteY40" fmla="*/ 1892300 h 2024380"/>
                      <a:gd name="connsiteX41" fmla="*/ 396240 w 1531620"/>
                      <a:gd name="connsiteY41" fmla="*/ 1917700 h 2024380"/>
                      <a:gd name="connsiteX42" fmla="*/ 541020 w 1531620"/>
                      <a:gd name="connsiteY42" fmla="*/ 1940560 h 2024380"/>
                      <a:gd name="connsiteX43" fmla="*/ 581660 w 1531620"/>
                      <a:gd name="connsiteY43" fmla="*/ 1960880 h 2024380"/>
                      <a:gd name="connsiteX44" fmla="*/ 601980 w 1531620"/>
                      <a:gd name="connsiteY44" fmla="*/ 2004060 h 2024380"/>
                      <a:gd name="connsiteX45" fmla="*/ 632460 w 1531620"/>
                      <a:gd name="connsiteY45" fmla="*/ 2024380 h 2024380"/>
                      <a:gd name="connsiteX46" fmla="*/ 675640 w 1531620"/>
                      <a:gd name="connsiteY46" fmla="*/ 1981200 h 2024380"/>
                      <a:gd name="connsiteX47" fmla="*/ 937260 w 1531620"/>
                      <a:gd name="connsiteY47" fmla="*/ 1892300 h 2024380"/>
                      <a:gd name="connsiteX48" fmla="*/ 957580 w 1531620"/>
                      <a:gd name="connsiteY48" fmla="*/ 1871980 h 2024380"/>
                      <a:gd name="connsiteX49" fmla="*/ 980440 w 1531620"/>
                      <a:gd name="connsiteY49" fmla="*/ 1686560 h 2024380"/>
                      <a:gd name="connsiteX50" fmla="*/ 975360 w 1531620"/>
                      <a:gd name="connsiteY50" fmla="*/ 1658620 h 2024380"/>
                      <a:gd name="connsiteX51" fmla="*/ 896620 w 1531620"/>
                      <a:gd name="connsiteY51" fmla="*/ 1569720 h 2024380"/>
                      <a:gd name="connsiteX52" fmla="*/ 883920 w 1531620"/>
                      <a:gd name="connsiteY52" fmla="*/ 1546860 h 2024380"/>
                      <a:gd name="connsiteX53" fmla="*/ 906780 w 1531620"/>
                      <a:gd name="connsiteY53" fmla="*/ 1536700 h 2024380"/>
                      <a:gd name="connsiteX54" fmla="*/ 1168400 w 1531620"/>
                      <a:gd name="connsiteY54" fmla="*/ 1551940 h 2024380"/>
                      <a:gd name="connsiteX55" fmla="*/ 1216660 w 1531620"/>
                      <a:gd name="connsiteY55" fmla="*/ 1539240 h 2024380"/>
                      <a:gd name="connsiteX56" fmla="*/ 1236980 w 1531620"/>
                      <a:gd name="connsiteY56" fmla="*/ 1518920 h 2024380"/>
                      <a:gd name="connsiteX57" fmla="*/ 1229360 w 1531620"/>
                      <a:gd name="connsiteY57" fmla="*/ 1480820 h 2024380"/>
                      <a:gd name="connsiteX58" fmla="*/ 1249680 w 1531620"/>
                      <a:gd name="connsiteY58" fmla="*/ 1445260 h 2024380"/>
                      <a:gd name="connsiteX59" fmla="*/ 1249680 w 1531620"/>
                      <a:gd name="connsiteY59" fmla="*/ 1379220 h 2024380"/>
                      <a:gd name="connsiteX60" fmla="*/ 1270000 w 1531620"/>
                      <a:gd name="connsiteY60" fmla="*/ 1338580 h 2024380"/>
                      <a:gd name="connsiteX61" fmla="*/ 1290320 w 1531620"/>
                      <a:gd name="connsiteY61" fmla="*/ 1264920 h 2024380"/>
                      <a:gd name="connsiteX62" fmla="*/ 1297940 w 1531620"/>
                      <a:gd name="connsiteY62" fmla="*/ 1221740 h 2024380"/>
                      <a:gd name="connsiteX63" fmla="*/ 1295400 w 1531620"/>
                      <a:gd name="connsiteY63" fmla="*/ 1186180 h 2024380"/>
                      <a:gd name="connsiteX64" fmla="*/ 1463040 w 1531620"/>
                      <a:gd name="connsiteY64" fmla="*/ 1097280 h 2024380"/>
                      <a:gd name="connsiteX65" fmla="*/ 1490980 w 1531620"/>
                      <a:gd name="connsiteY65" fmla="*/ 1061720 h 2024380"/>
                      <a:gd name="connsiteX66" fmla="*/ 1475740 w 1531620"/>
                      <a:gd name="connsiteY66" fmla="*/ 1010920 h 2024380"/>
                      <a:gd name="connsiteX67" fmla="*/ 1424940 w 1531620"/>
                      <a:gd name="connsiteY67" fmla="*/ 901700 h 2024380"/>
                      <a:gd name="connsiteX68" fmla="*/ 1417320 w 1531620"/>
                      <a:gd name="connsiteY68" fmla="*/ 866140 h 2024380"/>
                      <a:gd name="connsiteX69" fmla="*/ 1430020 w 1531620"/>
                      <a:gd name="connsiteY69" fmla="*/ 784860 h 2024380"/>
                      <a:gd name="connsiteX70" fmla="*/ 1526540 w 1531620"/>
                      <a:gd name="connsiteY70" fmla="*/ 477520 h 2024380"/>
                      <a:gd name="connsiteX71" fmla="*/ 1531620 w 1531620"/>
                      <a:gd name="connsiteY71" fmla="*/ 434340 h 2024380"/>
                      <a:gd name="connsiteX72" fmla="*/ 1518920 w 1531620"/>
                      <a:gd name="connsiteY72" fmla="*/ 398780 h 2024380"/>
                      <a:gd name="connsiteX73" fmla="*/ 1516380 w 1531620"/>
                      <a:gd name="connsiteY73" fmla="*/ 223520 h 2024380"/>
                      <a:gd name="connsiteX74" fmla="*/ 1513840 w 1531620"/>
                      <a:gd name="connsiteY74" fmla="*/ 152400 h 2024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1531620" h="2024380">
                        <a:moveTo>
                          <a:pt x="1513840" y="152400"/>
                        </a:moveTo>
                        <a:lnTo>
                          <a:pt x="1513840" y="152400"/>
                        </a:lnTo>
                        <a:lnTo>
                          <a:pt x="1348740" y="0"/>
                        </a:lnTo>
                        <a:lnTo>
                          <a:pt x="998220" y="144780"/>
                        </a:lnTo>
                        <a:lnTo>
                          <a:pt x="967740" y="182880"/>
                        </a:lnTo>
                        <a:lnTo>
                          <a:pt x="939800" y="223520"/>
                        </a:lnTo>
                        <a:lnTo>
                          <a:pt x="906780" y="243840"/>
                        </a:lnTo>
                        <a:lnTo>
                          <a:pt x="840740" y="248920"/>
                        </a:lnTo>
                        <a:lnTo>
                          <a:pt x="716280" y="203200"/>
                        </a:lnTo>
                        <a:lnTo>
                          <a:pt x="678180" y="213360"/>
                        </a:lnTo>
                        <a:lnTo>
                          <a:pt x="607060" y="269240"/>
                        </a:lnTo>
                        <a:lnTo>
                          <a:pt x="574040" y="274320"/>
                        </a:lnTo>
                        <a:lnTo>
                          <a:pt x="462280" y="187960"/>
                        </a:lnTo>
                        <a:cubicBezTo>
                          <a:pt x="451585" y="166569"/>
                          <a:pt x="457475" y="172995"/>
                          <a:pt x="449580" y="165100"/>
                        </a:cubicBezTo>
                        <a:lnTo>
                          <a:pt x="429260" y="119380"/>
                        </a:lnTo>
                        <a:lnTo>
                          <a:pt x="398780" y="104140"/>
                        </a:lnTo>
                        <a:lnTo>
                          <a:pt x="297180" y="127000"/>
                        </a:lnTo>
                        <a:lnTo>
                          <a:pt x="193040" y="162560"/>
                        </a:lnTo>
                        <a:lnTo>
                          <a:pt x="101600" y="210820"/>
                        </a:lnTo>
                        <a:lnTo>
                          <a:pt x="60960" y="233680"/>
                        </a:lnTo>
                        <a:lnTo>
                          <a:pt x="60960" y="269240"/>
                        </a:lnTo>
                        <a:lnTo>
                          <a:pt x="76200" y="292100"/>
                        </a:lnTo>
                        <a:lnTo>
                          <a:pt x="81280" y="492760"/>
                        </a:lnTo>
                        <a:lnTo>
                          <a:pt x="96520" y="703580"/>
                        </a:lnTo>
                        <a:lnTo>
                          <a:pt x="106680" y="739140"/>
                        </a:lnTo>
                        <a:lnTo>
                          <a:pt x="142240" y="764540"/>
                        </a:lnTo>
                        <a:lnTo>
                          <a:pt x="132080" y="792480"/>
                        </a:lnTo>
                        <a:lnTo>
                          <a:pt x="88900" y="840740"/>
                        </a:lnTo>
                        <a:lnTo>
                          <a:pt x="55880" y="896620"/>
                        </a:lnTo>
                        <a:lnTo>
                          <a:pt x="20320" y="970280"/>
                        </a:lnTo>
                        <a:lnTo>
                          <a:pt x="7620" y="1003300"/>
                        </a:lnTo>
                        <a:lnTo>
                          <a:pt x="0" y="1249680"/>
                        </a:lnTo>
                        <a:lnTo>
                          <a:pt x="17780" y="1303020"/>
                        </a:lnTo>
                        <a:lnTo>
                          <a:pt x="38100" y="1343660"/>
                        </a:lnTo>
                        <a:lnTo>
                          <a:pt x="48260" y="1386840"/>
                        </a:lnTo>
                        <a:lnTo>
                          <a:pt x="228600" y="1564640"/>
                        </a:lnTo>
                        <a:lnTo>
                          <a:pt x="241300" y="1602740"/>
                        </a:lnTo>
                        <a:lnTo>
                          <a:pt x="226060" y="1803400"/>
                        </a:lnTo>
                        <a:lnTo>
                          <a:pt x="238760" y="1874520"/>
                        </a:lnTo>
                        <a:lnTo>
                          <a:pt x="261620" y="1894840"/>
                        </a:lnTo>
                        <a:lnTo>
                          <a:pt x="317500" y="1892300"/>
                        </a:lnTo>
                        <a:lnTo>
                          <a:pt x="396240" y="1917700"/>
                        </a:lnTo>
                        <a:lnTo>
                          <a:pt x="541020" y="1940560"/>
                        </a:lnTo>
                        <a:lnTo>
                          <a:pt x="581660" y="1960880"/>
                        </a:lnTo>
                        <a:lnTo>
                          <a:pt x="601980" y="2004060"/>
                        </a:lnTo>
                        <a:lnTo>
                          <a:pt x="632460" y="2024380"/>
                        </a:lnTo>
                        <a:lnTo>
                          <a:pt x="675640" y="1981200"/>
                        </a:lnTo>
                        <a:lnTo>
                          <a:pt x="937260" y="1892300"/>
                        </a:lnTo>
                        <a:lnTo>
                          <a:pt x="957580" y="1871980"/>
                        </a:lnTo>
                        <a:lnTo>
                          <a:pt x="980440" y="1686560"/>
                        </a:lnTo>
                        <a:lnTo>
                          <a:pt x="975360" y="1658620"/>
                        </a:lnTo>
                        <a:lnTo>
                          <a:pt x="896620" y="1569720"/>
                        </a:lnTo>
                        <a:lnTo>
                          <a:pt x="883920" y="1546860"/>
                        </a:lnTo>
                        <a:lnTo>
                          <a:pt x="906780" y="1536700"/>
                        </a:lnTo>
                        <a:lnTo>
                          <a:pt x="1168400" y="1551940"/>
                        </a:lnTo>
                        <a:lnTo>
                          <a:pt x="1216660" y="1539240"/>
                        </a:lnTo>
                        <a:lnTo>
                          <a:pt x="1236980" y="1518920"/>
                        </a:lnTo>
                        <a:lnTo>
                          <a:pt x="1229360" y="1480820"/>
                        </a:lnTo>
                        <a:lnTo>
                          <a:pt x="1249680" y="1445260"/>
                        </a:lnTo>
                        <a:lnTo>
                          <a:pt x="1249680" y="1379220"/>
                        </a:lnTo>
                        <a:lnTo>
                          <a:pt x="1270000" y="1338580"/>
                        </a:lnTo>
                        <a:lnTo>
                          <a:pt x="1290320" y="1264920"/>
                        </a:lnTo>
                        <a:lnTo>
                          <a:pt x="1297940" y="1221740"/>
                        </a:lnTo>
                        <a:lnTo>
                          <a:pt x="1295400" y="1186180"/>
                        </a:lnTo>
                        <a:lnTo>
                          <a:pt x="1463040" y="1097280"/>
                        </a:lnTo>
                        <a:lnTo>
                          <a:pt x="1490980" y="1061720"/>
                        </a:lnTo>
                        <a:lnTo>
                          <a:pt x="1475740" y="1010920"/>
                        </a:lnTo>
                        <a:lnTo>
                          <a:pt x="1424940" y="901700"/>
                        </a:lnTo>
                        <a:lnTo>
                          <a:pt x="1417320" y="866140"/>
                        </a:lnTo>
                        <a:lnTo>
                          <a:pt x="1430020" y="784860"/>
                        </a:lnTo>
                        <a:lnTo>
                          <a:pt x="1526540" y="477520"/>
                        </a:lnTo>
                        <a:lnTo>
                          <a:pt x="1531620" y="434340"/>
                        </a:lnTo>
                        <a:lnTo>
                          <a:pt x="1518920" y="398780"/>
                        </a:lnTo>
                        <a:cubicBezTo>
                          <a:pt x="1518073" y="340360"/>
                          <a:pt x="1517227" y="281940"/>
                          <a:pt x="1516380" y="223520"/>
                        </a:cubicBezTo>
                        <a:cubicBezTo>
                          <a:pt x="1515533" y="199813"/>
                          <a:pt x="1514687" y="176107"/>
                          <a:pt x="1513840" y="152400"/>
                        </a:cubicBezTo>
                        <a:close/>
                      </a:path>
                    </a:pathLst>
                  </a:cu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700">
                      <a:ln>
                        <a:solidFill>
                          <a:schemeClr val="accent1">
                            <a:alpha val="0"/>
                          </a:schemeClr>
                        </a:solidFill>
                      </a:ln>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53" name="성북구">
                    <a:extLst>
                      <a:ext uri="{FF2B5EF4-FFF2-40B4-BE49-F238E27FC236}">
                        <a16:creationId xmlns:a16="http://schemas.microsoft.com/office/drawing/2014/main" id="{76C62EEE-184F-FDA0-F193-DE49CC5B2A3F}"/>
                      </a:ext>
                    </a:extLst>
                  </p:cNvPr>
                  <p:cNvSpPr/>
                  <p:nvPr/>
                </p:nvSpPr>
                <p:spPr>
                  <a:xfrm>
                    <a:off x="2859024" y="3950208"/>
                    <a:ext cx="3108960" cy="2377440"/>
                  </a:xfrm>
                  <a:custGeom>
                    <a:avLst/>
                    <a:gdLst>
                      <a:gd name="connsiteX0" fmla="*/ 240792 w 3108960"/>
                      <a:gd name="connsiteY0" fmla="*/ 0 h 2377440"/>
                      <a:gd name="connsiteX1" fmla="*/ 240792 w 3108960"/>
                      <a:gd name="connsiteY1" fmla="*/ 0 h 2377440"/>
                      <a:gd name="connsiteX2" fmla="*/ 79248 w 3108960"/>
                      <a:gd name="connsiteY2" fmla="*/ 18288 h 2377440"/>
                      <a:gd name="connsiteX3" fmla="*/ 9144 w 3108960"/>
                      <a:gd name="connsiteY3" fmla="*/ 106680 h 2377440"/>
                      <a:gd name="connsiteX4" fmla="*/ 0 w 3108960"/>
                      <a:gd name="connsiteY4" fmla="*/ 143256 h 2377440"/>
                      <a:gd name="connsiteX5" fmla="*/ 24384 w 3108960"/>
                      <a:gd name="connsiteY5" fmla="*/ 201168 h 2377440"/>
                      <a:gd name="connsiteX6" fmla="*/ 24384 w 3108960"/>
                      <a:gd name="connsiteY6" fmla="*/ 265176 h 2377440"/>
                      <a:gd name="connsiteX7" fmla="*/ 42672 w 3108960"/>
                      <a:gd name="connsiteY7" fmla="*/ 295656 h 2377440"/>
                      <a:gd name="connsiteX8" fmla="*/ 106680 w 3108960"/>
                      <a:gd name="connsiteY8" fmla="*/ 280416 h 2377440"/>
                      <a:gd name="connsiteX9" fmla="*/ 140208 w 3108960"/>
                      <a:gd name="connsiteY9" fmla="*/ 295656 h 2377440"/>
                      <a:gd name="connsiteX10" fmla="*/ 167640 w 3108960"/>
                      <a:gd name="connsiteY10" fmla="*/ 362712 h 2377440"/>
                      <a:gd name="connsiteX11" fmla="*/ 170688 w 3108960"/>
                      <a:gd name="connsiteY11" fmla="*/ 402336 h 2377440"/>
                      <a:gd name="connsiteX12" fmla="*/ 185928 w 3108960"/>
                      <a:gd name="connsiteY12" fmla="*/ 432816 h 2377440"/>
                      <a:gd name="connsiteX13" fmla="*/ 170688 w 3108960"/>
                      <a:gd name="connsiteY13" fmla="*/ 469392 h 2377440"/>
                      <a:gd name="connsiteX14" fmla="*/ 179832 w 3108960"/>
                      <a:gd name="connsiteY14" fmla="*/ 502920 h 2377440"/>
                      <a:gd name="connsiteX15" fmla="*/ 222504 w 3108960"/>
                      <a:gd name="connsiteY15" fmla="*/ 539496 h 2377440"/>
                      <a:gd name="connsiteX16" fmla="*/ 237744 w 3108960"/>
                      <a:gd name="connsiteY16" fmla="*/ 576072 h 2377440"/>
                      <a:gd name="connsiteX17" fmla="*/ 228600 w 3108960"/>
                      <a:gd name="connsiteY17" fmla="*/ 661416 h 2377440"/>
                      <a:gd name="connsiteX18" fmla="*/ 237744 w 3108960"/>
                      <a:gd name="connsiteY18" fmla="*/ 725424 h 2377440"/>
                      <a:gd name="connsiteX19" fmla="*/ 326136 w 3108960"/>
                      <a:gd name="connsiteY19" fmla="*/ 822960 h 2377440"/>
                      <a:gd name="connsiteX20" fmla="*/ 374904 w 3108960"/>
                      <a:gd name="connsiteY20" fmla="*/ 847344 h 2377440"/>
                      <a:gd name="connsiteX21" fmla="*/ 402336 w 3108960"/>
                      <a:gd name="connsiteY21" fmla="*/ 862584 h 2377440"/>
                      <a:gd name="connsiteX22" fmla="*/ 420624 w 3108960"/>
                      <a:gd name="connsiteY22" fmla="*/ 905256 h 2377440"/>
                      <a:gd name="connsiteX23" fmla="*/ 429768 w 3108960"/>
                      <a:gd name="connsiteY23" fmla="*/ 935736 h 2377440"/>
                      <a:gd name="connsiteX24" fmla="*/ 423672 w 3108960"/>
                      <a:gd name="connsiteY24" fmla="*/ 1011936 h 2377440"/>
                      <a:gd name="connsiteX25" fmla="*/ 423672 w 3108960"/>
                      <a:gd name="connsiteY25" fmla="*/ 1176528 h 2377440"/>
                      <a:gd name="connsiteX26" fmla="*/ 384048 w 3108960"/>
                      <a:gd name="connsiteY26" fmla="*/ 1246632 h 2377440"/>
                      <a:gd name="connsiteX27" fmla="*/ 362712 w 3108960"/>
                      <a:gd name="connsiteY27" fmla="*/ 1310640 h 2377440"/>
                      <a:gd name="connsiteX28" fmla="*/ 365760 w 3108960"/>
                      <a:gd name="connsiteY28" fmla="*/ 1356360 h 2377440"/>
                      <a:gd name="connsiteX29" fmla="*/ 420624 w 3108960"/>
                      <a:gd name="connsiteY29" fmla="*/ 1447800 h 2377440"/>
                      <a:gd name="connsiteX30" fmla="*/ 420624 w 3108960"/>
                      <a:gd name="connsiteY30" fmla="*/ 1496568 h 2377440"/>
                      <a:gd name="connsiteX31" fmla="*/ 393192 w 3108960"/>
                      <a:gd name="connsiteY31" fmla="*/ 1508760 h 2377440"/>
                      <a:gd name="connsiteX32" fmla="*/ 304800 w 3108960"/>
                      <a:gd name="connsiteY32" fmla="*/ 1499616 h 2377440"/>
                      <a:gd name="connsiteX33" fmla="*/ 265176 w 3108960"/>
                      <a:gd name="connsiteY33" fmla="*/ 1511808 h 2377440"/>
                      <a:gd name="connsiteX34" fmla="*/ 207264 w 3108960"/>
                      <a:gd name="connsiteY34" fmla="*/ 1609344 h 2377440"/>
                      <a:gd name="connsiteX35" fmla="*/ 213360 w 3108960"/>
                      <a:gd name="connsiteY35" fmla="*/ 1658112 h 2377440"/>
                      <a:gd name="connsiteX36" fmla="*/ 274320 w 3108960"/>
                      <a:gd name="connsiteY36" fmla="*/ 1670304 h 2377440"/>
                      <a:gd name="connsiteX37" fmla="*/ 316992 w 3108960"/>
                      <a:gd name="connsiteY37" fmla="*/ 1676400 h 2377440"/>
                      <a:gd name="connsiteX38" fmla="*/ 371856 w 3108960"/>
                      <a:gd name="connsiteY38" fmla="*/ 1670304 h 2377440"/>
                      <a:gd name="connsiteX39" fmla="*/ 448056 w 3108960"/>
                      <a:gd name="connsiteY39" fmla="*/ 1780032 h 2377440"/>
                      <a:gd name="connsiteX40" fmla="*/ 487680 w 3108960"/>
                      <a:gd name="connsiteY40" fmla="*/ 1807464 h 2377440"/>
                      <a:gd name="connsiteX41" fmla="*/ 569976 w 3108960"/>
                      <a:gd name="connsiteY41" fmla="*/ 1792224 h 2377440"/>
                      <a:gd name="connsiteX42" fmla="*/ 649224 w 3108960"/>
                      <a:gd name="connsiteY42" fmla="*/ 1780032 h 2377440"/>
                      <a:gd name="connsiteX43" fmla="*/ 676656 w 3108960"/>
                      <a:gd name="connsiteY43" fmla="*/ 1761744 h 2377440"/>
                      <a:gd name="connsiteX44" fmla="*/ 758952 w 3108960"/>
                      <a:gd name="connsiteY44" fmla="*/ 1758696 h 2377440"/>
                      <a:gd name="connsiteX45" fmla="*/ 847344 w 3108960"/>
                      <a:gd name="connsiteY45" fmla="*/ 1780032 h 2377440"/>
                      <a:gd name="connsiteX46" fmla="*/ 874776 w 3108960"/>
                      <a:gd name="connsiteY46" fmla="*/ 1780032 h 2377440"/>
                      <a:gd name="connsiteX47" fmla="*/ 932688 w 3108960"/>
                      <a:gd name="connsiteY47" fmla="*/ 1816608 h 2377440"/>
                      <a:gd name="connsiteX48" fmla="*/ 926592 w 3108960"/>
                      <a:gd name="connsiteY48" fmla="*/ 1874520 h 2377440"/>
                      <a:gd name="connsiteX49" fmla="*/ 935736 w 3108960"/>
                      <a:gd name="connsiteY49" fmla="*/ 1908048 h 2377440"/>
                      <a:gd name="connsiteX50" fmla="*/ 999744 w 3108960"/>
                      <a:gd name="connsiteY50" fmla="*/ 1990344 h 2377440"/>
                      <a:gd name="connsiteX51" fmla="*/ 1030224 w 3108960"/>
                      <a:gd name="connsiteY51" fmla="*/ 2005584 h 2377440"/>
                      <a:gd name="connsiteX52" fmla="*/ 1042416 w 3108960"/>
                      <a:gd name="connsiteY52" fmla="*/ 2017776 h 2377440"/>
                      <a:gd name="connsiteX53" fmla="*/ 1063752 w 3108960"/>
                      <a:gd name="connsiteY53" fmla="*/ 2057400 h 2377440"/>
                      <a:gd name="connsiteX54" fmla="*/ 1045464 w 3108960"/>
                      <a:gd name="connsiteY54" fmla="*/ 2100072 h 2377440"/>
                      <a:gd name="connsiteX55" fmla="*/ 1048512 w 3108960"/>
                      <a:gd name="connsiteY55" fmla="*/ 2124456 h 2377440"/>
                      <a:gd name="connsiteX56" fmla="*/ 1072896 w 3108960"/>
                      <a:gd name="connsiteY56" fmla="*/ 2148840 h 2377440"/>
                      <a:gd name="connsiteX57" fmla="*/ 1082040 w 3108960"/>
                      <a:gd name="connsiteY57" fmla="*/ 2197608 h 2377440"/>
                      <a:gd name="connsiteX58" fmla="*/ 1057656 w 3108960"/>
                      <a:gd name="connsiteY58" fmla="*/ 2240280 h 2377440"/>
                      <a:gd name="connsiteX59" fmla="*/ 1069848 w 3108960"/>
                      <a:gd name="connsiteY59" fmla="*/ 2276856 h 2377440"/>
                      <a:gd name="connsiteX60" fmla="*/ 1118616 w 3108960"/>
                      <a:gd name="connsiteY60" fmla="*/ 2279904 h 2377440"/>
                      <a:gd name="connsiteX61" fmla="*/ 1164336 w 3108960"/>
                      <a:gd name="connsiteY61" fmla="*/ 2218944 h 2377440"/>
                      <a:gd name="connsiteX62" fmla="*/ 1194816 w 3108960"/>
                      <a:gd name="connsiteY62" fmla="*/ 2200656 h 2377440"/>
                      <a:gd name="connsiteX63" fmla="*/ 1264920 w 3108960"/>
                      <a:gd name="connsiteY63" fmla="*/ 2197608 h 2377440"/>
                      <a:gd name="connsiteX64" fmla="*/ 1301496 w 3108960"/>
                      <a:gd name="connsiteY64" fmla="*/ 2176272 h 2377440"/>
                      <a:gd name="connsiteX65" fmla="*/ 1350264 w 3108960"/>
                      <a:gd name="connsiteY65" fmla="*/ 2164080 h 2377440"/>
                      <a:gd name="connsiteX66" fmla="*/ 1441704 w 3108960"/>
                      <a:gd name="connsiteY66" fmla="*/ 2246376 h 2377440"/>
                      <a:gd name="connsiteX67" fmla="*/ 1429512 w 3108960"/>
                      <a:gd name="connsiteY67" fmla="*/ 2286000 h 2377440"/>
                      <a:gd name="connsiteX68" fmla="*/ 1414272 w 3108960"/>
                      <a:gd name="connsiteY68" fmla="*/ 2319528 h 2377440"/>
                      <a:gd name="connsiteX69" fmla="*/ 1389888 w 3108960"/>
                      <a:gd name="connsiteY69" fmla="*/ 2365248 h 2377440"/>
                      <a:gd name="connsiteX70" fmla="*/ 1420368 w 3108960"/>
                      <a:gd name="connsiteY70" fmla="*/ 2377440 h 2377440"/>
                      <a:gd name="connsiteX71" fmla="*/ 1478280 w 3108960"/>
                      <a:gd name="connsiteY71" fmla="*/ 2340864 h 2377440"/>
                      <a:gd name="connsiteX72" fmla="*/ 1533144 w 3108960"/>
                      <a:gd name="connsiteY72" fmla="*/ 2350008 h 2377440"/>
                      <a:gd name="connsiteX73" fmla="*/ 1569720 w 3108960"/>
                      <a:gd name="connsiteY73" fmla="*/ 2337816 h 2377440"/>
                      <a:gd name="connsiteX74" fmla="*/ 1615440 w 3108960"/>
                      <a:gd name="connsiteY74" fmla="*/ 2246376 h 2377440"/>
                      <a:gd name="connsiteX75" fmla="*/ 1825752 w 3108960"/>
                      <a:gd name="connsiteY75" fmla="*/ 2036064 h 2377440"/>
                      <a:gd name="connsiteX76" fmla="*/ 1856232 w 3108960"/>
                      <a:gd name="connsiteY76" fmla="*/ 1987296 h 2377440"/>
                      <a:gd name="connsiteX77" fmla="*/ 1850136 w 3108960"/>
                      <a:gd name="connsiteY77" fmla="*/ 1959864 h 2377440"/>
                      <a:gd name="connsiteX78" fmla="*/ 1871472 w 3108960"/>
                      <a:gd name="connsiteY78" fmla="*/ 1935480 h 2377440"/>
                      <a:gd name="connsiteX79" fmla="*/ 1874520 w 3108960"/>
                      <a:gd name="connsiteY79" fmla="*/ 1889760 h 2377440"/>
                      <a:gd name="connsiteX80" fmla="*/ 1905000 w 3108960"/>
                      <a:gd name="connsiteY80" fmla="*/ 1859280 h 2377440"/>
                      <a:gd name="connsiteX81" fmla="*/ 1972056 w 3108960"/>
                      <a:gd name="connsiteY81" fmla="*/ 1856232 h 2377440"/>
                      <a:gd name="connsiteX82" fmla="*/ 2005584 w 3108960"/>
                      <a:gd name="connsiteY82" fmla="*/ 1804416 h 2377440"/>
                      <a:gd name="connsiteX83" fmla="*/ 2136648 w 3108960"/>
                      <a:gd name="connsiteY83" fmla="*/ 1652016 h 2377440"/>
                      <a:gd name="connsiteX84" fmla="*/ 2142744 w 3108960"/>
                      <a:gd name="connsiteY84" fmla="*/ 1621536 h 2377440"/>
                      <a:gd name="connsiteX85" fmla="*/ 2133600 w 3108960"/>
                      <a:gd name="connsiteY85" fmla="*/ 1578864 h 2377440"/>
                      <a:gd name="connsiteX86" fmla="*/ 2161032 w 3108960"/>
                      <a:gd name="connsiteY86" fmla="*/ 1536192 h 2377440"/>
                      <a:gd name="connsiteX87" fmla="*/ 2206752 w 3108960"/>
                      <a:gd name="connsiteY87" fmla="*/ 1542288 h 2377440"/>
                      <a:gd name="connsiteX88" fmla="*/ 2206752 w 3108960"/>
                      <a:gd name="connsiteY88" fmla="*/ 1542288 h 2377440"/>
                      <a:gd name="connsiteX89" fmla="*/ 2255520 w 3108960"/>
                      <a:gd name="connsiteY89" fmla="*/ 1548384 h 2377440"/>
                      <a:gd name="connsiteX90" fmla="*/ 2286000 w 3108960"/>
                      <a:gd name="connsiteY90" fmla="*/ 1581912 h 2377440"/>
                      <a:gd name="connsiteX91" fmla="*/ 2319528 w 3108960"/>
                      <a:gd name="connsiteY91" fmla="*/ 1557528 h 2377440"/>
                      <a:gd name="connsiteX92" fmla="*/ 2313432 w 3108960"/>
                      <a:gd name="connsiteY92" fmla="*/ 1496568 h 2377440"/>
                      <a:gd name="connsiteX93" fmla="*/ 2319528 w 3108960"/>
                      <a:gd name="connsiteY93" fmla="*/ 1450848 h 2377440"/>
                      <a:gd name="connsiteX94" fmla="*/ 2346960 w 3108960"/>
                      <a:gd name="connsiteY94" fmla="*/ 1432560 h 2377440"/>
                      <a:gd name="connsiteX95" fmla="*/ 2386584 w 3108960"/>
                      <a:gd name="connsiteY95" fmla="*/ 1438656 h 2377440"/>
                      <a:gd name="connsiteX96" fmla="*/ 2414016 w 3108960"/>
                      <a:gd name="connsiteY96" fmla="*/ 1402080 h 2377440"/>
                      <a:gd name="connsiteX97" fmla="*/ 2414016 w 3108960"/>
                      <a:gd name="connsiteY97" fmla="*/ 1356360 h 2377440"/>
                      <a:gd name="connsiteX98" fmla="*/ 2426208 w 3108960"/>
                      <a:gd name="connsiteY98" fmla="*/ 1328928 h 2377440"/>
                      <a:gd name="connsiteX99" fmla="*/ 2459736 w 3108960"/>
                      <a:gd name="connsiteY99" fmla="*/ 1322832 h 2377440"/>
                      <a:gd name="connsiteX100" fmla="*/ 2505456 w 3108960"/>
                      <a:gd name="connsiteY100" fmla="*/ 1362456 h 2377440"/>
                      <a:gd name="connsiteX101" fmla="*/ 2508504 w 3108960"/>
                      <a:gd name="connsiteY101" fmla="*/ 1405128 h 2377440"/>
                      <a:gd name="connsiteX102" fmla="*/ 2569464 w 3108960"/>
                      <a:gd name="connsiteY102" fmla="*/ 1426464 h 2377440"/>
                      <a:gd name="connsiteX103" fmla="*/ 2691384 w 3108960"/>
                      <a:gd name="connsiteY103" fmla="*/ 1429512 h 2377440"/>
                      <a:gd name="connsiteX104" fmla="*/ 2697480 w 3108960"/>
                      <a:gd name="connsiteY104" fmla="*/ 1411224 h 2377440"/>
                      <a:gd name="connsiteX105" fmla="*/ 2685288 w 3108960"/>
                      <a:gd name="connsiteY105" fmla="*/ 1353312 h 2377440"/>
                      <a:gd name="connsiteX106" fmla="*/ 2703576 w 3108960"/>
                      <a:gd name="connsiteY106" fmla="*/ 1335024 h 2377440"/>
                      <a:gd name="connsiteX107" fmla="*/ 2755392 w 3108960"/>
                      <a:gd name="connsiteY107" fmla="*/ 1304544 h 2377440"/>
                      <a:gd name="connsiteX108" fmla="*/ 2779776 w 3108960"/>
                      <a:gd name="connsiteY108" fmla="*/ 1271016 h 2377440"/>
                      <a:gd name="connsiteX109" fmla="*/ 2764536 w 3108960"/>
                      <a:gd name="connsiteY109" fmla="*/ 1231392 h 2377440"/>
                      <a:gd name="connsiteX110" fmla="*/ 2776728 w 3108960"/>
                      <a:gd name="connsiteY110" fmla="*/ 1158240 h 2377440"/>
                      <a:gd name="connsiteX111" fmla="*/ 2804160 w 3108960"/>
                      <a:gd name="connsiteY111" fmla="*/ 1146048 h 2377440"/>
                      <a:gd name="connsiteX112" fmla="*/ 2877312 w 3108960"/>
                      <a:gd name="connsiteY112" fmla="*/ 1155192 h 2377440"/>
                      <a:gd name="connsiteX113" fmla="*/ 2959608 w 3108960"/>
                      <a:gd name="connsiteY113" fmla="*/ 1139952 h 2377440"/>
                      <a:gd name="connsiteX114" fmla="*/ 3081528 w 3108960"/>
                      <a:gd name="connsiteY114" fmla="*/ 1097280 h 2377440"/>
                      <a:gd name="connsiteX115" fmla="*/ 3108960 w 3108960"/>
                      <a:gd name="connsiteY115" fmla="*/ 1069848 h 2377440"/>
                      <a:gd name="connsiteX116" fmla="*/ 3093720 w 3108960"/>
                      <a:gd name="connsiteY116" fmla="*/ 868680 h 2377440"/>
                      <a:gd name="connsiteX117" fmla="*/ 3078480 w 3108960"/>
                      <a:gd name="connsiteY117" fmla="*/ 853440 h 2377440"/>
                      <a:gd name="connsiteX118" fmla="*/ 2935224 w 3108960"/>
                      <a:gd name="connsiteY118" fmla="*/ 911352 h 2377440"/>
                      <a:gd name="connsiteX119" fmla="*/ 2880360 w 3108960"/>
                      <a:gd name="connsiteY119" fmla="*/ 914400 h 2377440"/>
                      <a:gd name="connsiteX120" fmla="*/ 2849880 w 3108960"/>
                      <a:gd name="connsiteY120" fmla="*/ 908304 h 2377440"/>
                      <a:gd name="connsiteX121" fmla="*/ 2667000 w 3108960"/>
                      <a:gd name="connsiteY121" fmla="*/ 826008 h 2377440"/>
                      <a:gd name="connsiteX122" fmla="*/ 2569464 w 3108960"/>
                      <a:gd name="connsiteY122" fmla="*/ 728472 h 2377440"/>
                      <a:gd name="connsiteX123" fmla="*/ 2493264 w 3108960"/>
                      <a:gd name="connsiteY123" fmla="*/ 667512 h 2377440"/>
                      <a:gd name="connsiteX124" fmla="*/ 2395728 w 3108960"/>
                      <a:gd name="connsiteY124" fmla="*/ 597408 h 2377440"/>
                      <a:gd name="connsiteX125" fmla="*/ 2368296 w 3108960"/>
                      <a:gd name="connsiteY125" fmla="*/ 563880 h 2377440"/>
                      <a:gd name="connsiteX126" fmla="*/ 2368296 w 3108960"/>
                      <a:gd name="connsiteY126" fmla="*/ 563880 h 2377440"/>
                      <a:gd name="connsiteX127" fmla="*/ 2295144 w 3108960"/>
                      <a:gd name="connsiteY127" fmla="*/ 563880 h 2377440"/>
                      <a:gd name="connsiteX128" fmla="*/ 2264664 w 3108960"/>
                      <a:gd name="connsiteY128" fmla="*/ 624840 h 2377440"/>
                      <a:gd name="connsiteX129" fmla="*/ 2264664 w 3108960"/>
                      <a:gd name="connsiteY129" fmla="*/ 743712 h 2377440"/>
                      <a:gd name="connsiteX130" fmla="*/ 2258568 w 3108960"/>
                      <a:gd name="connsiteY130" fmla="*/ 789432 h 2377440"/>
                      <a:gd name="connsiteX131" fmla="*/ 2173224 w 3108960"/>
                      <a:gd name="connsiteY131" fmla="*/ 807720 h 2377440"/>
                      <a:gd name="connsiteX132" fmla="*/ 2124456 w 3108960"/>
                      <a:gd name="connsiteY132" fmla="*/ 829056 h 2377440"/>
                      <a:gd name="connsiteX133" fmla="*/ 1975104 w 3108960"/>
                      <a:gd name="connsiteY133" fmla="*/ 1036320 h 2377440"/>
                      <a:gd name="connsiteX134" fmla="*/ 1831848 w 3108960"/>
                      <a:gd name="connsiteY134" fmla="*/ 1121664 h 2377440"/>
                      <a:gd name="connsiteX135" fmla="*/ 1795272 w 3108960"/>
                      <a:gd name="connsiteY135" fmla="*/ 1143000 h 2377440"/>
                      <a:gd name="connsiteX136" fmla="*/ 1764792 w 3108960"/>
                      <a:gd name="connsiteY136" fmla="*/ 1121664 h 2377440"/>
                      <a:gd name="connsiteX137" fmla="*/ 1697736 w 3108960"/>
                      <a:gd name="connsiteY137" fmla="*/ 1030224 h 2377440"/>
                      <a:gd name="connsiteX138" fmla="*/ 1679448 w 3108960"/>
                      <a:gd name="connsiteY138" fmla="*/ 1008888 h 2377440"/>
                      <a:gd name="connsiteX139" fmla="*/ 1466088 w 3108960"/>
                      <a:gd name="connsiteY139" fmla="*/ 1021080 h 2377440"/>
                      <a:gd name="connsiteX140" fmla="*/ 1444752 w 3108960"/>
                      <a:gd name="connsiteY140" fmla="*/ 1042416 h 2377440"/>
                      <a:gd name="connsiteX141" fmla="*/ 1374648 w 3108960"/>
                      <a:gd name="connsiteY141" fmla="*/ 966216 h 2377440"/>
                      <a:gd name="connsiteX142" fmla="*/ 1310640 w 3108960"/>
                      <a:gd name="connsiteY142" fmla="*/ 966216 h 2377440"/>
                      <a:gd name="connsiteX143" fmla="*/ 1267968 w 3108960"/>
                      <a:gd name="connsiteY143" fmla="*/ 966216 h 2377440"/>
                      <a:gd name="connsiteX144" fmla="*/ 1237488 w 3108960"/>
                      <a:gd name="connsiteY144" fmla="*/ 935736 h 2377440"/>
                      <a:gd name="connsiteX145" fmla="*/ 1231392 w 3108960"/>
                      <a:gd name="connsiteY145" fmla="*/ 877824 h 2377440"/>
                      <a:gd name="connsiteX146" fmla="*/ 1197864 w 3108960"/>
                      <a:gd name="connsiteY146" fmla="*/ 871728 h 2377440"/>
                      <a:gd name="connsiteX147" fmla="*/ 1161288 w 3108960"/>
                      <a:gd name="connsiteY147" fmla="*/ 886968 h 2377440"/>
                      <a:gd name="connsiteX148" fmla="*/ 978408 w 3108960"/>
                      <a:gd name="connsiteY148" fmla="*/ 710184 h 2377440"/>
                      <a:gd name="connsiteX149" fmla="*/ 969264 w 3108960"/>
                      <a:gd name="connsiteY149" fmla="*/ 682752 h 2377440"/>
                      <a:gd name="connsiteX150" fmla="*/ 978408 w 3108960"/>
                      <a:gd name="connsiteY150" fmla="*/ 588264 h 2377440"/>
                      <a:gd name="connsiteX151" fmla="*/ 990600 w 3108960"/>
                      <a:gd name="connsiteY151" fmla="*/ 548640 h 2377440"/>
                      <a:gd name="connsiteX152" fmla="*/ 993648 w 3108960"/>
                      <a:gd name="connsiteY152" fmla="*/ 512064 h 2377440"/>
                      <a:gd name="connsiteX153" fmla="*/ 966216 w 3108960"/>
                      <a:gd name="connsiteY153" fmla="*/ 490728 h 2377440"/>
                      <a:gd name="connsiteX154" fmla="*/ 902208 w 3108960"/>
                      <a:gd name="connsiteY154" fmla="*/ 499872 h 2377440"/>
                      <a:gd name="connsiteX155" fmla="*/ 795528 w 3108960"/>
                      <a:gd name="connsiteY155" fmla="*/ 502920 h 2377440"/>
                      <a:gd name="connsiteX156" fmla="*/ 774192 w 3108960"/>
                      <a:gd name="connsiteY156" fmla="*/ 493776 h 2377440"/>
                      <a:gd name="connsiteX157" fmla="*/ 728472 w 3108960"/>
                      <a:gd name="connsiteY157" fmla="*/ 426720 h 2377440"/>
                      <a:gd name="connsiteX158" fmla="*/ 697992 w 3108960"/>
                      <a:gd name="connsiteY158" fmla="*/ 411480 h 2377440"/>
                      <a:gd name="connsiteX159" fmla="*/ 667512 w 3108960"/>
                      <a:gd name="connsiteY159" fmla="*/ 374904 h 2377440"/>
                      <a:gd name="connsiteX160" fmla="*/ 627888 w 3108960"/>
                      <a:gd name="connsiteY160" fmla="*/ 371856 h 2377440"/>
                      <a:gd name="connsiteX161" fmla="*/ 579120 w 3108960"/>
                      <a:gd name="connsiteY161" fmla="*/ 359664 h 2377440"/>
                      <a:gd name="connsiteX162" fmla="*/ 566928 w 3108960"/>
                      <a:gd name="connsiteY162" fmla="*/ 347472 h 2377440"/>
                      <a:gd name="connsiteX163" fmla="*/ 563880 w 3108960"/>
                      <a:gd name="connsiteY163" fmla="*/ 304800 h 2377440"/>
                      <a:gd name="connsiteX164" fmla="*/ 536448 w 3108960"/>
                      <a:gd name="connsiteY164" fmla="*/ 271272 h 2377440"/>
                      <a:gd name="connsiteX165" fmla="*/ 542544 w 3108960"/>
                      <a:gd name="connsiteY165" fmla="*/ 155448 h 2377440"/>
                      <a:gd name="connsiteX166" fmla="*/ 518160 w 3108960"/>
                      <a:gd name="connsiteY166" fmla="*/ 115824 h 2377440"/>
                      <a:gd name="connsiteX167" fmla="*/ 487680 w 3108960"/>
                      <a:gd name="connsiteY167" fmla="*/ 124968 h 2377440"/>
                      <a:gd name="connsiteX168" fmla="*/ 448056 w 3108960"/>
                      <a:gd name="connsiteY168" fmla="*/ 164592 h 2377440"/>
                      <a:gd name="connsiteX169" fmla="*/ 420624 w 3108960"/>
                      <a:gd name="connsiteY169" fmla="*/ 167640 h 2377440"/>
                      <a:gd name="connsiteX170" fmla="*/ 396240 w 3108960"/>
                      <a:gd name="connsiteY170" fmla="*/ 158496 h 2377440"/>
                      <a:gd name="connsiteX171" fmla="*/ 387096 w 3108960"/>
                      <a:gd name="connsiteY171" fmla="*/ 140208 h 2377440"/>
                      <a:gd name="connsiteX172" fmla="*/ 286512 w 3108960"/>
                      <a:gd name="connsiteY172" fmla="*/ 27432 h 2377440"/>
                      <a:gd name="connsiteX173" fmla="*/ 240792 w 3108960"/>
                      <a:gd name="connsiteY173" fmla="*/ 0 h 2377440"/>
                      <a:gd name="connsiteX0" fmla="*/ 240792 w 3108960"/>
                      <a:gd name="connsiteY0" fmla="*/ 0 h 2377440"/>
                      <a:gd name="connsiteX1" fmla="*/ 240792 w 3108960"/>
                      <a:gd name="connsiteY1" fmla="*/ 0 h 2377440"/>
                      <a:gd name="connsiteX2" fmla="*/ 79248 w 3108960"/>
                      <a:gd name="connsiteY2" fmla="*/ 18288 h 2377440"/>
                      <a:gd name="connsiteX3" fmla="*/ 9144 w 3108960"/>
                      <a:gd name="connsiteY3" fmla="*/ 106680 h 2377440"/>
                      <a:gd name="connsiteX4" fmla="*/ 0 w 3108960"/>
                      <a:gd name="connsiteY4" fmla="*/ 143256 h 2377440"/>
                      <a:gd name="connsiteX5" fmla="*/ 24384 w 3108960"/>
                      <a:gd name="connsiteY5" fmla="*/ 201168 h 2377440"/>
                      <a:gd name="connsiteX6" fmla="*/ 24384 w 3108960"/>
                      <a:gd name="connsiteY6" fmla="*/ 265176 h 2377440"/>
                      <a:gd name="connsiteX7" fmla="*/ 42672 w 3108960"/>
                      <a:gd name="connsiteY7" fmla="*/ 295656 h 2377440"/>
                      <a:gd name="connsiteX8" fmla="*/ 106680 w 3108960"/>
                      <a:gd name="connsiteY8" fmla="*/ 280416 h 2377440"/>
                      <a:gd name="connsiteX9" fmla="*/ 140208 w 3108960"/>
                      <a:gd name="connsiteY9" fmla="*/ 295656 h 2377440"/>
                      <a:gd name="connsiteX10" fmla="*/ 167640 w 3108960"/>
                      <a:gd name="connsiteY10" fmla="*/ 362712 h 2377440"/>
                      <a:gd name="connsiteX11" fmla="*/ 170688 w 3108960"/>
                      <a:gd name="connsiteY11" fmla="*/ 402336 h 2377440"/>
                      <a:gd name="connsiteX12" fmla="*/ 185928 w 3108960"/>
                      <a:gd name="connsiteY12" fmla="*/ 432816 h 2377440"/>
                      <a:gd name="connsiteX13" fmla="*/ 170688 w 3108960"/>
                      <a:gd name="connsiteY13" fmla="*/ 469392 h 2377440"/>
                      <a:gd name="connsiteX14" fmla="*/ 179832 w 3108960"/>
                      <a:gd name="connsiteY14" fmla="*/ 502920 h 2377440"/>
                      <a:gd name="connsiteX15" fmla="*/ 222504 w 3108960"/>
                      <a:gd name="connsiteY15" fmla="*/ 539496 h 2377440"/>
                      <a:gd name="connsiteX16" fmla="*/ 237744 w 3108960"/>
                      <a:gd name="connsiteY16" fmla="*/ 576072 h 2377440"/>
                      <a:gd name="connsiteX17" fmla="*/ 228600 w 3108960"/>
                      <a:gd name="connsiteY17" fmla="*/ 661416 h 2377440"/>
                      <a:gd name="connsiteX18" fmla="*/ 237744 w 3108960"/>
                      <a:gd name="connsiteY18" fmla="*/ 725424 h 2377440"/>
                      <a:gd name="connsiteX19" fmla="*/ 326136 w 3108960"/>
                      <a:gd name="connsiteY19" fmla="*/ 822960 h 2377440"/>
                      <a:gd name="connsiteX20" fmla="*/ 374904 w 3108960"/>
                      <a:gd name="connsiteY20" fmla="*/ 847344 h 2377440"/>
                      <a:gd name="connsiteX21" fmla="*/ 402336 w 3108960"/>
                      <a:gd name="connsiteY21" fmla="*/ 862584 h 2377440"/>
                      <a:gd name="connsiteX22" fmla="*/ 420624 w 3108960"/>
                      <a:gd name="connsiteY22" fmla="*/ 905256 h 2377440"/>
                      <a:gd name="connsiteX23" fmla="*/ 429768 w 3108960"/>
                      <a:gd name="connsiteY23" fmla="*/ 935736 h 2377440"/>
                      <a:gd name="connsiteX24" fmla="*/ 423672 w 3108960"/>
                      <a:gd name="connsiteY24" fmla="*/ 1011936 h 2377440"/>
                      <a:gd name="connsiteX25" fmla="*/ 423672 w 3108960"/>
                      <a:gd name="connsiteY25" fmla="*/ 1176528 h 2377440"/>
                      <a:gd name="connsiteX26" fmla="*/ 384048 w 3108960"/>
                      <a:gd name="connsiteY26" fmla="*/ 1246632 h 2377440"/>
                      <a:gd name="connsiteX27" fmla="*/ 362712 w 3108960"/>
                      <a:gd name="connsiteY27" fmla="*/ 1310640 h 2377440"/>
                      <a:gd name="connsiteX28" fmla="*/ 365760 w 3108960"/>
                      <a:gd name="connsiteY28" fmla="*/ 1356360 h 2377440"/>
                      <a:gd name="connsiteX29" fmla="*/ 420624 w 3108960"/>
                      <a:gd name="connsiteY29" fmla="*/ 1447800 h 2377440"/>
                      <a:gd name="connsiteX30" fmla="*/ 420624 w 3108960"/>
                      <a:gd name="connsiteY30" fmla="*/ 1496568 h 2377440"/>
                      <a:gd name="connsiteX31" fmla="*/ 393192 w 3108960"/>
                      <a:gd name="connsiteY31" fmla="*/ 1508760 h 2377440"/>
                      <a:gd name="connsiteX32" fmla="*/ 304800 w 3108960"/>
                      <a:gd name="connsiteY32" fmla="*/ 1499616 h 2377440"/>
                      <a:gd name="connsiteX33" fmla="*/ 277368 w 3108960"/>
                      <a:gd name="connsiteY33" fmla="*/ 1517904 h 2377440"/>
                      <a:gd name="connsiteX34" fmla="*/ 207264 w 3108960"/>
                      <a:gd name="connsiteY34" fmla="*/ 1609344 h 2377440"/>
                      <a:gd name="connsiteX35" fmla="*/ 213360 w 3108960"/>
                      <a:gd name="connsiteY35" fmla="*/ 1658112 h 2377440"/>
                      <a:gd name="connsiteX36" fmla="*/ 274320 w 3108960"/>
                      <a:gd name="connsiteY36" fmla="*/ 1670304 h 2377440"/>
                      <a:gd name="connsiteX37" fmla="*/ 316992 w 3108960"/>
                      <a:gd name="connsiteY37" fmla="*/ 1676400 h 2377440"/>
                      <a:gd name="connsiteX38" fmla="*/ 371856 w 3108960"/>
                      <a:gd name="connsiteY38" fmla="*/ 1670304 h 2377440"/>
                      <a:gd name="connsiteX39" fmla="*/ 448056 w 3108960"/>
                      <a:gd name="connsiteY39" fmla="*/ 1780032 h 2377440"/>
                      <a:gd name="connsiteX40" fmla="*/ 487680 w 3108960"/>
                      <a:gd name="connsiteY40" fmla="*/ 1807464 h 2377440"/>
                      <a:gd name="connsiteX41" fmla="*/ 569976 w 3108960"/>
                      <a:gd name="connsiteY41" fmla="*/ 1792224 h 2377440"/>
                      <a:gd name="connsiteX42" fmla="*/ 649224 w 3108960"/>
                      <a:gd name="connsiteY42" fmla="*/ 1780032 h 2377440"/>
                      <a:gd name="connsiteX43" fmla="*/ 676656 w 3108960"/>
                      <a:gd name="connsiteY43" fmla="*/ 1761744 h 2377440"/>
                      <a:gd name="connsiteX44" fmla="*/ 758952 w 3108960"/>
                      <a:gd name="connsiteY44" fmla="*/ 1758696 h 2377440"/>
                      <a:gd name="connsiteX45" fmla="*/ 847344 w 3108960"/>
                      <a:gd name="connsiteY45" fmla="*/ 1780032 h 2377440"/>
                      <a:gd name="connsiteX46" fmla="*/ 874776 w 3108960"/>
                      <a:gd name="connsiteY46" fmla="*/ 1780032 h 2377440"/>
                      <a:gd name="connsiteX47" fmla="*/ 932688 w 3108960"/>
                      <a:gd name="connsiteY47" fmla="*/ 1816608 h 2377440"/>
                      <a:gd name="connsiteX48" fmla="*/ 926592 w 3108960"/>
                      <a:gd name="connsiteY48" fmla="*/ 1874520 h 2377440"/>
                      <a:gd name="connsiteX49" fmla="*/ 935736 w 3108960"/>
                      <a:gd name="connsiteY49" fmla="*/ 1908048 h 2377440"/>
                      <a:gd name="connsiteX50" fmla="*/ 999744 w 3108960"/>
                      <a:gd name="connsiteY50" fmla="*/ 1990344 h 2377440"/>
                      <a:gd name="connsiteX51" fmla="*/ 1030224 w 3108960"/>
                      <a:gd name="connsiteY51" fmla="*/ 2005584 h 2377440"/>
                      <a:gd name="connsiteX52" fmla="*/ 1042416 w 3108960"/>
                      <a:gd name="connsiteY52" fmla="*/ 2017776 h 2377440"/>
                      <a:gd name="connsiteX53" fmla="*/ 1063752 w 3108960"/>
                      <a:gd name="connsiteY53" fmla="*/ 2057400 h 2377440"/>
                      <a:gd name="connsiteX54" fmla="*/ 1045464 w 3108960"/>
                      <a:gd name="connsiteY54" fmla="*/ 2100072 h 2377440"/>
                      <a:gd name="connsiteX55" fmla="*/ 1048512 w 3108960"/>
                      <a:gd name="connsiteY55" fmla="*/ 2124456 h 2377440"/>
                      <a:gd name="connsiteX56" fmla="*/ 1072896 w 3108960"/>
                      <a:gd name="connsiteY56" fmla="*/ 2148840 h 2377440"/>
                      <a:gd name="connsiteX57" fmla="*/ 1082040 w 3108960"/>
                      <a:gd name="connsiteY57" fmla="*/ 2197608 h 2377440"/>
                      <a:gd name="connsiteX58" fmla="*/ 1057656 w 3108960"/>
                      <a:gd name="connsiteY58" fmla="*/ 2240280 h 2377440"/>
                      <a:gd name="connsiteX59" fmla="*/ 1069848 w 3108960"/>
                      <a:gd name="connsiteY59" fmla="*/ 2276856 h 2377440"/>
                      <a:gd name="connsiteX60" fmla="*/ 1118616 w 3108960"/>
                      <a:gd name="connsiteY60" fmla="*/ 2279904 h 2377440"/>
                      <a:gd name="connsiteX61" fmla="*/ 1164336 w 3108960"/>
                      <a:gd name="connsiteY61" fmla="*/ 2218944 h 2377440"/>
                      <a:gd name="connsiteX62" fmla="*/ 1194816 w 3108960"/>
                      <a:gd name="connsiteY62" fmla="*/ 2200656 h 2377440"/>
                      <a:gd name="connsiteX63" fmla="*/ 1264920 w 3108960"/>
                      <a:gd name="connsiteY63" fmla="*/ 2197608 h 2377440"/>
                      <a:gd name="connsiteX64" fmla="*/ 1301496 w 3108960"/>
                      <a:gd name="connsiteY64" fmla="*/ 2176272 h 2377440"/>
                      <a:gd name="connsiteX65" fmla="*/ 1350264 w 3108960"/>
                      <a:gd name="connsiteY65" fmla="*/ 2164080 h 2377440"/>
                      <a:gd name="connsiteX66" fmla="*/ 1441704 w 3108960"/>
                      <a:gd name="connsiteY66" fmla="*/ 2246376 h 2377440"/>
                      <a:gd name="connsiteX67" fmla="*/ 1429512 w 3108960"/>
                      <a:gd name="connsiteY67" fmla="*/ 2286000 h 2377440"/>
                      <a:gd name="connsiteX68" fmla="*/ 1414272 w 3108960"/>
                      <a:gd name="connsiteY68" fmla="*/ 2319528 h 2377440"/>
                      <a:gd name="connsiteX69" fmla="*/ 1389888 w 3108960"/>
                      <a:gd name="connsiteY69" fmla="*/ 2365248 h 2377440"/>
                      <a:gd name="connsiteX70" fmla="*/ 1420368 w 3108960"/>
                      <a:gd name="connsiteY70" fmla="*/ 2377440 h 2377440"/>
                      <a:gd name="connsiteX71" fmla="*/ 1478280 w 3108960"/>
                      <a:gd name="connsiteY71" fmla="*/ 2340864 h 2377440"/>
                      <a:gd name="connsiteX72" fmla="*/ 1533144 w 3108960"/>
                      <a:gd name="connsiteY72" fmla="*/ 2350008 h 2377440"/>
                      <a:gd name="connsiteX73" fmla="*/ 1569720 w 3108960"/>
                      <a:gd name="connsiteY73" fmla="*/ 2337816 h 2377440"/>
                      <a:gd name="connsiteX74" fmla="*/ 1615440 w 3108960"/>
                      <a:gd name="connsiteY74" fmla="*/ 2246376 h 2377440"/>
                      <a:gd name="connsiteX75" fmla="*/ 1825752 w 3108960"/>
                      <a:gd name="connsiteY75" fmla="*/ 2036064 h 2377440"/>
                      <a:gd name="connsiteX76" fmla="*/ 1856232 w 3108960"/>
                      <a:gd name="connsiteY76" fmla="*/ 1987296 h 2377440"/>
                      <a:gd name="connsiteX77" fmla="*/ 1850136 w 3108960"/>
                      <a:gd name="connsiteY77" fmla="*/ 1959864 h 2377440"/>
                      <a:gd name="connsiteX78" fmla="*/ 1871472 w 3108960"/>
                      <a:gd name="connsiteY78" fmla="*/ 1935480 h 2377440"/>
                      <a:gd name="connsiteX79" fmla="*/ 1874520 w 3108960"/>
                      <a:gd name="connsiteY79" fmla="*/ 1889760 h 2377440"/>
                      <a:gd name="connsiteX80" fmla="*/ 1905000 w 3108960"/>
                      <a:gd name="connsiteY80" fmla="*/ 1859280 h 2377440"/>
                      <a:gd name="connsiteX81" fmla="*/ 1972056 w 3108960"/>
                      <a:gd name="connsiteY81" fmla="*/ 1856232 h 2377440"/>
                      <a:gd name="connsiteX82" fmla="*/ 2005584 w 3108960"/>
                      <a:gd name="connsiteY82" fmla="*/ 1804416 h 2377440"/>
                      <a:gd name="connsiteX83" fmla="*/ 2136648 w 3108960"/>
                      <a:gd name="connsiteY83" fmla="*/ 1652016 h 2377440"/>
                      <a:gd name="connsiteX84" fmla="*/ 2142744 w 3108960"/>
                      <a:gd name="connsiteY84" fmla="*/ 1621536 h 2377440"/>
                      <a:gd name="connsiteX85" fmla="*/ 2133600 w 3108960"/>
                      <a:gd name="connsiteY85" fmla="*/ 1578864 h 2377440"/>
                      <a:gd name="connsiteX86" fmla="*/ 2161032 w 3108960"/>
                      <a:gd name="connsiteY86" fmla="*/ 1536192 h 2377440"/>
                      <a:gd name="connsiteX87" fmla="*/ 2206752 w 3108960"/>
                      <a:gd name="connsiteY87" fmla="*/ 1542288 h 2377440"/>
                      <a:gd name="connsiteX88" fmla="*/ 2206752 w 3108960"/>
                      <a:gd name="connsiteY88" fmla="*/ 1542288 h 2377440"/>
                      <a:gd name="connsiteX89" fmla="*/ 2255520 w 3108960"/>
                      <a:gd name="connsiteY89" fmla="*/ 1548384 h 2377440"/>
                      <a:gd name="connsiteX90" fmla="*/ 2286000 w 3108960"/>
                      <a:gd name="connsiteY90" fmla="*/ 1581912 h 2377440"/>
                      <a:gd name="connsiteX91" fmla="*/ 2319528 w 3108960"/>
                      <a:gd name="connsiteY91" fmla="*/ 1557528 h 2377440"/>
                      <a:gd name="connsiteX92" fmla="*/ 2313432 w 3108960"/>
                      <a:gd name="connsiteY92" fmla="*/ 1496568 h 2377440"/>
                      <a:gd name="connsiteX93" fmla="*/ 2319528 w 3108960"/>
                      <a:gd name="connsiteY93" fmla="*/ 1450848 h 2377440"/>
                      <a:gd name="connsiteX94" fmla="*/ 2346960 w 3108960"/>
                      <a:gd name="connsiteY94" fmla="*/ 1432560 h 2377440"/>
                      <a:gd name="connsiteX95" fmla="*/ 2386584 w 3108960"/>
                      <a:gd name="connsiteY95" fmla="*/ 1438656 h 2377440"/>
                      <a:gd name="connsiteX96" fmla="*/ 2414016 w 3108960"/>
                      <a:gd name="connsiteY96" fmla="*/ 1402080 h 2377440"/>
                      <a:gd name="connsiteX97" fmla="*/ 2414016 w 3108960"/>
                      <a:gd name="connsiteY97" fmla="*/ 1356360 h 2377440"/>
                      <a:gd name="connsiteX98" fmla="*/ 2426208 w 3108960"/>
                      <a:gd name="connsiteY98" fmla="*/ 1328928 h 2377440"/>
                      <a:gd name="connsiteX99" fmla="*/ 2459736 w 3108960"/>
                      <a:gd name="connsiteY99" fmla="*/ 1322832 h 2377440"/>
                      <a:gd name="connsiteX100" fmla="*/ 2505456 w 3108960"/>
                      <a:gd name="connsiteY100" fmla="*/ 1362456 h 2377440"/>
                      <a:gd name="connsiteX101" fmla="*/ 2508504 w 3108960"/>
                      <a:gd name="connsiteY101" fmla="*/ 1405128 h 2377440"/>
                      <a:gd name="connsiteX102" fmla="*/ 2569464 w 3108960"/>
                      <a:gd name="connsiteY102" fmla="*/ 1426464 h 2377440"/>
                      <a:gd name="connsiteX103" fmla="*/ 2691384 w 3108960"/>
                      <a:gd name="connsiteY103" fmla="*/ 1429512 h 2377440"/>
                      <a:gd name="connsiteX104" fmla="*/ 2697480 w 3108960"/>
                      <a:gd name="connsiteY104" fmla="*/ 1411224 h 2377440"/>
                      <a:gd name="connsiteX105" fmla="*/ 2685288 w 3108960"/>
                      <a:gd name="connsiteY105" fmla="*/ 1353312 h 2377440"/>
                      <a:gd name="connsiteX106" fmla="*/ 2703576 w 3108960"/>
                      <a:gd name="connsiteY106" fmla="*/ 1335024 h 2377440"/>
                      <a:gd name="connsiteX107" fmla="*/ 2755392 w 3108960"/>
                      <a:gd name="connsiteY107" fmla="*/ 1304544 h 2377440"/>
                      <a:gd name="connsiteX108" fmla="*/ 2779776 w 3108960"/>
                      <a:gd name="connsiteY108" fmla="*/ 1271016 h 2377440"/>
                      <a:gd name="connsiteX109" fmla="*/ 2764536 w 3108960"/>
                      <a:gd name="connsiteY109" fmla="*/ 1231392 h 2377440"/>
                      <a:gd name="connsiteX110" fmla="*/ 2776728 w 3108960"/>
                      <a:gd name="connsiteY110" fmla="*/ 1158240 h 2377440"/>
                      <a:gd name="connsiteX111" fmla="*/ 2804160 w 3108960"/>
                      <a:gd name="connsiteY111" fmla="*/ 1146048 h 2377440"/>
                      <a:gd name="connsiteX112" fmla="*/ 2877312 w 3108960"/>
                      <a:gd name="connsiteY112" fmla="*/ 1155192 h 2377440"/>
                      <a:gd name="connsiteX113" fmla="*/ 2959608 w 3108960"/>
                      <a:gd name="connsiteY113" fmla="*/ 1139952 h 2377440"/>
                      <a:gd name="connsiteX114" fmla="*/ 3081528 w 3108960"/>
                      <a:gd name="connsiteY114" fmla="*/ 1097280 h 2377440"/>
                      <a:gd name="connsiteX115" fmla="*/ 3108960 w 3108960"/>
                      <a:gd name="connsiteY115" fmla="*/ 1069848 h 2377440"/>
                      <a:gd name="connsiteX116" fmla="*/ 3093720 w 3108960"/>
                      <a:gd name="connsiteY116" fmla="*/ 868680 h 2377440"/>
                      <a:gd name="connsiteX117" fmla="*/ 3078480 w 3108960"/>
                      <a:gd name="connsiteY117" fmla="*/ 853440 h 2377440"/>
                      <a:gd name="connsiteX118" fmla="*/ 2935224 w 3108960"/>
                      <a:gd name="connsiteY118" fmla="*/ 911352 h 2377440"/>
                      <a:gd name="connsiteX119" fmla="*/ 2880360 w 3108960"/>
                      <a:gd name="connsiteY119" fmla="*/ 914400 h 2377440"/>
                      <a:gd name="connsiteX120" fmla="*/ 2849880 w 3108960"/>
                      <a:gd name="connsiteY120" fmla="*/ 908304 h 2377440"/>
                      <a:gd name="connsiteX121" fmla="*/ 2667000 w 3108960"/>
                      <a:gd name="connsiteY121" fmla="*/ 826008 h 2377440"/>
                      <a:gd name="connsiteX122" fmla="*/ 2569464 w 3108960"/>
                      <a:gd name="connsiteY122" fmla="*/ 728472 h 2377440"/>
                      <a:gd name="connsiteX123" fmla="*/ 2493264 w 3108960"/>
                      <a:gd name="connsiteY123" fmla="*/ 667512 h 2377440"/>
                      <a:gd name="connsiteX124" fmla="*/ 2395728 w 3108960"/>
                      <a:gd name="connsiteY124" fmla="*/ 597408 h 2377440"/>
                      <a:gd name="connsiteX125" fmla="*/ 2368296 w 3108960"/>
                      <a:gd name="connsiteY125" fmla="*/ 563880 h 2377440"/>
                      <a:gd name="connsiteX126" fmla="*/ 2368296 w 3108960"/>
                      <a:gd name="connsiteY126" fmla="*/ 563880 h 2377440"/>
                      <a:gd name="connsiteX127" fmla="*/ 2295144 w 3108960"/>
                      <a:gd name="connsiteY127" fmla="*/ 563880 h 2377440"/>
                      <a:gd name="connsiteX128" fmla="*/ 2264664 w 3108960"/>
                      <a:gd name="connsiteY128" fmla="*/ 624840 h 2377440"/>
                      <a:gd name="connsiteX129" fmla="*/ 2264664 w 3108960"/>
                      <a:gd name="connsiteY129" fmla="*/ 743712 h 2377440"/>
                      <a:gd name="connsiteX130" fmla="*/ 2258568 w 3108960"/>
                      <a:gd name="connsiteY130" fmla="*/ 789432 h 2377440"/>
                      <a:gd name="connsiteX131" fmla="*/ 2173224 w 3108960"/>
                      <a:gd name="connsiteY131" fmla="*/ 807720 h 2377440"/>
                      <a:gd name="connsiteX132" fmla="*/ 2124456 w 3108960"/>
                      <a:gd name="connsiteY132" fmla="*/ 829056 h 2377440"/>
                      <a:gd name="connsiteX133" fmla="*/ 1975104 w 3108960"/>
                      <a:gd name="connsiteY133" fmla="*/ 1036320 h 2377440"/>
                      <a:gd name="connsiteX134" fmla="*/ 1831848 w 3108960"/>
                      <a:gd name="connsiteY134" fmla="*/ 1121664 h 2377440"/>
                      <a:gd name="connsiteX135" fmla="*/ 1795272 w 3108960"/>
                      <a:gd name="connsiteY135" fmla="*/ 1143000 h 2377440"/>
                      <a:gd name="connsiteX136" fmla="*/ 1764792 w 3108960"/>
                      <a:gd name="connsiteY136" fmla="*/ 1121664 h 2377440"/>
                      <a:gd name="connsiteX137" fmla="*/ 1697736 w 3108960"/>
                      <a:gd name="connsiteY137" fmla="*/ 1030224 h 2377440"/>
                      <a:gd name="connsiteX138" fmla="*/ 1679448 w 3108960"/>
                      <a:gd name="connsiteY138" fmla="*/ 1008888 h 2377440"/>
                      <a:gd name="connsiteX139" fmla="*/ 1466088 w 3108960"/>
                      <a:gd name="connsiteY139" fmla="*/ 1021080 h 2377440"/>
                      <a:gd name="connsiteX140" fmla="*/ 1444752 w 3108960"/>
                      <a:gd name="connsiteY140" fmla="*/ 1042416 h 2377440"/>
                      <a:gd name="connsiteX141" fmla="*/ 1374648 w 3108960"/>
                      <a:gd name="connsiteY141" fmla="*/ 966216 h 2377440"/>
                      <a:gd name="connsiteX142" fmla="*/ 1310640 w 3108960"/>
                      <a:gd name="connsiteY142" fmla="*/ 966216 h 2377440"/>
                      <a:gd name="connsiteX143" fmla="*/ 1267968 w 3108960"/>
                      <a:gd name="connsiteY143" fmla="*/ 966216 h 2377440"/>
                      <a:gd name="connsiteX144" fmla="*/ 1237488 w 3108960"/>
                      <a:gd name="connsiteY144" fmla="*/ 935736 h 2377440"/>
                      <a:gd name="connsiteX145" fmla="*/ 1231392 w 3108960"/>
                      <a:gd name="connsiteY145" fmla="*/ 877824 h 2377440"/>
                      <a:gd name="connsiteX146" fmla="*/ 1197864 w 3108960"/>
                      <a:gd name="connsiteY146" fmla="*/ 871728 h 2377440"/>
                      <a:gd name="connsiteX147" fmla="*/ 1161288 w 3108960"/>
                      <a:gd name="connsiteY147" fmla="*/ 886968 h 2377440"/>
                      <a:gd name="connsiteX148" fmla="*/ 978408 w 3108960"/>
                      <a:gd name="connsiteY148" fmla="*/ 710184 h 2377440"/>
                      <a:gd name="connsiteX149" fmla="*/ 969264 w 3108960"/>
                      <a:gd name="connsiteY149" fmla="*/ 682752 h 2377440"/>
                      <a:gd name="connsiteX150" fmla="*/ 978408 w 3108960"/>
                      <a:gd name="connsiteY150" fmla="*/ 588264 h 2377440"/>
                      <a:gd name="connsiteX151" fmla="*/ 990600 w 3108960"/>
                      <a:gd name="connsiteY151" fmla="*/ 548640 h 2377440"/>
                      <a:gd name="connsiteX152" fmla="*/ 993648 w 3108960"/>
                      <a:gd name="connsiteY152" fmla="*/ 512064 h 2377440"/>
                      <a:gd name="connsiteX153" fmla="*/ 966216 w 3108960"/>
                      <a:gd name="connsiteY153" fmla="*/ 490728 h 2377440"/>
                      <a:gd name="connsiteX154" fmla="*/ 902208 w 3108960"/>
                      <a:gd name="connsiteY154" fmla="*/ 499872 h 2377440"/>
                      <a:gd name="connsiteX155" fmla="*/ 795528 w 3108960"/>
                      <a:gd name="connsiteY155" fmla="*/ 502920 h 2377440"/>
                      <a:gd name="connsiteX156" fmla="*/ 774192 w 3108960"/>
                      <a:gd name="connsiteY156" fmla="*/ 493776 h 2377440"/>
                      <a:gd name="connsiteX157" fmla="*/ 728472 w 3108960"/>
                      <a:gd name="connsiteY157" fmla="*/ 426720 h 2377440"/>
                      <a:gd name="connsiteX158" fmla="*/ 697992 w 3108960"/>
                      <a:gd name="connsiteY158" fmla="*/ 411480 h 2377440"/>
                      <a:gd name="connsiteX159" fmla="*/ 667512 w 3108960"/>
                      <a:gd name="connsiteY159" fmla="*/ 374904 h 2377440"/>
                      <a:gd name="connsiteX160" fmla="*/ 627888 w 3108960"/>
                      <a:gd name="connsiteY160" fmla="*/ 371856 h 2377440"/>
                      <a:gd name="connsiteX161" fmla="*/ 579120 w 3108960"/>
                      <a:gd name="connsiteY161" fmla="*/ 359664 h 2377440"/>
                      <a:gd name="connsiteX162" fmla="*/ 566928 w 3108960"/>
                      <a:gd name="connsiteY162" fmla="*/ 347472 h 2377440"/>
                      <a:gd name="connsiteX163" fmla="*/ 563880 w 3108960"/>
                      <a:gd name="connsiteY163" fmla="*/ 304800 h 2377440"/>
                      <a:gd name="connsiteX164" fmla="*/ 536448 w 3108960"/>
                      <a:gd name="connsiteY164" fmla="*/ 271272 h 2377440"/>
                      <a:gd name="connsiteX165" fmla="*/ 542544 w 3108960"/>
                      <a:gd name="connsiteY165" fmla="*/ 155448 h 2377440"/>
                      <a:gd name="connsiteX166" fmla="*/ 518160 w 3108960"/>
                      <a:gd name="connsiteY166" fmla="*/ 115824 h 2377440"/>
                      <a:gd name="connsiteX167" fmla="*/ 487680 w 3108960"/>
                      <a:gd name="connsiteY167" fmla="*/ 124968 h 2377440"/>
                      <a:gd name="connsiteX168" fmla="*/ 448056 w 3108960"/>
                      <a:gd name="connsiteY168" fmla="*/ 164592 h 2377440"/>
                      <a:gd name="connsiteX169" fmla="*/ 420624 w 3108960"/>
                      <a:gd name="connsiteY169" fmla="*/ 167640 h 2377440"/>
                      <a:gd name="connsiteX170" fmla="*/ 396240 w 3108960"/>
                      <a:gd name="connsiteY170" fmla="*/ 158496 h 2377440"/>
                      <a:gd name="connsiteX171" fmla="*/ 387096 w 3108960"/>
                      <a:gd name="connsiteY171" fmla="*/ 140208 h 2377440"/>
                      <a:gd name="connsiteX172" fmla="*/ 286512 w 3108960"/>
                      <a:gd name="connsiteY172" fmla="*/ 27432 h 2377440"/>
                      <a:gd name="connsiteX173" fmla="*/ 240792 w 3108960"/>
                      <a:gd name="connsiteY173" fmla="*/ 0 h 2377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Lst>
                    <a:rect l="l" t="t" r="r" b="b"/>
                    <a:pathLst>
                      <a:path w="3108960" h="2377440">
                        <a:moveTo>
                          <a:pt x="240792" y="0"/>
                        </a:moveTo>
                        <a:lnTo>
                          <a:pt x="240792" y="0"/>
                        </a:lnTo>
                        <a:lnTo>
                          <a:pt x="79248" y="18288"/>
                        </a:lnTo>
                        <a:lnTo>
                          <a:pt x="9144" y="106680"/>
                        </a:lnTo>
                        <a:lnTo>
                          <a:pt x="0" y="143256"/>
                        </a:lnTo>
                        <a:lnTo>
                          <a:pt x="24384" y="201168"/>
                        </a:lnTo>
                        <a:lnTo>
                          <a:pt x="24384" y="265176"/>
                        </a:lnTo>
                        <a:lnTo>
                          <a:pt x="42672" y="295656"/>
                        </a:lnTo>
                        <a:lnTo>
                          <a:pt x="106680" y="280416"/>
                        </a:lnTo>
                        <a:lnTo>
                          <a:pt x="140208" y="295656"/>
                        </a:lnTo>
                        <a:lnTo>
                          <a:pt x="167640" y="362712"/>
                        </a:lnTo>
                        <a:lnTo>
                          <a:pt x="170688" y="402336"/>
                        </a:lnTo>
                        <a:lnTo>
                          <a:pt x="185928" y="432816"/>
                        </a:lnTo>
                        <a:lnTo>
                          <a:pt x="170688" y="469392"/>
                        </a:lnTo>
                        <a:lnTo>
                          <a:pt x="179832" y="502920"/>
                        </a:lnTo>
                        <a:lnTo>
                          <a:pt x="222504" y="539496"/>
                        </a:lnTo>
                        <a:lnTo>
                          <a:pt x="237744" y="576072"/>
                        </a:lnTo>
                        <a:lnTo>
                          <a:pt x="228600" y="661416"/>
                        </a:lnTo>
                        <a:lnTo>
                          <a:pt x="237744" y="725424"/>
                        </a:lnTo>
                        <a:lnTo>
                          <a:pt x="326136" y="822960"/>
                        </a:lnTo>
                        <a:lnTo>
                          <a:pt x="374904" y="847344"/>
                        </a:lnTo>
                        <a:lnTo>
                          <a:pt x="402336" y="862584"/>
                        </a:lnTo>
                        <a:lnTo>
                          <a:pt x="420624" y="905256"/>
                        </a:lnTo>
                        <a:lnTo>
                          <a:pt x="429768" y="935736"/>
                        </a:lnTo>
                        <a:lnTo>
                          <a:pt x="423672" y="1011936"/>
                        </a:lnTo>
                        <a:lnTo>
                          <a:pt x="423672" y="1176528"/>
                        </a:lnTo>
                        <a:lnTo>
                          <a:pt x="384048" y="1246632"/>
                        </a:lnTo>
                        <a:lnTo>
                          <a:pt x="362712" y="1310640"/>
                        </a:lnTo>
                        <a:lnTo>
                          <a:pt x="365760" y="1356360"/>
                        </a:lnTo>
                        <a:lnTo>
                          <a:pt x="420624" y="1447800"/>
                        </a:lnTo>
                        <a:lnTo>
                          <a:pt x="420624" y="1496568"/>
                        </a:lnTo>
                        <a:lnTo>
                          <a:pt x="393192" y="1508760"/>
                        </a:lnTo>
                        <a:lnTo>
                          <a:pt x="304800" y="1499616"/>
                        </a:lnTo>
                        <a:lnTo>
                          <a:pt x="277368" y="1517904"/>
                        </a:lnTo>
                        <a:lnTo>
                          <a:pt x="207264" y="1609344"/>
                        </a:lnTo>
                        <a:lnTo>
                          <a:pt x="213360" y="1658112"/>
                        </a:lnTo>
                        <a:lnTo>
                          <a:pt x="274320" y="1670304"/>
                        </a:lnTo>
                        <a:lnTo>
                          <a:pt x="316992" y="1676400"/>
                        </a:lnTo>
                        <a:lnTo>
                          <a:pt x="371856" y="1670304"/>
                        </a:lnTo>
                        <a:lnTo>
                          <a:pt x="448056" y="1780032"/>
                        </a:lnTo>
                        <a:lnTo>
                          <a:pt x="487680" y="1807464"/>
                        </a:lnTo>
                        <a:lnTo>
                          <a:pt x="569976" y="1792224"/>
                        </a:lnTo>
                        <a:lnTo>
                          <a:pt x="649224" y="1780032"/>
                        </a:lnTo>
                        <a:lnTo>
                          <a:pt x="676656" y="1761744"/>
                        </a:lnTo>
                        <a:lnTo>
                          <a:pt x="758952" y="1758696"/>
                        </a:lnTo>
                        <a:lnTo>
                          <a:pt x="847344" y="1780032"/>
                        </a:lnTo>
                        <a:lnTo>
                          <a:pt x="874776" y="1780032"/>
                        </a:lnTo>
                        <a:lnTo>
                          <a:pt x="932688" y="1816608"/>
                        </a:lnTo>
                        <a:lnTo>
                          <a:pt x="926592" y="1874520"/>
                        </a:lnTo>
                        <a:lnTo>
                          <a:pt x="935736" y="1908048"/>
                        </a:lnTo>
                        <a:lnTo>
                          <a:pt x="999744" y="1990344"/>
                        </a:lnTo>
                        <a:lnTo>
                          <a:pt x="1030224" y="2005584"/>
                        </a:lnTo>
                        <a:lnTo>
                          <a:pt x="1042416" y="2017776"/>
                        </a:lnTo>
                        <a:lnTo>
                          <a:pt x="1063752" y="2057400"/>
                        </a:lnTo>
                        <a:lnTo>
                          <a:pt x="1045464" y="2100072"/>
                        </a:lnTo>
                        <a:lnTo>
                          <a:pt x="1048512" y="2124456"/>
                        </a:lnTo>
                        <a:lnTo>
                          <a:pt x="1072896" y="2148840"/>
                        </a:lnTo>
                        <a:lnTo>
                          <a:pt x="1082040" y="2197608"/>
                        </a:lnTo>
                        <a:lnTo>
                          <a:pt x="1057656" y="2240280"/>
                        </a:lnTo>
                        <a:lnTo>
                          <a:pt x="1069848" y="2276856"/>
                        </a:lnTo>
                        <a:lnTo>
                          <a:pt x="1118616" y="2279904"/>
                        </a:lnTo>
                        <a:lnTo>
                          <a:pt x="1164336" y="2218944"/>
                        </a:lnTo>
                        <a:lnTo>
                          <a:pt x="1194816" y="2200656"/>
                        </a:lnTo>
                        <a:lnTo>
                          <a:pt x="1264920" y="2197608"/>
                        </a:lnTo>
                        <a:lnTo>
                          <a:pt x="1301496" y="2176272"/>
                        </a:lnTo>
                        <a:lnTo>
                          <a:pt x="1350264" y="2164080"/>
                        </a:lnTo>
                        <a:lnTo>
                          <a:pt x="1441704" y="2246376"/>
                        </a:lnTo>
                        <a:lnTo>
                          <a:pt x="1429512" y="2286000"/>
                        </a:lnTo>
                        <a:lnTo>
                          <a:pt x="1414272" y="2319528"/>
                        </a:lnTo>
                        <a:lnTo>
                          <a:pt x="1389888" y="2365248"/>
                        </a:lnTo>
                        <a:lnTo>
                          <a:pt x="1420368" y="2377440"/>
                        </a:lnTo>
                        <a:lnTo>
                          <a:pt x="1478280" y="2340864"/>
                        </a:lnTo>
                        <a:lnTo>
                          <a:pt x="1533144" y="2350008"/>
                        </a:lnTo>
                        <a:lnTo>
                          <a:pt x="1569720" y="2337816"/>
                        </a:lnTo>
                        <a:lnTo>
                          <a:pt x="1615440" y="2246376"/>
                        </a:lnTo>
                        <a:lnTo>
                          <a:pt x="1825752" y="2036064"/>
                        </a:lnTo>
                        <a:lnTo>
                          <a:pt x="1856232" y="1987296"/>
                        </a:lnTo>
                        <a:lnTo>
                          <a:pt x="1850136" y="1959864"/>
                        </a:lnTo>
                        <a:lnTo>
                          <a:pt x="1871472" y="1935480"/>
                        </a:lnTo>
                        <a:lnTo>
                          <a:pt x="1874520" y="1889760"/>
                        </a:lnTo>
                        <a:lnTo>
                          <a:pt x="1905000" y="1859280"/>
                        </a:lnTo>
                        <a:lnTo>
                          <a:pt x="1972056" y="1856232"/>
                        </a:lnTo>
                        <a:lnTo>
                          <a:pt x="2005584" y="1804416"/>
                        </a:lnTo>
                        <a:lnTo>
                          <a:pt x="2136648" y="1652016"/>
                        </a:lnTo>
                        <a:lnTo>
                          <a:pt x="2142744" y="1621536"/>
                        </a:lnTo>
                        <a:lnTo>
                          <a:pt x="2133600" y="1578864"/>
                        </a:lnTo>
                        <a:lnTo>
                          <a:pt x="2161032" y="1536192"/>
                        </a:lnTo>
                        <a:lnTo>
                          <a:pt x="2206752" y="1542288"/>
                        </a:lnTo>
                        <a:lnTo>
                          <a:pt x="2206752" y="1542288"/>
                        </a:lnTo>
                        <a:lnTo>
                          <a:pt x="2255520" y="1548384"/>
                        </a:lnTo>
                        <a:lnTo>
                          <a:pt x="2286000" y="1581912"/>
                        </a:lnTo>
                        <a:lnTo>
                          <a:pt x="2319528" y="1557528"/>
                        </a:lnTo>
                        <a:lnTo>
                          <a:pt x="2313432" y="1496568"/>
                        </a:lnTo>
                        <a:lnTo>
                          <a:pt x="2319528" y="1450848"/>
                        </a:lnTo>
                        <a:lnTo>
                          <a:pt x="2346960" y="1432560"/>
                        </a:lnTo>
                        <a:lnTo>
                          <a:pt x="2386584" y="1438656"/>
                        </a:lnTo>
                        <a:lnTo>
                          <a:pt x="2414016" y="1402080"/>
                        </a:lnTo>
                        <a:lnTo>
                          <a:pt x="2414016" y="1356360"/>
                        </a:lnTo>
                        <a:lnTo>
                          <a:pt x="2426208" y="1328928"/>
                        </a:lnTo>
                        <a:lnTo>
                          <a:pt x="2459736" y="1322832"/>
                        </a:lnTo>
                        <a:lnTo>
                          <a:pt x="2505456" y="1362456"/>
                        </a:lnTo>
                        <a:lnTo>
                          <a:pt x="2508504" y="1405128"/>
                        </a:lnTo>
                        <a:lnTo>
                          <a:pt x="2569464" y="1426464"/>
                        </a:lnTo>
                        <a:lnTo>
                          <a:pt x="2691384" y="1429512"/>
                        </a:lnTo>
                        <a:lnTo>
                          <a:pt x="2697480" y="1411224"/>
                        </a:lnTo>
                        <a:lnTo>
                          <a:pt x="2685288" y="1353312"/>
                        </a:lnTo>
                        <a:lnTo>
                          <a:pt x="2703576" y="1335024"/>
                        </a:lnTo>
                        <a:lnTo>
                          <a:pt x="2755392" y="1304544"/>
                        </a:lnTo>
                        <a:lnTo>
                          <a:pt x="2779776" y="1271016"/>
                        </a:lnTo>
                        <a:lnTo>
                          <a:pt x="2764536" y="1231392"/>
                        </a:lnTo>
                        <a:lnTo>
                          <a:pt x="2776728" y="1158240"/>
                        </a:lnTo>
                        <a:lnTo>
                          <a:pt x="2804160" y="1146048"/>
                        </a:lnTo>
                        <a:lnTo>
                          <a:pt x="2877312" y="1155192"/>
                        </a:lnTo>
                        <a:lnTo>
                          <a:pt x="2959608" y="1139952"/>
                        </a:lnTo>
                        <a:lnTo>
                          <a:pt x="3081528" y="1097280"/>
                        </a:lnTo>
                        <a:lnTo>
                          <a:pt x="3108960" y="1069848"/>
                        </a:lnTo>
                        <a:lnTo>
                          <a:pt x="3093720" y="868680"/>
                        </a:lnTo>
                        <a:lnTo>
                          <a:pt x="3078480" y="853440"/>
                        </a:lnTo>
                        <a:lnTo>
                          <a:pt x="2935224" y="911352"/>
                        </a:lnTo>
                        <a:lnTo>
                          <a:pt x="2880360" y="914400"/>
                        </a:lnTo>
                        <a:lnTo>
                          <a:pt x="2849880" y="908304"/>
                        </a:lnTo>
                        <a:lnTo>
                          <a:pt x="2667000" y="826008"/>
                        </a:lnTo>
                        <a:lnTo>
                          <a:pt x="2569464" y="728472"/>
                        </a:lnTo>
                        <a:lnTo>
                          <a:pt x="2493264" y="667512"/>
                        </a:lnTo>
                        <a:lnTo>
                          <a:pt x="2395728" y="597408"/>
                        </a:lnTo>
                        <a:lnTo>
                          <a:pt x="2368296" y="563880"/>
                        </a:lnTo>
                        <a:lnTo>
                          <a:pt x="2368296" y="563880"/>
                        </a:lnTo>
                        <a:lnTo>
                          <a:pt x="2295144" y="563880"/>
                        </a:lnTo>
                        <a:lnTo>
                          <a:pt x="2264664" y="624840"/>
                        </a:lnTo>
                        <a:lnTo>
                          <a:pt x="2264664" y="743712"/>
                        </a:lnTo>
                        <a:lnTo>
                          <a:pt x="2258568" y="789432"/>
                        </a:lnTo>
                        <a:lnTo>
                          <a:pt x="2173224" y="807720"/>
                        </a:lnTo>
                        <a:lnTo>
                          <a:pt x="2124456" y="829056"/>
                        </a:lnTo>
                        <a:lnTo>
                          <a:pt x="1975104" y="1036320"/>
                        </a:lnTo>
                        <a:lnTo>
                          <a:pt x="1831848" y="1121664"/>
                        </a:lnTo>
                        <a:lnTo>
                          <a:pt x="1795272" y="1143000"/>
                        </a:lnTo>
                        <a:lnTo>
                          <a:pt x="1764792" y="1121664"/>
                        </a:lnTo>
                        <a:lnTo>
                          <a:pt x="1697736" y="1030224"/>
                        </a:lnTo>
                        <a:lnTo>
                          <a:pt x="1679448" y="1008888"/>
                        </a:lnTo>
                        <a:lnTo>
                          <a:pt x="1466088" y="1021080"/>
                        </a:lnTo>
                        <a:lnTo>
                          <a:pt x="1444752" y="1042416"/>
                        </a:lnTo>
                        <a:lnTo>
                          <a:pt x="1374648" y="966216"/>
                        </a:lnTo>
                        <a:lnTo>
                          <a:pt x="1310640" y="966216"/>
                        </a:lnTo>
                        <a:lnTo>
                          <a:pt x="1267968" y="966216"/>
                        </a:lnTo>
                        <a:lnTo>
                          <a:pt x="1237488" y="935736"/>
                        </a:lnTo>
                        <a:lnTo>
                          <a:pt x="1231392" y="877824"/>
                        </a:lnTo>
                        <a:lnTo>
                          <a:pt x="1197864" y="871728"/>
                        </a:lnTo>
                        <a:lnTo>
                          <a:pt x="1161288" y="886968"/>
                        </a:lnTo>
                        <a:lnTo>
                          <a:pt x="978408" y="710184"/>
                        </a:lnTo>
                        <a:lnTo>
                          <a:pt x="969264" y="682752"/>
                        </a:lnTo>
                        <a:lnTo>
                          <a:pt x="978408" y="588264"/>
                        </a:lnTo>
                        <a:lnTo>
                          <a:pt x="990600" y="548640"/>
                        </a:lnTo>
                        <a:lnTo>
                          <a:pt x="993648" y="512064"/>
                        </a:lnTo>
                        <a:lnTo>
                          <a:pt x="966216" y="490728"/>
                        </a:lnTo>
                        <a:lnTo>
                          <a:pt x="902208" y="499872"/>
                        </a:lnTo>
                        <a:lnTo>
                          <a:pt x="795528" y="502920"/>
                        </a:lnTo>
                        <a:lnTo>
                          <a:pt x="774192" y="493776"/>
                        </a:lnTo>
                        <a:lnTo>
                          <a:pt x="728472" y="426720"/>
                        </a:lnTo>
                        <a:lnTo>
                          <a:pt x="697992" y="411480"/>
                        </a:lnTo>
                        <a:lnTo>
                          <a:pt x="667512" y="374904"/>
                        </a:lnTo>
                        <a:lnTo>
                          <a:pt x="627888" y="371856"/>
                        </a:lnTo>
                        <a:lnTo>
                          <a:pt x="579120" y="359664"/>
                        </a:lnTo>
                        <a:lnTo>
                          <a:pt x="566928" y="347472"/>
                        </a:lnTo>
                        <a:lnTo>
                          <a:pt x="563880" y="304800"/>
                        </a:lnTo>
                        <a:lnTo>
                          <a:pt x="536448" y="271272"/>
                        </a:lnTo>
                        <a:lnTo>
                          <a:pt x="542544" y="155448"/>
                        </a:lnTo>
                        <a:lnTo>
                          <a:pt x="518160" y="115824"/>
                        </a:lnTo>
                        <a:lnTo>
                          <a:pt x="487680" y="124968"/>
                        </a:lnTo>
                        <a:lnTo>
                          <a:pt x="448056" y="164592"/>
                        </a:lnTo>
                        <a:lnTo>
                          <a:pt x="420624" y="167640"/>
                        </a:lnTo>
                        <a:lnTo>
                          <a:pt x="396240" y="158496"/>
                        </a:lnTo>
                        <a:lnTo>
                          <a:pt x="387096" y="140208"/>
                        </a:lnTo>
                        <a:lnTo>
                          <a:pt x="286512" y="27432"/>
                        </a:lnTo>
                        <a:lnTo>
                          <a:pt x="240792" y="0"/>
                        </a:lnTo>
                        <a:close/>
                      </a:path>
                    </a:pathLst>
                  </a:cu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700">
                      <a:ln>
                        <a:solidFill>
                          <a:schemeClr val="accent1">
                            <a:alpha val="0"/>
                          </a:schemeClr>
                        </a:solidFill>
                      </a:ln>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54" name="강북구">
                    <a:extLst>
                      <a:ext uri="{FF2B5EF4-FFF2-40B4-BE49-F238E27FC236}">
                        <a16:creationId xmlns:a16="http://schemas.microsoft.com/office/drawing/2014/main" id="{630BCA8F-09FF-0A33-2D04-6D04D174B104}"/>
                      </a:ext>
                    </a:extLst>
                  </p:cNvPr>
                  <p:cNvSpPr/>
                  <p:nvPr/>
                </p:nvSpPr>
                <p:spPr>
                  <a:xfrm>
                    <a:off x="2971800" y="1945640"/>
                    <a:ext cx="2214880" cy="3032760"/>
                  </a:xfrm>
                  <a:custGeom>
                    <a:avLst/>
                    <a:gdLst>
                      <a:gd name="connsiteX0" fmla="*/ 889000 w 2214880"/>
                      <a:gd name="connsiteY0" fmla="*/ 60960 h 3032760"/>
                      <a:gd name="connsiteX1" fmla="*/ 650240 w 2214880"/>
                      <a:gd name="connsiteY1" fmla="*/ 0 h 3032760"/>
                      <a:gd name="connsiteX2" fmla="*/ 426720 w 2214880"/>
                      <a:gd name="connsiteY2" fmla="*/ 238760 h 3032760"/>
                      <a:gd name="connsiteX3" fmla="*/ 406400 w 2214880"/>
                      <a:gd name="connsiteY3" fmla="*/ 274320 h 3032760"/>
                      <a:gd name="connsiteX4" fmla="*/ 406400 w 2214880"/>
                      <a:gd name="connsiteY4" fmla="*/ 330200 h 3032760"/>
                      <a:gd name="connsiteX5" fmla="*/ 431800 w 2214880"/>
                      <a:gd name="connsiteY5" fmla="*/ 365760 h 3032760"/>
                      <a:gd name="connsiteX6" fmla="*/ 431800 w 2214880"/>
                      <a:gd name="connsiteY6" fmla="*/ 436880 h 3032760"/>
                      <a:gd name="connsiteX7" fmla="*/ 452120 w 2214880"/>
                      <a:gd name="connsiteY7" fmla="*/ 487680 h 3032760"/>
                      <a:gd name="connsiteX8" fmla="*/ 467360 w 2214880"/>
                      <a:gd name="connsiteY8" fmla="*/ 802640 h 3032760"/>
                      <a:gd name="connsiteX9" fmla="*/ 436880 w 2214880"/>
                      <a:gd name="connsiteY9" fmla="*/ 838200 h 3032760"/>
                      <a:gd name="connsiteX10" fmla="*/ 299720 w 2214880"/>
                      <a:gd name="connsiteY10" fmla="*/ 919480 h 3032760"/>
                      <a:gd name="connsiteX11" fmla="*/ 254000 w 2214880"/>
                      <a:gd name="connsiteY11" fmla="*/ 975360 h 3032760"/>
                      <a:gd name="connsiteX12" fmla="*/ 213360 w 2214880"/>
                      <a:gd name="connsiteY12" fmla="*/ 1036320 h 3032760"/>
                      <a:gd name="connsiteX13" fmla="*/ 167640 w 2214880"/>
                      <a:gd name="connsiteY13" fmla="*/ 1102360 h 3032760"/>
                      <a:gd name="connsiteX14" fmla="*/ 0 w 2214880"/>
                      <a:gd name="connsiteY14" fmla="*/ 1193800 h 3032760"/>
                      <a:gd name="connsiteX15" fmla="*/ 0 w 2214880"/>
                      <a:gd name="connsiteY15" fmla="*/ 1234440 h 3032760"/>
                      <a:gd name="connsiteX16" fmla="*/ 66040 w 2214880"/>
                      <a:gd name="connsiteY16" fmla="*/ 1366520 h 3032760"/>
                      <a:gd name="connsiteX17" fmla="*/ 127000 w 2214880"/>
                      <a:gd name="connsiteY17" fmla="*/ 1595120 h 3032760"/>
                      <a:gd name="connsiteX18" fmla="*/ 187960 w 2214880"/>
                      <a:gd name="connsiteY18" fmla="*/ 1762760 h 3032760"/>
                      <a:gd name="connsiteX19" fmla="*/ 187960 w 2214880"/>
                      <a:gd name="connsiteY19" fmla="*/ 1920240 h 3032760"/>
                      <a:gd name="connsiteX20" fmla="*/ 198120 w 2214880"/>
                      <a:gd name="connsiteY20" fmla="*/ 1950720 h 3032760"/>
                      <a:gd name="connsiteX21" fmla="*/ 314960 w 2214880"/>
                      <a:gd name="connsiteY21" fmla="*/ 2072640 h 3032760"/>
                      <a:gd name="connsiteX22" fmla="*/ 350520 w 2214880"/>
                      <a:gd name="connsiteY22" fmla="*/ 2072640 h 3032760"/>
                      <a:gd name="connsiteX23" fmla="*/ 391160 w 2214880"/>
                      <a:gd name="connsiteY23" fmla="*/ 2037080 h 3032760"/>
                      <a:gd name="connsiteX24" fmla="*/ 502920 w 2214880"/>
                      <a:gd name="connsiteY24" fmla="*/ 2103120 h 3032760"/>
                      <a:gd name="connsiteX25" fmla="*/ 518160 w 2214880"/>
                      <a:gd name="connsiteY25" fmla="*/ 2164080 h 3032760"/>
                      <a:gd name="connsiteX26" fmla="*/ 508000 w 2214880"/>
                      <a:gd name="connsiteY26" fmla="*/ 2235200 h 3032760"/>
                      <a:gd name="connsiteX27" fmla="*/ 518160 w 2214880"/>
                      <a:gd name="connsiteY27" fmla="*/ 2275840 h 3032760"/>
                      <a:gd name="connsiteX28" fmla="*/ 574040 w 2214880"/>
                      <a:gd name="connsiteY28" fmla="*/ 2306320 h 3032760"/>
                      <a:gd name="connsiteX29" fmla="*/ 619760 w 2214880"/>
                      <a:gd name="connsiteY29" fmla="*/ 2316480 h 3032760"/>
                      <a:gd name="connsiteX30" fmla="*/ 711200 w 2214880"/>
                      <a:gd name="connsiteY30" fmla="*/ 2407920 h 3032760"/>
                      <a:gd name="connsiteX31" fmla="*/ 772160 w 2214880"/>
                      <a:gd name="connsiteY31" fmla="*/ 2438400 h 3032760"/>
                      <a:gd name="connsiteX32" fmla="*/ 853440 w 2214880"/>
                      <a:gd name="connsiteY32" fmla="*/ 2418080 h 3032760"/>
                      <a:gd name="connsiteX33" fmla="*/ 899160 w 2214880"/>
                      <a:gd name="connsiteY33" fmla="*/ 2418080 h 3032760"/>
                      <a:gd name="connsiteX34" fmla="*/ 960120 w 2214880"/>
                      <a:gd name="connsiteY34" fmla="*/ 2484120 h 3032760"/>
                      <a:gd name="connsiteX35" fmla="*/ 965200 w 2214880"/>
                      <a:gd name="connsiteY35" fmla="*/ 2534920 h 3032760"/>
                      <a:gd name="connsiteX36" fmla="*/ 949960 w 2214880"/>
                      <a:gd name="connsiteY36" fmla="*/ 2575560 h 3032760"/>
                      <a:gd name="connsiteX37" fmla="*/ 960120 w 2214880"/>
                      <a:gd name="connsiteY37" fmla="*/ 2646680 h 3032760"/>
                      <a:gd name="connsiteX38" fmla="*/ 990600 w 2214880"/>
                      <a:gd name="connsiteY38" fmla="*/ 2702560 h 3032760"/>
                      <a:gd name="connsiteX39" fmla="*/ 1066800 w 2214880"/>
                      <a:gd name="connsiteY39" fmla="*/ 2794000 h 3032760"/>
                      <a:gd name="connsiteX40" fmla="*/ 1117600 w 2214880"/>
                      <a:gd name="connsiteY40" fmla="*/ 2799080 h 3032760"/>
                      <a:gd name="connsiteX41" fmla="*/ 1153160 w 2214880"/>
                      <a:gd name="connsiteY41" fmla="*/ 2799080 h 3032760"/>
                      <a:gd name="connsiteX42" fmla="*/ 1193800 w 2214880"/>
                      <a:gd name="connsiteY42" fmla="*/ 2839720 h 3032760"/>
                      <a:gd name="connsiteX43" fmla="*/ 1198880 w 2214880"/>
                      <a:gd name="connsiteY43" fmla="*/ 2875280 h 3032760"/>
                      <a:gd name="connsiteX44" fmla="*/ 1259840 w 2214880"/>
                      <a:gd name="connsiteY44" fmla="*/ 2890520 h 3032760"/>
                      <a:gd name="connsiteX45" fmla="*/ 1290320 w 2214880"/>
                      <a:gd name="connsiteY45" fmla="*/ 2885440 h 3032760"/>
                      <a:gd name="connsiteX46" fmla="*/ 1341120 w 2214880"/>
                      <a:gd name="connsiteY46" fmla="*/ 2936240 h 3032760"/>
                      <a:gd name="connsiteX47" fmla="*/ 1402080 w 2214880"/>
                      <a:gd name="connsiteY47" fmla="*/ 2936240 h 3032760"/>
                      <a:gd name="connsiteX48" fmla="*/ 1569720 w 2214880"/>
                      <a:gd name="connsiteY48" fmla="*/ 2931160 h 3032760"/>
                      <a:gd name="connsiteX49" fmla="*/ 1595120 w 2214880"/>
                      <a:gd name="connsiteY49" fmla="*/ 2921000 h 3032760"/>
                      <a:gd name="connsiteX50" fmla="*/ 1651000 w 2214880"/>
                      <a:gd name="connsiteY50" fmla="*/ 2946400 h 3032760"/>
                      <a:gd name="connsiteX51" fmla="*/ 1671320 w 2214880"/>
                      <a:gd name="connsiteY51" fmla="*/ 3002280 h 3032760"/>
                      <a:gd name="connsiteX52" fmla="*/ 1686560 w 2214880"/>
                      <a:gd name="connsiteY52" fmla="*/ 3032760 h 3032760"/>
                      <a:gd name="connsiteX53" fmla="*/ 1778000 w 2214880"/>
                      <a:gd name="connsiteY53" fmla="*/ 2981960 h 3032760"/>
                      <a:gd name="connsiteX54" fmla="*/ 1823720 w 2214880"/>
                      <a:gd name="connsiteY54" fmla="*/ 2921000 h 3032760"/>
                      <a:gd name="connsiteX55" fmla="*/ 1960880 w 2214880"/>
                      <a:gd name="connsiteY55" fmla="*/ 2763520 h 3032760"/>
                      <a:gd name="connsiteX56" fmla="*/ 2001520 w 2214880"/>
                      <a:gd name="connsiteY56" fmla="*/ 2733040 h 3032760"/>
                      <a:gd name="connsiteX57" fmla="*/ 2057400 w 2214880"/>
                      <a:gd name="connsiteY57" fmla="*/ 2727960 h 3032760"/>
                      <a:gd name="connsiteX58" fmla="*/ 2062480 w 2214880"/>
                      <a:gd name="connsiteY58" fmla="*/ 2672080 h 3032760"/>
                      <a:gd name="connsiteX59" fmla="*/ 2047240 w 2214880"/>
                      <a:gd name="connsiteY59" fmla="*/ 2651760 h 3032760"/>
                      <a:gd name="connsiteX60" fmla="*/ 2108200 w 2214880"/>
                      <a:gd name="connsiteY60" fmla="*/ 2519680 h 3032760"/>
                      <a:gd name="connsiteX61" fmla="*/ 2214880 w 2214880"/>
                      <a:gd name="connsiteY61" fmla="*/ 2468880 h 3032760"/>
                      <a:gd name="connsiteX62" fmla="*/ 2199640 w 2214880"/>
                      <a:gd name="connsiteY62" fmla="*/ 2433320 h 3032760"/>
                      <a:gd name="connsiteX63" fmla="*/ 2148840 w 2214880"/>
                      <a:gd name="connsiteY63" fmla="*/ 2382520 h 3032760"/>
                      <a:gd name="connsiteX64" fmla="*/ 2072640 w 2214880"/>
                      <a:gd name="connsiteY64" fmla="*/ 2382520 h 3032760"/>
                      <a:gd name="connsiteX65" fmla="*/ 2011680 w 2214880"/>
                      <a:gd name="connsiteY65" fmla="*/ 2341880 h 3032760"/>
                      <a:gd name="connsiteX66" fmla="*/ 1971040 w 2214880"/>
                      <a:gd name="connsiteY66" fmla="*/ 2250440 h 3032760"/>
                      <a:gd name="connsiteX67" fmla="*/ 1950720 w 2214880"/>
                      <a:gd name="connsiteY67" fmla="*/ 2204720 h 3032760"/>
                      <a:gd name="connsiteX68" fmla="*/ 1894840 w 2214880"/>
                      <a:gd name="connsiteY68" fmla="*/ 2194560 h 3032760"/>
                      <a:gd name="connsiteX69" fmla="*/ 1869440 w 2214880"/>
                      <a:gd name="connsiteY69" fmla="*/ 2159000 h 3032760"/>
                      <a:gd name="connsiteX70" fmla="*/ 1869440 w 2214880"/>
                      <a:gd name="connsiteY70" fmla="*/ 2006600 h 3032760"/>
                      <a:gd name="connsiteX71" fmla="*/ 1864360 w 2214880"/>
                      <a:gd name="connsiteY71" fmla="*/ 1960880 h 3032760"/>
                      <a:gd name="connsiteX72" fmla="*/ 1808480 w 2214880"/>
                      <a:gd name="connsiteY72" fmla="*/ 1960880 h 3032760"/>
                      <a:gd name="connsiteX73" fmla="*/ 1732280 w 2214880"/>
                      <a:gd name="connsiteY73" fmla="*/ 1930400 h 3032760"/>
                      <a:gd name="connsiteX74" fmla="*/ 1686560 w 2214880"/>
                      <a:gd name="connsiteY74" fmla="*/ 1864360 h 3032760"/>
                      <a:gd name="connsiteX75" fmla="*/ 1676400 w 2214880"/>
                      <a:gd name="connsiteY75" fmla="*/ 1818640 h 3032760"/>
                      <a:gd name="connsiteX76" fmla="*/ 1676400 w 2214880"/>
                      <a:gd name="connsiteY76" fmla="*/ 1767840 h 3032760"/>
                      <a:gd name="connsiteX77" fmla="*/ 1645920 w 2214880"/>
                      <a:gd name="connsiteY77" fmla="*/ 1752600 h 3032760"/>
                      <a:gd name="connsiteX78" fmla="*/ 1595120 w 2214880"/>
                      <a:gd name="connsiteY78" fmla="*/ 1752600 h 3032760"/>
                      <a:gd name="connsiteX79" fmla="*/ 1539240 w 2214880"/>
                      <a:gd name="connsiteY79" fmla="*/ 1757680 h 3032760"/>
                      <a:gd name="connsiteX80" fmla="*/ 1452880 w 2214880"/>
                      <a:gd name="connsiteY80" fmla="*/ 1686560 h 3032760"/>
                      <a:gd name="connsiteX81" fmla="*/ 1452880 w 2214880"/>
                      <a:gd name="connsiteY81" fmla="*/ 1610360 h 3032760"/>
                      <a:gd name="connsiteX82" fmla="*/ 1452880 w 2214880"/>
                      <a:gd name="connsiteY82" fmla="*/ 1559560 h 3032760"/>
                      <a:gd name="connsiteX83" fmla="*/ 1397000 w 2214880"/>
                      <a:gd name="connsiteY83" fmla="*/ 1503680 h 3032760"/>
                      <a:gd name="connsiteX84" fmla="*/ 1320800 w 2214880"/>
                      <a:gd name="connsiteY84" fmla="*/ 1488440 h 3032760"/>
                      <a:gd name="connsiteX85" fmla="*/ 1275080 w 2214880"/>
                      <a:gd name="connsiteY85" fmla="*/ 1518920 h 3032760"/>
                      <a:gd name="connsiteX86" fmla="*/ 1259840 w 2214880"/>
                      <a:gd name="connsiteY86" fmla="*/ 1539240 h 3032760"/>
                      <a:gd name="connsiteX87" fmla="*/ 1224280 w 2214880"/>
                      <a:gd name="connsiteY87" fmla="*/ 1539240 h 3032760"/>
                      <a:gd name="connsiteX88" fmla="*/ 1193800 w 2214880"/>
                      <a:gd name="connsiteY88" fmla="*/ 1483360 h 3032760"/>
                      <a:gd name="connsiteX89" fmla="*/ 1163320 w 2214880"/>
                      <a:gd name="connsiteY89" fmla="*/ 1478280 h 3032760"/>
                      <a:gd name="connsiteX90" fmla="*/ 1122680 w 2214880"/>
                      <a:gd name="connsiteY90" fmla="*/ 1478280 h 3032760"/>
                      <a:gd name="connsiteX91" fmla="*/ 1046480 w 2214880"/>
                      <a:gd name="connsiteY91" fmla="*/ 1427480 h 3032760"/>
                      <a:gd name="connsiteX92" fmla="*/ 1036320 w 2214880"/>
                      <a:gd name="connsiteY92" fmla="*/ 1214120 h 3032760"/>
                      <a:gd name="connsiteX93" fmla="*/ 1066800 w 2214880"/>
                      <a:gd name="connsiteY93" fmla="*/ 1158240 h 3032760"/>
                      <a:gd name="connsiteX94" fmla="*/ 1061720 w 2214880"/>
                      <a:gd name="connsiteY94" fmla="*/ 1036320 h 3032760"/>
                      <a:gd name="connsiteX95" fmla="*/ 1122680 w 2214880"/>
                      <a:gd name="connsiteY95" fmla="*/ 960120 h 3032760"/>
                      <a:gd name="connsiteX96" fmla="*/ 1122680 w 2214880"/>
                      <a:gd name="connsiteY96" fmla="*/ 843280 h 3032760"/>
                      <a:gd name="connsiteX97" fmla="*/ 1148080 w 2214880"/>
                      <a:gd name="connsiteY97" fmla="*/ 762000 h 3032760"/>
                      <a:gd name="connsiteX98" fmla="*/ 1153160 w 2214880"/>
                      <a:gd name="connsiteY98" fmla="*/ 711200 h 3032760"/>
                      <a:gd name="connsiteX99" fmla="*/ 1203960 w 2214880"/>
                      <a:gd name="connsiteY99" fmla="*/ 635000 h 3032760"/>
                      <a:gd name="connsiteX100" fmla="*/ 1183640 w 2214880"/>
                      <a:gd name="connsiteY100" fmla="*/ 513080 h 3032760"/>
                      <a:gd name="connsiteX101" fmla="*/ 1158240 w 2214880"/>
                      <a:gd name="connsiteY101" fmla="*/ 472440 h 3032760"/>
                      <a:gd name="connsiteX102" fmla="*/ 1087120 w 2214880"/>
                      <a:gd name="connsiteY102" fmla="*/ 431800 h 3032760"/>
                      <a:gd name="connsiteX103" fmla="*/ 1097280 w 2214880"/>
                      <a:gd name="connsiteY103" fmla="*/ 345440 h 3032760"/>
                      <a:gd name="connsiteX104" fmla="*/ 1071880 w 2214880"/>
                      <a:gd name="connsiteY104" fmla="*/ 294640 h 3032760"/>
                      <a:gd name="connsiteX105" fmla="*/ 1046480 w 2214880"/>
                      <a:gd name="connsiteY105" fmla="*/ 264160 h 3032760"/>
                      <a:gd name="connsiteX106" fmla="*/ 990600 w 2214880"/>
                      <a:gd name="connsiteY106" fmla="*/ 259080 h 3032760"/>
                      <a:gd name="connsiteX107" fmla="*/ 939800 w 2214880"/>
                      <a:gd name="connsiteY107" fmla="*/ 259080 h 3032760"/>
                      <a:gd name="connsiteX108" fmla="*/ 889000 w 2214880"/>
                      <a:gd name="connsiteY108" fmla="*/ 233680 h 3032760"/>
                      <a:gd name="connsiteX109" fmla="*/ 889000 w 2214880"/>
                      <a:gd name="connsiteY109" fmla="*/ 60960 h 3032760"/>
                      <a:gd name="connsiteX0" fmla="*/ 889000 w 2214880"/>
                      <a:gd name="connsiteY0" fmla="*/ 60960 h 3032760"/>
                      <a:gd name="connsiteX1" fmla="*/ 650240 w 2214880"/>
                      <a:gd name="connsiteY1" fmla="*/ 0 h 3032760"/>
                      <a:gd name="connsiteX2" fmla="*/ 426720 w 2214880"/>
                      <a:gd name="connsiteY2" fmla="*/ 238760 h 3032760"/>
                      <a:gd name="connsiteX3" fmla="*/ 406400 w 2214880"/>
                      <a:gd name="connsiteY3" fmla="*/ 274320 h 3032760"/>
                      <a:gd name="connsiteX4" fmla="*/ 406400 w 2214880"/>
                      <a:gd name="connsiteY4" fmla="*/ 330200 h 3032760"/>
                      <a:gd name="connsiteX5" fmla="*/ 431800 w 2214880"/>
                      <a:gd name="connsiteY5" fmla="*/ 365760 h 3032760"/>
                      <a:gd name="connsiteX6" fmla="*/ 431800 w 2214880"/>
                      <a:gd name="connsiteY6" fmla="*/ 436880 h 3032760"/>
                      <a:gd name="connsiteX7" fmla="*/ 452120 w 2214880"/>
                      <a:gd name="connsiteY7" fmla="*/ 487680 h 3032760"/>
                      <a:gd name="connsiteX8" fmla="*/ 467360 w 2214880"/>
                      <a:gd name="connsiteY8" fmla="*/ 802640 h 3032760"/>
                      <a:gd name="connsiteX9" fmla="*/ 436880 w 2214880"/>
                      <a:gd name="connsiteY9" fmla="*/ 838200 h 3032760"/>
                      <a:gd name="connsiteX10" fmla="*/ 299720 w 2214880"/>
                      <a:gd name="connsiteY10" fmla="*/ 919480 h 3032760"/>
                      <a:gd name="connsiteX11" fmla="*/ 254000 w 2214880"/>
                      <a:gd name="connsiteY11" fmla="*/ 975360 h 3032760"/>
                      <a:gd name="connsiteX12" fmla="*/ 213360 w 2214880"/>
                      <a:gd name="connsiteY12" fmla="*/ 1036320 h 3032760"/>
                      <a:gd name="connsiteX13" fmla="*/ 167640 w 2214880"/>
                      <a:gd name="connsiteY13" fmla="*/ 1102360 h 3032760"/>
                      <a:gd name="connsiteX14" fmla="*/ 0 w 2214880"/>
                      <a:gd name="connsiteY14" fmla="*/ 1193800 h 3032760"/>
                      <a:gd name="connsiteX15" fmla="*/ 0 w 2214880"/>
                      <a:gd name="connsiteY15" fmla="*/ 1234440 h 3032760"/>
                      <a:gd name="connsiteX16" fmla="*/ 66040 w 2214880"/>
                      <a:gd name="connsiteY16" fmla="*/ 1366520 h 3032760"/>
                      <a:gd name="connsiteX17" fmla="*/ 127000 w 2214880"/>
                      <a:gd name="connsiteY17" fmla="*/ 1595120 h 3032760"/>
                      <a:gd name="connsiteX18" fmla="*/ 187960 w 2214880"/>
                      <a:gd name="connsiteY18" fmla="*/ 1762760 h 3032760"/>
                      <a:gd name="connsiteX19" fmla="*/ 187960 w 2214880"/>
                      <a:gd name="connsiteY19" fmla="*/ 1920240 h 3032760"/>
                      <a:gd name="connsiteX20" fmla="*/ 198120 w 2214880"/>
                      <a:gd name="connsiteY20" fmla="*/ 1950720 h 3032760"/>
                      <a:gd name="connsiteX21" fmla="*/ 314960 w 2214880"/>
                      <a:gd name="connsiteY21" fmla="*/ 2072640 h 3032760"/>
                      <a:gd name="connsiteX22" fmla="*/ 350520 w 2214880"/>
                      <a:gd name="connsiteY22" fmla="*/ 2072640 h 3032760"/>
                      <a:gd name="connsiteX23" fmla="*/ 391160 w 2214880"/>
                      <a:gd name="connsiteY23" fmla="*/ 2037080 h 3032760"/>
                      <a:gd name="connsiteX24" fmla="*/ 502920 w 2214880"/>
                      <a:gd name="connsiteY24" fmla="*/ 2103120 h 3032760"/>
                      <a:gd name="connsiteX25" fmla="*/ 518160 w 2214880"/>
                      <a:gd name="connsiteY25" fmla="*/ 2164080 h 3032760"/>
                      <a:gd name="connsiteX26" fmla="*/ 508000 w 2214880"/>
                      <a:gd name="connsiteY26" fmla="*/ 2235200 h 3032760"/>
                      <a:gd name="connsiteX27" fmla="*/ 518160 w 2214880"/>
                      <a:gd name="connsiteY27" fmla="*/ 2275840 h 3032760"/>
                      <a:gd name="connsiteX28" fmla="*/ 574040 w 2214880"/>
                      <a:gd name="connsiteY28" fmla="*/ 2306320 h 3032760"/>
                      <a:gd name="connsiteX29" fmla="*/ 619760 w 2214880"/>
                      <a:gd name="connsiteY29" fmla="*/ 2316480 h 3032760"/>
                      <a:gd name="connsiteX30" fmla="*/ 711200 w 2214880"/>
                      <a:gd name="connsiteY30" fmla="*/ 2407920 h 3032760"/>
                      <a:gd name="connsiteX31" fmla="*/ 772160 w 2214880"/>
                      <a:gd name="connsiteY31" fmla="*/ 2438400 h 3032760"/>
                      <a:gd name="connsiteX32" fmla="*/ 853440 w 2214880"/>
                      <a:gd name="connsiteY32" fmla="*/ 2418080 h 3032760"/>
                      <a:gd name="connsiteX33" fmla="*/ 899160 w 2214880"/>
                      <a:gd name="connsiteY33" fmla="*/ 2418080 h 3032760"/>
                      <a:gd name="connsiteX34" fmla="*/ 960120 w 2214880"/>
                      <a:gd name="connsiteY34" fmla="*/ 2484120 h 3032760"/>
                      <a:gd name="connsiteX35" fmla="*/ 965200 w 2214880"/>
                      <a:gd name="connsiteY35" fmla="*/ 2534920 h 3032760"/>
                      <a:gd name="connsiteX36" fmla="*/ 949960 w 2214880"/>
                      <a:gd name="connsiteY36" fmla="*/ 2575560 h 3032760"/>
                      <a:gd name="connsiteX37" fmla="*/ 950595 w 2214880"/>
                      <a:gd name="connsiteY37" fmla="*/ 2661920 h 3032760"/>
                      <a:gd name="connsiteX38" fmla="*/ 990600 w 2214880"/>
                      <a:gd name="connsiteY38" fmla="*/ 2702560 h 3032760"/>
                      <a:gd name="connsiteX39" fmla="*/ 1066800 w 2214880"/>
                      <a:gd name="connsiteY39" fmla="*/ 2794000 h 3032760"/>
                      <a:gd name="connsiteX40" fmla="*/ 1117600 w 2214880"/>
                      <a:gd name="connsiteY40" fmla="*/ 2799080 h 3032760"/>
                      <a:gd name="connsiteX41" fmla="*/ 1153160 w 2214880"/>
                      <a:gd name="connsiteY41" fmla="*/ 2799080 h 3032760"/>
                      <a:gd name="connsiteX42" fmla="*/ 1193800 w 2214880"/>
                      <a:gd name="connsiteY42" fmla="*/ 2839720 h 3032760"/>
                      <a:gd name="connsiteX43" fmla="*/ 1198880 w 2214880"/>
                      <a:gd name="connsiteY43" fmla="*/ 2875280 h 3032760"/>
                      <a:gd name="connsiteX44" fmla="*/ 1259840 w 2214880"/>
                      <a:gd name="connsiteY44" fmla="*/ 2890520 h 3032760"/>
                      <a:gd name="connsiteX45" fmla="*/ 1290320 w 2214880"/>
                      <a:gd name="connsiteY45" fmla="*/ 2885440 h 3032760"/>
                      <a:gd name="connsiteX46" fmla="*/ 1341120 w 2214880"/>
                      <a:gd name="connsiteY46" fmla="*/ 2936240 h 3032760"/>
                      <a:gd name="connsiteX47" fmla="*/ 1402080 w 2214880"/>
                      <a:gd name="connsiteY47" fmla="*/ 2936240 h 3032760"/>
                      <a:gd name="connsiteX48" fmla="*/ 1569720 w 2214880"/>
                      <a:gd name="connsiteY48" fmla="*/ 2931160 h 3032760"/>
                      <a:gd name="connsiteX49" fmla="*/ 1595120 w 2214880"/>
                      <a:gd name="connsiteY49" fmla="*/ 2921000 h 3032760"/>
                      <a:gd name="connsiteX50" fmla="*/ 1651000 w 2214880"/>
                      <a:gd name="connsiteY50" fmla="*/ 2946400 h 3032760"/>
                      <a:gd name="connsiteX51" fmla="*/ 1671320 w 2214880"/>
                      <a:gd name="connsiteY51" fmla="*/ 3002280 h 3032760"/>
                      <a:gd name="connsiteX52" fmla="*/ 1686560 w 2214880"/>
                      <a:gd name="connsiteY52" fmla="*/ 3032760 h 3032760"/>
                      <a:gd name="connsiteX53" fmla="*/ 1778000 w 2214880"/>
                      <a:gd name="connsiteY53" fmla="*/ 2981960 h 3032760"/>
                      <a:gd name="connsiteX54" fmla="*/ 1823720 w 2214880"/>
                      <a:gd name="connsiteY54" fmla="*/ 2921000 h 3032760"/>
                      <a:gd name="connsiteX55" fmla="*/ 1960880 w 2214880"/>
                      <a:gd name="connsiteY55" fmla="*/ 2763520 h 3032760"/>
                      <a:gd name="connsiteX56" fmla="*/ 2001520 w 2214880"/>
                      <a:gd name="connsiteY56" fmla="*/ 2733040 h 3032760"/>
                      <a:gd name="connsiteX57" fmla="*/ 2057400 w 2214880"/>
                      <a:gd name="connsiteY57" fmla="*/ 2727960 h 3032760"/>
                      <a:gd name="connsiteX58" fmla="*/ 2062480 w 2214880"/>
                      <a:gd name="connsiteY58" fmla="*/ 2672080 h 3032760"/>
                      <a:gd name="connsiteX59" fmla="*/ 2047240 w 2214880"/>
                      <a:gd name="connsiteY59" fmla="*/ 2651760 h 3032760"/>
                      <a:gd name="connsiteX60" fmla="*/ 2108200 w 2214880"/>
                      <a:gd name="connsiteY60" fmla="*/ 2519680 h 3032760"/>
                      <a:gd name="connsiteX61" fmla="*/ 2214880 w 2214880"/>
                      <a:gd name="connsiteY61" fmla="*/ 2468880 h 3032760"/>
                      <a:gd name="connsiteX62" fmla="*/ 2199640 w 2214880"/>
                      <a:gd name="connsiteY62" fmla="*/ 2433320 h 3032760"/>
                      <a:gd name="connsiteX63" fmla="*/ 2148840 w 2214880"/>
                      <a:gd name="connsiteY63" fmla="*/ 2382520 h 3032760"/>
                      <a:gd name="connsiteX64" fmla="*/ 2072640 w 2214880"/>
                      <a:gd name="connsiteY64" fmla="*/ 2382520 h 3032760"/>
                      <a:gd name="connsiteX65" fmla="*/ 2011680 w 2214880"/>
                      <a:gd name="connsiteY65" fmla="*/ 2341880 h 3032760"/>
                      <a:gd name="connsiteX66" fmla="*/ 1971040 w 2214880"/>
                      <a:gd name="connsiteY66" fmla="*/ 2250440 h 3032760"/>
                      <a:gd name="connsiteX67" fmla="*/ 1950720 w 2214880"/>
                      <a:gd name="connsiteY67" fmla="*/ 2204720 h 3032760"/>
                      <a:gd name="connsiteX68" fmla="*/ 1894840 w 2214880"/>
                      <a:gd name="connsiteY68" fmla="*/ 2194560 h 3032760"/>
                      <a:gd name="connsiteX69" fmla="*/ 1869440 w 2214880"/>
                      <a:gd name="connsiteY69" fmla="*/ 2159000 h 3032760"/>
                      <a:gd name="connsiteX70" fmla="*/ 1869440 w 2214880"/>
                      <a:gd name="connsiteY70" fmla="*/ 2006600 h 3032760"/>
                      <a:gd name="connsiteX71" fmla="*/ 1864360 w 2214880"/>
                      <a:gd name="connsiteY71" fmla="*/ 1960880 h 3032760"/>
                      <a:gd name="connsiteX72" fmla="*/ 1808480 w 2214880"/>
                      <a:gd name="connsiteY72" fmla="*/ 1960880 h 3032760"/>
                      <a:gd name="connsiteX73" fmla="*/ 1732280 w 2214880"/>
                      <a:gd name="connsiteY73" fmla="*/ 1930400 h 3032760"/>
                      <a:gd name="connsiteX74" fmla="*/ 1686560 w 2214880"/>
                      <a:gd name="connsiteY74" fmla="*/ 1864360 h 3032760"/>
                      <a:gd name="connsiteX75" fmla="*/ 1676400 w 2214880"/>
                      <a:gd name="connsiteY75" fmla="*/ 1818640 h 3032760"/>
                      <a:gd name="connsiteX76" fmla="*/ 1676400 w 2214880"/>
                      <a:gd name="connsiteY76" fmla="*/ 1767840 h 3032760"/>
                      <a:gd name="connsiteX77" fmla="*/ 1645920 w 2214880"/>
                      <a:gd name="connsiteY77" fmla="*/ 1752600 h 3032760"/>
                      <a:gd name="connsiteX78" fmla="*/ 1595120 w 2214880"/>
                      <a:gd name="connsiteY78" fmla="*/ 1752600 h 3032760"/>
                      <a:gd name="connsiteX79" fmla="*/ 1539240 w 2214880"/>
                      <a:gd name="connsiteY79" fmla="*/ 1757680 h 3032760"/>
                      <a:gd name="connsiteX80" fmla="*/ 1452880 w 2214880"/>
                      <a:gd name="connsiteY80" fmla="*/ 1686560 h 3032760"/>
                      <a:gd name="connsiteX81" fmla="*/ 1452880 w 2214880"/>
                      <a:gd name="connsiteY81" fmla="*/ 1610360 h 3032760"/>
                      <a:gd name="connsiteX82" fmla="*/ 1452880 w 2214880"/>
                      <a:gd name="connsiteY82" fmla="*/ 1559560 h 3032760"/>
                      <a:gd name="connsiteX83" fmla="*/ 1397000 w 2214880"/>
                      <a:gd name="connsiteY83" fmla="*/ 1503680 h 3032760"/>
                      <a:gd name="connsiteX84" fmla="*/ 1320800 w 2214880"/>
                      <a:gd name="connsiteY84" fmla="*/ 1488440 h 3032760"/>
                      <a:gd name="connsiteX85" fmla="*/ 1275080 w 2214880"/>
                      <a:gd name="connsiteY85" fmla="*/ 1518920 h 3032760"/>
                      <a:gd name="connsiteX86" fmla="*/ 1259840 w 2214880"/>
                      <a:gd name="connsiteY86" fmla="*/ 1539240 h 3032760"/>
                      <a:gd name="connsiteX87" fmla="*/ 1224280 w 2214880"/>
                      <a:gd name="connsiteY87" fmla="*/ 1539240 h 3032760"/>
                      <a:gd name="connsiteX88" fmla="*/ 1193800 w 2214880"/>
                      <a:gd name="connsiteY88" fmla="*/ 1483360 h 3032760"/>
                      <a:gd name="connsiteX89" fmla="*/ 1163320 w 2214880"/>
                      <a:gd name="connsiteY89" fmla="*/ 1478280 h 3032760"/>
                      <a:gd name="connsiteX90" fmla="*/ 1122680 w 2214880"/>
                      <a:gd name="connsiteY90" fmla="*/ 1478280 h 3032760"/>
                      <a:gd name="connsiteX91" fmla="*/ 1046480 w 2214880"/>
                      <a:gd name="connsiteY91" fmla="*/ 1427480 h 3032760"/>
                      <a:gd name="connsiteX92" fmla="*/ 1036320 w 2214880"/>
                      <a:gd name="connsiteY92" fmla="*/ 1214120 h 3032760"/>
                      <a:gd name="connsiteX93" fmla="*/ 1066800 w 2214880"/>
                      <a:gd name="connsiteY93" fmla="*/ 1158240 h 3032760"/>
                      <a:gd name="connsiteX94" fmla="*/ 1061720 w 2214880"/>
                      <a:gd name="connsiteY94" fmla="*/ 1036320 h 3032760"/>
                      <a:gd name="connsiteX95" fmla="*/ 1122680 w 2214880"/>
                      <a:gd name="connsiteY95" fmla="*/ 960120 h 3032760"/>
                      <a:gd name="connsiteX96" fmla="*/ 1122680 w 2214880"/>
                      <a:gd name="connsiteY96" fmla="*/ 843280 h 3032760"/>
                      <a:gd name="connsiteX97" fmla="*/ 1148080 w 2214880"/>
                      <a:gd name="connsiteY97" fmla="*/ 762000 h 3032760"/>
                      <a:gd name="connsiteX98" fmla="*/ 1153160 w 2214880"/>
                      <a:gd name="connsiteY98" fmla="*/ 711200 h 3032760"/>
                      <a:gd name="connsiteX99" fmla="*/ 1203960 w 2214880"/>
                      <a:gd name="connsiteY99" fmla="*/ 635000 h 3032760"/>
                      <a:gd name="connsiteX100" fmla="*/ 1183640 w 2214880"/>
                      <a:gd name="connsiteY100" fmla="*/ 513080 h 3032760"/>
                      <a:gd name="connsiteX101" fmla="*/ 1158240 w 2214880"/>
                      <a:gd name="connsiteY101" fmla="*/ 472440 h 3032760"/>
                      <a:gd name="connsiteX102" fmla="*/ 1087120 w 2214880"/>
                      <a:gd name="connsiteY102" fmla="*/ 431800 h 3032760"/>
                      <a:gd name="connsiteX103" fmla="*/ 1097280 w 2214880"/>
                      <a:gd name="connsiteY103" fmla="*/ 345440 h 3032760"/>
                      <a:gd name="connsiteX104" fmla="*/ 1071880 w 2214880"/>
                      <a:gd name="connsiteY104" fmla="*/ 294640 h 3032760"/>
                      <a:gd name="connsiteX105" fmla="*/ 1046480 w 2214880"/>
                      <a:gd name="connsiteY105" fmla="*/ 264160 h 3032760"/>
                      <a:gd name="connsiteX106" fmla="*/ 990600 w 2214880"/>
                      <a:gd name="connsiteY106" fmla="*/ 259080 h 3032760"/>
                      <a:gd name="connsiteX107" fmla="*/ 939800 w 2214880"/>
                      <a:gd name="connsiteY107" fmla="*/ 259080 h 3032760"/>
                      <a:gd name="connsiteX108" fmla="*/ 889000 w 2214880"/>
                      <a:gd name="connsiteY108" fmla="*/ 233680 h 3032760"/>
                      <a:gd name="connsiteX109" fmla="*/ 889000 w 2214880"/>
                      <a:gd name="connsiteY109" fmla="*/ 60960 h 3032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Lst>
                    <a:rect l="l" t="t" r="r" b="b"/>
                    <a:pathLst>
                      <a:path w="2214880" h="3032760">
                        <a:moveTo>
                          <a:pt x="889000" y="60960"/>
                        </a:moveTo>
                        <a:lnTo>
                          <a:pt x="650240" y="0"/>
                        </a:lnTo>
                        <a:lnTo>
                          <a:pt x="426720" y="238760"/>
                        </a:lnTo>
                        <a:lnTo>
                          <a:pt x="406400" y="274320"/>
                        </a:lnTo>
                        <a:lnTo>
                          <a:pt x="406400" y="330200"/>
                        </a:lnTo>
                        <a:lnTo>
                          <a:pt x="431800" y="365760"/>
                        </a:lnTo>
                        <a:lnTo>
                          <a:pt x="431800" y="436880"/>
                        </a:lnTo>
                        <a:lnTo>
                          <a:pt x="452120" y="487680"/>
                        </a:lnTo>
                        <a:lnTo>
                          <a:pt x="467360" y="802640"/>
                        </a:lnTo>
                        <a:lnTo>
                          <a:pt x="436880" y="838200"/>
                        </a:lnTo>
                        <a:lnTo>
                          <a:pt x="299720" y="919480"/>
                        </a:lnTo>
                        <a:lnTo>
                          <a:pt x="254000" y="975360"/>
                        </a:lnTo>
                        <a:lnTo>
                          <a:pt x="213360" y="1036320"/>
                        </a:lnTo>
                        <a:lnTo>
                          <a:pt x="167640" y="1102360"/>
                        </a:lnTo>
                        <a:lnTo>
                          <a:pt x="0" y="1193800"/>
                        </a:lnTo>
                        <a:lnTo>
                          <a:pt x="0" y="1234440"/>
                        </a:lnTo>
                        <a:lnTo>
                          <a:pt x="66040" y="1366520"/>
                        </a:lnTo>
                        <a:lnTo>
                          <a:pt x="127000" y="1595120"/>
                        </a:lnTo>
                        <a:lnTo>
                          <a:pt x="187960" y="1762760"/>
                        </a:lnTo>
                        <a:lnTo>
                          <a:pt x="187960" y="1920240"/>
                        </a:lnTo>
                        <a:lnTo>
                          <a:pt x="198120" y="1950720"/>
                        </a:lnTo>
                        <a:lnTo>
                          <a:pt x="314960" y="2072640"/>
                        </a:lnTo>
                        <a:lnTo>
                          <a:pt x="350520" y="2072640"/>
                        </a:lnTo>
                        <a:lnTo>
                          <a:pt x="391160" y="2037080"/>
                        </a:lnTo>
                        <a:lnTo>
                          <a:pt x="502920" y="2103120"/>
                        </a:lnTo>
                        <a:lnTo>
                          <a:pt x="518160" y="2164080"/>
                        </a:lnTo>
                        <a:lnTo>
                          <a:pt x="508000" y="2235200"/>
                        </a:lnTo>
                        <a:lnTo>
                          <a:pt x="518160" y="2275840"/>
                        </a:lnTo>
                        <a:lnTo>
                          <a:pt x="574040" y="2306320"/>
                        </a:lnTo>
                        <a:lnTo>
                          <a:pt x="619760" y="2316480"/>
                        </a:lnTo>
                        <a:lnTo>
                          <a:pt x="711200" y="2407920"/>
                        </a:lnTo>
                        <a:lnTo>
                          <a:pt x="772160" y="2438400"/>
                        </a:lnTo>
                        <a:lnTo>
                          <a:pt x="853440" y="2418080"/>
                        </a:lnTo>
                        <a:lnTo>
                          <a:pt x="899160" y="2418080"/>
                        </a:lnTo>
                        <a:lnTo>
                          <a:pt x="960120" y="2484120"/>
                        </a:lnTo>
                        <a:lnTo>
                          <a:pt x="965200" y="2534920"/>
                        </a:lnTo>
                        <a:lnTo>
                          <a:pt x="949960" y="2575560"/>
                        </a:lnTo>
                        <a:cubicBezTo>
                          <a:pt x="950172" y="2604347"/>
                          <a:pt x="950383" y="2633133"/>
                          <a:pt x="950595" y="2661920"/>
                        </a:cubicBezTo>
                        <a:lnTo>
                          <a:pt x="990600" y="2702560"/>
                        </a:lnTo>
                        <a:lnTo>
                          <a:pt x="1066800" y="2794000"/>
                        </a:lnTo>
                        <a:lnTo>
                          <a:pt x="1117600" y="2799080"/>
                        </a:lnTo>
                        <a:lnTo>
                          <a:pt x="1153160" y="2799080"/>
                        </a:lnTo>
                        <a:lnTo>
                          <a:pt x="1193800" y="2839720"/>
                        </a:lnTo>
                        <a:lnTo>
                          <a:pt x="1198880" y="2875280"/>
                        </a:lnTo>
                        <a:lnTo>
                          <a:pt x="1259840" y="2890520"/>
                        </a:lnTo>
                        <a:lnTo>
                          <a:pt x="1290320" y="2885440"/>
                        </a:lnTo>
                        <a:lnTo>
                          <a:pt x="1341120" y="2936240"/>
                        </a:lnTo>
                        <a:lnTo>
                          <a:pt x="1402080" y="2936240"/>
                        </a:lnTo>
                        <a:lnTo>
                          <a:pt x="1569720" y="2931160"/>
                        </a:lnTo>
                        <a:lnTo>
                          <a:pt x="1595120" y="2921000"/>
                        </a:lnTo>
                        <a:lnTo>
                          <a:pt x="1651000" y="2946400"/>
                        </a:lnTo>
                        <a:lnTo>
                          <a:pt x="1671320" y="3002280"/>
                        </a:lnTo>
                        <a:lnTo>
                          <a:pt x="1686560" y="3032760"/>
                        </a:lnTo>
                        <a:lnTo>
                          <a:pt x="1778000" y="2981960"/>
                        </a:lnTo>
                        <a:lnTo>
                          <a:pt x="1823720" y="2921000"/>
                        </a:lnTo>
                        <a:lnTo>
                          <a:pt x="1960880" y="2763520"/>
                        </a:lnTo>
                        <a:lnTo>
                          <a:pt x="2001520" y="2733040"/>
                        </a:lnTo>
                        <a:lnTo>
                          <a:pt x="2057400" y="2727960"/>
                        </a:lnTo>
                        <a:lnTo>
                          <a:pt x="2062480" y="2672080"/>
                        </a:lnTo>
                        <a:lnTo>
                          <a:pt x="2047240" y="2651760"/>
                        </a:lnTo>
                        <a:lnTo>
                          <a:pt x="2108200" y="2519680"/>
                        </a:lnTo>
                        <a:lnTo>
                          <a:pt x="2214880" y="2468880"/>
                        </a:lnTo>
                        <a:lnTo>
                          <a:pt x="2199640" y="2433320"/>
                        </a:lnTo>
                        <a:lnTo>
                          <a:pt x="2148840" y="2382520"/>
                        </a:lnTo>
                        <a:lnTo>
                          <a:pt x="2072640" y="2382520"/>
                        </a:lnTo>
                        <a:lnTo>
                          <a:pt x="2011680" y="2341880"/>
                        </a:lnTo>
                        <a:lnTo>
                          <a:pt x="1971040" y="2250440"/>
                        </a:lnTo>
                        <a:lnTo>
                          <a:pt x="1950720" y="2204720"/>
                        </a:lnTo>
                        <a:lnTo>
                          <a:pt x="1894840" y="2194560"/>
                        </a:lnTo>
                        <a:lnTo>
                          <a:pt x="1869440" y="2159000"/>
                        </a:lnTo>
                        <a:lnTo>
                          <a:pt x="1869440" y="2006600"/>
                        </a:lnTo>
                        <a:lnTo>
                          <a:pt x="1864360" y="1960880"/>
                        </a:lnTo>
                        <a:lnTo>
                          <a:pt x="1808480" y="1960880"/>
                        </a:lnTo>
                        <a:lnTo>
                          <a:pt x="1732280" y="1930400"/>
                        </a:lnTo>
                        <a:lnTo>
                          <a:pt x="1686560" y="1864360"/>
                        </a:lnTo>
                        <a:lnTo>
                          <a:pt x="1676400" y="1818640"/>
                        </a:lnTo>
                        <a:lnTo>
                          <a:pt x="1676400" y="1767840"/>
                        </a:lnTo>
                        <a:lnTo>
                          <a:pt x="1645920" y="1752600"/>
                        </a:lnTo>
                        <a:lnTo>
                          <a:pt x="1595120" y="1752600"/>
                        </a:lnTo>
                        <a:lnTo>
                          <a:pt x="1539240" y="1757680"/>
                        </a:lnTo>
                        <a:lnTo>
                          <a:pt x="1452880" y="1686560"/>
                        </a:lnTo>
                        <a:lnTo>
                          <a:pt x="1452880" y="1610360"/>
                        </a:lnTo>
                        <a:lnTo>
                          <a:pt x="1452880" y="1559560"/>
                        </a:lnTo>
                        <a:lnTo>
                          <a:pt x="1397000" y="1503680"/>
                        </a:lnTo>
                        <a:lnTo>
                          <a:pt x="1320800" y="1488440"/>
                        </a:lnTo>
                        <a:lnTo>
                          <a:pt x="1275080" y="1518920"/>
                        </a:lnTo>
                        <a:lnTo>
                          <a:pt x="1259840" y="1539240"/>
                        </a:lnTo>
                        <a:lnTo>
                          <a:pt x="1224280" y="1539240"/>
                        </a:lnTo>
                        <a:lnTo>
                          <a:pt x="1193800" y="1483360"/>
                        </a:lnTo>
                        <a:lnTo>
                          <a:pt x="1163320" y="1478280"/>
                        </a:lnTo>
                        <a:lnTo>
                          <a:pt x="1122680" y="1478280"/>
                        </a:lnTo>
                        <a:lnTo>
                          <a:pt x="1046480" y="1427480"/>
                        </a:lnTo>
                        <a:lnTo>
                          <a:pt x="1036320" y="1214120"/>
                        </a:lnTo>
                        <a:lnTo>
                          <a:pt x="1066800" y="1158240"/>
                        </a:lnTo>
                        <a:lnTo>
                          <a:pt x="1061720" y="1036320"/>
                        </a:lnTo>
                        <a:lnTo>
                          <a:pt x="1122680" y="960120"/>
                        </a:lnTo>
                        <a:lnTo>
                          <a:pt x="1122680" y="843280"/>
                        </a:lnTo>
                        <a:lnTo>
                          <a:pt x="1148080" y="762000"/>
                        </a:lnTo>
                        <a:lnTo>
                          <a:pt x="1153160" y="711200"/>
                        </a:lnTo>
                        <a:lnTo>
                          <a:pt x="1203960" y="635000"/>
                        </a:lnTo>
                        <a:lnTo>
                          <a:pt x="1183640" y="513080"/>
                        </a:lnTo>
                        <a:lnTo>
                          <a:pt x="1158240" y="472440"/>
                        </a:lnTo>
                        <a:lnTo>
                          <a:pt x="1087120" y="431800"/>
                        </a:lnTo>
                        <a:lnTo>
                          <a:pt x="1097280" y="345440"/>
                        </a:lnTo>
                        <a:lnTo>
                          <a:pt x="1071880" y="294640"/>
                        </a:lnTo>
                        <a:lnTo>
                          <a:pt x="1046480" y="264160"/>
                        </a:lnTo>
                        <a:lnTo>
                          <a:pt x="990600" y="259080"/>
                        </a:lnTo>
                        <a:lnTo>
                          <a:pt x="939800" y="259080"/>
                        </a:lnTo>
                        <a:lnTo>
                          <a:pt x="889000" y="233680"/>
                        </a:lnTo>
                        <a:lnTo>
                          <a:pt x="889000" y="60960"/>
                        </a:lnTo>
                        <a:close/>
                      </a:path>
                    </a:pathLst>
                  </a:cu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700">
                      <a:ln>
                        <a:solidFill>
                          <a:schemeClr val="accent1">
                            <a:alpha val="0"/>
                          </a:schemeClr>
                        </a:solidFill>
                      </a:ln>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55" name="노원구">
                    <a:extLst>
                      <a:ext uri="{FF2B5EF4-FFF2-40B4-BE49-F238E27FC236}">
                        <a16:creationId xmlns:a16="http://schemas.microsoft.com/office/drawing/2014/main" id="{B48F01C9-38AF-CF89-40A9-05C2ABC157E3}"/>
                      </a:ext>
                    </a:extLst>
                  </p:cNvPr>
                  <p:cNvSpPr/>
                  <p:nvPr/>
                </p:nvSpPr>
                <p:spPr>
                  <a:xfrm>
                    <a:off x="4999567" y="1468967"/>
                    <a:ext cx="2247900" cy="3327400"/>
                  </a:xfrm>
                  <a:custGeom>
                    <a:avLst/>
                    <a:gdLst>
                      <a:gd name="connsiteX0" fmla="*/ 1214966 w 2247900"/>
                      <a:gd name="connsiteY0" fmla="*/ 0 h 3327400"/>
                      <a:gd name="connsiteX1" fmla="*/ 1113366 w 2247900"/>
                      <a:gd name="connsiteY1" fmla="*/ 25400 h 3327400"/>
                      <a:gd name="connsiteX2" fmla="*/ 1058333 w 2247900"/>
                      <a:gd name="connsiteY2" fmla="*/ 29633 h 3327400"/>
                      <a:gd name="connsiteX3" fmla="*/ 1016000 w 2247900"/>
                      <a:gd name="connsiteY3" fmla="*/ 42333 h 3327400"/>
                      <a:gd name="connsiteX4" fmla="*/ 944033 w 2247900"/>
                      <a:gd name="connsiteY4" fmla="*/ 42333 h 3327400"/>
                      <a:gd name="connsiteX5" fmla="*/ 880533 w 2247900"/>
                      <a:gd name="connsiteY5" fmla="*/ 46566 h 3327400"/>
                      <a:gd name="connsiteX6" fmla="*/ 850900 w 2247900"/>
                      <a:gd name="connsiteY6" fmla="*/ 71966 h 3327400"/>
                      <a:gd name="connsiteX7" fmla="*/ 850900 w 2247900"/>
                      <a:gd name="connsiteY7" fmla="*/ 127000 h 3327400"/>
                      <a:gd name="connsiteX8" fmla="*/ 829733 w 2247900"/>
                      <a:gd name="connsiteY8" fmla="*/ 190500 h 3327400"/>
                      <a:gd name="connsiteX9" fmla="*/ 808566 w 2247900"/>
                      <a:gd name="connsiteY9" fmla="*/ 249766 h 3327400"/>
                      <a:gd name="connsiteX10" fmla="*/ 808566 w 2247900"/>
                      <a:gd name="connsiteY10" fmla="*/ 283633 h 3327400"/>
                      <a:gd name="connsiteX11" fmla="*/ 787400 w 2247900"/>
                      <a:gd name="connsiteY11" fmla="*/ 313266 h 3327400"/>
                      <a:gd name="connsiteX12" fmla="*/ 732366 w 2247900"/>
                      <a:gd name="connsiteY12" fmla="*/ 321733 h 3327400"/>
                      <a:gd name="connsiteX13" fmla="*/ 622300 w 2247900"/>
                      <a:gd name="connsiteY13" fmla="*/ 325966 h 3327400"/>
                      <a:gd name="connsiteX14" fmla="*/ 550333 w 2247900"/>
                      <a:gd name="connsiteY14" fmla="*/ 334433 h 3327400"/>
                      <a:gd name="connsiteX15" fmla="*/ 503766 w 2247900"/>
                      <a:gd name="connsiteY15" fmla="*/ 330200 h 3327400"/>
                      <a:gd name="connsiteX16" fmla="*/ 465666 w 2247900"/>
                      <a:gd name="connsiteY16" fmla="*/ 351366 h 3327400"/>
                      <a:gd name="connsiteX17" fmla="*/ 385233 w 2247900"/>
                      <a:gd name="connsiteY17" fmla="*/ 423333 h 3327400"/>
                      <a:gd name="connsiteX18" fmla="*/ 347133 w 2247900"/>
                      <a:gd name="connsiteY18" fmla="*/ 448733 h 3327400"/>
                      <a:gd name="connsiteX19" fmla="*/ 372533 w 2247900"/>
                      <a:gd name="connsiteY19" fmla="*/ 503766 h 3327400"/>
                      <a:gd name="connsiteX20" fmla="*/ 389466 w 2247900"/>
                      <a:gd name="connsiteY20" fmla="*/ 605366 h 3327400"/>
                      <a:gd name="connsiteX21" fmla="*/ 397933 w 2247900"/>
                      <a:gd name="connsiteY21" fmla="*/ 643466 h 3327400"/>
                      <a:gd name="connsiteX22" fmla="*/ 406400 w 2247900"/>
                      <a:gd name="connsiteY22" fmla="*/ 677333 h 3327400"/>
                      <a:gd name="connsiteX23" fmla="*/ 389466 w 2247900"/>
                      <a:gd name="connsiteY23" fmla="*/ 723900 h 3327400"/>
                      <a:gd name="connsiteX24" fmla="*/ 347133 w 2247900"/>
                      <a:gd name="connsiteY24" fmla="*/ 791633 h 3327400"/>
                      <a:gd name="connsiteX25" fmla="*/ 330200 w 2247900"/>
                      <a:gd name="connsiteY25" fmla="*/ 889000 h 3327400"/>
                      <a:gd name="connsiteX26" fmla="*/ 355600 w 2247900"/>
                      <a:gd name="connsiteY26" fmla="*/ 1126066 h 3327400"/>
                      <a:gd name="connsiteX27" fmla="*/ 355600 w 2247900"/>
                      <a:gd name="connsiteY27" fmla="*/ 1202266 h 3327400"/>
                      <a:gd name="connsiteX28" fmla="*/ 406400 w 2247900"/>
                      <a:gd name="connsiteY28" fmla="*/ 1274233 h 3327400"/>
                      <a:gd name="connsiteX29" fmla="*/ 431800 w 2247900"/>
                      <a:gd name="connsiteY29" fmla="*/ 1354666 h 3327400"/>
                      <a:gd name="connsiteX30" fmla="*/ 436033 w 2247900"/>
                      <a:gd name="connsiteY30" fmla="*/ 1426633 h 3327400"/>
                      <a:gd name="connsiteX31" fmla="*/ 427566 w 2247900"/>
                      <a:gd name="connsiteY31" fmla="*/ 1562100 h 3327400"/>
                      <a:gd name="connsiteX32" fmla="*/ 444500 w 2247900"/>
                      <a:gd name="connsiteY32" fmla="*/ 1600200 h 3327400"/>
                      <a:gd name="connsiteX33" fmla="*/ 465666 w 2247900"/>
                      <a:gd name="connsiteY33" fmla="*/ 1684866 h 3327400"/>
                      <a:gd name="connsiteX34" fmla="*/ 508000 w 2247900"/>
                      <a:gd name="connsiteY34" fmla="*/ 1888066 h 3327400"/>
                      <a:gd name="connsiteX35" fmla="*/ 541866 w 2247900"/>
                      <a:gd name="connsiteY35" fmla="*/ 1976966 h 3327400"/>
                      <a:gd name="connsiteX36" fmla="*/ 567266 w 2247900"/>
                      <a:gd name="connsiteY36" fmla="*/ 2048933 h 3327400"/>
                      <a:gd name="connsiteX37" fmla="*/ 567266 w 2247900"/>
                      <a:gd name="connsiteY37" fmla="*/ 2137833 h 3327400"/>
                      <a:gd name="connsiteX38" fmla="*/ 567266 w 2247900"/>
                      <a:gd name="connsiteY38" fmla="*/ 2286000 h 3327400"/>
                      <a:gd name="connsiteX39" fmla="*/ 571500 w 2247900"/>
                      <a:gd name="connsiteY39" fmla="*/ 2362200 h 3327400"/>
                      <a:gd name="connsiteX40" fmla="*/ 541866 w 2247900"/>
                      <a:gd name="connsiteY40" fmla="*/ 2383366 h 3327400"/>
                      <a:gd name="connsiteX41" fmla="*/ 478366 w 2247900"/>
                      <a:gd name="connsiteY41" fmla="*/ 2374900 h 3327400"/>
                      <a:gd name="connsiteX42" fmla="*/ 419100 w 2247900"/>
                      <a:gd name="connsiteY42" fmla="*/ 2353733 h 3327400"/>
                      <a:gd name="connsiteX43" fmla="*/ 347133 w 2247900"/>
                      <a:gd name="connsiteY43" fmla="*/ 2302933 h 3327400"/>
                      <a:gd name="connsiteX44" fmla="*/ 317500 w 2247900"/>
                      <a:gd name="connsiteY44" fmla="*/ 2260600 h 3327400"/>
                      <a:gd name="connsiteX45" fmla="*/ 321733 w 2247900"/>
                      <a:gd name="connsiteY45" fmla="*/ 2222500 h 3327400"/>
                      <a:gd name="connsiteX46" fmla="*/ 304800 w 2247900"/>
                      <a:gd name="connsiteY46" fmla="*/ 2180166 h 3327400"/>
                      <a:gd name="connsiteX47" fmla="*/ 270933 w 2247900"/>
                      <a:gd name="connsiteY47" fmla="*/ 2192866 h 3327400"/>
                      <a:gd name="connsiteX48" fmla="*/ 258233 w 2247900"/>
                      <a:gd name="connsiteY48" fmla="*/ 2252133 h 3327400"/>
                      <a:gd name="connsiteX49" fmla="*/ 232833 w 2247900"/>
                      <a:gd name="connsiteY49" fmla="*/ 2294466 h 3327400"/>
                      <a:gd name="connsiteX50" fmla="*/ 207433 w 2247900"/>
                      <a:gd name="connsiteY50" fmla="*/ 2357966 h 3327400"/>
                      <a:gd name="connsiteX51" fmla="*/ 135466 w 2247900"/>
                      <a:gd name="connsiteY51" fmla="*/ 2434166 h 3327400"/>
                      <a:gd name="connsiteX52" fmla="*/ 110066 w 2247900"/>
                      <a:gd name="connsiteY52" fmla="*/ 2463800 h 3327400"/>
                      <a:gd name="connsiteX53" fmla="*/ 131233 w 2247900"/>
                      <a:gd name="connsiteY53" fmla="*/ 2565400 h 3327400"/>
                      <a:gd name="connsiteX54" fmla="*/ 110066 w 2247900"/>
                      <a:gd name="connsiteY54" fmla="*/ 2611966 h 3327400"/>
                      <a:gd name="connsiteX55" fmla="*/ 67733 w 2247900"/>
                      <a:gd name="connsiteY55" fmla="*/ 2628900 h 3327400"/>
                      <a:gd name="connsiteX56" fmla="*/ 25400 w 2247900"/>
                      <a:gd name="connsiteY56" fmla="*/ 2620433 h 3327400"/>
                      <a:gd name="connsiteX57" fmla="*/ 0 w 2247900"/>
                      <a:gd name="connsiteY57" fmla="*/ 2650066 h 3327400"/>
                      <a:gd name="connsiteX58" fmla="*/ 21166 w 2247900"/>
                      <a:gd name="connsiteY58" fmla="*/ 2722033 h 3327400"/>
                      <a:gd name="connsiteX59" fmla="*/ 80433 w 2247900"/>
                      <a:gd name="connsiteY59" fmla="*/ 2777066 h 3327400"/>
                      <a:gd name="connsiteX60" fmla="*/ 101600 w 2247900"/>
                      <a:gd name="connsiteY60" fmla="*/ 2794000 h 3327400"/>
                      <a:gd name="connsiteX61" fmla="*/ 139700 w 2247900"/>
                      <a:gd name="connsiteY61" fmla="*/ 2781300 h 3327400"/>
                      <a:gd name="connsiteX62" fmla="*/ 139700 w 2247900"/>
                      <a:gd name="connsiteY62" fmla="*/ 2781300 h 3327400"/>
                      <a:gd name="connsiteX63" fmla="*/ 220133 w 2247900"/>
                      <a:gd name="connsiteY63" fmla="*/ 2840566 h 3327400"/>
                      <a:gd name="connsiteX64" fmla="*/ 249766 w 2247900"/>
                      <a:gd name="connsiteY64" fmla="*/ 2904066 h 3327400"/>
                      <a:gd name="connsiteX65" fmla="*/ 245533 w 2247900"/>
                      <a:gd name="connsiteY65" fmla="*/ 2954866 h 3327400"/>
                      <a:gd name="connsiteX66" fmla="*/ 266700 w 2247900"/>
                      <a:gd name="connsiteY66" fmla="*/ 2992966 h 3327400"/>
                      <a:gd name="connsiteX67" fmla="*/ 313266 w 2247900"/>
                      <a:gd name="connsiteY67" fmla="*/ 3001433 h 3327400"/>
                      <a:gd name="connsiteX68" fmla="*/ 567266 w 2247900"/>
                      <a:gd name="connsiteY68" fmla="*/ 3238500 h 3327400"/>
                      <a:gd name="connsiteX69" fmla="*/ 626533 w 2247900"/>
                      <a:gd name="connsiteY69" fmla="*/ 3255433 h 3327400"/>
                      <a:gd name="connsiteX70" fmla="*/ 668866 w 2247900"/>
                      <a:gd name="connsiteY70" fmla="*/ 3272366 h 3327400"/>
                      <a:gd name="connsiteX71" fmla="*/ 736600 w 2247900"/>
                      <a:gd name="connsiteY71" fmla="*/ 3310466 h 3327400"/>
                      <a:gd name="connsiteX72" fmla="*/ 795866 w 2247900"/>
                      <a:gd name="connsiteY72" fmla="*/ 3327400 h 3327400"/>
                      <a:gd name="connsiteX73" fmla="*/ 829733 w 2247900"/>
                      <a:gd name="connsiteY73" fmla="*/ 3310466 h 3327400"/>
                      <a:gd name="connsiteX74" fmla="*/ 855133 w 2247900"/>
                      <a:gd name="connsiteY74" fmla="*/ 3285066 h 3327400"/>
                      <a:gd name="connsiteX75" fmla="*/ 914400 w 2247900"/>
                      <a:gd name="connsiteY75" fmla="*/ 3276600 h 3327400"/>
                      <a:gd name="connsiteX76" fmla="*/ 977900 w 2247900"/>
                      <a:gd name="connsiteY76" fmla="*/ 3234266 h 3327400"/>
                      <a:gd name="connsiteX77" fmla="*/ 1155700 w 2247900"/>
                      <a:gd name="connsiteY77" fmla="*/ 3158066 h 3327400"/>
                      <a:gd name="connsiteX78" fmla="*/ 1236133 w 2247900"/>
                      <a:gd name="connsiteY78" fmla="*/ 3119966 h 3327400"/>
                      <a:gd name="connsiteX79" fmla="*/ 1308100 w 2247900"/>
                      <a:gd name="connsiteY79" fmla="*/ 3111500 h 3327400"/>
                      <a:gd name="connsiteX80" fmla="*/ 1384300 w 2247900"/>
                      <a:gd name="connsiteY80" fmla="*/ 3098800 h 3327400"/>
                      <a:gd name="connsiteX81" fmla="*/ 1418166 w 2247900"/>
                      <a:gd name="connsiteY81" fmla="*/ 3090333 h 3327400"/>
                      <a:gd name="connsiteX82" fmla="*/ 1447800 w 2247900"/>
                      <a:gd name="connsiteY82" fmla="*/ 3115733 h 3327400"/>
                      <a:gd name="connsiteX83" fmla="*/ 1468966 w 2247900"/>
                      <a:gd name="connsiteY83" fmla="*/ 3170766 h 3327400"/>
                      <a:gd name="connsiteX84" fmla="*/ 1498600 w 2247900"/>
                      <a:gd name="connsiteY84" fmla="*/ 3196166 h 3327400"/>
                      <a:gd name="connsiteX85" fmla="*/ 1536700 w 2247900"/>
                      <a:gd name="connsiteY85" fmla="*/ 3230033 h 3327400"/>
                      <a:gd name="connsiteX86" fmla="*/ 1570566 w 2247900"/>
                      <a:gd name="connsiteY86" fmla="*/ 3255433 h 3327400"/>
                      <a:gd name="connsiteX87" fmla="*/ 1604433 w 2247900"/>
                      <a:gd name="connsiteY87" fmla="*/ 3234266 h 3327400"/>
                      <a:gd name="connsiteX88" fmla="*/ 1634066 w 2247900"/>
                      <a:gd name="connsiteY88" fmla="*/ 3204633 h 3327400"/>
                      <a:gd name="connsiteX89" fmla="*/ 1659466 w 2247900"/>
                      <a:gd name="connsiteY89" fmla="*/ 3196166 h 3327400"/>
                      <a:gd name="connsiteX90" fmla="*/ 1706033 w 2247900"/>
                      <a:gd name="connsiteY90" fmla="*/ 3200400 h 3327400"/>
                      <a:gd name="connsiteX91" fmla="*/ 1769533 w 2247900"/>
                      <a:gd name="connsiteY91" fmla="*/ 3230033 h 3327400"/>
                      <a:gd name="connsiteX92" fmla="*/ 1824566 w 2247900"/>
                      <a:gd name="connsiteY92" fmla="*/ 3230033 h 3327400"/>
                      <a:gd name="connsiteX93" fmla="*/ 1875366 w 2247900"/>
                      <a:gd name="connsiteY93" fmla="*/ 3213100 h 3327400"/>
                      <a:gd name="connsiteX94" fmla="*/ 1879600 w 2247900"/>
                      <a:gd name="connsiteY94" fmla="*/ 3183466 h 3327400"/>
                      <a:gd name="connsiteX95" fmla="*/ 1930400 w 2247900"/>
                      <a:gd name="connsiteY95" fmla="*/ 3166533 h 3327400"/>
                      <a:gd name="connsiteX96" fmla="*/ 1917700 w 2247900"/>
                      <a:gd name="connsiteY96" fmla="*/ 3014133 h 3327400"/>
                      <a:gd name="connsiteX97" fmla="*/ 1934633 w 2247900"/>
                      <a:gd name="connsiteY97" fmla="*/ 2954866 h 3327400"/>
                      <a:gd name="connsiteX98" fmla="*/ 2006600 w 2247900"/>
                      <a:gd name="connsiteY98" fmla="*/ 2925233 h 3327400"/>
                      <a:gd name="connsiteX99" fmla="*/ 2082800 w 2247900"/>
                      <a:gd name="connsiteY99" fmla="*/ 2874433 h 3327400"/>
                      <a:gd name="connsiteX100" fmla="*/ 2129366 w 2247900"/>
                      <a:gd name="connsiteY100" fmla="*/ 2836333 h 3327400"/>
                      <a:gd name="connsiteX101" fmla="*/ 2167466 w 2247900"/>
                      <a:gd name="connsiteY101" fmla="*/ 2819400 h 3327400"/>
                      <a:gd name="connsiteX102" fmla="*/ 2218266 w 2247900"/>
                      <a:gd name="connsiteY102" fmla="*/ 2717800 h 3327400"/>
                      <a:gd name="connsiteX103" fmla="*/ 2247900 w 2247900"/>
                      <a:gd name="connsiteY103" fmla="*/ 2662766 h 3327400"/>
                      <a:gd name="connsiteX104" fmla="*/ 2243666 w 2247900"/>
                      <a:gd name="connsiteY104" fmla="*/ 2607733 h 3327400"/>
                      <a:gd name="connsiteX105" fmla="*/ 2226733 w 2247900"/>
                      <a:gd name="connsiteY105" fmla="*/ 2442633 h 3327400"/>
                      <a:gd name="connsiteX106" fmla="*/ 2192866 w 2247900"/>
                      <a:gd name="connsiteY106" fmla="*/ 2341033 h 3327400"/>
                      <a:gd name="connsiteX107" fmla="*/ 2188633 w 2247900"/>
                      <a:gd name="connsiteY107" fmla="*/ 2218266 h 3327400"/>
                      <a:gd name="connsiteX108" fmla="*/ 2188633 w 2247900"/>
                      <a:gd name="connsiteY108" fmla="*/ 2142066 h 3327400"/>
                      <a:gd name="connsiteX109" fmla="*/ 2159000 w 2247900"/>
                      <a:gd name="connsiteY109" fmla="*/ 2099733 h 3327400"/>
                      <a:gd name="connsiteX110" fmla="*/ 1989666 w 2247900"/>
                      <a:gd name="connsiteY110" fmla="*/ 2006600 h 3327400"/>
                      <a:gd name="connsiteX111" fmla="*/ 1938866 w 2247900"/>
                      <a:gd name="connsiteY111" fmla="*/ 2006600 h 3327400"/>
                      <a:gd name="connsiteX112" fmla="*/ 1896533 w 2247900"/>
                      <a:gd name="connsiteY112" fmla="*/ 2036233 h 3327400"/>
                      <a:gd name="connsiteX113" fmla="*/ 1782233 w 2247900"/>
                      <a:gd name="connsiteY113" fmla="*/ 2087033 h 3327400"/>
                      <a:gd name="connsiteX114" fmla="*/ 1739900 w 2247900"/>
                      <a:gd name="connsiteY114" fmla="*/ 2074333 h 3327400"/>
                      <a:gd name="connsiteX115" fmla="*/ 1722966 w 2247900"/>
                      <a:gd name="connsiteY115" fmla="*/ 1964266 h 3327400"/>
                      <a:gd name="connsiteX116" fmla="*/ 1697566 w 2247900"/>
                      <a:gd name="connsiteY116" fmla="*/ 1824566 h 3327400"/>
                      <a:gd name="connsiteX117" fmla="*/ 1680633 w 2247900"/>
                      <a:gd name="connsiteY117" fmla="*/ 1782233 h 3327400"/>
                      <a:gd name="connsiteX118" fmla="*/ 1638300 w 2247900"/>
                      <a:gd name="connsiteY118" fmla="*/ 1744133 h 3327400"/>
                      <a:gd name="connsiteX119" fmla="*/ 1507066 w 2247900"/>
                      <a:gd name="connsiteY119" fmla="*/ 1659466 h 3327400"/>
                      <a:gd name="connsiteX120" fmla="*/ 1473200 w 2247900"/>
                      <a:gd name="connsiteY120" fmla="*/ 1629833 h 3327400"/>
                      <a:gd name="connsiteX121" fmla="*/ 1473200 w 2247900"/>
                      <a:gd name="connsiteY121" fmla="*/ 1629833 h 3327400"/>
                      <a:gd name="connsiteX122" fmla="*/ 1574800 w 2247900"/>
                      <a:gd name="connsiteY122" fmla="*/ 1562100 h 3327400"/>
                      <a:gd name="connsiteX123" fmla="*/ 1655233 w 2247900"/>
                      <a:gd name="connsiteY123" fmla="*/ 1540933 h 3327400"/>
                      <a:gd name="connsiteX124" fmla="*/ 1710266 w 2247900"/>
                      <a:gd name="connsiteY124" fmla="*/ 1511300 h 3327400"/>
                      <a:gd name="connsiteX125" fmla="*/ 1731433 w 2247900"/>
                      <a:gd name="connsiteY125" fmla="*/ 1460500 h 3327400"/>
                      <a:gd name="connsiteX126" fmla="*/ 1701800 w 2247900"/>
                      <a:gd name="connsiteY126" fmla="*/ 1430866 h 3327400"/>
                      <a:gd name="connsiteX127" fmla="*/ 1663700 w 2247900"/>
                      <a:gd name="connsiteY127" fmla="*/ 1392766 h 3327400"/>
                      <a:gd name="connsiteX128" fmla="*/ 1651000 w 2247900"/>
                      <a:gd name="connsiteY128" fmla="*/ 1354666 h 3327400"/>
                      <a:gd name="connsiteX129" fmla="*/ 1655233 w 2247900"/>
                      <a:gd name="connsiteY129" fmla="*/ 1295400 h 3327400"/>
                      <a:gd name="connsiteX130" fmla="*/ 1663700 w 2247900"/>
                      <a:gd name="connsiteY130" fmla="*/ 1253066 h 3327400"/>
                      <a:gd name="connsiteX131" fmla="*/ 1672166 w 2247900"/>
                      <a:gd name="connsiteY131" fmla="*/ 1198033 h 3327400"/>
                      <a:gd name="connsiteX132" fmla="*/ 1676400 w 2247900"/>
                      <a:gd name="connsiteY132" fmla="*/ 1130300 h 3327400"/>
                      <a:gd name="connsiteX133" fmla="*/ 1672166 w 2247900"/>
                      <a:gd name="connsiteY133" fmla="*/ 1104900 h 3327400"/>
                      <a:gd name="connsiteX134" fmla="*/ 1731433 w 2247900"/>
                      <a:gd name="connsiteY134" fmla="*/ 1071033 h 3327400"/>
                      <a:gd name="connsiteX135" fmla="*/ 1752600 w 2247900"/>
                      <a:gd name="connsiteY135" fmla="*/ 1020233 h 3327400"/>
                      <a:gd name="connsiteX136" fmla="*/ 1739900 w 2247900"/>
                      <a:gd name="connsiteY136" fmla="*/ 965200 h 3327400"/>
                      <a:gd name="connsiteX137" fmla="*/ 1706033 w 2247900"/>
                      <a:gd name="connsiteY137" fmla="*/ 893233 h 3327400"/>
                      <a:gd name="connsiteX138" fmla="*/ 1655233 w 2247900"/>
                      <a:gd name="connsiteY138" fmla="*/ 821266 h 3327400"/>
                      <a:gd name="connsiteX139" fmla="*/ 1642533 w 2247900"/>
                      <a:gd name="connsiteY139" fmla="*/ 787400 h 3327400"/>
                      <a:gd name="connsiteX140" fmla="*/ 1646766 w 2247900"/>
                      <a:gd name="connsiteY140" fmla="*/ 618066 h 3327400"/>
                      <a:gd name="connsiteX141" fmla="*/ 1659466 w 2247900"/>
                      <a:gd name="connsiteY141" fmla="*/ 558800 h 3327400"/>
                      <a:gd name="connsiteX142" fmla="*/ 1701800 w 2247900"/>
                      <a:gd name="connsiteY142" fmla="*/ 520700 h 3327400"/>
                      <a:gd name="connsiteX143" fmla="*/ 1710266 w 2247900"/>
                      <a:gd name="connsiteY143" fmla="*/ 482600 h 3327400"/>
                      <a:gd name="connsiteX144" fmla="*/ 1722966 w 2247900"/>
                      <a:gd name="connsiteY144" fmla="*/ 431800 h 3327400"/>
                      <a:gd name="connsiteX145" fmla="*/ 1739900 w 2247900"/>
                      <a:gd name="connsiteY145" fmla="*/ 359833 h 3327400"/>
                      <a:gd name="connsiteX146" fmla="*/ 1727200 w 2247900"/>
                      <a:gd name="connsiteY146" fmla="*/ 287866 h 3327400"/>
                      <a:gd name="connsiteX147" fmla="*/ 1697566 w 2247900"/>
                      <a:gd name="connsiteY147" fmla="*/ 275166 h 3327400"/>
                      <a:gd name="connsiteX148" fmla="*/ 1642533 w 2247900"/>
                      <a:gd name="connsiteY148" fmla="*/ 275166 h 3327400"/>
                      <a:gd name="connsiteX149" fmla="*/ 1591733 w 2247900"/>
                      <a:gd name="connsiteY149" fmla="*/ 296333 h 3327400"/>
                      <a:gd name="connsiteX150" fmla="*/ 1532466 w 2247900"/>
                      <a:gd name="connsiteY150" fmla="*/ 309033 h 3327400"/>
                      <a:gd name="connsiteX151" fmla="*/ 1485900 w 2247900"/>
                      <a:gd name="connsiteY151" fmla="*/ 292100 h 3327400"/>
                      <a:gd name="connsiteX152" fmla="*/ 1405466 w 2247900"/>
                      <a:gd name="connsiteY152" fmla="*/ 207433 h 3327400"/>
                      <a:gd name="connsiteX153" fmla="*/ 1329266 w 2247900"/>
                      <a:gd name="connsiteY153" fmla="*/ 148166 h 3327400"/>
                      <a:gd name="connsiteX154" fmla="*/ 1308100 w 2247900"/>
                      <a:gd name="connsiteY154" fmla="*/ 101600 h 3327400"/>
                      <a:gd name="connsiteX155" fmla="*/ 1291166 w 2247900"/>
                      <a:gd name="connsiteY155" fmla="*/ 38100 h 3327400"/>
                      <a:gd name="connsiteX156" fmla="*/ 1274233 w 2247900"/>
                      <a:gd name="connsiteY156" fmla="*/ 4233 h 3327400"/>
                      <a:gd name="connsiteX157" fmla="*/ 1214966 w 2247900"/>
                      <a:gd name="connsiteY157" fmla="*/ 0 h 3327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Lst>
                    <a:rect l="l" t="t" r="r" b="b"/>
                    <a:pathLst>
                      <a:path w="2247900" h="3327400">
                        <a:moveTo>
                          <a:pt x="1214966" y="0"/>
                        </a:moveTo>
                        <a:lnTo>
                          <a:pt x="1113366" y="25400"/>
                        </a:lnTo>
                        <a:lnTo>
                          <a:pt x="1058333" y="29633"/>
                        </a:lnTo>
                        <a:lnTo>
                          <a:pt x="1016000" y="42333"/>
                        </a:lnTo>
                        <a:lnTo>
                          <a:pt x="944033" y="42333"/>
                        </a:lnTo>
                        <a:lnTo>
                          <a:pt x="880533" y="46566"/>
                        </a:lnTo>
                        <a:lnTo>
                          <a:pt x="850900" y="71966"/>
                        </a:lnTo>
                        <a:lnTo>
                          <a:pt x="850900" y="127000"/>
                        </a:lnTo>
                        <a:lnTo>
                          <a:pt x="829733" y="190500"/>
                        </a:lnTo>
                        <a:lnTo>
                          <a:pt x="808566" y="249766"/>
                        </a:lnTo>
                        <a:lnTo>
                          <a:pt x="808566" y="283633"/>
                        </a:lnTo>
                        <a:lnTo>
                          <a:pt x="787400" y="313266"/>
                        </a:lnTo>
                        <a:lnTo>
                          <a:pt x="732366" y="321733"/>
                        </a:lnTo>
                        <a:lnTo>
                          <a:pt x="622300" y="325966"/>
                        </a:lnTo>
                        <a:lnTo>
                          <a:pt x="550333" y="334433"/>
                        </a:lnTo>
                        <a:lnTo>
                          <a:pt x="503766" y="330200"/>
                        </a:lnTo>
                        <a:lnTo>
                          <a:pt x="465666" y="351366"/>
                        </a:lnTo>
                        <a:lnTo>
                          <a:pt x="385233" y="423333"/>
                        </a:lnTo>
                        <a:lnTo>
                          <a:pt x="347133" y="448733"/>
                        </a:lnTo>
                        <a:lnTo>
                          <a:pt x="372533" y="503766"/>
                        </a:lnTo>
                        <a:lnTo>
                          <a:pt x="389466" y="605366"/>
                        </a:lnTo>
                        <a:lnTo>
                          <a:pt x="397933" y="643466"/>
                        </a:lnTo>
                        <a:lnTo>
                          <a:pt x="406400" y="677333"/>
                        </a:lnTo>
                        <a:lnTo>
                          <a:pt x="389466" y="723900"/>
                        </a:lnTo>
                        <a:lnTo>
                          <a:pt x="347133" y="791633"/>
                        </a:lnTo>
                        <a:lnTo>
                          <a:pt x="330200" y="889000"/>
                        </a:lnTo>
                        <a:lnTo>
                          <a:pt x="355600" y="1126066"/>
                        </a:lnTo>
                        <a:lnTo>
                          <a:pt x="355600" y="1202266"/>
                        </a:lnTo>
                        <a:lnTo>
                          <a:pt x="406400" y="1274233"/>
                        </a:lnTo>
                        <a:lnTo>
                          <a:pt x="431800" y="1354666"/>
                        </a:lnTo>
                        <a:lnTo>
                          <a:pt x="436033" y="1426633"/>
                        </a:lnTo>
                        <a:lnTo>
                          <a:pt x="427566" y="1562100"/>
                        </a:lnTo>
                        <a:lnTo>
                          <a:pt x="444500" y="1600200"/>
                        </a:lnTo>
                        <a:lnTo>
                          <a:pt x="465666" y="1684866"/>
                        </a:lnTo>
                        <a:lnTo>
                          <a:pt x="508000" y="1888066"/>
                        </a:lnTo>
                        <a:lnTo>
                          <a:pt x="541866" y="1976966"/>
                        </a:lnTo>
                        <a:lnTo>
                          <a:pt x="567266" y="2048933"/>
                        </a:lnTo>
                        <a:lnTo>
                          <a:pt x="567266" y="2137833"/>
                        </a:lnTo>
                        <a:lnTo>
                          <a:pt x="567266" y="2286000"/>
                        </a:lnTo>
                        <a:lnTo>
                          <a:pt x="571500" y="2362200"/>
                        </a:lnTo>
                        <a:lnTo>
                          <a:pt x="541866" y="2383366"/>
                        </a:lnTo>
                        <a:lnTo>
                          <a:pt x="478366" y="2374900"/>
                        </a:lnTo>
                        <a:lnTo>
                          <a:pt x="419100" y="2353733"/>
                        </a:lnTo>
                        <a:lnTo>
                          <a:pt x="347133" y="2302933"/>
                        </a:lnTo>
                        <a:lnTo>
                          <a:pt x="317500" y="2260600"/>
                        </a:lnTo>
                        <a:lnTo>
                          <a:pt x="321733" y="2222500"/>
                        </a:lnTo>
                        <a:lnTo>
                          <a:pt x="304800" y="2180166"/>
                        </a:lnTo>
                        <a:lnTo>
                          <a:pt x="270933" y="2192866"/>
                        </a:lnTo>
                        <a:lnTo>
                          <a:pt x="258233" y="2252133"/>
                        </a:lnTo>
                        <a:lnTo>
                          <a:pt x="232833" y="2294466"/>
                        </a:lnTo>
                        <a:lnTo>
                          <a:pt x="207433" y="2357966"/>
                        </a:lnTo>
                        <a:lnTo>
                          <a:pt x="135466" y="2434166"/>
                        </a:lnTo>
                        <a:lnTo>
                          <a:pt x="110066" y="2463800"/>
                        </a:lnTo>
                        <a:lnTo>
                          <a:pt x="131233" y="2565400"/>
                        </a:lnTo>
                        <a:lnTo>
                          <a:pt x="110066" y="2611966"/>
                        </a:lnTo>
                        <a:lnTo>
                          <a:pt x="67733" y="2628900"/>
                        </a:lnTo>
                        <a:lnTo>
                          <a:pt x="25400" y="2620433"/>
                        </a:lnTo>
                        <a:lnTo>
                          <a:pt x="0" y="2650066"/>
                        </a:lnTo>
                        <a:lnTo>
                          <a:pt x="21166" y="2722033"/>
                        </a:lnTo>
                        <a:lnTo>
                          <a:pt x="80433" y="2777066"/>
                        </a:lnTo>
                        <a:lnTo>
                          <a:pt x="101600" y="2794000"/>
                        </a:lnTo>
                        <a:lnTo>
                          <a:pt x="139700" y="2781300"/>
                        </a:lnTo>
                        <a:lnTo>
                          <a:pt x="139700" y="2781300"/>
                        </a:lnTo>
                        <a:lnTo>
                          <a:pt x="220133" y="2840566"/>
                        </a:lnTo>
                        <a:lnTo>
                          <a:pt x="249766" y="2904066"/>
                        </a:lnTo>
                        <a:lnTo>
                          <a:pt x="245533" y="2954866"/>
                        </a:lnTo>
                        <a:lnTo>
                          <a:pt x="266700" y="2992966"/>
                        </a:lnTo>
                        <a:lnTo>
                          <a:pt x="313266" y="3001433"/>
                        </a:lnTo>
                        <a:lnTo>
                          <a:pt x="567266" y="3238500"/>
                        </a:lnTo>
                        <a:lnTo>
                          <a:pt x="626533" y="3255433"/>
                        </a:lnTo>
                        <a:lnTo>
                          <a:pt x="668866" y="3272366"/>
                        </a:lnTo>
                        <a:lnTo>
                          <a:pt x="736600" y="3310466"/>
                        </a:lnTo>
                        <a:lnTo>
                          <a:pt x="795866" y="3327400"/>
                        </a:lnTo>
                        <a:lnTo>
                          <a:pt x="829733" y="3310466"/>
                        </a:lnTo>
                        <a:lnTo>
                          <a:pt x="855133" y="3285066"/>
                        </a:lnTo>
                        <a:lnTo>
                          <a:pt x="914400" y="3276600"/>
                        </a:lnTo>
                        <a:lnTo>
                          <a:pt x="977900" y="3234266"/>
                        </a:lnTo>
                        <a:lnTo>
                          <a:pt x="1155700" y="3158066"/>
                        </a:lnTo>
                        <a:lnTo>
                          <a:pt x="1236133" y="3119966"/>
                        </a:lnTo>
                        <a:lnTo>
                          <a:pt x="1308100" y="3111500"/>
                        </a:lnTo>
                        <a:lnTo>
                          <a:pt x="1384300" y="3098800"/>
                        </a:lnTo>
                        <a:lnTo>
                          <a:pt x="1418166" y="3090333"/>
                        </a:lnTo>
                        <a:lnTo>
                          <a:pt x="1447800" y="3115733"/>
                        </a:lnTo>
                        <a:lnTo>
                          <a:pt x="1468966" y="3170766"/>
                        </a:lnTo>
                        <a:lnTo>
                          <a:pt x="1498600" y="3196166"/>
                        </a:lnTo>
                        <a:lnTo>
                          <a:pt x="1536700" y="3230033"/>
                        </a:lnTo>
                        <a:lnTo>
                          <a:pt x="1570566" y="3255433"/>
                        </a:lnTo>
                        <a:lnTo>
                          <a:pt x="1604433" y="3234266"/>
                        </a:lnTo>
                        <a:lnTo>
                          <a:pt x="1634066" y="3204633"/>
                        </a:lnTo>
                        <a:lnTo>
                          <a:pt x="1659466" y="3196166"/>
                        </a:lnTo>
                        <a:lnTo>
                          <a:pt x="1706033" y="3200400"/>
                        </a:lnTo>
                        <a:lnTo>
                          <a:pt x="1769533" y="3230033"/>
                        </a:lnTo>
                        <a:lnTo>
                          <a:pt x="1824566" y="3230033"/>
                        </a:lnTo>
                        <a:lnTo>
                          <a:pt x="1875366" y="3213100"/>
                        </a:lnTo>
                        <a:lnTo>
                          <a:pt x="1879600" y="3183466"/>
                        </a:lnTo>
                        <a:lnTo>
                          <a:pt x="1930400" y="3166533"/>
                        </a:lnTo>
                        <a:lnTo>
                          <a:pt x="1917700" y="3014133"/>
                        </a:lnTo>
                        <a:lnTo>
                          <a:pt x="1934633" y="2954866"/>
                        </a:lnTo>
                        <a:lnTo>
                          <a:pt x="2006600" y="2925233"/>
                        </a:lnTo>
                        <a:lnTo>
                          <a:pt x="2082800" y="2874433"/>
                        </a:lnTo>
                        <a:lnTo>
                          <a:pt x="2129366" y="2836333"/>
                        </a:lnTo>
                        <a:lnTo>
                          <a:pt x="2167466" y="2819400"/>
                        </a:lnTo>
                        <a:lnTo>
                          <a:pt x="2218266" y="2717800"/>
                        </a:lnTo>
                        <a:lnTo>
                          <a:pt x="2247900" y="2662766"/>
                        </a:lnTo>
                        <a:lnTo>
                          <a:pt x="2243666" y="2607733"/>
                        </a:lnTo>
                        <a:lnTo>
                          <a:pt x="2226733" y="2442633"/>
                        </a:lnTo>
                        <a:lnTo>
                          <a:pt x="2192866" y="2341033"/>
                        </a:lnTo>
                        <a:lnTo>
                          <a:pt x="2188633" y="2218266"/>
                        </a:lnTo>
                        <a:lnTo>
                          <a:pt x="2188633" y="2142066"/>
                        </a:lnTo>
                        <a:lnTo>
                          <a:pt x="2159000" y="2099733"/>
                        </a:lnTo>
                        <a:lnTo>
                          <a:pt x="1989666" y="2006600"/>
                        </a:lnTo>
                        <a:lnTo>
                          <a:pt x="1938866" y="2006600"/>
                        </a:lnTo>
                        <a:lnTo>
                          <a:pt x="1896533" y="2036233"/>
                        </a:lnTo>
                        <a:lnTo>
                          <a:pt x="1782233" y="2087033"/>
                        </a:lnTo>
                        <a:lnTo>
                          <a:pt x="1739900" y="2074333"/>
                        </a:lnTo>
                        <a:lnTo>
                          <a:pt x="1722966" y="1964266"/>
                        </a:lnTo>
                        <a:lnTo>
                          <a:pt x="1697566" y="1824566"/>
                        </a:lnTo>
                        <a:lnTo>
                          <a:pt x="1680633" y="1782233"/>
                        </a:lnTo>
                        <a:lnTo>
                          <a:pt x="1638300" y="1744133"/>
                        </a:lnTo>
                        <a:lnTo>
                          <a:pt x="1507066" y="1659466"/>
                        </a:lnTo>
                        <a:lnTo>
                          <a:pt x="1473200" y="1629833"/>
                        </a:lnTo>
                        <a:lnTo>
                          <a:pt x="1473200" y="1629833"/>
                        </a:lnTo>
                        <a:lnTo>
                          <a:pt x="1574800" y="1562100"/>
                        </a:lnTo>
                        <a:lnTo>
                          <a:pt x="1655233" y="1540933"/>
                        </a:lnTo>
                        <a:lnTo>
                          <a:pt x="1710266" y="1511300"/>
                        </a:lnTo>
                        <a:lnTo>
                          <a:pt x="1731433" y="1460500"/>
                        </a:lnTo>
                        <a:lnTo>
                          <a:pt x="1701800" y="1430866"/>
                        </a:lnTo>
                        <a:lnTo>
                          <a:pt x="1663700" y="1392766"/>
                        </a:lnTo>
                        <a:lnTo>
                          <a:pt x="1651000" y="1354666"/>
                        </a:lnTo>
                        <a:lnTo>
                          <a:pt x="1655233" y="1295400"/>
                        </a:lnTo>
                        <a:lnTo>
                          <a:pt x="1663700" y="1253066"/>
                        </a:lnTo>
                        <a:lnTo>
                          <a:pt x="1672166" y="1198033"/>
                        </a:lnTo>
                        <a:lnTo>
                          <a:pt x="1676400" y="1130300"/>
                        </a:lnTo>
                        <a:lnTo>
                          <a:pt x="1672166" y="1104900"/>
                        </a:lnTo>
                        <a:lnTo>
                          <a:pt x="1731433" y="1071033"/>
                        </a:lnTo>
                        <a:lnTo>
                          <a:pt x="1752600" y="1020233"/>
                        </a:lnTo>
                        <a:lnTo>
                          <a:pt x="1739900" y="965200"/>
                        </a:lnTo>
                        <a:lnTo>
                          <a:pt x="1706033" y="893233"/>
                        </a:lnTo>
                        <a:lnTo>
                          <a:pt x="1655233" y="821266"/>
                        </a:lnTo>
                        <a:lnTo>
                          <a:pt x="1642533" y="787400"/>
                        </a:lnTo>
                        <a:lnTo>
                          <a:pt x="1646766" y="618066"/>
                        </a:lnTo>
                        <a:lnTo>
                          <a:pt x="1659466" y="558800"/>
                        </a:lnTo>
                        <a:lnTo>
                          <a:pt x="1701800" y="520700"/>
                        </a:lnTo>
                        <a:lnTo>
                          <a:pt x="1710266" y="482600"/>
                        </a:lnTo>
                        <a:lnTo>
                          <a:pt x="1722966" y="431800"/>
                        </a:lnTo>
                        <a:lnTo>
                          <a:pt x="1739900" y="359833"/>
                        </a:lnTo>
                        <a:lnTo>
                          <a:pt x="1727200" y="287866"/>
                        </a:lnTo>
                        <a:lnTo>
                          <a:pt x="1697566" y="275166"/>
                        </a:lnTo>
                        <a:lnTo>
                          <a:pt x="1642533" y="275166"/>
                        </a:lnTo>
                        <a:lnTo>
                          <a:pt x="1591733" y="296333"/>
                        </a:lnTo>
                        <a:lnTo>
                          <a:pt x="1532466" y="309033"/>
                        </a:lnTo>
                        <a:lnTo>
                          <a:pt x="1485900" y="292100"/>
                        </a:lnTo>
                        <a:lnTo>
                          <a:pt x="1405466" y="207433"/>
                        </a:lnTo>
                        <a:lnTo>
                          <a:pt x="1329266" y="148166"/>
                        </a:lnTo>
                        <a:lnTo>
                          <a:pt x="1308100" y="101600"/>
                        </a:lnTo>
                        <a:lnTo>
                          <a:pt x="1291166" y="38100"/>
                        </a:lnTo>
                        <a:lnTo>
                          <a:pt x="1274233" y="4233"/>
                        </a:lnTo>
                        <a:lnTo>
                          <a:pt x="1214966" y="0"/>
                        </a:lnTo>
                        <a:close/>
                      </a:path>
                    </a:pathLst>
                  </a:cu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700">
                      <a:ln>
                        <a:solidFill>
                          <a:schemeClr val="accent1">
                            <a:alpha val="0"/>
                          </a:schemeClr>
                        </a:solidFill>
                      </a:ln>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56" name="도봉구">
                    <a:extLst>
                      <a:ext uri="{FF2B5EF4-FFF2-40B4-BE49-F238E27FC236}">
                        <a16:creationId xmlns:a16="http://schemas.microsoft.com/office/drawing/2014/main" id="{757D8646-31FC-AF80-EAD8-8EBD657C8130}"/>
                      </a:ext>
                    </a:extLst>
                  </p:cNvPr>
                  <p:cNvSpPr/>
                  <p:nvPr/>
                </p:nvSpPr>
                <p:spPr>
                  <a:xfrm>
                    <a:off x="3856567" y="1274233"/>
                    <a:ext cx="1646766" cy="2798234"/>
                  </a:xfrm>
                  <a:custGeom>
                    <a:avLst/>
                    <a:gdLst>
                      <a:gd name="connsiteX0" fmla="*/ 647700 w 1646766"/>
                      <a:gd name="connsiteY0" fmla="*/ 0 h 2798234"/>
                      <a:gd name="connsiteX1" fmla="*/ 402166 w 1646766"/>
                      <a:gd name="connsiteY1" fmla="*/ 8467 h 2798234"/>
                      <a:gd name="connsiteX2" fmla="*/ 309033 w 1646766"/>
                      <a:gd name="connsiteY2" fmla="*/ 4234 h 2798234"/>
                      <a:gd name="connsiteX3" fmla="*/ 245533 w 1646766"/>
                      <a:gd name="connsiteY3" fmla="*/ 4234 h 2798234"/>
                      <a:gd name="connsiteX4" fmla="*/ 190500 w 1646766"/>
                      <a:gd name="connsiteY4" fmla="*/ 67734 h 2798234"/>
                      <a:gd name="connsiteX5" fmla="*/ 127000 w 1646766"/>
                      <a:gd name="connsiteY5" fmla="*/ 135467 h 2798234"/>
                      <a:gd name="connsiteX6" fmla="*/ 33866 w 1646766"/>
                      <a:gd name="connsiteY6" fmla="*/ 215900 h 2798234"/>
                      <a:gd name="connsiteX7" fmla="*/ 0 w 1646766"/>
                      <a:gd name="connsiteY7" fmla="*/ 249767 h 2798234"/>
                      <a:gd name="connsiteX8" fmla="*/ 21166 w 1646766"/>
                      <a:gd name="connsiteY8" fmla="*/ 309034 h 2798234"/>
                      <a:gd name="connsiteX9" fmla="*/ 50800 w 1646766"/>
                      <a:gd name="connsiteY9" fmla="*/ 368300 h 2798234"/>
                      <a:gd name="connsiteX10" fmla="*/ 63500 w 1646766"/>
                      <a:gd name="connsiteY10" fmla="*/ 452967 h 2798234"/>
                      <a:gd name="connsiteX11" fmla="*/ 84666 w 1646766"/>
                      <a:gd name="connsiteY11" fmla="*/ 516467 h 2798234"/>
                      <a:gd name="connsiteX12" fmla="*/ 84666 w 1646766"/>
                      <a:gd name="connsiteY12" fmla="*/ 596900 h 2798234"/>
                      <a:gd name="connsiteX13" fmla="*/ 84666 w 1646766"/>
                      <a:gd name="connsiteY13" fmla="*/ 690034 h 2798234"/>
                      <a:gd name="connsiteX14" fmla="*/ 67733 w 1646766"/>
                      <a:gd name="connsiteY14" fmla="*/ 736600 h 2798234"/>
                      <a:gd name="connsiteX15" fmla="*/ 76200 w 1646766"/>
                      <a:gd name="connsiteY15" fmla="*/ 821267 h 2798234"/>
                      <a:gd name="connsiteX16" fmla="*/ 110066 w 1646766"/>
                      <a:gd name="connsiteY16" fmla="*/ 880534 h 2798234"/>
                      <a:gd name="connsiteX17" fmla="*/ 152400 w 1646766"/>
                      <a:gd name="connsiteY17" fmla="*/ 867834 h 2798234"/>
                      <a:gd name="connsiteX18" fmla="*/ 215900 w 1646766"/>
                      <a:gd name="connsiteY18" fmla="*/ 884767 h 2798234"/>
                      <a:gd name="connsiteX19" fmla="*/ 279400 w 1646766"/>
                      <a:gd name="connsiteY19" fmla="*/ 927100 h 2798234"/>
                      <a:gd name="connsiteX20" fmla="*/ 296333 w 1646766"/>
                      <a:gd name="connsiteY20" fmla="*/ 999067 h 2798234"/>
                      <a:gd name="connsiteX21" fmla="*/ 283633 w 1646766"/>
                      <a:gd name="connsiteY21" fmla="*/ 1058334 h 2798234"/>
                      <a:gd name="connsiteX22" fmla="*/ 313266 w 1646766"/>
                      <a:gd name="connsiteY22" fmla="*/ 1104900 h 2798234"/>
                      <a:gd name="connsiteX23" fmla="*/ 347133 w 1646766"/>
                      <a:gd name="connsiteY23" fmla="*/ 1113367 h 2798234"/>
                      <a:gd name="connsiteX24" fmla="*/ 389466 w 1646766"/>
                      <a:gd name="connsiteY24" fmla="*/ 1185334 h 2798234"/>
                      <a:gd name="connsiteX25" fmla="*/ 402166 w 1646766"/>
                      <a:gd name="connsiteY25" fmla="*/ 1244600 h 2798234"/>
                      <a:gd name="connsiteX26" fmla="*/ 414866 w 1646766"/>
                      <a:gd name="connsiteY26" fmla="*/ 1333500 h 2798234"/>
                      <a:gd name="connsiteX27" fmla="*/ 393700 w 1646766"/>
                      <a:gd name="connsiteY27" fmla="*/ 1375834 h 2798234"/>
                      <a:gd name="connsiteX28" fmla="*/ 347133 w 1646766"/>
                      <a:gd name="connsiteY28" fmla="*/ 1447800 h 2798234"/>
                      <a:gd name="connsiteX29" fmla="*/ 347133 w 1646766"/>
                      <a:gd name="connsiteY29" fmla="*/ 1490134 h 2798234"/>
                      <a:gd name="connsiteX30" fmla="*/ 304800 w 1646766"/>
                      <a:gd name="connsiteY30" fmla="*/ 1545167 h 2798234"/>
                      <a:gd name="connsiteX31" fmla="*/ 317500 w 1646766"/>
                      <a:gd name="connsiteY31" fmla="*/ 1617134 h 2798234"/>
                      <a:gd name="connsiteX32" fmla="*/ 309033 w 1646766"/>
                      <a:gd name="connsiteY32" fmla="*/ 1680634 h 2798234"/>
                      <a:gd name="connsiteX33" fmla="*/ 275166 w 1646766"/>
                      <a:gd name="connsiteY33" fmla="*/ 1731434 h 2798234"/>
                      <a:gd name="connsiteX34" fmla="*/ 241300 w 1646766"/>
                      <a:gd name="connsiteY34" fmla="*/ 1782234 h 2798234"/>
                      <a:gd name="connsiteX35" fmla="*/ 254000 w 1646766"/>
                      <a:gd name="connsiteY35" fmla="*/ 1833034 h 2798234"/>
                      <a:gd name="connsiteX36" fmla="*/ 270933 w 1646766"/>
                      <a:gd name="connsiteY36" fmla="*/ 1866900 h 2798234"/>
                      <a:gd name="connsiteX37" fmla="*/ 262466 w 1646766"/>
                      <a:gd name="connsiteY37" fmla="*/ 1913467 h 2798234"/>
                      <a:gd name="connsiteX38" fmla="*/ 232833 w 1646766"/>
                      <a:gd name="connsiteY38" fmla="*/ 1943100 h 2798234"/>
                      <a:gd name="connsiteX39" fmla="*/ 224366 w 1646766"/>
                      <a:gd name="connsiteY39" fmla="*/ 1981200 h 2798234"/>
                      <a:gd name="connsiteX40" fmla="*/ 232833 w 1646766"/>
                      <a:gd name="connsiteY40" fmla="*/ 2053167 h 2798234"/>
                      <a:gd name="connsiteX41" fmla="*/ 245533 w 1646766"/>
                      <a:gd name="connsiteY41" fmla="*/ 2082800 h 2798234"/>
                      <a:gd name="connsiteX42" fmla="*/ 283633 w 1646766"/>
                      <a:gd name="connsiteY42" fmla="*/ 2074334 h 2798234"/>
                      <a:gd name="connsiteX43" fmla="*/ 283633 w 1646766"/>
                      <a:gd name="connsiteY43" fmla="*/ 2074334 h 2798234"/>
                      <a:gd name="connsiteX44" fmla="*/ 330200 w 1646766"/>
                      <a:gd name="connsiteY44" fmla="*/ 2091267 h 2798234"/>
                      <a:gd name="connsiteX45" fmla="*/ 355600 w 1646766"/>
                      <a:gd name="connsiteY45" fmla="*/ 2112434 h 2798234"/>
                      <a:gd name="connsiteX46" fmla="*/ 381000 w 1646766"/>
                      <a:gd name="connsiteY46" fmla="*/ 2095500 h 2798234"/>
                      <a:gd name="connsiteX47" fmla="*/ 402166 w 1646766"/>
                      <a:gd name="connsiteY47" fmla="*/ 2078567 h 2798234"/>
                      <a:gd name="connsiteX48" fmla="*/ 465666 w 1646766"/>
                      <a:gd name="connsiteY48" fmla="*/ 2078567 h 2798234"/>
                      <a:gd name="connsiteX49" fmla="*/ 524933 w 1646766"/>
                      <a:gd name="connsiteY49" fmla="*/ 2091267 h 2798234"/>
                      <a:gd name="connsiteX50" fmla="*/ 567266 w 1646766"/>
                      <a:gd name="connsiteY50" fmla="*/ 2133600 h 2798234"/>
                      <a:gd name="connsiteX51" fmla="*/ 609600 w 1646766"/>
                      <a:gd name="connsiteY51" fmla="*/ 2167467 h 2798234"/>
                      <a:gd name="connsiteX52" fmla="*/ 643466 w 1646766"/>
                      <a:gd name="connsiteY52" fmla="*/ 2192867 h 2798234"/>
                      <a:gd name="connsiteX53" fmla="*/ 651933 w 1646766"/>
                      <a:gd name="connsiteY53" fmla="*/ 2230967 h 2798234"/>
                      <a:gd name="connsiteX54" fmla="*/ 643466 w 1646766"/>
                      <a:gd name="connsiteY54" fmla="*/ 2269067 h 2798234"/>
                      <a:gd name="connsiteX55" fmla="*/ 651933 w 1646766"/>
                      <a:gd name="connsiteY55" fmla="*/ 2324100 h 2798234"/>
                      <a:gd name="connsiteX56" fmla="*/ 690033 w 1646766"/>
                      <a:gd name="connsiteY56" fmla="*/ 2349500 h 2798234"/>
                      <a:gd name="connsiteX57" fmla="*/ 728133 w 1646766"/>
                      <a:gd name="connsiteY57" fmla="*/ 2362200 h 2798234"/>
                      <a:gd name="connsiteX58" fmla="*/ 787400 w 1646766"/>
                      <a:gd name="connsiteY58" fmla="*/ 2362200 h 2798234"/>
                      <a:gd name="connsiteX59" fmla="*/ 838200 w 1646766"/>
                      <a:gd name="connsiteY59" fmla="*/ 2387600 h 2798234"/>
                      <a:gd name="connsiteX60" fmla="*/ 859366 w 1646766"/>
                      <a:gd name="connsiteY60" fmla="*/ 2438400 h 2798234"/>
                      <a:gd name="connsiteX61" fmla="*/ 867833 w 1646766"/>
                      <a:gd name="connsiteY61" fmla="*/ 2480734 h 2798234"/>
                      <a:gd name="connsiteX62" fmla="*/ 910166 w 1646766"/>
                      <a:gd name="connsiteY62" fmla="*/ 2540000 h 2798234"/>
                      <a:gd name="connsiteX63" fmla="*/ 948266 w 1646766"/>
                      <a:gd name="connsiteY63" fmla="*/ 2573867 h 2798234"/>
                      <a:gd name="connsiteX64" fmla="*/ 986366 w 1646766"/>
                      <a:gd name="connsiteY64" fmla="*/ 2582334 h 2798234"/>
                      <a:gd name="connsiteX65" fmla="*/ 1032933 w 1646766"/>
                      <a:gd name="connsiteY65" fmla="*/ 2590800 h 2798234"/>
                      <a:gd name="connsiteX66" fmla="*/ 1049866 w 1646766"/>
                      <a:gd name="connsiteY66" fmla="*/ 2616200 h 2798234"/>
                      <a:gd name="connsiteX67" fmla="*/ 1058333 w 1646766"/>
                      <a:gd name="connsiteY67" fmla="*/ 2675467 h 2798234"/>
                      <a:gd name="connsiteX68" fmla="*/ 1058333 w 1646766"/>
                      <a:gd name="connsiteY68" fmla="*/ 2768600 h 2798234"/>
                      <a:gd name="connsiteX69" fmla="*/ 1079500 w 1646766"/>
                      <a:gd name="connsiteY69" fmla="*/ 2798234 h 2798234"/>
                      <a:gd name="connsiteX70" fmla="*/ 1109133 w 1646766"/>
                      <a:gd name="connsiteY70" fmla="*/ 2785534 h 2798234"/>
                      <a:gd name="connsiteX71" fmla="*/ 1109133 w 1646766"/>
                      <a:gd name="connsiteY71" fmla="*/ 2785534 h 2798234"/>
                      <a:gd name="connsiteX72" fmla="*/ 1134533 w 1646766"/>
                      <a:gd name="connsiteY72" fmla="*/ 2726267 h 2798234"/>
                      <a:gd name="connsiteX73" fmla="*/ 1155700 w 1646766"/>
                      <a:gd name="connsiteY73" fmla="*/ 2734734 h 2798234"/>
                      <a:gd name="connsiteX74" fmla="*/ 1168400 w 1646766"/>
                      <a:gd name="connsiteY74" fmla="*/ 2751667 h 2798234"/>
                      <a:gd name="connsiteX75" fmla="*/ 1168400 w 1646766"/>
                      <a:gd name="connsiteY75" fmla="*/ 2751667 h 2798234"/>
                      <a:gd name="connsiteX76" fmla="*/ 1198033 w 1646766"/>
                      <a:gd name="connsiteY76" fmla="*/ 2743200 h 2798234"/>
                      <a:gd name="connsiteX77" fmla="*/ 1198033 w 1646766"/>
                      <a:gd name="connsiteY77" fmla="*/ 2696634 h 2798234"/>
                      <a:gd name="connsiteX78" fmla="*/ 1176866 w 1646766"/>
                      <a:gd name="connsiteY78" fmla="*/ 2650067 h 2798234"/>
                      <a:gd name="connsiteX79" fmla="*/ 1176866 w 1646766"/>
                      <a:gd name="connsiteY79" fmla="*/ 2599267 h 2798234"/>
                      <a:gd name="connsiteX80" fmla="*/ 1231900 w 1646766"/>
                      <a:gd name="connsiteY80" fmla="*/ 2569634 h 2798234"/>
                      <a:gd name="connsiteX81" fmla="*/ 1274233 w 1646766"/>
                      <a:gd name="connsiteY81" fmla="*/ 2514600 h 2798234"/>
                      <a:gd name="connsiteX82" fmla="*/ 1295400 w 1646766"/>
                      <a:gd name="connsiteY82" fmla="*/ 2463800 h 2798234"/>
                      <a:gd name="connsiteX83" fmla="*/ 1303866 w 1646766"/>
                      <a:gd name="connsiteY83" fmla="*/ 2408767 h 2798234"/>
                      <a:gd name="connsiteX84" fmla="*/ 1337733 w 1646766"/>
                      <a:gd name="connsiteY84" fmla="*/ 2349500 h 2798234"/>
                      <a:gd name="connsiteX85" fmla="*/ 1384300 w 1646766"/>
                      <a:gd name="connsiteY85" fmla="*/ 2294467 h 2798234"/>
                      <a:gd name="connsiteX86" fmla="*/ 1413933 w 1646766"/>
                      <a:gd name="connsiteY86" fmla="*/ 2269067 h 2798234"/>
                      <a:gd name="connsiteX87" fmla="*/ 1443566 w 1646766"/>
                      <a:gd name="connsiteY87" fmla="*/ 2269067 h 2798234"/>
                      <a:gd name="connsiteX88" fmla="*/ 1511300 w 1646766"/>
                      <a:gd name="connsiteY88" fmla="*/ 2302934 h 2798234"/>
                      <a:gd name="connsiteX89" fmla="*/ 1524000 w 1646766"/>
                      <a:gd name="connsiteY89" fmla="*/ 2324100 h 2798234"/>
                      <a:gd name="connsiteX90" fmla="*/ 1524000 w 1646766"/>
                      <a:gd name="connsiteY90" fmla="*/ 2396067 h 2798234"/>
                      <a:gd name="connsiteX91" fmla="*/ 1553633 w 1646766"/>
                      <a:gd name="connsiteY91" fmla="*/ 2438400 h 2798234"/>
                      <a:gd name="connsiteX92" fmla="*/ 1595966 w 1646766"/>
                      <a:gd name="connsiteY92" fmla="*/ 2472267 h 2798234"/>
                      <a:gd name="connsiteX93" fmla="*/ 1646766 w 1646766"/>
                      <a:gd name="connsiteY93" fmla="*/ 2484967 h 2798234"/>
                      <a:gd name="connsiteX94" fmla="*/ 1646766 w 1646766"/>
                      <a:gd name="connsiteY94" fmla="*/ 2442634 h 2798234"/>
                      <a:gd name="connsiteX95" fmla="*/ 1617133 w 1646766"/>
                      <a:gd name="connsiteY95" fmla="*/ 2362200 h 2798234"/>
                      <a:gd name="connsiteX96" fmla="*/ 1629833 w 1646766"/>
                      <a:gd name="connsiteY96" fmla="*/ 2252134 h 2798234"/>
                      <a:gd name="connsiteX97" fmla="*/ 1625600 w 1646766"/>
                      <a:gd name="connsiteY97" fmla="*/ 2205567 h 2798234"/>
                      <a:gd name="connsiteX98" fmla="*/ 1583266 w 1646766"/>
                      <a:gd name="connsiteY98" fmla="*/ 2091267 h 2798234"/>
                      <a:gd name="connsiteX99" fmla="*/ 1536700 w 1646766"/>
                      <a:gd name="connsiteY99" fmla="*/ 1934634 h 2798234"/>
                      <a:gd name="connsiteX100" fmla="*/ 1502833 w 1646766"/>
                      <a:gd name="connsiteY100" fmla="*/ 1828800 h 2798234"/>
                      <a:gd name="connsiteX101" fmla="*/ 1494366 w 1646766"/>
                      <a:gd name="connsiteY101" fmla="*/ 1778000 h 2798234"/>
                      <a:gd name="connsiteX102" fmla="*/ 1498600 w 1646766"/>
                      <a:gd name="connsiteY102" fmla="*/ 1617134 h 2798234"/>
                      <a:gd name="connsiteX103" fmla="*/ 1502833 w 1646766"/>
                      <a:gd name="connsiteY103" fmla="*/ 1570567 h 2798234"/>
                      <a:gd name="connsiteX104" fmla="*/ 1490133 w 1646766"/>
                      <a:gd name="connsiteY104" fmla="*/ 1498600 h 2798234"/>
                      <a:gd name="connsiteX105" fmla="*/ 1460500 w 1646766"/>
                      <a:gd name="connsiteY105" fmla="*/ 1494367 h 2798234"/>
                      <a:gd name="connsiteX106" fmla="*/ 1430866 w 1646766"/>
                      <a:gd name="connsiteY106" fmla="*/ 1430867 h 2798234"/>
                      <a:gd name="connsiteX107" fmla="*/ 1422400 w 1646766"/>
                      <a:gd name="connsiteY107" fmla="*/ 1341967 h 2798234"/>
                      <a:gd name="connsiteX108" fmla="*/ 1413933 w 1646766"/>
                      <a:gd name="connsiteY108" fmla="*/ 1253067 h 2798234"/>
                      <a:gd name="connsiteX109" fmla="*/ 1397000 w 1646766"/>
                      <a:gd name="connsiteY109" fmla="*/ 1172634 h 2798234"/>
                      <a:gd name="connsiteX110" fmla="*/ 1405466 w 1646766"/>
                      <a:gd name="connsiteY110" fmla="*/ 1041400 h 2798234"/>
                      <a:gd name="connsiteX111" fmla="*/ 1435100 w 1646766"/>
                      <a:gd name="connsiteY111" fmla="*/ 965200 h 2798234"/>
                      <a:gd name="connsiteX112" fmla="*/ 1443566 w 1646766"/>
                      <a:gd name="connsiteY112" fmla="*/ 901700 h 2798234"/>
                      <a:gd name="connsiteX113" fmla="*/ 1452033 w 1646766"/>
                      <a:gd name="connsiteY113" fmla="*/ 804334 h 2798234"/>
                      <a:gd name="connsiteX114" fmla="*/ 1447800 w 1646766"/>
                      <a:gd name="connsiteY114" fmla="*/ 711200 h 2798234"/>
                      <a:gd name="connsiteX115" fmla="*/ 1426633 w 1646766"/>
                      <a:gd name="connsiteY115" fmla="*/ 673100 h 2798234"/>
                      <a:gd name="connsiteX116" fmla="*/ 1430866 w 1646766"/>
                      <a:gd name="connsiteY116" fmla="*/ 609600 h 2798234"/>
                      <a:gd name="connsiteX117" fmla="*/ 1413933 w 1646766"/>
                      <a:gd name="connsiteY117" fmla="*/ 579967 h 2798234"/>
                      <a:gd name="connsiteX118" fmla="*/ 1329266 w 1646766"/>
                      <a:gd name="connsiteY118" fmla="*/ 537634 h 2798234"/>
                      <a:gd name="connsiteX119" fmla="*/ 1316566 w 1646766"/>
                      <a:gd name="connsiteY119" fmla="*/ 474134 h 2798234"/>
                      <a:gd name="connsiteX120" fmla="*/ 1316566 w 1646766"/>
                      <a:gd name="connsiteY120" fmla="*/ 359834 h 2798234"/>
                      <a:gd name="connsiteX121" fmla="*/ 1320800 w 1646766"/>
                      <a:gd name="connsiteY121" fmla="*/ 313267 h 2798234"/>
                      <a:gd name="connsiteX122" fmla="*/ 1308100 w 1646766"/>
                      <a:gd name="connsiteY122" fmla="*/ 279400 h 2798234"/>
                      <a:gd name="connsiteX123" fmla="*/ 1278466 w 1646766"/>
                      <a:gd name="connsiteY123" fmla="*/ 270934 h 2798234"/>
                      <a:gd name="connsiteX124" fmla="*/ 1193800 w 1646766"/>
                      <a:gd name="connsiteY124" fmla="*/ 270934 h 2798234"/>
                      <a:gd name="connsiteX125" fmla="*/ 1134533 w 1646766"/>
                      <a:gd name="connsiteY125" fmla="*/ 270934 h 2798234"/>
                      <a:gd name="connsiteX126" fmla="*/ 1087966 w 1646766"/>
                      <a:gd name="connsiteY126" fmla="*/ 287867 h 2798234"/>
                      <a:gd name="connsiteX127" fmla="*/ 999066 w 1646766"/>
                      <a:gd name="connsiteY127" fmla="*/ 347134 h 2798234"/>
                      <a:gd name="connsiteX128" fmla="*/ 956733 w 1646766"/>
                      <a:gd name="connsiteY128" fmla="*/ 381000 h 2798234"/>
                      <a:gd name="connsiteX129" fmla="*/ 910166 w 1646766"/>
                      <a:gd name="connsiteY129" fmla="*/ 410634 h 2798234"/>
                      <a:gd name="connsiteX130" fmla="*/ 855133 w 1646766"/>
                      <a:gd name="connsiteY130" fmla="*/ 427567 h 2798234"/>
                      <a:gd name="connsiteX131" fmla="*/ 808566 w 1646766"/>
                      <a:gd name="connsiteY131" fmla="*/ 423334 h 2798234"/>
                      <a:gd name="connsiteX132" fmla="*/ 770466 w 1646766"/>
                      <a:gd name="connsiteY132" fmla="*/ 385234 h 2798234"/>
                      <a:gd name="connsiteX133" fmla="*/ 762000 w 1646766"/>
                      <a:gd name="connsiteY133" fmla="*/ 325967 h 2798234"/>
                      <a:gd name="connsiteX134" fmla="*/ 736600 w 1646766"/>
                      <a:gd name="connsiteY134" fmla="*/ 296334 h 2798234"/>
                      <a:gd name="connsiteX135" fmla="*/ 715433 w 1646766"/>
                      <a:gd name="connsiteY135" fmla="*/ 220134 h 2798234"/>
                      <a:gd name="connsiteX136" fmla="*/ 719666 w 1646766"/>
                      <a:gd name="connsiteY136" fmla="*/ 101600 h 2798234"/>
                      <a:gd name="connsiteX137" fmla="*/ 723900 w 1646766"/>
                      <a:gd name="connsiteY137" fmla="*/ 50800 h 2798234"/>
                      <a:gd name="connsiteX138" fmla="*/ 723900 w 1646766"/>
                      <a:gd name="connsiteY138" fmla="*/ 50800 h 2798234"/>
                      <a:gd name="connsiteX139" fmla="*/ 723900 w 1646766"/>
                      <a:gd name="connsiteY139" fmla="*/ 4234 h 2798234"/>
                      <a:gd name="connsiteX140" fmla="*/ 647700 w 1646766"/>
                      <a:gd name="connsiteY140" fmla="*/ 0 h 2798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Lst>
                    <a:rect l="l" t="t" r="r" b="b"/>
                    <a:pathLst>
                      <a:path w="1646766" h="2798234">
                        <a:moveTo>
                          <a:pt x="647700" y="0"/>
                        </a:moveTo>
                        <a:lnTo>
                          <a:pt x="402166" y="8467"/>
                        </a:lnTo>
                        <a:lnTo>
                          <a:pt x="309033" y="4234"/>
                        </a:lnTo>
                        <a:lnTo>
                          <a:pt x="245533" y="4234"/>
                        </a:lnTo>
                        <a:lnTo>
                          <a:pt x="190500" y="67734"/>
                        </a:lnTo>
                        <a:lnTo>
                          <a:pt x="127000" y="135467"/>
                        </a:lnTo>
                        <a:lnTo>
                          <a:pt x="33866" y="215900"/>
                        </a:lnTo>
                        <a:lnTo>
                          <a:pt x="0" y="249767"/>
                        </a:lnTo>
                        <a:lnTo>
                          <a:pt x="21166" y="309034"/>
                        </a:lnTo>
                        <a:lnTo>
                          <a:pt x="50800" y="368300"/>
                        </a:lnTo>
                        <a:lnTo>
                          <a:pt x="63500" y="452967"/>
                        </a:lnTo>
                        <a:lnTo>
                          <a:pt x="84666" y="516467"/>
                        </a:lnTo>
                        <a:lnTo>
                          <a:pt x="84666" y="596900"/>
                        </a:lnTo>
                        <a:lnTo>
                          <a:pt x="84666" y="690034"/>
                        </a:lnTo>
                        <a:lnTo>
                          <a:pt x="67733" y="736600"/>
                        </a:lnTo>
                        <a:lnTo>
                          <a:pt x="76200" y="821267"/>
                        </a:lnTo>
                        <a:lnTo>
                          <a:pt x="110066" y="880534"/>
                        </a:lnTo>
                        <a:lnTo>
                          <a:pt x="152400" y="867834"/>
                        </a:lnTo>
                        <a:lnTo>
                          <a:pt x="215900" y="884767"/>
                        </a:lnTo>
                        <a:lnTo>
                          <a:pt x="279400" y="927100"/>
                        </a:lnTo>
                        <a:lnTo>
                          <a:pt x="296333" y="999067"/>
                        </a:lnTo>
                        <a:lnTo>
                          <a:pt x="283633" y="1058334"/>
                        </a:lnTo>
                        <a:lnTo>
                          <a:pt x="313266" y="1104900"/>
                        </a:lnTo>
                        <a:lnTo>
                          <a:pt x="347133" y="1113367"/>
                        </a:lnTo>
                        <a:lnTo>
                          <a:pt x="389466" y="1185334"/>
                        </a:lnTo>
                        <a:lnTo>
                          <a:pt x="402166" y="1244600"/>
                        </a:lnTo>
                        <a:lnTo>
                          <a:pt x="414866" y="1333500"/>
                        </a:lnTo>
                        <a:lnTo>
                          <a:pt x="393700" y="1375834"/>
                        </a:lnTo>
                        <a:lnTo>
                          <a:pt x="347133" y="1447800"/>
                        </a:lnTo>
                        <a:lnTo>
                          <a:pt x="347133" y="1490134"/>
                        </a:lnTo>
                        <a:lnTo>
                          <a:pt x="304800" y="1545167"/>
                        </a:lnTo>
                        <a:lnTo>
                          <a:pt x="317500" y="1617134"/>
                        </a:lnTo>
                        <a:lnTo>
                          <a:pt x="309033" y="1680634"/>
                        </a:lnTo>
                        <a:lnTo>
                          <a:pt x="275166" y="1731434"/>
                        </a:lnTo>
                        <a:lnTo>
                          <a:pt x="241300" y="1782234"/>
                        </a:lnTo>
                        <a:lnTo>
                          <a:pt x="254000" y="1833034"/>
                        </a:lnTo>
                        <a:lnTo>
                          <a:pt x="270933" y="1866900"/>
                        </a:lnTo>
                        <a:lnTo>
                          <a:pt x="262466" y="1913467"/>
                        </a:lnTo>
                        <a:lnTo>
                          <a:pt x="232833" y="1943100"/>
                        </a:lnTo>
                        <a:lnTo>
                          <a:pt x="224366" y="1981200"/>
                        </a:lnTo>
                        <a:lnTo>
                          <a:pt x="232833" y="2053167"/>
                        </a:lnTo>
                        <a:lnTo>
                          <a:pt x="245533" y="2082800"/>
                        </a:lnTo>
                        <a:lnTo>
                          <a:pt x="283633" y="2074334"/>
                        </a:lnTo>
                        <a:lnTo>
                          <a:pt x="283633" y="2074334"/>
                        </a:lnTo>
                        <a:lnTo>
                          <a:pt x="330200" y="2091267"/>
                        </a:lnTo>
                        <a:lnTo>
                          <a:pt x="355600" y="2112434"/>
                        </a:lnTo>
                        <a:lnTo>
                          <a:pt x="381000" y="2095500"/>
                        </a:lnTo>
                        <a:lnTo>
                          <a:pt x="402166" y="2078567"/>
                        </a:lnTo>
                        <a:lnTo>
                          <a:pt x="465666" y="2078567"/>
                        </a:lnTo>
                        <a:lnTo>
                          <a:pt x="524933" y="2091267"/>
                        </a:lnTo>
                        <a:lnTo>
                          <a:pt x="567266" y="2133600"/>
                        </a:lnTo>
                        <a:lnTo>
                          <a:pt x="609600" y="2167467"/>
                        </a:lnTo>
                        <a:lnTo>
                          <a:pt x="643466" y="2192867"/>
                        </a:lnTo>
                        <a:lnTo>
                          <a:pt x="651933" y="2230967"/>
                        </a:lnTo>
                        <a:lnTo>
                          <a:pt x="643466" y="2269067"/>
                        </a:lnTo>
                        <a:lnTo>
                          <a:pt x="651933" y="2324100"/>
                        </a:lnTo>
                        <a:lnTo>
                          <a:pt x="690033" y="2349500"/>
                        </a:lnTo>
                        <a:lnTo>
                          <a:pt x="728133" y="2362200"/>
                        </a:lnTo>
                        <a:lnTo>
                          <a:pt x="787400" y="2362200"/>
                        </a:lnTo>
                        <a:lnTo>
                          <a:pt x="838200" y="2387600"/>
                        </a:lnTo>
                        <a:lnTo>
                          <a:pt x="859366" y="2438400"/>
                        </a:lnTo>
                        <a:lnTo>
                          <a:pt x="867833" y="2480734"/>
                        </a:lnTo>
                        <a:lnTo>
                          <a:pt x="910166" y="2540000"/>
                        </a:lnTo>
                        <a:lnTo>
                          <a:pt x="948266" y="2573867"/>
                        </a:lnTo>
                        <a:lnTo>
                          <a:pt x="986366" y="2582334"/>
                        </a:lnTo>
                        <a:lnTo>
                          <a:pt x="1032933" y="2590800"/>
                        </a:lnTo>
                        <a:lnTo>
                          <a:pt x="1049866" y="2616200"/>
                        </a:lnTo>
                        <a:lnTo>
                          <a:pt x="1058333" y="2675467"/>
                        </a:lnTo>
                        <a:lnTo>
                          <a:pt x="1058333" y="2768600"/>
                        </a:lnTo>
                        <a:lnTo>
                          <a:pt x="1079500" y="2798234"/>
                        </a:lnTo>
                        <a:lnTo>
                          <a:pt x="1109133" y="2785534"/>
                        </a:lnTo>
                        <a:lnTo>
                          <a:pt x="1109133" y="2785534"/>
                        </a:lnTo>
                        <a:lnTo>
                          <a:pt x="1134533" y="2726267"/>
                        </a:lnTo>
                        <a:lnTo>
                          <a:pt x="1155700" y="2734734"/>
                        </a:lnTo>
                        <a:lnTo>
                          <a:pt x="1168400" y="2751667"/>
                        </a:lnTo>
                        <a:lnTo>
                          <a:pt x="1168400" y="2751667"/>
                        </a:lnTo>
                        <a:lnTo>
                          <a:pt x="1198033" y="2743200"/>
                        </a:lnTo>
                        <a:lnTo>
                          <a:pt x="1198033" y="2696634"/>
                        </a:lnTo>
                        <a:lnTo>
                          <a:pt x="1176866" y="2650067"/>
                        </a:lnTo>
                        <a:lnTo>
                          <a:pt x="1176866" y="2599267"/>
                        </a:lnTo>
                        <a:lnTo>
                          <a:pt x="1231900" y="2569634"/>
                        </a:lnTo>
                        <a:lnTo>
                          <a:pt x="1274233" y="2514600"/>
                        </a:lnTo>
                        <a:lnTo>
                          <a:pt x="1295400" y="2463800"/>
                        </a:lnTo>
                        <a:lnTo>
                          <a:pt x="1303866" y="2408767"/>
                        </a:lnTo>
                        <a:lnTo>
                          <a:pt x="1337733" y="2349500"/>
                        </a:lnTo>
                        <a:lnTo>
                          <a:pt x="1384300" y="2294467"/>
                        </a:lnTo>
                        <a:lnTo>
                          <a:pt x="1413933" y="2269067"/>
                        </a:lnTo>
                        <a:lnTo>
                          <a:pt x="1443566" y="2269067"/>
                        </a:lnTo>
                        <a:lnTo>
                          <a:pt x="1511300" y="2302934"/>
                        </a:lnTo>
                        <a:lnTo>
                          <a:pt x="1524000" y="2324100"/>
                        </a:lnTo>
                        <a:lnTo>
                          <a:pt x="1524000" y="2396067"/>
                        </a:lnTo>
                        <a:lnTo>
                          <a:pt x="1553633" y="2438400"/>
                        </a:lnTo>
                        <a:lnTo>
                          <a:pt x="1595966" y="2472267"/>
                        </a:lnTo>
                        <a:lnTo>
                          <a:pt x="1646766" y="2484967"/>
                        </a:lnTo>
                        <a:lnTo>
                          <a:pt x="1646766" y="2442634"/>
                        </a:lnTo>
                        <a:lnTo>
                          <a:pt x="1617133" y="2362200"/>
                        </a:lnTo>
                        <a:lnTo>
                          <a:pt x="1629833" y="2252134"/>
                        </a:lnTo>
                        <a:lnTo>
                          <a:pt x="1625600" y="2205567"/>
                        </a:lnTo>
                        <a:lnTo>
                          <a:pt x="1583266" y="2091267"/>
                        </a:lnTo>
                        <a:lnTo>
                          <a:pt x="1536700" y="1934634"/>
                        </a:lnTo>
                        <a:lnTo>
                          <a:pt x="1502833" y="1828800"/>
                        </a:lnTo>
                        <a:lnTo>
                          <a:pt x="1494366" y="1778000"/>
                        </a:lnTo>
                        <a:lnTo>
                          <a:pt x="1498600" y="1617134"/>
                        </a:lnTo>
                        <a:lnTo>
                          <a:pt x="1502833" y="1570567"/>
                        </a:lnTo>
                        <a:lnTo>
                          <a:pt x="1490133" y="1498600"/>
                        </a:lnTo>
                        <a:lnTo>
                          <a:pt x="1460500" y="1494367"/>
                        </a:lnTo>
                        <a:lnTo>
                          <a:pt x="1430866" y="1430867"/>
                        </a:lnTo>
                        <a:lnTo>
                          <a:pt x="1422400" y="1341967"/>
                        </a:lnTo>
                        <a:lnTo>
                          <a:pt x="1413933" y="1253067"/>
                        </a:lnTo>
                        <a:lnTo>
                          <a:pt x="1397000" y="1172634"/>
                        </a:lnTo>
                        <a:lnTo>
                          <a:pt x="1405466" y="1041400"/>
                        </a:lnTo>
                        <a:lnTo>
                          <a:pt x="1435100" y="965200"/>
                        </a:lnTo>
                        <a:lnTo>
                          <a:pt x="1443566" y="901700"/>
                        </a:lnTo>
                        <a:lnTo>
                          <a:pt x="1452033" y="804334"/>
                        </a:lnTo>
                        <a:lnTo>
                          <a:pt x="1447800" y="711200"/>
                        </a:lnTo>
                        <a:lnTo>
                          <a:pt x="1426633" y="673100"/>
                        </a:lnTo>
                        <a:lnTo>
                          <a:pt x="1430866" y="609600"/>
                        </a:lnTo>
                        <a:lnTo>
                          <a:pt x="1413933" y="579967"/>
                        </a:lnTo>
                        <a:lnTo>
                          <a:pt x="1329266" y="537634"/>
                        </a:lnTo>
                        <a:lnTo>
                          <a:pt x="1316566" y="474134"/>
                        </a:lnTo>
                        <a:lnTo>
                          <a:pt x="1316566" y="359834"/>
                        </a:lnTo>
                        <a:lnTo>
                          <a:pt x="1320800" y="313267"/>
                        </a:lnTo>
                        <a:lnTo>
                          <a:pt x="1308100" y="279400"/>
                        </a:lnTo>
                        <a:lnTo>
                          <a:pt x="1278466" y="270934"/>
                        </a:lnTo>
                        <a:lnTo>
                          <a:pt x="1193800" y="270934"/>
                        </a:lnTo>
                        <a:lnTo>
                          <a:pt x="1134533" y="270934"/>
                        </a:lnTo>
                        <a:lnTo>
                          <a:pt x="1087966" y="287867"/>
                        </a:lnTo>
                        <a:lnTo>
                          <a:pt x="999066" y="347134"/>
                        </a:lnTo>
                        <a:lnTo>
                          <a:pt x="956733" y="381000"/>
                        </a:lnTo>
                        <a:lnTo>
                          <a:pt x="910166" y="410634"/>
                        </a:lnTo>
                        <a:lnTo>
                          <a:pt x="855133" y="427567"/>
                        </a:lnTo>
                        <a:lnTo>
                          <a:pt x="808566" y="423334"/>
                        </a:lnTo>
                        <a:lnTo>
                          <a:pt x="770466" y="385234"/>
                        </a:lnTo>
                        <a:lnTo>
                          <a:pt x="762000" y="325967"/>
                        </a:lnTo>
                        <a:lnTo>
                          <a:pt x="736600" y="296334"/>
                        </a:lnTo>
                        <a:lnTo>
                          <a:pt x="715433" y="220134"/>
                        </a:lnTo>
                        <a:lnTo>
                          <a:pt x="719666" y="101600"/>
                        </a:lnTo>
                        <a:lnTo>
                          <a:pt x="723900" y="50800"/>
                        </a:lnTo>
                        <a:lnTo>
                          <a:pt x="723900" y="50800"/>
                        </a:lnTo>
                        <a:lnTo>
                          <a:pt x="723900" y="4234"/>
                        </a:lnTo>
                        <a:lnTo>
                          <a:pt x="647700" y="0"/>
                        </a:lnTo>
                        <a:close/>
                      </a:path>
                    </a:pathLst>
                  </a:cu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700">
                      <a:ln>
                        <a:solidFill>
                          <a:schemeClr val="accent1">
                            <a:alpha val="0"/>
                          </a:schemeClr>
                        </a:solidFill>
                      </a:ln>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grpSp>
            <p:grpSp>
              <p:nvGrpSpPr>
                <p:cNvPr id="145" name="도심권">
                  <a:extLst>
                    <a:ext uri="{FF2B5EF4-FFF2-40B4-BE49-F238E27FC236}">
                      <a16:creationId xmlns:a16="http://schemas.microsoft.com/office/drawing/2014/main" id="{B5162FAA-A9F5-FF11-F43E-31F50552D902}"/>
                    </a:ext>
                  </a:extLst>
                </p:cNvPr>
                <p:cNvGrpSpPr/>
                <p:nvPr/>
              </p:nvGrpSpPr>
              <p:grpSpPr>
                <a:xfrm>
                  <a:off x="4218730" y="3010461"/>
                  <a:ext cx="1042466" cy="1957811"/>
                  <a:chOff x="1877060" y="4117848"/>
                  <a:chExt cx="2555875" cy="4800092"/>
                </a:xfrm>
                <a:grpFill/>
              </p:grpSpPr>
              <p:sp>
                <p:nvSpPr>
                  <p:cNvPr id="146" name="종로구">
                    <a:extLst>
                      <a:ext uri="{FF2B5EF4-FFF2-40B4-BE49-F238E27FC236}">
                        <a16:creationId xmlns:a16="http://schemas.microsoft.com/office/drawing/2014/main" id="{E0568D9B-AEBC-5A11-9438-32343A74164B}"/>
                      </a:ext>
                    </a:extLst>
                  </p:cNvPr>
                  <p:cNvSpPr/>
                  <p:nvPr/>
                </p:nvSpPr>
                <p:spPr>
                  <a:xfrm>
                    <a:off x="2033016" y="4117848"/>
                    <a:ext cx="2343912" cy="2569464"/>
                  </a:xfrm>
                  <a:custGeom>
                    <a:avLst/>
                    <a:gdLst>
                      <a:gd name="connsiteX0" fmla="*/ 768096 w 2343912"/>
                      <a:gd name="connsiteY0" fmla="*/ 18288 h 2569464"/>
                      <a:gd name="connsiteX1" fmla="*/ 704088 w 2343912"/>
                      <a:gd name="connsiteY1" fmla="*/ 0 h 2569464"/>
                      <a:gd name="connsiteX2" fmla="*/ 682752 w 2343912"/>
                      <a:gd name="connsiteY2" fmla="*/ 15240 h 2569464"/>
                      <a:gd name="connsiteX3" fmla="*/ 670560 w 2343912"/>
                      <a:gd name="connsiteY3" fmla="*/ 54864 h 2569464"/>
                      <a:gd name="connsiteX4" fmla="*/ 670560 w 2343912"/>
                      <a:gd name="connsiteY4" fmla="*/ 88392 h 2569464"/>
                      <a:gd name="connsiteX5" fmla="*/ 606552 w 2343912"/>
                      <a:gd name="connsiteY5" fmla="*/ 115824 h 2569464"/>
                      <a:gd name="connsiteX6" fmla="*/ 560832 w 2343912"/>
                      <a:gd name="connsiteY6" fmla="*/ 131064 h 2569464"/>
                      <a:gd name="connsiteX7" fmla="*/ 505968 w 2343912"/>
                      <a:gd name="connsiteY7" fmla="*/ 128016 h 2569464"/>
                      <a:gd name="connsiteX8" fmla="*/ 448056 w 2343912"/>
                      <a:gd name="connsiteY8" fmla="*/ 134112 h 2569464"/>
                      <a:gd name="connsiteX9" fmla="*/ 411480 w 2343912"/>
                      <a:gd name="connsiteY9" fmla="*/ 121920 h 2569464"/>
                      <a:gd name="connsiteX10" fmla="*/ 362712 w 2343912"/>
                      <a:gd name="connsiteY10" fmla="*/ 128016 h 2569464"/>
                      <a:gd name="connsiteX11" fmla="*/ 316992 w 2343912"/>
                      <a:gd name="connsiteY11" fmla="*/ 143256 h 2569464"/>
                      <a:gd name="connsiteX12" fmla="*/ 286512 w 2343912"/>
                      <a:gd name="connsiteY12" fmla="*/ 201168 h 2569464"/>
                      <a:gd name="connsiteX13" fmla="*/ 283464 w 2343912"/>
                      <a:gd name="connsiteY13" fmla="*/ 252984 h 2569464"/>
                      <a:gd name="connsiteX14" fmla="*/ 292608 w 2343912"/>
                      <a:gd name="connsiteY14" fmla="*/ 277368 h 2569464"/>
                      <a:gd name="connsiteX15" fmla="*/ 271272 w 2343912"/>
                      <a:gd name="connsiteY15" fmla="*/ 307848 h 2569464"/>
                      <a:gd name="connsiteX16" fmla="*/ 228600 w 2343912"/>
                      <a:gd name="connsiteY16" fmla="*/ 313944 h 2569464"/>
                      <a:gd name="connsiteX17" fmla="*/ 198120 w 2343912"/>
                      <a:gd name="connsiteY17" fmla="*/ 335280 h 2569464"/>
                      <a:gd name="connsiteX18" fmla="*/ 140208 w 2343912"/>
                      <a:gd name="connsiteY18" fmla="*/ 335280 h 2569464"/>
                      <a:gd name="connsiteX19" fmla="*/ 100584 w 2343912"/>
                      <a:gd name="connsiteY19" fmla="*/ 316992 h 2569464"/>
                      <a:gd name="connsiteX20" fmla="*/ 42672 w 2343912"/>
                      <a:gd name="connsiteY20" fmla="*/ 304800 h 2569464"/>
                      <a:gd name="connsiteX21" fmla="*/ 12192 w 2343912"/>
                      <a:gd name="connsiteY21" fmla="*/ 329184 h 2569464"/>
                      <a:gd name="connsiteX22" fmla="*/ 0 w 2343912"/>
                      <a:gd name="connsiteY22" fmla="*/ 384048 h 2569464"/>
                      <a:gd name="connsiteX23" fmla="*/ 15240 w 2343912"/>
                      <a:gd name="connsiteY23" fmla="*/ 435864 h 2569464"/>
                      <a:gd name="connsiteX24" fmla="*/ 30480 w 2343912"/>
                      <a:gd name="connsiteY24" fmla="*/ 505968 h 2569464"/>
                      <a:gd name="connsiteX25" fmla="*/ 39624 w 2343912"/>
                      <a:gd name="connsiteY25" fmla="*/ 554736 h 2569464"/>
                      <a:gd name="connsiteX26" fmla="*/ 45720 w 2343912"/>
                      <a:gd name="connsiteY26" fmla="*/ 603504 h 2569464"/>
                      <a:gd name="connsiteX27" fmla="*/ 30480 w 2343912"/>
                      <a:gd name="connsiteY27" fmla="*/ 640080 h 2569464"/>
                      <a:gd name="connsiteX28" fmla="*/ 30480 w 2343912"/>
                      <a:gd name="connsiteY28" fmla="*/ 737616 h 2569464"/>
                      <a:gd name="connsiteX29" fmla="*/ 30480 w 2343912"/>
                      <a:gd name="connsiteY29" fmla="*/ 975360 h 2569464"/>
                      <a:gd name="connsiteX30" fmla="*/ 54864 w 2343912"/>
                      <a:gd name="connsiteY30" fmla="*/ 1027176 h 2569464"/>
                      <a:gd name="connsiteX31" fmla="*/ 112776 w 2343912"/>
                      <a:gd name="connsiteY31" fmla="*/ 1072896 h 2569464"/>
                      <a:gd name="connsiteX32" fmla="*/ 149352 w 2343912"/>
                      <a:gd name="connsiteY32" fmla="*/ 1124712 h 2569464"/>
                      <a:gd name="connsiteX33" fmla="*/ 155448 w 2343912"/>
                      <a:gd name="connsiteY33" fmla="*/ 1167384 h 2569464"/>
                      <a:gd name="connsiteX34" fmla="*/ 118872 w 2343912"/>
                      <a:gd name="connsiteY34" fmla="*/ 1207008 h 2569464"/>
                      <a:gd name="connsiteX35" fmla="*/ 106680 w 2343912"/>
                      <a:gd name="connsiteY35" fmla="*/ 1267968 h 2569464"/>
                      <a:gd name="connsiteX36" fmla="*/ 109728 w 2343912"/>
                      <a:gd name="connsiteY36" fmla="*/ 1319784 h 2569464"/>
                      <a:gd name="connsiteX37" fmla="*/ 128016 w 2343912"/>
                      <a:gd name="connsiteY37" fmla="*/ 1350264 h 2569464"/>
                      <a:gd name="connsiteX38" fmla="*/ 134112 w 2343912"/>
                      <a:gd name="connsiteY38" fmla="*/ 1383792 h 2569464"/>
                      <a:gd name="connsiteX39" fmla="*/ 164592 w 2343912"/>
                      <a:gd name="connsiteY39" fmla="*/ 1408176 h 2569464"/>
                      <a:gd name="connsiteX40" fmla="*/ 213360 w 2343912"/>
                      <a:gd name="connsiteY40" fmla="*/ 1392936 h 2569464"/>
                      <a:gd name="connsiteX41" fmla="*/ 262128 w 2343912"/>
                      <a:gd name="connsiteY41" fmla="*/ 1408176 h 2569464"/>
                      <a:gd name="connsiteX42" fmla="*/ 277368 w 2343912"/>
                      <a:gd name="connsiteY42" fmla="*/ 1441704 h 2569464"/>
                      <a:gd name="connsiteX43" fmla="*/ 280416 w 2343912"/>
                      <a:gd name="connsiteY43" fmla="*/ 1490472 h 2569464"/>
                      <a:gd name="connsiteX44" fmla="*/ 286512 w 2343912"/>
                      <a:gd name="connsiteY44" fmla="*/ 1557528 h 2569464"/>
                      <a:gd name="connsiteX45" fmla="*/ 283464 w 2343912"/>
                      <a:gd name="connsiteY45" fmla="*/ 1597152 h 2569464"/>
                      <a:gd name="connsiteX46" fmla="*/ 259080 w 2343912"/>
                      <a:gd name="connsiteY46" fmla="*/ 1624584 h 2569464"/>
                      <a:gd name="connsiteX47" fmla="*/ 256032 w 2343912"/>
                      <a:gd name="connsiteY47" fmla="*/ 1664208 h 2569464"/>
                      <a:gd name="connsiteX48" fmla="*/ 274320 w 2343912"/>
                      <a:gd name="connsiteY48" fmla="*/ 1700784 h 2569464"/>
                      <a:gd name="connsiteX49" fmla="*/ 265176 w 2343912"/>
                      <a:gd name="connsiteY49" fmla="*/ 1746504 h 2569464"/>
                      <a:gd name="connsiteX50" fmla="*/ 240792 w 2343912"/>
                      <a:gd name="connsiteY50" fmla="*/ 1786128 h 2569464"/>
                      <a:gd name="connsiteX51" fmla="*/ 246888 w 2343912"/>
                      <a:gd name="connsiteY51" fmla="*/ 1831848 h 2569464"/>
                      <a:gd name="connsiteX52" fmla="*/ 262128 w 2343912"/>
                      <a:gd name="connsiteY52" fmla="*/ 1929384 h 2569464"/>
                      <a:gd name="connsiteX53" fmla="*/ 277368 w 2343912"/>
                      <a:gd name="connsiteY53" fmla="*/ 1990344 h 2569464"/>
                      <a:gd name="connsiteX54" fmla="*/ 301752 w 2343912"/>
                      <a:gd name="connsiteY54" fmla="*/ 2039112 h 2569464"/>
                      <a:gd name="connsiteX55" fmla="*/ 310896 w 2343912"/>
                      <a:gd name="connsiteY55" fmla="*/ 2081784 h 2569464"/>
                      <a:gd name="connsiteX56" fmla="*/ 289560 w 2343912"/>
                      <a:gd name="connsiteY56" fmla="*/ 2115312 h 2569464"/>
                      <a:gd name="connsiteX57" fmla="*/ 243840 w 2343912"/>
                      <a:gd name="connsiteY57" fmla="*/ 2130552 h 2569464"/>
                      <a:gd name="connsiteX58" fmla="*/ 243840 w 2343912"/>
                      <a:gd name="connsiteY58" fmla="*/ 2130552 h 2569464"/>
                      <a:gd name="connsiteX59" fmla="*/ 195072 w 2343912"/>
                      <a:gd name="connsiteY59" fmla="*/ 2139696 h 2569464"/>
                      <a:gd name="connsiteX60" fmla="*/ 188976 w 2343912"/>
                      <a:gd name="connsiteY60" fmla="*/ 2167128 h 2569464"/>
                      <a:gd name="connsiteX61" fmla="*/ 216408 w 2343912"/>
                      <a:gd name="connsiteY61" fmla="*/ 2194560 h 2569464"/>
                      <a:gd name="connsiteX62" fmla="*/ 283464 w 2343912"/>
                      <a:gd name="connsiteY62" fmla="*/ 2240280 h 2569464"/>
                      <a:gd name="connsiteX63" fmla="*/ 316992 w 2343912"/>
                      <a:gd name="connsiteY63" fmla="*/ 2276856 h 2569464"/>
                      <a:gd name="connsiteX64" fmla="*/ 316992 w 2343912"/>
                      <a:gd name="connsiteY64" fmla="*/ 2316480 h 2569464"/>
                      <a:gd name="connsiteX65" fmla="*/ 310896 w 2343912"/>
                      <a:gd name="connsiteY65" fmla="*/ 2350008 h 2569464"/>
                      <a:gd name="connsiteX66" fmla="*/ 356616 w 2343912"/>
                      <a:gd name="connsiteY66" fmla="*/ 2414016 h 2569464"/>
                      <a:gd name="connsiteX67" fmla="*/ 408432 w 2343912"/>
                      <a:gd name="connsiteY67" fmla="*/ 2493264 h 2569464"/>
                      <a:gd name="connsiteX68" fmla="*/ 411480 w 2343912"/>
                      <a:gd name="connsiteY68" fmla="*/ 2520696 h 2569464"/>
                      <a:gd name="connsiteX69" fmla="*/ 435864 w 2343912"/>
                      <a:gd name="connsiteY69" fmla="*/ 2560320 h 2569464"/>
                      <a:gd name="connsiteX70" fmla="*/ 460248 w 2343912"/>
                      <a:gd name="connsiteY70" fmla="*/ 2566416 h 2569464"/>
                      <a:gd name="connsiteX71" fmla="*/ 496824 w 2343912"/>
                      <a:gd name="connsiteY71" fmla="*/ 2538984 h 2569464"/>
                      <a:gd name="connsiteX72" fmla="*/ 496824 w 2343912"/>
                      <a:gd name="connsiteY72" fmla="*/ 2538984 h 2569464"/>
                      <a:gd name="connsiteX73" fmla="*/ 545592 w 2343912"/>
                      <a:gd name="connsiteY73" fmla="*/ 2526792 h 2569464"/>
                      <a:gd name="connsiteX74" fmla="*/ 573024 w 2343912"/>
                      <a:gd name="connsiteY74" fmla="*/ 2548128 h 2569464"/>
                      <a:gd name="connsiteX75" fmla="*/ 606552 w 2343912"/>
                      <a:gd name="connsiteY75" fmla="*/ 2542032 h 2569464"/>
                      <a:gd name="connsiteX76" fmla="*/ 627888 w 2343912"/>
                      <a:gd name="connsiteY76" fmla="*/ 2499360 h 2569464"/>
                      <a:gd name="connsiteX77" fmla="*/ 661416 w 2343912"/>
                      <a:gd name="connsiteY77" fmla="*/ 2496312 h 2569464"/>
                      <a:gd name="connsiteX78" fmla="*/ 731520 w 2343912"/>
                      <a:gd name="connsiteY78" fmla="*/ 2502408 h 2569464"/>
                      <a:gd name="connsiteX79" fmla="*/ 801624 w 2343912"/>
                      <a:gd name="connsiteY79" fmla="*/ 2520696 h 2569464"/>
                      <a:gd name="connsiteX80" fmla="*/ 896112 w 2343912"/>
                      <a:gd name="connsiteY80" fmla="*/ 2523744 h 2569464"/>
                      <a:gd name="connsiteX81" fmla="*/ 941832 w 2343912"/>
                      <a:gd name="connsiteY81" fmla="*/ 2538984 h 2569464"/>
                      <a:gd name="connsiteX82" fmla="*/ 1042416 w 2343912"/>
                      <a:gd name="connsiteY82" fmla="*/ 2542032 h 2569464"/>
                      <a:gd name="connsiteX83" fmla="*/ 1103376 w 2343912"/>
                      <a:gd name="connsiteY83" fmla="*/ 2535936 h 2569464"/>
                      <a:gd name="connsiteX84" fmla="*/ 1210056 w 2343912"/>
                      <a:gd name="connsiteY84" fmla="*/ 2560320 h 2569464"/>
                      <a:gd name="connsiteX85" fmla="*/ 1301496 w 2343912"/>
                      <a:gd name="connsiteY85" fmla="*/ 2569464 h 2569464"/>
                      <a:gd name="connsiteX86" fmla="*/ 1389888 w 2343912"/>
                      <a:gd name="connsiteY86" fmla="*/ 2569464 h 2569464"/>
                      <a:gd name="connsiteX87" fmla="*/ 1432560 w 2343912"/>
                      <a:gd name="connsiteY87" fmla="*/ 2557272 h 2569464"/>
                      <a:gd name="connsiteX88" fmla="*/ 1459992 w 2343912"/>
                      <a:gd name="connsiteY88" fmla="*/ 2529840 h 2569464"/>
                      <a:gd name="connsiteX89" fmla="*/ 1490472 w 2343912"/>
                      <a:gd name="connsiteY89" fmla="*/ 2502408 h 2569464"/>
                      <a:gd name="connsiteX90" fmla="*/ 1514856 w 2343912"/>
                      <a:gd name="connsiteY90" fmla="*/ 2478024 h 2569464"/>
                      <a:gd name="connsiteX91" fmla="*/ 1536192 w 2343912"/>
                      <a:gd name="connsiteY91" fmla="*/ 2465832 h 2569464"/>
                      <a:gd name="connsiteX92" fmla="*/ 1563624 w 2343912"/>
                      <a:gd name="connsiteY92" fmla="*/ 2468880 h 2569464"/>
                      <a:gd name="connsiteX93" fmla="*/ 1594104 w 2343912"/>
                      <a:gd name="connsiteY93" fmla="*/ 2493264 h 2569464"/>
                      <a:gd name="connsiteX94" fmla="*/ 1624584 w 2343912"/>
                      <a:gd name="connsiteY94" fmla="*/ 2511552 h 2569464"/>
                      <a:gd name="connsiteX95" fmla="*/ 1664208 w 2343912"/>
                      <a:gd name="connsiteY95" fmla="*/ 2520696 h 2569464"/>
                      <a:gd name="connsiteX96" fmla="*/ 1798320 w 2343912"/>
                      <a:gd name="connsiteY96" fmla="*/ 2520696 h 2569464"/>
                      <a:gd name="connsiteX97" fmla="*/ 1840992 w 2343912"/>
                      <a:gd name="connsiteY97" fmla="*/ 2508504 h 2569464"/>
                      <a:gd name="connsiteX98" fmla="*/ 1920240 w 2343912"/>
                      <a:gd name="connsiteY98" fmla="*/ 2511552 h 2569464"/>
                      <a:gd name="connsiteX99" fmla="*/ 1972056 w 2343912"/>
                      <a:gd name="connsiteY99" fmla="*/ 2499360 h 2569464"/>
                      <a:gd name="connsiteX100" fmla="*/ 2130552 w 2343912"/>
                      <a:gd name="connsiteY100" fmla="*/ 2514600 h 2569464"/>
                      <a:gd name="connsiteX101" fmla="*/ 2185416 w 2343912"/>
                      <a:gd name="connsiteY101" fmla="*/ 2499360 h 2569464"/>
                      <a:gd name="connsiteX102" fmla="*/ 2243328 w 2343912"/>
                      <a:gd name="connsiteY102" fmla="*/ 2484120 h 2569464"/>
                      <a:gd name="connsiteX103" fmla="*/ 2304288 w 2343912"/>
                      <a:gd name="connsiteY103" fmla="*/ 2484120 h 2569464"/>
                      <a:gd name="connsiteX104" fmla="*/ 2322576 w 2343912"/>
                      <a:gd name="connsiteY104" fmla="*/ 2459736 h 2569464"/>
                      <a:gd name="connsiteX105" fmla="*/ 2313432 w 2343912"/>
                      <a:gd name="connsiteY105" fmla="*/ 2386584 h 2569464"/>
                      <a:gd name="connsiteX106" fmla="*/ 2292096 w 2343912"/>
                      <a:gd name="connsiteY106" fmla="*/ 2346960 h 2569464"/>
                      <a:gd name="connsiteX107" fmla="*/ 2304288 w 2343912"/>
                      <a:gd name="connsiteY107" fmla="*/ 2322576 h 2569464"/>
                      <a:gd name="connsiteX108" fmla="*/ 2334768 w 2343912"/>
                      <a:gd name="connsiteY108" fmla="*/ 2286000 h 2569464"/>
                      <a:gd name="connsiteX109" fmla="*/ 2343912 w 2343912"/>
                      <a:gd name="connsiteY109" fmla="*/ 2258568 h 2569464"/>
                      <a:gd name="connsiteX110" fmla="*/ 2292096 w 2343912"/>
                      <a:gd name="connsiteY110" fmla="*/ 2264664 h 2569464"/>
                      <a:gd name="connsiteX111" fmla="*/ 2264664 w 2343912"/>
                      <a:gd name="connsiteY111" fmla="*/ 2295144 h 2569464"/>
                      <a:gd name="connsiteX112" fmla="*/ 2218944 w 2343912"/>
                      <a:gd name="connsiteY112" fmla="*/ 2295144 h 2569464"/>
                      <a:gd name="connsiteX113" fmla="*/ 2173224 w 2343912"/>
                      <a:gd name="connsiteY113" fmla="*/ 2267712 h 2569464"/>
                      <a:gd name="connsiteX114" fmla="*/ 2145792 w 2343912"/>
                      <a:gd name="connsiteY114" fmla="*/ 2237232 h 2569464"/>
                      <a:gd name="connsiteX115" fmla="*/ 2133600 w 2343912"/>
                      <a:gd name="connsiteY115" fmla="*/ 2203704 h 2569464"/>
                      <a:gd name="connsiteX116" fmla="*/ 2136648 w 2343912"/>
                      <a:gd name="connsiteY116" fmla="*/ 2176272 h 2569464"/>
                      <a:gd name="connsiteX117" fmla="*/ 2148840 w 2343912"/>
                      <a:gd name="connsiteY117" fmla="*/ 2154936 h 2569464"/>
                      <a:gd name="connsiteX118" fmla="*/ 2173224 w 2343912"/>
                      <a:gd name="connsiteY118" fmla="*/ 2136648 h 2569464"/>
                      <a:gd name="connsiteX119" fmla="*/ 2167128 w 2343912"/>
                      <a:gd name="connsiteY119" fmla="*/ 2090928 h 2569464"/>
                      <a:gd name="connsiteX120" fmla="*/ 2133600 w 2343912"/>
                      <a:gd name="connsiteY120" fmla="*/ 2075688 h 2569464"/>
                      <a:gd name="connsiteX121" fmla="*/ 2106168 w 2343912"/>
                      <a:gd name="connsiteY121" fmla="*/ 2100072 h 2569464"/>
                      <a:gd name="connsiteX122" fmla="*/ 2042160 w 2343912"/>
                      <a:gd name="connsiteY122" fmla="*/ 2103120 h 2569464"/>
                      <a:gd name="connsiteX123" fmla="*/ 2005584 w 2343912"/>
                      <a:gd name="connsiteY123" fmla="*/ 2139696 h 2569464"/>
                      <a:gd name="connsiteX124" fmla="*/ 1996440 w 2343912"/>
                      <a:gd name="connsiteY124" fmla="*/ 2176272 h 2569464"/>
                      <a:gd name="connsiteX125" fmla="*/ 1978152 w 2343912"/>
                      <a:gd name="connsiteY125" fmla="*/ 2200656 h 2569464"/>
                      <a:gd name="connsiteX126" fmla="*/ 1926336 w 2343912"/>
                      <a:gd name="connsiteY126" fmla="*/ 2218944 h 2569464"/>
                      <a:gd name="connsiteX127" fmla="*/ 1831848 w 2343912"/>
                      <a:gd name="connsiteY127" fmla="*/ 2167128 h 2569464"/>
                      <a:gd name="connsiteX128" fmla="*/ 1807464 w 2343912"/>
                      <a:gd name="connsiteY128" fmla="*/ 2142744 h 2569464"/>
                      <a:gd name="connsiteX129" fmla="*/ 1798320 w 2343912"/>
                      <a:gd name="connsiteY129" fmla="*/ 2106168 h 2569464"/>
                      <a:gd name="connsiteX130" fmla="*/ 1807464 w 2343912"/>
                      <a:gd name="connsiteY130" fmla="*/ 2069592 h 2569464"/>
                      <a:gd name="connsiteX131" fmla="*/ 1828800 w 2343912"/>
                      <a:gd name="connsiteY131" fmla="*/ 2036064 h 2569464"/>
                      <a:gd name="connsiteX132" fmla="*/ 1816608 w 2343912"/>
                      <a:gd name="connsiteY132" fmla="*/ 2005584 h 2569464"/>
                      <a:gd name="connsiteX133" fmla="*/ 1792224 w 2343912"/>
                      <a:gd name="connsiteY133" fmla="*/ 1993392 h 2569464"/>
                      <a:gd name="connsiteX134" fmla="*/ 1780032 w 2343912"/>
                      <a:gd name="connsiteY134" fmla="*/ 1965960 h 2569464"/>
                      <a:gd name="connsiteX135" fmla="*/ 1780032 w 2343912"/>
                      <a:gd name="connsiteY135" fmla="*/ 1941576 h 2569464"/>
                      <a:gd name="connsiteX136" fmla="*/ 1795272 w 2343912"/>
                      <a:gd name="connsiteY136" fmla="*/ 1905000 h 2569464"/>
                      <a:gd name="connsiteX137" fmla="*/ 1773936 w 2343912"/>
                      <a:gd name="connsiteY137" fmla="*/ 1862328 h 2569464"/>
                      <a:gd name="connsiteX138" fmla="*/ 1734312 w 2343912"/>
                      <a:gd name="connsiteY138" fmla="*/ 1847088 h 2569464"/>
                      <a:gd name="connsiteX139" fmla="*/ 1685544 w 2343912"/>
                      <a:gd name="connsiteY139" fmla="*/ 1801368 h 2569464"/>
                      <a:gd name="connsiteX140" fmla="*/ 1676400 w 2343912"/>
                      <a:gd name="connsiteY140" fmla="*/ 1752600 h 2569464"/>
                      <a:gd name="connsiteX141" fmla="*/ 1688592 w 2343912"/>
                      <a:gd name="connsiteY141" fmla="*/ 1722120 h 2569464"/>
                      <a:gd name="connsiteX142" fmla="*/ 1676400 w 2343912"/>
                      <a:gd name="connsiteY142" fmla="*/ 1685544 h 2569464"/>
                      <a:gd name="connsiteX143" fmla="*/ 1624584 w 2343912"/>
                      <a:gd name="connsiteY143" fmla="*/ 1676400 h 2569464"/>
                      <a:gd name="connsiteX144" fmla="*/ 1539240 w 2343912"/>
                      <a:gd name="connsiteY144" fmla="*/ 1670304 h 2569464"/>
                      <a:gd name="connsiteX145" fmla="*/ 1496568 w 2343912"/>
                      <a:gd name="connsiteY145" fmla="*/ 1676400 h 2569464"/>
                      <a:gd name="connsiteX146" fmla="*/ 1423416 w 2343912"/>
                      <a:gd name="connsiteY146" fmla="*/ 1703832 h 2569464"/>
                      <a:gd name="connsiteX147" fmla="*/ 1350264 w 2343912"/>
                      <a:gd name="connsiteY147" fmla="*/ 1716024 h 2569464"/>
                      <a:gd name="connsiteX148" fmla="*/ 1271016 w 2343912"/>
                      <a:gd name="connsiteY148" fmla="*/ 1716024 h 2569464"/>
                      <a:gd name="connsiteX149" fmla="*/ 1219200 w 2343912"/>
                      <a:gd name="connsiteY149" fmla="*/ 1664208 h 2569464"/>
                      <a:gd name="connsiteX150" fmla="*/ 1182624 w 2343912"/>
                      <a:gd name="connsiteY150" fmla="*/ 1609344 h 2569464"/>
                      <a:gd name="connsiteX151" fmla="*/ 1121664 w 2343912"/>
                      <a:gd name="connsiteY151" fmla="*/ 1578864 h 2569464"/>
                      <a:gd name="connsiteX152" fmla="*/ 1075944 w 2343912"/>
                      <a:gd name="connsiteY152" fmla="*/ 1575816 h 2569464"/>
                      <a:gd name="connsiteX153" fmla="*/ 1014984 w 2343912"/>
                      <a:gd name="connsiteY153" fmla="*/ 1575816 h 2569464"/>
                      <a:gd name="connsiteX154" fmla="*/ 978408 w 2343912"/>
                      <a:gd name="connsiteY154" fmla="*/ 1560576 h 2569464"/>
                      <a:gd name="connsiteX155" fmla="*/ 944880 w 2343912"/>
                      <a:gd name="connsiteY155" fmla="*/ 1469136 h 2569464"/>
                      <a:gd name="connsiteX156" fmla="*/ 938784 w 2343912"/>
                      <a:gd name="connsiteY156" fmla="*/ 1432560 h 2569464"/>
                      <a:gd name="connsiteX157" fmla="*/ 950976 w 2343912"/>
                      <a:gd name="connsiteY157" fmla="*/ 1392936 h 2569464"/>
                      <a:gd name="connsiteX158" fmla="*/ 1039368 w 2343912"/>
                      <a:gd name="connsiteY158" fmla="*/ 1301496 h 2569464"/>
                      <a:gd name="connsiteX159" fmla="*/ 1075944 w 2343912"/>
                      <a:gd name="connsiteY159" fmla="*/ 1261872 h 2569464"/>
                      <a:gd name="connsiteX160" fmla="*/ 1100328 w 2343912"/>
                      <a:gd name="connsiteY160" fmla="*/ 1261872 h 2569464"/>
                      <a:gd name="connsiteX161" fmla="*/ 1136904 w 2343912"/>
                      <a:gd name="connsiteY161" fmla="*/ 1277112 h 2569464"/>
                      <a:gd name="connsiteX162" fmla="*/ 1155192 w 2343912"/>
                      <a:gd name="connsiteY162" fmla="*/ 1249680 h 2569464"/>
                      <a:gd name="connsiteX163" fmla="*/ 1143000 w 2343912"/>
                      <a:gd name="connsiteY163" fmla="*/ 1210056 h 2569464"/>
                      <a:gd name="connsiteX164" fmla="*/ 1109472 w 2343912"/>
                      <a:gd name="connsiteY164" fmla="*/ 1167384 h 2569464"/>
                      <a:gd name="connsiteX165" fmla="*/ 1103376 w 2343912"/>
                      <a:gd name="connsiteY165" fmla="*/ 1124712 h 2569464"/>
                      <a:gd name="connsiteX166" fmla="*/ 1118616 w 2343912"/>
                      <a:gd name="connsiteY166" fmla="*/ 1088136 h 2569464"/>
                      <a:gd name="connsiteX167" fmla="*/ 1158240 w 2343912"/>
                      <a:gd name="connsiteY167" fmla="*/ 1024128 h 2569464"/>
                      <a:gd name="connsiteX168" fmla="*/ 1179576 w 2343912"/>
                      <a:gd name="connsiteY168" fmla="*/ 966216 h 2569464"/>
                      <a:gd name="connsiteX169" fmla="*/ 1182624 w 2343912"/>
                      <a:gd name="connsiteY169" fmla="*/ 798576 h 2569464"/>
                      <a:gd name="connsiteX170" fmla="*/ 1167384 w 2343912"/>
                      <a:gd name="connsiteY170" fmla="*/ 749808 h 2569464"/>
                      <a:gd name="connsiteX171" fmla="*/ 1130808 w 2343912"/>
                      <a:gd name="connsiteY171" fmla="*/ 725424 h 2569464"/>
                      <a:gd name="connsiteX172" fmla="*/ 1085088 w 2343912"/>
                      <a:gd name="connsiteY172" fmla="*/ 685800 h 2569464"/>
                      <a:gd name="connsiteX173" fmla="*/ 1021080 w 2343912"/>
                      <a:gd name="connsiteY173" fmla="*/ 627888 h 2569464"/>
                      <a:gd name="connsiteX174" fmla="*/ 999744 w 2343912"/>
                      <a:gd name="connsiteY174" fmla="*/ 582168 h 2569464"/>
                      <a:gd name="connsiteX175" fmla="*/ 987552 w 2343912"/>
                      <a:gd name="connsiteY175" fmla="*/ 545592 h 2569464"/>
                      <a:gd name="connsiteX176" fmla="*/ 984504 w 2343912"/>
                      <a:gd name="connsiteY176" fmla="*/ 496824 h 2569464"/>
                      <a:gd name="connsiteX177" fmla="*/ 987552 w 2343912"/>
                      <a:gd name="connsiteY177" fmla="*/ 451104 h 2569464"/>
                      <a:gd name="connsiteX178" fmla="*/ 978408 w 2343912"/>
                      <a:gd name="connsiteY178" fmla="*/ 405384 h 2569464"/>
                      <a:gd name="connsiteX179" fmla="*/ 950976 w 2343912"/>
                      <a:gd name="connsiteY179" fmla="*/ 368808 h 2569464"/>
                      <a:gd name="connsiteX180" fmla="*/ 917448 w 2343912"/>
                      <a:gd name="connsiteY180" fmla="*/ 347472 h 2569464"/>
                      <a:gd name="connsiteX181" fmla="*/ 911352 w 2343912"/>
                      <a:gd name="connsiteY181" fmla="*/ 320040 h 2569464"/>
                      <a:gd name="connsiteX182" fmla="*/ 932688 w 2343912"/>
                      <a:gd name="connsiteY182" fmla="*/ 295656 h 2569464"/>
                      <a:gd name="connsiteX183" fmla="*/ 938784 w 2343912"/>
                      <a:gd name="connsiteY183" fmla="*/ 268224 h 2569464"/>
                      <a:gd name="connsiteX184" fmla="*/ 911352 w 2343912"/>
                      <a:gd name="connsiteY184" fmla="*/ 222504 h 2569464"/>
                      <a:gd name="connsiteX185" fmla="*/ 896112 w 2343912"/>
                      <a:gd name="connsiteY185" fmla="*/ 182880 h 2569464"/>
                      <a:gd name="connsiteX186" fmla="*/ 862584 w 2343912"/>
                      <a:gd name="connsiteY186" fmla="*/ 173736 h 2569464"/>
                      <a:gd name="connsiteX187" fmla="*/ 832104 w 2343912"/>
                      <a:gd name="connsiteY187" fmla="*/ 192024 h 2569464"/>
                      <a:gd name="connsiteX188" fmla="*/ 801624 w 2343912"/>
                      <a:gd name="connsiteY188" fmla="*/ 188976 h 2569464"/>
                      <a:gd name="connsiteX189" fmla="*/ 783336 w 2343912"/>
                      <a:gd name="connsiteY189" fmla="*/ 164592 h 2569464"/>
                      <a:gd name="connsiteX190" fmla="*/ 780288 w 2343912"/>
                      <a:gd name="connsiteY190" fmla="*/ 121920 h 2569464"/>
                      <a:gd name="connsiteX191" fmla="*/ 789432 w 2343912"/>
                      <a:gd name="connsiteY191" fmla="*/ 79248 h 2569464"/>
                      <a:gd name="connsiteX192" fmla="*/ 768096 w 2343912"/>
                      <a:gd name="connsiteY192" fmla="*/ 18288 h 2569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Lst>
                    <a:rect l="l" t="t" r="r" b="b"/>
                    <a:pathLst>
                      <a:path w="2343912" h="2569464">
                        <a:moveTo>
                          <a:pt x="768096" y="18288"/>
                        </a:moveTo>
                        <a:lnTo>
                          <a:pt x="704088" y="0"/>
                        </a:lnTo>
                        <a:lnTo>
                          <a:pt x="682752" y="15240"/>
                        </a:lnTo>
                        <a:lnTo>
                          <a:pt x="670560" y="54864"/>
                        </a:lnTo>
                        <a:lnTo>
                          <a:pt x="670560" y="88392"/>
                        </a:lnTo>
                        <a:lnTo>
                          <a:pt x="606552" y="115824"/>
                        </a:lnTo>
                        <a:lnTo>
                          <a:pt x="560832" y="131064"/>
                        </a:lnTo>
                        <a:lnTo>
                          <a:pt x="505968" y="128016"/>
                        </a:lnTo>
                        <a:lnTo>
                          <a:pt x="448056" y="134112"/>
                        </a:lnTo>
                        <a:lnTo>
                          <a:pt x="411480" y="121920"/>
                        </a:lnTo>
                        <a:lnTo>
                          <a:pt x="362712" y="128016"/>
                        </a:lnTo>
                        <a:lnTo>
                          <a:pt x="316992" y="143256"/>
                        </a:lnTo>
                        <a:lnTo>
                          <a:pt x="286512" y="201168"/>
                        </a:lnTo>
                        <a:lnTo>
                          <a:pt x="283464" y="252984"/>
                        </a:lnTo>
                        <a:lnTo>
                          <a:pt x="292608" y="277368"/>
                        </a:lnTo>
                        <a:lnTo>
                          <a:pt x="271272" y="307848"/>
                        </a:lnTo>
                        <a:lnTo>
                          <a:pt x="228600" y="313944"/>
                        </a:lnTo>
                        <a:lnTo>
                          <a:pt x="198120" y="335280"/>
                        </a:lnTo>
                        <a:lnTo>
                          <a:pt x="140208" y="335280"/>
                        </a:lnTo>
                        <a:lnTo>
                          <a:pt x="100584" y="316992"/>
                        </a:lnTo>
                        <a:lnTo>
                          <a:pt x="42672" y="304800"/>
                        </a:lnTo>
                        <a:lnTo>
                          <a:pt x="12192" y="329184"/>
                        </a:lnTo>
                        <a:lnTo>
                          <a:pt x="0" y="384048"/>
                        </a:lnTo>
                        <a:lnTo>
                          <a:pt x="15240" y="435864"/>
                        </a:lnTo>
                        <a:lnTo>
                          <a:pt x="30480" y="505968"/>
                        </a:lnTo>
                        <a:lnTo>
                          <a:pt x="39624" y="554736"/>
                        </a:lnTo>
                        <a:lnTo>
                          <a:pt x="45720" y="603504"/>
                        </a:lnTo>
                        <a:lnTo>
                          <a:pt x="30480" y="640080"/>
                        </a:lnTo>
                        <a:lnTo>
                          <a:pt x="30480" y="737616"/>
                        </a:lnTo>
                        <a:lnTo>
                          <a:pt x="30480" y="975360"/>
                        </a:lnTo>
                        <a:lnTo>
                          <a:pt x="54864" y="1027176"/>
                        </a:lnTo>
                        <a:lnTo>
                          <a:pt x="112776" y="1072896"/>
                        </a:lnTo>
                        <a:lnTo>
                          <a:pt x="149352" y="1124712"/>
                        </a:lnTo>
                        <a:lnTo>
                          <a:pt x="155448" y="1167384"/>
                        </a:lnTo>
                        <a:lnTo>
                          <a:pt x="118872" y="1207008"/>
                        </a:lnTo>
                        <a:lnTo>
                          <a:pt x="106680" y="1267968"/>
                        </a:lnTo>
                        <a:lnTo>
                          <a:pt x="109728" y="1319784"/>
                        </a:lnTo>
                        <a:lnTo>
                          <a:pt x="128016" y="1350264"/>
                        </a:lnTo>
                        <a:lnTo>
                          <a:pt x="134112" y="1383792"/>
                        </a:lnTo>
                        <a:lnTo>
                          <a:pt x="164592" y="1408176"/>
                        </a:lnTo>
                        <a:lnTo>
                          <a:pt x="213360" y="1392936"/>
                        </a:lnTo>
                        <a:lnTo>
                          <a:pt x="262128" y="1408176"/>
                        </a:lnTo>
                        <a:lnTo>
                          <a:pt x="277368" y="1441704"/>
                        </a:lnTo>
                        <a:lnTo>
                          <a:pt x="280416" y="1490472"/>
                        </a:lnTo>
                        <a:lnTo>
                          <a:pt x="286512" y="1557528"/>
                        </a:lnTo>
                        <a:lnTo>
                          <a:pt x="283464" y="1597152"/>
                        </a:lnTo>
                        <a:lnTo>
                          <a:pt x="259080" y="1624584"/>
                        </a:lnTo>
                        <a:lnTo>
                          <a:pt x="256032" y="1664208"/>
                        </a:lnTo>
                        <a:lnTo>
                          <a:pt x="274320" y="1700784"/>
                        </a:lnTo>
                        <a:lnTo>
                          <a:pt x="265176" y="1746504"/>
                        </a:lnTo>
                        <a:lnTo>
                          <a:pt x="240792" y="1786128"/>
                        </a:lnTo>
                        <a:lnTo>
                          <a:pt x="246888" y="1831848"/>
                        </a:lnTo>
                        <a:lnTo>
                          <a:pt x="262128" y="1929384"/>
                        </a:lnTo>
                        <a:lnTo>
                          <a:pt x="277368" y="1990344"/>
                        </a:lnTo>
                        <a:lnTo>
                          <a:pt x="301752" y="2039112"/>
                        </a:lnTo>
                        <a:lnTo>
                          <a:pt x="310896" y="2081784"/>
                        </a:lnTo>
                        <a:lnTo>
                          <a:pt x="289560" y="2115312"/>
                        </a:lnTo>
                        <a:lnTo>
                          <a:pt x="243840" y="2130552"/>
                        </a:lnTo>
                        <a:lnTo>
                          <a:pt x="243840" y="2130552"/>
                        </a:lnTo>
                        <a:lnTo>
                          <a:pt x="195072" y="2139696"/>
                        </a:lnTo>
                        <a:lnTo>
                          <a:pt x="188976" y="2167128"/>
                        </a:lnTo>
                        <a:lnTo>
                          <a:pt x="216408" y="2194560"/>
                        </a:lnTo>
                        <a:lnTo>
                          <a:pt x="283464" y="2240280"/>
                        </a:lnTo>
                        <a:lnTo>
                          <a:pt x="316992" y="2276856"/>
                        </a:lnTo>
                        <a:lnTo>
                          <a:pt x="316992" y="2316480"/>
                        </a:lnTo>
                        <a:lnTo>
                          <a:pt x="310896" y="2350008"/>
                        </a:lnTo>
                        <a:lnTo>
                          <a:pt x="356616" y="2414016"/>
                        </a:lnTo>
                        <a:lnTo>
                          <a:pt x="408432" y="2493264"/>
                        </a:lnTo>
                        <a:lnTo>
                          <a:pt x="411480" y="2520696"/>
                        </a:lnTo>
                        <a:lnTo>
                          <a:pt x="435864" y="2560320"/>
                        </a:lnTo>
                        <a:lnTo>
                          <a:pt x="460248" y="2566416"/>
                        </a:lnTo>
                        <a:lnTo>
                          <a:pt x="496824" y="2538984"/>
                        </a:lnTo>
                        <a:lnTo>
                          <a:pt x="496824" y="2538984"/>
                        </a:lnTo>
                        <a:lnTo>
                          <a:pt x="545592" y="2526792"/>
                        </a:lnTo>
                        <a:lnTo>
                          <a:pt x="573024" y="2548128"/>
                        </a:lnTo>
                        <a:lnTo>
                          <a:pt x="606552" y="2542032"/>
                        </a:lnTo>
                        <a:lnTo>
                          <a:pt x="627888" y="2499360"/>
                        </a:lnTo>
                        <a:lnTo>
                          <a:pt x="661416" y="2496312"/>
                        </a:lnTo>
                        <a:lnTo>
                          <a:pt x="731520" y="2502408"/>
                        </a:lnTo>
                        <a:lnTo>
                          <a:pt x="801624" y="2520696"/>
                        </a:lnTo>
                        <a:lnTo>
                          <a:pt x="896112" y="2523744"/>
                        </a:lnTo>
                        <a:lnTo>
                          <a:pt x="941832" y="2538984"/>
                        </a:lnTo>
                        <a:lnTo>
                          <a:pt x="1042416" y="2542032"/>
                        </a:lnTo>
                        <a:lnTo>
                          <a:pt x="1103376" y="2535936"/>
                        </a:lnTo>
                        <a:lnTo>
                          <a:pt x="1210056" y="2560320"/>
                        </a:lnTo>
                        <a:lnTo>
                          <a:pt x="1301496" y="2569464"/>
                        </a:lnTo>
                        <a:lnTo>
                          <a:pt x="1389888" y="2569464"/>
                        </a:lnTo>
                        <a:lnTo>
                          <a:pt x="1432560" y="2557272"/>
                        </a:lnTo>
                        <a:lnTo>
                          <a:pt x="1459992" y="2529840"/>
                        </a:lnTo>
                        <a:lnTo>
                          <a:pt x="1490472" y="2502408"/>
                        </a:lnTo>
                        <a:lnTo>
                          <a:pt x="1514856" y="2478024"/>
                        </a:lnTo>
                        <a:lnTo>
                          <a:pt x="1536192" y="2465832"/>
                        </a:lnTo>
                        <a:lnTo>
                          <a:pt x="1563624" y="2468880"/>
                        </a:lnTo>
                        <a:lnTo>
                          <a:pt x="1594104" y="2493264"/>
                        </a:lnTo>
                        <a:lnTo>
                          <a:pt x="1624584" y="2511552"/>
                        </a:lnTo>
                        <a:lnTo>
                          <a:pt x="1664208" y="2520696"/>
                        </a:lnTo>
                        <a:lnTo>
                          <a:pt x="1798320" y="2520696"/>
                        </a:lnTo>
                        <a:lnTo>
                          <a:pt x="1840992" y="2508504"/>
                        </a:lnTo>
                        <a:lnTo>
                          <a:pt x="1920240" y="2511552"/>
                        </a:lnTo>
                        <a:lnTo>
                          <a:pt x="1972056" y="2499360"/>
                        </a:lnTo>
                        <a:lnTo>
                          <a:pt x="2130552" y="2514600"/>
                        </a:lnTo>
                        <a:lnTo>
                          <a:pt x="2185416" y="2499360"/>
                        </a:lnTo>
                        <a:lnTo>
                          <a:pt x="2243328" y="2484120"/>
                        </a:lnTo>
                        <a:lnTo>
                          <a:pt x="2304288" y="2484120"/>
                        </a:lnTo>
                        <a:lnTo>
                          <a:pt x="2322576" y="2459736"/>
                        </a:lnTo>
                        <a:lnTo>
                          <a:pt x="2313432" y="2386584"/>
                        </a:lnTo>
                        <a:lnTo>
                          <a:pt x="2292096" y="2346960"/>
                        </a:lnTo>
                        <a:lnTo>
                          <a:pt x="2304288" y="2322576"/>
                        </a:lnTo>
                        <a:lnTo>
                          <a:pt x="2334768" y="2286000"/>
                        </a:lnTo>
                        <a:lnTo>
                          <a:pt x="2343912" y="2258568"/>
                        </a:lnTo>
                        <a:lnTo>
                          <a:pt x="2292096" y="2264664"/>
                        </a:lnTo>
                        <a:lnTo>
                          <a:pt x="2264664" y="2295144"/>
                        </a:lnTo>
                        <a:lnTo>
                          <a:pt x="2218944" y="2295144"/>
                        </a:lnTo>
                        <a:lnTo>
                          <a:pt x="2173224" y="2267712"/>
                        </a:lnTo>
                        <a:lnTo>
                          <a:pt x="2145792" y="2237232"/>
                        </a:lnTo>
                        <a:lnTo>
                          <a:pt x="2133600" y="2203704"/>
                        </a:lnTo>
                        <a:lnTo>
                          <a:pt x="2136648" y="2176272"/>
                        </a:lnTo>
                        <a:lnTo>
                          <a:pt x="2148840" y="2154936"/>
                        </a:lnTo>
                        <a:lnTo>
                          <a:pt x="2173224" y="2136648"/>
                        </a:lnTo>
                        <a:lnTo>
                          <a:pt x="2167128" y="2090928"/>
                        </a:lnTo>
                        <a:lnTo>
                          <a:pt x="2133600" y="2075688"/>
                        </a:lnTo>
                        <a:lnTo>
                          <a:pt x="2106168" y="2100072"/>
                        </a:lnTo>
                        <a:lnTo>
                          <a:pt x="2042160" y="2103120"/>
                        </a:lnTo>
                        <a:lnTo>
                          <a:pt x="2005584" y="2139696"/>
                        </a:lnTo>
                        <a:lnTo>
                          <a:pt x="1996440" y="2176272"/>
                        </a:lnTo>
                        <a:lnTo>
                          <a:pt x="1978152" y="2200656"/>
                        </a:lnTo>
                        <a:lnTo>
                          <a:pt x="1926336" y="2218944"/>
                        </a:lnTo>
                        <a:lnTo>
                          <a:pt x="1831848" y="2167128"/>
                        </a:lnTo>
                        <a:lnTo>
                          <a:pt x="1807464" y="2142744"/>
                        </a:lnTo>
                        <a:lnTo>
                          <a:pt x="1798320" y="2106168"/>
                        </a:lnTo>
                        <a:lnTo>
                          <a:pt x="1807464" y="2069592"/>
                        </a:lnTo>
                        <a:lnTo>
                          <a:pt x="1828800" y="2036064"/>
                        </a:lnTo>
                        <a:lnTo>
                          <a:pt x="1816608" y="2005584"/>
                        </a:lnTo>
                        <a:lnTo>
                          <a:pt x="1792224" y="1993392"/>
                        </a:lnTo>
                        <a:lnTo>
                          <a:pt x="1780032" y="1965960"/>
                        </a:lnTo>
                        <a:lnTo>
                          <a:pt x="1780032" y="1941576"/>
                        </a:lnTo>
                        <a:lnTo>
                          <a:pt x="1795272" y="1905000"/>
                        </a:lnTo>
                        <a:lnTo>
                          <a:pt x="1773936" y="1862328"/>
                        </a:lnTo>
                        <a:lnTo>
                          <a:pt x="1734312" y="1847088"/>
                        </a:lnTo>
                        <a:lnTo>
                          <a:pt x="1685544" y="1801368"/>
                        </a:lnTo>
                        <a:lnTo>
                          <a:pt x="1676400" y="1752600"/>
                        </a:lnTo>
                        <a:lnTo>
                          <a:pt x="1688592" y="1722120"/>
                        </a:lnTo>
                        <a:lnTo>
                          <a:pt x="1676400" y="1685544"/>
                        </a:lnTo>
                        <a:lnTo>
                          <a:pt x="1624584" y="1676400"/>
                        </a:lnTo>
                        <a:lnTo>
                          <a:pt x="1539240" y="1670304"/>
                        </a:lnTo>
                        <a:lnTo>
                          <a:pt x="1496568" y="1676400"/>
                        </a:lnTo>
                        <a:lnTo>
                          <a:pt x="1423416" y="1703832"/>
                        </a:lnTo>
                        <a:lnTo>
                          <a:pt x="1350264" y="1716024"/>
                        </a:lnTo>
                        <a:lnTo>
                          <a:pt x="1271016" y="1716024"/>
                        </a:lnTo>
                        <a:lnTo>
                          <a:pt x="1219200" y="1664208"/>
                        </a:lnTo>
                        <a:lnTo>
                          <a:pt x="1182624" y="1609344"/>
                        </a:lnTo>
                        <a:lnTo>
                          <a:pt x="1121664" y="1578864"/>
                        </a:lnTo>
                        <a:lnTo>
                          <a:pt x="1075944" y="1575816"/>
                        </a:lnTo>
                        <a:lnTo>
                          <a:pt x="1014984" y="1575816"/>
                        </a:lnTo>
                        <a:lnTo>
                          <a:pt x="978408" y="1560576"/>
                        </a:lnTo>
                        <a:lnTo>
                          <a:pt x="944880" y="1469136"/>
                        </a:lnTo>
                        <a:lnTo>
                          <a:pt x="938784" y="1432560"/>
                        </a:lnTo>
                        <a:lnTo>
                          <a:pt x="950976" y="1392936"/>
                        </a:lnTo>
                        <a:lnTo>
                          <a:pt x="1039368" y="1301496"/>
                        </a:lnTo>
                        <a:lnTo>
                          <a:pt x="1075944" y="1261872"/>
                        </a:lnTo>
                        <a:lnTo>
                          <a:pt x="1100328" y="1261872"/>
                        </a:lnTo>
                        <a:lnTo>
                          <a:pt x="1136904" y="1277112"/>
                        </a:lnTo>
                        <a:lnTo>
                          <a:pt x="1155192" y="1249680"/>
                        </a:lnTo>
                        <a:lnTo>
                          <a:pt x="1143000" y="1210056"/>
                        </a:lnTo>
                        <a:lnTo>
                          <a:pt x="1109472" y="1167384"/>
                        </a:lnTo>
                        <a:lnTo>
                          <a:pt x="1103376" y="1124712"/>
                        </a:lnTo>
                        <a:lnTo>
                          <a:pt x="1118616" y="1088136"/>
                        </a:lnTo>
                        <a:lnTo>
                          <a:pt x="1158240" y="1024128"/>
                        </a:lnTo>
                        <a:lnTo>
                          <a:pt x="1179576" y="966216"/>
                        </a:lnTo>
                        <a:lnTo>
                          <a:pt x="1182624" y="798576"/>
                        </a:lnTo>
                        <a:lnTo>
                          <a:pt x="1167384" y="749808"/>
                        </a:lnTo>
                        <a:lnTo>
                          <a:pt x="1130808" y="725424"/>
                        </a:lnTo>
                        <a:lnTo>
                          <a:pt x="1085088" y="685800"/>
                        </a:lnTo>
                        <a:lnTo>
                          <a:pt x="1021080" y="627888"/>
                        </a:lnTo>
                        <a:lnTo>
                          <a:pt x="999744" y="582168"/>
                        </a:lnTo>
                        <a:lnTo>
                          <a:pt x="987552" y="545592"/>
                        </a:lnTo>
                        <a:lnTo>
                          <a:pt x="984504" y="496824"/>
                        </a:lnTo>
                        <a:lnTo>
                          <a:pt x="987552" y="451104"/>
                        </a:lnTo>
                        <a:lnTo>
                          <a:pt x="978408" y="405384"/>
                        </a:lnTo>
                        <a:lnTo>
                          <a:pt x="950976" y="368808"/>
                        </a:lnTo>
                        <a:lnTo>
                          <a:pt x="917448" y="347472"/>
                        </a:lnTo>
                        <a:lnTo>
                          <a:pt x="911352" y="320040"/>
                        </a:lnTo>
                        <a:lnTo>
                          <a:pt x="932688" y="295656"/>
                        </a:lnTo>
                        <a:lnTo>
                          <a:pt x="938784" y="268224"/>
                        </a:lnTo>
                        <a:lnTo>
                          <a:pt x="911352" y="222504"/>
                        </a:lnTo>
                        <a:lnTo>
                          <a:pt x="896112" y="182880"/>
                        </a:lnTo>
                        <a:lnTo>
                          <a:pt x="862584" y="173736"/>
                        </a:lnTo>
                        <a:lnTo>
                          <a:pt x="832104" y="192024"/>
                        </a:lnTo>
                        <a:lnTo>
                          <a:pt x="801624" y="188976"/>
                        </a:lnTo>
                        <a:lnTo>
                          <a:pt x="783336" y="164592"/>
                        </a:lnTo>
                        <a:lnTo>
                          <a:pt x="780288" y="121920"/>
                        </a:lnTo>
                        <a:lnTo>
                          <a:pt x="789432" y="79248"/>
                        </a:lnTo>
                        <a:lnTo>
                          <a:pt x="768096" y="18288"/>
                        </a:lnTo>
                        <a:close/>
                      </a:path>
                    </a:pathLst>
                  </a:cu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700">
                      <a:ln>
                        <a:solidFill>
                          <a:schemeClr val="accent1">
                            <a:alpha val="0"/>
                          </a:schemeClr>
                        </a:solidFill>
                      </a:ln>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47" name="중구">
                    <a:extLst>
                      <a:ext uri="{FF2B5EF4-FFF2-40B4-BE49-F238E27FC236}">
                        <a16:creationId xmlns:a16="http://schemas.microsoft.com/office/drawing/2014/main" id="{1B6F60B7-A1B3-EF28-D863-D7B7DF0399A4}"/>
                      </a:ext>
                    </a:extLst>
                  </p:cNvPr>
                  <p:cNvSpPr/>
                  <p:nvPr/>
                </p:nvSpPr>
                <p:spPr>
                  <a:xfrm>
                    <a:off x="2413635" y="6650355"/>
                    <a:ext cx="2019300" cy="1009650"/>
                  </a:xfrm>
                  <a:custGeom>
                    <a:avLst/>
                    <a:gdLst>
                      <a:gd name="connsiteX0" fmla="*/ 1163955 w 2019300"/>
                      <a:gd name="connsiteY0" fmla="*/ 24765 h 1009650"/>
                      <a:gd name="connsiteX1" fmla="*/ 1118235 w 2019300"/>
                      <a:gd name="connsiteY1" fmla="*/ 43815 h 1009650"/>
                      <a:gd name="connsiteX2" fmla="*/ 1089660 w 2019300"/>
                      <a:gd name="connsiteY2" fmla="*/ 78105 h 1009650"/>
                      <a:gd name="connsiteX3" fmla="*/ 1057275 w 2019300"/>
                      <a:gd name="connsiteY3" fmla="*/ 106680 h 1009650"/>
                      <a:gd name="connsiteX4" fmla="*/ 1011555 w 2019300"/>
                      <a:gd name="connsiteY4" fmla="*/ 118110 h 1009650"/>
                      <a:gd name="connsiteX5" fmla="*/ 868680 w 2019300"/>
                      <a:gd name="connsiteY5" fmla="*/ 120015 h 1009650"/>
                      <a:gd name="connsiteX6" fmla="*/ 847725 w 2019300"/>
                      <a:gd name="connsiteY6" fmla="*/ 120015 h 1009650"/>
                      <a:gd name="connsiteX7" fmla="*/ 803910 w 2019300"/>
                      <a:gd name="connsiteY7" fmla="*/ 110490 h 1009650"/>
                      <a:gd name="connsiteX8" fmla="*/ 741045 w 2019300"/>
                      <a:gd name="connsiteY8" fmla="*/ 87630 h 1009650"/>
                      <a:gd name="connsiteX9" fmla="*/ 716280 w 2019300"/>
                      <a:gd name="connsiteY9" fmla="*/ 87630 h 1009650"/>
                      <a:gd name="connsiteX10" fmla="*/ 661035 w 2019300"/>
                      <a:gd name="connsiteY10" fmla="*/ 91440 h 1009650"/>
                      <a:gd name="connsiteX11" fmla="*/ 643890 w 2019300"/>
                      <a:gd name="connsiteY11" fmla="*/ 93345 h 1009650"/>
                      <a:gd name="connsiteX12" fmla="*/ 571500 w 2019300"/>
                      <a:gd name="connsiteY12" fmla="*/ 83820 h 1009650"/>
                      <a:gd name="connsiteX13" fmla="*/ 556260 w 2019300"/>
                      <a:gd name="connsiteY13" fmla="*/ 78105 h 1009650"/>
                      <a:gd name="connsiteX14" fmla="*/ 550545 w 2019300"/>
                      <a:gd name="connsiteY14" fmla="*/ 76200 h 1009650"/>
                      <a:gd name="connsiteX15" fmla="*/ 520065 w 2019300"/>
                      <a:gd name="connsiteY15" fmla="*/ 64770 h 1009650"/>
                      <a:gd name="connsiteX16" fmla="*/ 499110 w 2019300"/>
                      <a:gd name="connsiteY16" fmla="*/ 64770 h 1009650"/>
                      <a:gd name="connsiteX17" fmla="*/ 422910 w 2019300"/>
                      <a:gd name="connsiteY17" fmla="*/ 64770 h 1009650"/>
                      <a:gd name="connsiteX18" fmla="*/ 344805 w 2019300"/>
                      <a:gd name="connsiteY18" fmla="*/ 59055 h 1009650"/>
                      <a:gd name="connsiteX19" fmla="*/ 295275 w 2019300"/>
                      <a:gd name="connsiteY19" fmla="*/ 28575 h 1009650"/>
                      <a:gd name="connsiteX20" fmla="*/ 255270 w 2019300"/>
                      <a:gd name="connsiteY20" fmla="*/ 43815 h 1009650"/>
                      <a:gd name="connsiteX21" fmla="*/ 224790 w 2019300"/>
                      <a:gd name="connsiteY21" fmla="*/ 74295 h 1009650"/>
                      <a:gd name="connsiteX22" fmla="*/ 192405 w 2019300"/>
                      <a:gd name="connsiteY22" fmla="*/ 93345 h 1009650"/>
                      <a:gd name="connsiteX23" fmla="*/ 140970 w 2019300"/>
                      <a:gd name="connsiteY23" fmla="*/ 81915 h 1009650"/>
                      <a:gd name="connsiteX24" fmla="*/ 114300 w 2019300"/>
                      <a:gd name="connsiteY24" fmla="*/ 93345 h 1009650"/>
                      <a:gd name="connsiteX25" fmla="*/ 102870 w 2019300"/>
                      <a:gd name="connsiteY25" fmla="*/ 135255 h 1009650"/>
                      <a:gd name="connsiteX26" fmla="*/ 125730 w 2019300"/>
                      <a:gd name="connsiteY26" fmla="*/ 220980 h 1009650"/>
                      <a:gd name="connsiteX27" fmla="*/ 160020 w 2019300"/>
                      <a:gd name="connsiteY27" fmla="*/ 297180 h 1009650"/>
                      <a:gd name="connsiteX28" fmla="*/ 184785 w 2019300"/>
                      <a:gd name="connsiteY28" fmla="*/ 342900 h 1009650"/>
                      <a:gd name="connsiteX29" fmla="*/ 184785 w 2019300"/>
                      <a:gd name="connsiteY29" fmla="*/ 375285 h 1009650"/>
                      <a:gd name="connsiteX30" fmla="*/ 146685 w 2019300"/>
                      <a:gd name="connsiteY30" fmla="*/ 400050 h 1009650"/>
                      <a:gd name="connsiteX31" fmla="*/ 100965 w 2019300"/>
                      <a:gd name="connsiteY31" fmla="*/ 421005 h 1009650"/>
                      <a:gd name="connsiteX32" fmla="*/ 59055 w 2019300"/>
                      <a:gd name="connsiteY32" fmla="*/ 422910 h 1009650"/>
                      <a:gd name="connsiteX33" fmla="*/ 22860 w 2019300"/>
                      <a:gd name="connsiteY33" fmla="*/ 445770 h 1009650"/>
                      <a:gd name="connsiteX34" fmla="*/ 0 w 2019300"/>
                      <a:gd name="connsiteY34" fmla="*/ 464820 h 1009650"/>
                      <a:gd name="connsiteX35" fmla="*/ 26670 w 2019300"/>
                      <a:gd name="connsiteY35" fmla="*/ 497205 h 1009650"/>
                      <a:gd name="connsiteX36" fmla="*/ 57150 w 2019300"/>
                      <a:gd name="connsiteY36" fmla="*/ 571500 h 1009650"/>
                      <a:gd name="connsiteX37" fmla="*/ 57150 w 2019300"/>
                      <a:gd name="connsiteY37" fmla="*/ 605790 h 1009650"/>
                      <a:gd name="connsiteX38" fmla="*/ 40005 w 2019300"/>
                      <a:gd name="connsiteY38" fmla="*/ 641985 h 1009650"/>
                      <a:gd name="connsiteX39" fmla="*/ 3810 w 2019300"/>
                      <a:gd name="connsiteY39" fmla="*/ 659130 h 1009650"/>
                      <a:gd name="connsiteX40" fmla="*/ 15240 w 2019300"/>
                      <a:gd name="connsiteY40" fmla="*/ 699135 h 1009650"/>
                      <a:gd name="connsiteX41" fmla="*/ 60960 w 2019300"/>
                      <a:gd name="connsiteY41" fmla="*/ 693420 h 1009650"/>
                      <a:gd name="connsiteX42" fmla="*/ 102870 w 2019300"/>
                      <a:gd name="connsiteY42" fmla="*/ 649605 h 1009650"/>
                      <a:gd name="connsiteX43" fmla="*/ 177165 w 2019300"/>
                      <a:gd name="connsiteY43" fmla="*/ 607695 h 1009650"/>
                      <a:gd name="connsiteX44" fmla="*/ 228600 w 2019300"/>
                      <a:gd name="connsiteY44" fmla="*/ 586740 h 1009650"/>
                      <a:gd name="connsiteX45" fmla="*/ 278130 w 2019300"/>
                      <a:gd name="connsiteY45" fmla="*/ 596265 h 1009650"/>
                      <a:gd name="connsiteX46" fmla="*/ 287655 w 2019300"/>
                      <a:gd name="connsiteY46" fmla="*/ 638175 h 1009650"/>
                      <a:gd name="connsiteX47" fmla="*/ 312420 w 2019300"/>
                      <a:gd name="connsiteY47" fmla="*/ 655320 h 1009650"/>
                      <a:gd name="connsiteX48" fmla="*/ 360045 w 2019300"/>
                      <a:gd name="connsiteY48" fmla="*/ 647700 h 1009650"/>
                      <a:gd name="connsiteX49" fmla="*/ 384810 w 2019300"/>
                      <a:gd name="connsiteY49" fmla="*/ 628650 h 1009650"/>
                      <a:gd name="connsiteX50" fmla="*/ 401955 w 2019300"/>
                      <a:gd name="connsiteY50" fmla="*/ 628650 h 1009650"/>
                      <a:gd name="connsiteX51" fmla="*/ 415290 w 2019300"/>
                      <a:gd name="connsiteY51" fmla="*/ 649605 h 1009650"/>
                      <a:gd name="connsiteX52" fmla="*/ 447675 w 2019300"/>
                      <a:gd name="connsiteY52" fmla="*/ 659130 h 1009650"/>
                      <a:gd name="connsiteX53" fmla="*/ 481965 w 2019300"/>
                      <a:gd name="connsiteY53" fmla="*/ 640080 h 1009650"/>
                      <a:gd name="connsiteX54" fmla="*/ 502920 w 2019300"/>
                      <a:gd name="connsiteY54" fmla="*/ 605790 h 1009650"/>
                      <a:gd name="connsiteX55" fmla="*/ 558165 w 2019300"/>
                      <a:gd name="connsiteY55" fmla="*/ 609600 h 1009650"/>
                      <a:gd name="connsiteX56" fmla="*/ 607695 w 2019300"/>
                      <a:gd name="connsiteY56" fmla="*/ 628650 h 1009650"/>
                      <a:gd name="connsiteX57" fmla="*/ 619125 w 2019300"/>
                      <a:gd name="connsiteY57" fmla="*/ 672465 h 1009650"/>
                      <a:gd name="connsiteX58" fmla="*/ 645795 w 2019300"/>
                      <a:gd name="connsiteY58" fmla="*/ 699135 h 1009650"/>
                      <a:gd name="connsiteX59" fmla="*/ 689610 w 2019300"/>
                      <a:gd name="connsiteY59" fmla="*/ 672465 h 1009650"/>
                      <a:gd name="connsiteX60" fmla="*/ 721995 w 2019300"/>
                      <a:gd name="connsiteY60" fmla="*/ 653415 h 1009650"/>
                      <a:gd name="connsiteX61" fmla="*/ 758190 w 2019300"/>
                      <a:gd name="connsiteY61" fmla="*/ 680085 h 1009650"/>
                      <a:gd name="connsiteX62" fmla="*/ 796290 w 2019300"/>
                      <a:gd name="connsiteY62" fmla="*/ 676275 h 1009650"/>
                      <a:gd name="connsiteX63" fmla="*/ 811530 w 2019300"/>
                      <a:gd name="connsiteY63" fmla="*/ 662940 h 1009650"/>
                      <a:gd name="connsiteX64" fmla="*/ 857250 w 2019300"/>
                      <a:gd name="connsiteY64" fmla="*/ 674370 h 1009650"/>
                      <a:gd name="connsiteX65" fmla="*/ 899160 w 2019300"/>
                      <a:gd name="connsiteY65" fmla="*/ 706755 h 1009650"/>
                      <a:gd name="connsiteX66" fmla="*/ 906780 w 2019300"/>
                      <a:gd name="connsiteY66" fmla="*/ 727710 h 1009650"/>
                      <a:gd name="connsiteX67" fmla="*/ 904875 w 2019300"/>
                      <a:gd name="connsiteY67" fmla="*/ 762000 h 1009650"/>
                      <a:gd name="connsiteX68" fmla="*/ 935355 w 2019300"/>
                      <a:gd name="connsiteY68" fmla="*/ 786765 h 1009650"/>
                      <a:gd name="connsiteX69" fmla="*/ 973455 w 2019300"/>
                      <a:gd name="connsiteY69" fmla="*/ 784860 h 1009650"/>
                      <a:gd name="connsiteX70" fmla="*/ 1013460 w 2019300"/>
                      <a:gd name="connsiteY70" fmla="*/ 796290 h 1009650"/>
                      <a:gd name="connsiteX71" fmla="*/ 1030605 w 2019300"/>
                      <a:gd name="connsiteY71" fmla="*/ 828675 h 1009650"/>
                      <a:gd name="connsiteX72" fmla="*/ 1055370 w 2019300"/>
                      <a:gd name="connsiteY72" fmla="*/ 882015 h 1009650"/>
                      <a:gd name="connsiteX73" fmla="*/ 1120140 w 2019300"/>
                      <a:gd name="connsiteY73" fmla="*/ 912495 h 1009650"/>
                      <a:gd name="connsiteX74" fmla="*/ 1156335 w 2019300"/>
                      <a:gd name="connsiteY74" fmla="*/ 882015 h 1009650"/>
                      <a:gd name="connsiteX75" fmla="*/ 1163955 w 2019300"/>
                      <a:gd name="connsiteY75" fmla="*/ 840105 h 1009650"/>
                      <a:gd name="connsiteX76" fmla="*/ 1167765 w 2019300"/>
                      <a:gd name="connsiteY76" fmla="*/ 819150 h 1009650"/>
                      <a:gd name="connsiteX77" fmla="*/ 1198245 w 2019300"/>
                      <a:gd name="connsiteY77" fmla="*/ 798195 h 1009650"/>
                      <a:gd name="connsiteX78" fmla="*/ 1223010 w 2019300"/>
                      <a:gd name="connsiteY78" fmla="*/ 788670 h 1009650"/>
                      <a:gd name="connsiteX79" fmla="*/ 1308735 w 2019300"/>
                      <a:gd name="connsiteY79" fmla="*/ 779145 h 1009650"/>
                      <a:gd name="connsiteX80" fmla="*/ 1405890 w 2019300"/>
                      <a:gd name="connsiteY80" fmla="*/ 782955 h 1009650"/>
                      <a:gd name="connsiteX81" fmla="*/ 1419225 w 2019300"/>
                      <a:gd name="connsiteY81" fmla="*/ 777240 h 1009650"/>
                      <a:gd name="connsiteX82" fmla="*/ 1455420 w 2019300"/>
                      <a:gd name="connsiteY82" fmla="*/ 798195 h 1009650"/>
                      <a:gd name="connsiteX83" fmla="*/ 1457325 w 2019300"/>
                      <a:gd name="connsiteY83" fmla="*/ 840105 h 1009650"/>
                      <a:gd name="connsiteX84" fmla="*/ 1442085 w 2019300"/>
                      <a:gd name="connsiteY84" fmla="*/ 885825 h 1009650"/>
                      <a:gd name="connsiteX85" fmla="*/ 1442085 w 2019300"/>
                      <a:gd name="connsiteY85" fmla="*/ 906780 h 1009650"/>
                      <a:gd name="connsiteX86" fmla="*/ 1447800 w 2019300"/>
                      <a:gd name="connsiteY86" fmla="*/ 952500 h 1009650"/>
                      <a:gd name="connsiteX87" fmla="*/ 1468755 w 2019300"/>
                      <a:gd name="connsiteY87" fmla="*/ 1003935 h 1009650"/>
                      <a:gd name="connsiteX88" fmla="*/ 1504950 w 2019300"/>
                      <a:gd name="connsiteY88" fmla="*/ 1009650 h 1009650"/>
                      <a:gd name="connsiteX89" fmla="*/ 1525905 w 2019300"/>
                      <a:gd name="connsiteY89" fmla="*/ 962025 h 1009650"/>
                      <a:gd name="connsiteX90" fmla="*/ 1527810 w 2019300"/>
                      <a:gd name="connsiteY90" fmla="*/ 923925 h 1009650"/>
                      <a:gd name="connsiteX91" fmla="*/ 1550670 w 2019300"/>
                      <a:gd name="connsiteY91" fmla="*/ 882015 h 1009650"/>
                      <a:gd name="connsiteX92" fmla="*/ 1617345 w 2019300"/>
                      <a:gd name="connsiteY92" fmla="*/ 838200 h 1009650"/>
                      <a:gd name="connsiteX93" fmla="*/ 1653540 w 2019300"/>
                      <a:gd name="connsiteY93" fmla="*/ 796290 h 1009650"/>
                      <a:gd name="connsiteX94" fmla="*/ 1668780 w 2019300"/>
                      <a:gd name="connsiteY94" fmla="*/ 750570 h 1009650"/>
                      <a:gd name="connsiteX95" fmla="*/ 1655445 w 2019300"/>
                      <a:gd name="connsiteY95" fmla="*/ 695325 h 1009650"/>
                      <a:gd name="connsiteX96" fmla="*/ 1678305 w 2019300"/>
                      <a:gd name="connsiteY96" fmla="*/ 649605 h 1009650"/>
                      <a:gd name="connsiteX97" fmla="*/ 1706880 w 2019300"/>
                      <a:gd name="connsiteY97" fmla="*/ 588645 h 1009650"/>
                      <a:gd name="connsiteX98" fmla="*/ 1765935 w 2019300"/>
                      <a:gd name="connsiteY98" fmla="*/ 563880 h 1009650"/>
                      <a:gd name="connsiteX99" fmla="*/ 1798320 w 2019300"/>
                      <a:gd name="connsiteY99" fmla="*/ 539115 h 1009650"/>
                      <a:gd name="connsiteX100" fmla="*/ 1809750 w 2019300"/>
                      <a:gd name="connsiteY100" fmla="*/ 491490 h 1009650"/>
                      <a:gd name="connsiteX101" fmla="*/ 1823085 w 2019300"/>
                      <a:gd name="connsiteY101" fmla="*/ 459105 h 1009650"/>
                      <a:gd name="connsiteX102" fmla="*/ 1863090 w 2019300"/>
                      <a:gd name="connsiteY102" fmla="*/ 455295 h 1009650"/>
                      <a:gd name="connsiteX103" fmla="*/ 1903095 w 2019300"/>
                      <a:gd name="connsiteY103" fmla="*/ 449580 h 1009650"/>
                      <a:gd name="connsiteX104" fmla="*/ 1912620 w 2019300"/>
                      <a:gd name="connsiteY104" fmla="*/ 396240 h 1009650"/>
                      <a:gd name="connsiteX105" fmla="*/ 1918335 w 2019300"/>
                      <a:gd name="connsiteY105" fmla="*/ 348615 h 1009650"/>
                      <a:gd name="connsiteX106" fmla="*/ 1965960 w 2019300"/>
                      <a:gd name="connsiteY106" fmla="*/ 287655 h 1009650"/>
                      <a:gd name="connsiteX107" fmla="*/ 2009775 w 2019300"/>
                      <a:gd name="connsiteY107" fmla="*/ 243840 h 1009650"/>
                      <a:gd name="connsiteX108" fmla="*/ 2019300 w 2019300"/>
                      <a:gd name="connsiteY108" fmla="*/ 217170 h 1009650"/>
                      <a:gd name="connsiteX109" fmla="*/ 1983105 w 2019300"/>
                      <a:gd name="connsiteY109" fmla="*/ 182880 h 1009650"/>
                      <a:gd name="connsiteX110" fmla="*/ 1958340 w 2019300"/>
                      <a:gd name="connsiteY110" fmla="*/ 133350 h 1009650"/>
                      <a:gd name="connsiteX111" fmla="*/ 1964055 w 2019300"/>
                      <a:gd name="connsiteY111" fmla="*/ 72390 h 1009650"/>
                      <a:gd name="connsiteX112" fmla="*/ 1967865 w 2019300"/>
                      <a:gd name="connsiteY112" fmla="*/ 26670 h 1009650"/>
                      <a:gd name="connsiteX113" fmla="*/ 1952625 w 2019300"/>
                      <a:gd name="connsiteY113" fmla="*/ 0 h 1009650"/>
                      <a:gd name="connsiteX114" fmla="*/ 1918335 w 2019300"/>
                      <a:gd name="connsiteY114" fmla="*/ 13335 h 1009650"/>
                      <a:gd name="connsiteX115" fmla="*/ 1864995 w 2019300"/>
                      <a:gd name="connsiteY115" fmla="*/ 36195 h 1009650"/>
                      <a:gd name="connsiteX116" fmla="*/ 1811655 w 2019300"/>
                      <a:gd name="connsiteY116" fmla="*/ 40005 h 1009650"/>
                      <a:gd name="connsiteX117" fmla="*/ 1750695 w 2019300"/>
                      <a:gd name="connsiteY117" fmla="*/ 55245 h 1009650"/>
                      <a:gd name="connsiteX118" fmla="*/ 1632585 w 2019300"/>
                      <a:gd name="connsiteY118" fmla="*/ 49530 h 1009650"/>
                      <a:gd name="connsiteX119" fmla="*/ 1514475 w 2019300"/>
                      <a:gd name="connsiteY119" fmla="*/ 43815 h 1009650"/>
                      <a:gd name="connsiteX120" fmla="*/ 1495425 w 2019300"/>
                      <a:gd name="connsiteY120" fmla="*/ 45720 h 1009650"/>
                      <a:gd name="connsiteX121" fmla="*/ 1373505 w 2019300"/>
                      <a:gd name="connsiteY121" fmla="*/ 59055 h 1009650"/>
                      <a:gd name="connsiteX122" fmla="*/ 1312545 w 2019300"/>
                      <a:gd name="connsiteY122" fmla="*/ 55245 h 1009650"/>
                      <a:gd name="connsiteX123" fmla="*/ 1268730 w 2019300"/>
                      <a:gd name="connsiteY123" fmla="*/ 66675 h 1009650"/>
                      <a:gd name="connsiteX124" fmla="*/ 1234440 w 2019300"/>
                      <a:gd name="connsiteY124" fmla="*/ 57150 h 1009650"/>
                      <a:gd name="connsiteX125" fmla="*/ 1163955 w 2019300"/>
                      <a:gd name="connsiteY125" fmla="*/ 24765 h 1009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Lst>
                    <a:rect l="l" t="t" r="r" b="b"/>
                    <a:pathLst>
                      <a:path w="2019300" h="1009650">
                        <a:moveTo>
                          <a:pt x="1163955" y="24765"/>
                        </a:moveTo>
                        <a:lnTo>
                          <a:pt x="1118235" y="43815"/>
                        </a:lnTo>
                        <a:lnTo>
                          <a:pt x="1089660" y="78105"/>
                        </a:lnTo>
                        <a:lnTo>
                          <a:pt x="1057275" y="106680"/>
                        </a:lnTo>
                        <a:lnTo>
                          <a:pt x="1011555" y="118110"/>
                        </a:lnTo>
                        <a:lnTo>
                          <a:pt x="868680" y="120015"/>
                        </a:lnTo>
                        <a:lnTo>
                          <a:pt x="847725" y="120015"/>
                        </a:lnTo>
                        <a:lnTo>
                          <a:pt x="803910" y="110490"/>
                        </a:lnTo>
                        <a:lnTo>
                          <a:pt x="741045" y="87630"/>
                        </a:lnTo>
                        <a:lnTo>
                          <a:pt x="716280" y="87630"/>
                        </a:lnTo>
                        <a:lnTo>
                          <a:pt x="661035" y="91440"/>
                        </a:lnTo>
                        <a:lnTo>
                          <a:pt x="643890" y="93345"/>
                        </a:lnTo>
                        <a:lnTo>
                          <a:pt x="571500" y="83820"/>
                        </a:lnTo>
                        <a:lnTo>
                          <a:pt x="556260" y="78105"/>
                        </a:lnTo>
                        <a:cubicBezTo>
                          <a:pt x="554373" y="77419"/>
                          <a:pt x="550545" y="76200"/>
                          <a:pt x="550545" y="76200"/>
                        </a:cubicBezTo>
                        <a:lnTo>
                          <a:pt x="520065" y="64770"/>
                        </a:lnTo>
                        <a:lnTo>
                          <a:pt x="499110" y="64770"/>
                        </a:lnTo>
                        <a:lnTo>
                          <a:pt x="422910" y="64770"/>
                        </a:lnTo>
                        <a:lnTo>
                          <a:pt x="344805" y="59055"/>
                        </a:lnTo>
                        <a:lnTo>
                          <a:pt x="295275" y="28575"/>
                        </a:lnTo>
                        <a:lnTo>
                          <a:pt x="255270" y="43815"/>
                        </a:lnTo>
                        <a:lnTo>
                          <a:pt x="224790" y="74295"/>
                        </a:lnTo>
                        <a:lnTo>
                          <a:pt x="192405" y="93345"/>
                        </a:lnTo>
                        <a:lnTo>
                          <a:pt x="140970" y="81915"/>
                        </a:lnTo>
                        <a:lnTo>
                          <a:pt x="114300" y="93345"/>
                        </a:lnTo>
                        <a:lnTo>
                          <a:pt x="102870" y="135255"/>
                        </a:lnTo>
                        <a:lnTo>
                          <a:pt x="125730" y="220980"/>
                        </a:lnTo>
                        <a:lnTo>
                          <a:pt x="160020" y="297180"/>
                        </a:lnTo>
                        <a:lnTo>
                          <a:pt x="184785" y="342900"/>
                        </a:lnTo>
                        <a:lnTo>
                          <a:pt x="184785" y="375285"/>
                        </a:lnTo>
                        <a:lnTo>
                          <a:pt x="146685" y="400050"/>
                        </a:lnTo>
                        <a:lnTo>
                          <a:pt x="100965" y="421005"/>
                        </a:lnTo>
                        <a:lnTo>
                          <a:pt x="59055" y="422910"/>
                        </a:lnTo>
                        <a:lnTo>
                          <a:pt x="22860" y="445770"/>
                        </a:lnTo>
                        <a:lnTo>
                          <a:pt x="0" y="464820"/>
                        </a:lnTo>
                        <a:lnTo>
                          <a:pt x="26670" y="497205"/>
                        </a:lnTo>
                        <a:lnTo>
                          <a:pt x="57150" y="571500"/>
                        </a:lnTo>
                        <a:lnTo>
                          <a:pt x="57150" y="605790"/>
                        </a:lnTo>
                        <a:lnTo>
                          <a:pt x="40005" y="641985"/>
                        </a:lnTo>
                        <a:lnTo>
                          <a:pt x="3810" y="659130"/>
                        </a:lnTo>
                        <a:lnTo>
                          <a:pt x="15240" y="699135"/>
                        </a:lnTo>
                        <a:lnTo>
                          <a:pt x="60960" y="693420"/>
                        </a:lnTo>
                        <a:lnTo>
                          <a:pt x="102870" y="649605"/>
                        </a:lnTo>
                        <a:lnTo>
                          <a:pt x="177165" y="607695"/>
                        </a:lnTo>
                        <a:lnTo>
                          <a:pt x="228600" y="586740"/>
                        </a:lnTo>
                        <a:lnTo>
                          <a:pt x="278130" y="596265"/>
                        </a:lnTo>
                        <a:lnTo>
                          <a:pt x="287655" y="638175"/>
                        </a:lnTo>
                        <a:lnTo>
                          <a:pt x="312420" y="655320"/>
                        </a:lnTo>
                        <a:lnTo>
                          <a:pt x="360045" y="647700"/>
                        </a:lnTo>
                        <a:lnTo>
                          <a:pt x="384810" y="628650"/>
                        </a:lnTo>
                        <a:lnTo>
                          <a:pt x="401955" y="628650"/>
                        </a:lnTo>
                        <a:lnTo>
                          <a:pt x="415290" y="649605"/>
                        </a:lnTo>
                        <a:lnTo>
                          <a:pt x="447675" y="659130"/>
                        </a:lnTo>
                        <a:lnTo>
                          <a:pt x="481965" y="640080"/>
                        </a:lnTo>
                        <a:lnTo>
                          <a:pt x="502920" y="605790"/>
                        </a:lnTo>
                        <a:lnTo>
                          <a:pt x="558165" y="609600"/>
                        </a:lnTo>
                        <a:lnTo>
                          <a:pt x="607695" y="628650"/>
                        </a:lnTo>
                        <a:lnTo>
                          <a:pt x="619125" y="672465"/>
                        </a:lnTo>
                        <a:lnTo>
                          <a:pt x="645795" y="699135"/>
                        </a:lnTo>
                        <a:lnTo>
                          <a:pt x="689610" y="672465"/>
                        </a:lnTo>
                        <a:lnTo>
                          <a:pt x="721995" y="653415"/>
                        </a:lnTo>
                        <a:lnTo>
                          <a:pt x="758190" y="680085"/>
                        </a:lnTo>
                        <a:lnTo>
                          <a:pt x="796290" y="676275"/>
                        </a:lnTo>
                        <a:lnTo>
                          <a:pt x="811530" y="662940"/>
                        </a:lnTo>
                        <a:lnTo>
                          <a:pt x="857250" y="674370"/>
                        </a:lnTo>
                        <a:lnTo>
                          <a:pt x="899160" y="706755"/>
                        </a:lnTo>
                        <a:lnTo>
                          <a:pt x="906780" y="727710"/>
                        </a:lnTo>
                        <a:lnTo>
                          <a:pt x="904875" y="762000"/>
                        </a:lnTo>
                        <a:lnTo>
                          <a:pt x="935355" y="786765"/>
                        </a:lnTo>
                        <a:lnTo>
                          <a:pt x="973455" y="784860"/>
                        </a:lnTo>
                        <a:lnTo>
                          <a:pt x="1013460" y="796290"/>
                        </a:lnTo>
                        <a:lnTo>
                          <a:pt x="1030605" y="828675"/>
                        </a:lnTo>
                        <a:lnTo>
                          <a:pt x="1055370" y="882015"/>
                        </a:lnTo>
                        <a:lnTo>
                          <a:pt x="1120140" y="912495"/>
                        </a:lnTo>
                        <a:lnTo>
                          <a:pt x="1156335" y="882015"/>
                        </a:lnTo>
                        <a:lnTo>
                          <a:pt x="1163955" y="840105"/>
                        </a:lnTo>
                        <a:lnTo>
                          <a:pt x="1167765" y="819150"/>
                        </a:lnTo>
                        <a:lnTo>
                          <a:pt x="1198245" y="798195"/>
                        </a:lnTo>
                        <a:cubicBezTo>
                          <a:pt x="1220356" y="788144"/>
                          <a:pt x="1211527" y="788670"/>
                          <a:pt x="1223010" y="788670"/>
                        </a:cubicBezTo>
                        <a:lnTo>
                          <a:pt x="1308735" y="779145"/>
                        </a:lnTo>
                        <a:lnTo>
                          <a:pt x="1405890" y="782955"/>
                        </a:lnTo>
                        <a:lnTo>
                          <a:pt x="1419225" y="777240"/>
                        </a:lnTo>
                        <a:lnTo>
                          <a:pt x="1455420" y="798195"/>
                        </a:lnTo>
                        <a:lnTo>
                          <a:pt x="1457325" y="840105"/>
                        </a:lnTo>
                        <a:lnTo>
                          <a:pt x="1442085" y="885825"/>
                        </a:lnTo>
                        <a:lnTo>
                          <a:pt x="1442085" y="906780"/>
                        </a:lnTo>
                        <a:lnTo>
                          <a:pt x="1447800" y="952500"/>
                        </a:lnTo>
                        <a:lnTo>
                          <a:pt x="1468755" y="1003935"/>
                        </a:lnTo>
                        <a:lnTo>
                          <a:pt x="1504950" y="1009650"/>
                        </a:lnTo>
                        <a:lnTo>
                          <a:pt x="1525905" y="962025"/>
                        </a:lnTo>
                        <a:lnTo>
                          <a:pt x="1527810" y="923925"/>
                        </a:lnTo>
                        <a:lnTo>
                          <a:pt x="1550670" y="882015"/>
                        </a:lnTo>
                        <a:lnTo>
                          <a:pt x="1617345" y="838200"/>
                        </a:lnTo>
                        <a:lnTo>
                          <a:pt x="1653540" y="796290"/>
                        </a:lnTo>
                        <a:lnTo>
                          <a:pt x="1668780" y="750570"/>
                        </a:lnTo>
                        <a:lnTo>
                          <a:pt x="1655445" y="695325"/>
                        </a:lnTo>
                        <a:lnTo>
                          <a:pt x="1678305" y="649605"/>
                        </a:lnTo>
                        <a:lnTo>
                          <a:pt x="1706880" y="588645"/>
                        </a:lnTo>
                        <a:lnTo>
                          <a:pt x="1765935" y="563880"/>
                        </a:lnTo>
                        <a:lnTo>
                          <a:pt x="1798320" y="539115"/>
                        </a:lnTo>
                        <a:lnTo>
                          <a:pt x="1809750" y="491490"/>
                        </a:lnTo>
                        <a:lnTo>
                          <a:pt x="1823085" y="459105"/>
                        </a:lnTo>
                        <a:lnTo>
                          <a:pt x="1863090" y="455295"/>
                        </a:lnTo>
                        <a:lnTo>
                          <a:pt x="1903095" y="449580"/>
                        </a:lnTo>
                        <a:lnTo>
                          <a:pt x="1912620" y="396240"/>
                        </a:lnTo>
                        <a:lnTo>
                          <a:pt x="1918335" y="348615"/>
                        </a:lnTo>
                        <a:lnTo>
                          <a:pt x="1965960" y="287655"/>
                        </a:lnTo>
                        <a:lnTo>
                          <a:pt x="2009775" y="243840"/>
                        </a:lnTo>
                        <a:lnTo>
                          <a:pt x="2019300" y="217170"/>
                        </a:lnTo>
                        <a:lnTo>
                          <a:pt x="1983105" y="182880"/>
                        </a:lnTo>
                        <a:lnTo>
                          <a:pt x="1958340" y="133350"/>
                        </a:lnTo>
                        <a:lnTo>
                          <a:pt x="1964055" y="72390"/>
                        </a:lnTo>
                        <a:lnTo>
                          <a:pt x="1967865" y="26670"/>
                        </a:lnTo>
                        <a:lnTo>
                          <a:pt x="1952625" y="0"/>
                        </a:lnTo>
                        <a:lnTo>
                          <a:pt x="1918335" y="13335"/>
                        </a:lnTo>
                        <a:lnTo>
                          <a:pt x="1864995" y="36195"/>
                        </a:lnTo>
                        <a:lnTo>
                          <a:pt x="1811655" y="40005"/>
                        </a:lnTo>
                        <a:lnTo>
                          <a:pt x="1750695" y="55245"/>
                        </a:lnTo>
                        <a:lnTo>
                          <a:pt x="1632585" y="49530"/>
                        </a:lnTo>
                        <a:lnTo>
                          <a:pt x="1514475" y="43815"/>
                        </a:lnTo>
                        <a:lnTo>
                          <a:pt x="1495425" y="45720"/>
                        </a:lnTo>
                        <a:lnTo>
                          <a:pt x="1373505" y="59055"/>
                        </a:lnTo>
                        <a:lnTo>
                          <a:pt x="1312545" y="55245"/>
                        </a:lnTo>
                        <a:lnTo>
                          <a:pt x="1268730" y="66675"/>
                        </a:lnTo>
                        <a:lnTo>
                          <a:pt x="1234440" y="57150"/>
                        </a:lnTo>
                        <a:lnTo>
                          <a:pt x="1163955" y="24765"/>
                        </a:lnTo>
                        <a:close/>
                      </a:path>
                    </a:pathLst>
                  </a:cu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700">
                      <a:ln>
                        <a:solidFill>
                          <a:schemeClr val="accent1">
                            <a:alpha val="0"/>
                          </a:schemeClr>
                        </a:solidFill>
                      </a:ln>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48" name="용산구">
                    <a:extLst>
                      <a:ext uri="{FF2B5EF4-FFF2-40B4-BE49-F238E27FC236}">
                        <a16:creationId xmlns:a16="http://schemas.microsoft.com/office/drawing/2014/main" id="{31CCA36F-C2F4-598B-EC44-13FEE0C4F924}"/>
                      </a:ext>
                    </a:extLst>
                  </p:cNvPr>
                  <p:cNvSpPr/>
                  <p:nvPr/>
                </p:nvSpPr>
                <p:spPr>
                  <a:xfrm>
                    <a:off x="1877060" y="7320280"/>
                    <a:ext cx="2268220" cy="1597660"/>
                  </a:xfrm>
                  <a:custGeom>
                    <a:avLst/>
                    <a:gdLst>
                      <a:gd name="connsiteX0" fmla="*/ 802640 w 2268220"/>
                      <a:gd name="connsiteY0" fmla="*/ 71120 h 1597660"/>
                      <a:gd name="connsiteX1" fmla="*/ 762000 w 2268220"/>
                      <a:gd name="connsiteY1" fmla="*/ 27940 h 1597660"/>
                      <a:gd name="connsiteX2" fmla="*/ 739140 w 2268220"/>
                      <a:gd name="connsiteY2" fmla="*/ 0 h 1597660"/>
                      <a:gd name="connsiteX3" fmla="*/ 693420 w 2268220"/>
                      <a:gd name="connsiteY3" fmla="*/ 15240 h 1597660"/>
                      <a:gd name="connsiteX4" fmla="*/ 665480 w 2268220"/>
                      <a:gd name="connsiteY4" fmla="*/ 48260 h 1597660"/>
                      <a:gd name="connsiteX5" fmla="*/ 635000 w 2268220"/>
                      <a:gd name="connsiteY5" fmla="*/ 60960 h 1597660"/>
                      <a:gd name="connsiteX6" fmla="*/ 609600 w 2268220"/>
                      <a:gd name="connsiteY6" fmla="*/ 76200 h 1597660"/>
                      <a:gd name="connsiteX7" fmla="*/ 579120 w 2268220"/>
                      <a:gd name="connsiteY7" fmla="*/ 91440 h 1597660"/>
                      <a:gd name="connsiteX8" fmla="*/ 589280 w 2268220"/>
                      <a:gd name="connsiteY8" fmla="*/ 119380 h 1597660"/>
                      <a:gd name="connsiteX9" fmla="*/ 617220 w 2268220"/>
                      <a:gd name="connsiteY9" fmla="*/ 139700 h 1597660"/>
                      <a:gd name="connsiteX10" fmla="*/ 629920 w 2268220"/>
                      <a:gd name="connsiteY10" fmla="*/ 185420 h 1597660"/>
                      <a:gd name="connsiteX11" fmla="*/ 622300 w 2268220"/>
                      <a:gd name="connsiteY11" fmla="*/ 231140 h 1597660"/>
                      <a:gd name="connsiteX12" fmla="*/ 584200 w 2268220"/>
                      <a:gd name="connsiteY12" fmla="*/ 284480 h 1597660"/>
                      <a:gd name="connsiteX13" fmla="*/ 551180 w 2268220"/>
                      <a:gd name="connsiteY13" fmla="*/ 327660 h 1597660"/>
                      <a:gd name="connsiteX14" fmla="*/ 485140 w 2268220"/>
                      <a:gd name="connsiteY14" fmla="*/ 358140 h 1597660"/>
                      <a:gd name="connsiteX15" fmla="*/ 439420 w 2268220"/>
                      <a:gd name="connsiteY15" fmla="*/ 375920 h 1597660"/>
                      <a:gd name="connsiteX16" fmla="*/ 401320 w 2268220"/>
                      <a:gd name="connsiteY16" fmla="*/ 416560 h 1597660"/>
                      <a:gd name="connsiteX17" fmla="*/ 393700 w 2268220"/>
                      <a:gd name="connsiteY17" fmla="*/ 480060 h 1597660"/>
                      <a:gd name="connsiteX18" fmla="*/ 383540 w 2268220"/>
                      <a:gd name="connsiteY18" fmla="*/ 523240 h 1597660"/>
                      <a:gd name="connsiteX19" fmla="*/ 388620 w 2268220"/>
                      <a:gd name="connsiteY19" fmla="*/ 581660 h 1597660"/>
                      <a:gd name="connsiteX20" fmla="*/ 337820 w 2268220"/>
                      <a:gd name="connsiteY20" fmla="*/ 614680 h 1597660"/>
                      <a:gd name="connsiteX21" fmla="*/ 312420 w 2268220"/>
                      <a:gd name="connsiteY21" fmla="*/ 635000 h 1597660"/>
                      <a:gd name="connsiteX22" fmla="*/ 307340 w 2268220"/>
                      <a:gd name="connsiteY22" fmla="*/ 670560 h 1597660"/>
                      <a:gd name="connsiteX23" fmla="*/ 269240 w 2268220"/>
                      <a:gd name="connsiteY23" fmla="*/ 713740 h 1597660"/>
                      <a:gd name="connsiteX24" fmla="*/ 241300 w 2268220"/>
                      <a:gd name="connsiteY24" fmla="*/ 751840 h 1597660"/>
                      <a:gd name="connsiteX25" fmla="*/ 215900 w 2268220"/>
                      <a:gd name="connsiteY25" fmla="*/ 774700 h 1597660"/>
                      <a:gd name="connsiteX26" fmla="*/ 170180 w 2268220"/>
                      <a:gd name="connsiteY26" fmla="*/ 782320 h 1597660"/>
                      <a:gd name="connsiteX27" fmla="*/ 101600 w 2268220"/>
                      <a:gd name="connsiteY27" fmla="*/ 782320 h 1597660"/>
                      <a:gd name="connsiteX28" fmla="*/ 68580 w 2268220"/>
                      <a:gd name="connsiteY28" fmla="*/ 792480 h 1597660"/>
                      <a:gd name="connsiteX29" fmla="*/ 17780 w 2268220"/>
                      <a:gd name="connsiteY29" fmla="*/ 825500 h 1597660"/>
                      <a:gd name="connsiteX30" fmla="*/ 2540 w 2268220"/>
                      <a:gd name="connsiteY30" fmla="*/ 848360 h 1597660"/>
                      <a:gd name="connsiteX31" fmla="*/ 0 w 2268220"/>
                      <a:gd name="connsiteY31" fmla="*/ 883920 h 1597660"/>
                      <a:gd name="connsiteX32" fmla="*/ 25400 w 2268220"/>
                      <a:gd name="connsiteY32" fmla="*/ 909320 h 1597660"/>
                      <a:gd name="connsiteX33" fmla="*/ 53340 w 2268220"/>
                      <a:gd name="connsiteY33" fmla="*/ 949960 h 1597660"/>
                      <a:gd name="connsiteX34" fmla="*/ 121920 w 2268220"/>
                      <a:gd name="connsiteY34" fmla="*/ 1016000 h 1597660"/>
                      <a:gd name="connsiteX35" fmla="*/ 162560 w 2268220"/>
                      <a:gd name="connsiteY35" fmla="*/ 1099820 h 1597660"/>
                      <a:gd name="connsiteX36" fmla="*/ 198120 w 2268220"/>
                      <a:gd name="connsiteY36" fmla="*/ 1155700 h 1597660"/>
                      <a:gd name="connsiteX37" fmla="*/ 266700 w 2268220"/>
                      <a:gd name="connsiteY37" fmla="*/ 1178560 h 1597660"/>
                      <a:gd name="connsiteX38" fmla="*/ 307340 w 2268220"/>
                      <a:gd name="connsiteY38" fmla="*/ 1231900 h 1597660"/>
                      <a:gd name="connsiteX39" fmla="*/ 370840 w 2268220"/>
                      <a:gd name="connsiteY39" fmla="*/ 1264920 h 1597660"/>
                      <a:gd name="connsiteX40" fmla="*/ 431800 w 2268220"/>
                      <a:gd name="connsiteY40" fmla="*/ 1290320 h 1597660"/>
                      <a:gd name="connsiteX41" fmla="*/ 490220 w 2268220"/>
                      <a:gd name="connsiteY41" fmla="*/ 1323340 h 1597660"/>
                      <a:gd name="connsiteX42" fmla="*/ 556260 w 2268220"/>
                      <a:gd name="connsiteY42" fmla="*/ 1341120 h 1597660"/>
                      <a:gd name="connsiteX43" fmla="*/ 640080 w 2268220"/>
                      <a:gd name="connsiteY43" fmla="*/ 1386840 h 1597660"/>
                      <a:gd name="connsiteX44" fmla="*/ 698500 w 2268220"/>
                      <a:gd name="connsiteY44" fmla="*/ 1430020 h 1597660"/>
                      <a:gd name="connsiteX45" fmla="*/ 833120 w 2268220"/>
                      <a:gd name="connsiteY45" fmla="*/ 1483360 h 1597660"/>
                      <a:gd name="connsiteX46" fmla="*/ 944880 w 2268220"/>
                      <a:gd name="connsiteY46" fmla="*/ 1516380 h 1597660"/>
                      <a:gd name="connsiteX47" fmla="*/ 1023620 w 2268220"/>
                      <a:gd name="connsiteY47" fmla="*/ 1534160 h 1597660"/>
                      <a:gd name="connsiteX48" fmla="*/ 1069340 w 2268220"/>
                      <a:gd name="connsiteY48" fmla="*/ 1551940 h 1597660"/>
                      <a:gd name="connsiteX49" fmla="*/ 1158240 w 2268220"/>
                      <a:gd name="connsiteY49" fmla="*/ 1582420 h 1597660"/>
                      <a:gd name="connsiteX50" fmla="*/ 1234440 w 2268220"/>
                      <a:gd name="connsiteY50" fmla="*/ 1597660 h 1597660"/>
                      <a:gd name="connsiteX51" fmla="*/ 1295400 w 2268220"/>
                      <a:gd name="connsiteY51" fmla="*/ 1590040 h 1597660"/>
                      <a:gd name="connsiteX52" fmla="*/ 1356360 w 2268220"/>
                      <a:gd name="connsiteY52" fmla="*/ 1564640 h 1597660"/>
                      <a:gd name="connsiteX53" fmla="*/ 1483360 w 2268220"/>
                      <a:gd name="connsiteY53" fmla="*/ 1534160 h 1597660"/>
                      <a:gd name="connsiteX54" fmla="*/ 1551940 w 2268220"/>
                      <a:gd name="connsiteY54" fmla="*/ 1511300 h 1597660"/>
                      <a:gd name="connsiteX55" fmla="*/ 1597660 w 2268220"/>
                      <a:gd name="connsiteY55" fmla="*/ 1501140 h 1597660"/>
                      <a:gd name="connsiteX56" fmla="*/ 1635760 w 2268220"/>
                      <a:gd name="connsiteY56" fmla="*/ 1488440 h 1597660"/>
                      <a:gd name="connsiteX57" fmla="*/ 1658620 w 2268220"/>
                      <a:gd name="connsiteY57" fmla="*/ 1457960 h 1597660"/>
                      <a:gd name="connsiteX58" fmla="*/ 1714500 w 2268220"/>
                      <a:gd name="connsiteY58" fmla="*/ 1409700 h 1597660"/>
                      <a:gd name="connsiteX59" fmla="*/ 1821180 w 2268220"/>
                      <a:gd name="connsiteY59" fmla="*/ 1346200 h 1597660"/>
                      <a:gd name="connsiteX60" fmla="*/ 1877060 w 2268220"/>
                      <a:gd name="connsiteY60" fmla="*/ 1287780 h 1597660"/>
                      <a:gd name="connsiteX61" fmla="*/ 1897380 w 2268220"/>
                      <a:gd name="connsiteY61" fmla="*/ 1280160 h 1597660"/>
                      <a:gd name="connsiteX62" fmla="*/ 1963420 w 2268220"/>
                      <a:gd name="connsiteY62" fmla="*/ 1244600 h 1597660"/>
                      <a:gd name="connsiteX63" fmla="*/ 2016760 w 2268220"/>
                      <a:gd name="connsiteY63" fmla="*/ 1186180 h 1597660"/>
                      <a:gd name="connsiteX64" fmla="*/ 2032000 w 2268220"/>
                      <a:gd name="connsiteY64" fmla="*/ 1168400 h 1597660"/>
                      <a:gd name="connsiteX65" fmla="*/ 2034540 w 2268220"/>
                      <a:gd name="connsiteY65" fmla="*/ 1130300 h 1597660"/>
                      <a:gd name="connsiteX66" fmla="*/ 2120900 w 2268220"/>
                      <a:gd name="connsiteY66" fmla="*/ 1018540 h 1597660"/>
                      <a:gd name="connsiteX67" fmla="*/ 2171700 w 2268220"/>
                      <a:gd name="connsiteY67" fmla="*/ 929640 h 1597660"/>
                      <a:gd name="connsiteX68" fmla="*/ 2214880 w 2268220"/>
                      <a:gd name="connsiteY68" fmla="*/ 853440 h 1597660"/>
                      <a:gd name="connsiteX69" fmla="*/ 2255520 w 2268220"/>
                      <a:gd name="connsiteY69" fmla="*/ 822960 h 1597660"/>
                      <a:gd name="connsiteX70" fmla="*/ 2268220 w 2268220"/>
                      <a:gd name="connsiteY70" fmla="*/ 792480 h 1597660"/>
                      <a:gd name="connsiteX71" fmla="*/ 2230120 w 2268220"/>
                      <a:gd name="connsiteY71" fmla="*/ 754380 h 1597660"/>
                      <a:gd name="connsiteX72" fmla="*/ 2192020 w 2268220"/>
                      <a:gd name="connsiteY72" fmla="*/ 711200 h 1597660"/>
                      <a:gd name="connsiteX73" fmla="*/ 2174240 w 2268220"/>
                      <a:gd name="connsiteY73" fmla="*/ 678180 h 1597660"/>
                      <a:gd name="connsiteX74" fmla="*/ 2153920 w 2268220"/>
                      <a:gd name="connsiteY74" fmla="*/ 650240 h 1597660"/>
                      <a:gd name="connsiteX75" fmla="*/ 2108200 w 2268220"/>
                      <a:gd name="connsiteY75" fmla="*/ 635000 h 1597660"/>
                      <a:gd name="connsiteX76" fmla="*/ 2062480 w 2268220"/>
                      <a:gd name="connsiteY76" fmla="*/ 624840 h 1597660"/>
                      <a:gd name="connsiteX77" fmla="*/ 2029460 w 2268220"/>
                      <a:gd name="connsiteY77" fmla="*/ 627380 h 1597660"/>
                      <a:gd name="connsiteX78" fmla="*/ 1996440 w 2268220"/>
                      <a:gd name="connsiteY78" fmla="*/ 619760 h 1597660"/>
                      <a:gd name="connsiteX79" fmla="*/ 1983740 w 2268220"/>
                      <a:gd name="connsiteY79" fmla="*/ 591820 h 1597660"/>
                      <a:gd name="connsiteX80" fmla="*/ 1983740 w 2268220"/>
                      <a:gd name="connsiteY80" fmla="*/ 520700 h 1597660"/>
                      <a:gd name="connsiteX81" fmla="*/ 1993900 w 2268220"/>
                      <a:gd name="connsiteY81" fmla="*/ 444500 h 1597660"/>
                      <a:gd name="connsiteX82" fmla="*/ 1976120 w 2268220"/>
                      <a:gd name="connsiteY82" fmla="*/ 416560 h 1597660"/>
                      <a:gd name="connsiteX83" fmla="*/ 1948180 w 2268220"/>
                      <a:gd name="connsiteY83" fmla="*/ 373380 h 1597660"/>
                      <a:gd name="connsiteX84" fmla="*/ 1932940 w 2268220"/>
                      <a:gd name="connsiteY84" fmla="*/ 337820 h 1597660"/>
                      <a:gd name="connsiteX85" fmla="*/ 1915160 w 2268220"/>
                      <a:gd name="connsiteY85" fmla="*/ 304800 h 1597660"/>
                      <a:gd name="connsiteX86" fmla="*/ 1905000 w 2268220"/>
                      <a:gd name="connsiteY86" fmla="*/ 271780 h 1597660"/>
                      <a:gd name="connsiteX87" fmla="*/ 1907540 w 2268220"/>
                      <a:gd name="connsiteY87" fmla="*/ 223520 h 1597660"/>
                      <a:gd name="connsiteX88" fmla="*/ 1899920 w 2268220"/>
                      <a:gd name="connsiteY88" fmla="*/ 193040 h 1597660"/>
                      <a:gd name="connsiteX89" fmla="*/ 1856740 w 2268220"/>
                      <a:gd name="connsiteY89" fmla="*/ 187960 h 1597660"/>
                      <a:gd name="connsiteX90" fmla="*/ 1793240 w 2268220"/>
                      <a:gd name="connsiteY90" fmla="*/ 198120 h 1597660"/>
                      <a:gd name="connsiteX91" fmla="*/ 1762760 w 2268220"/>
                      <a:gd name="connsiteY91" fmla="*/ 205740 h 1597660"/>
                      <a:gd name="connsiteX92" fmla="*/ 1755140 w 2268220"/>
                      <a:gd name="connsiteY92" fmla="*/ 248920 h 1597660"/>
                      <a:gd name="connsiteX93" fmla="*/ 1737360 w 2268220"/>
                      <a:gd name="connsiteY93" fmla="*/ 287020 h 1597660"/>
                      <a:gd name="connsiteX94" fmla="*/ 1699260 w 2268220"/>
                      <a:gd name="connsiteY94" fmla="*/ 312420 h 1597660"/>
                      <a:gd name="connsiteX95" fmla="*/ 1653540 w 2268220"/>
                      <a:gd name="connsiteY95" fmla="*/ 302260 h 1597660"/>
                      <a:gd name="connsiteX96" fmla="*/ 1595120 w 2268220"/>
                      <a:gd name="connsiteY96" fmla="*/ 320040 h 1597660"/>
                      <a:gd name="connsiteX97" fmla="*/ 1546860 w 2268220"/>
                      <a:gd name="connsiteY97" fmla="*/ 289560 h 1597660"/>
                      <a:gd name="connsiteX98" fmla="*/ 1529080 w 2268220"/>
                      <a:gd name="connsiteY98" fmla="*/ 246380 h 1597660"/>
                      <a:gd name="connsiteX99" fmla="*/ 1526540 w 2268220"/>
                      <a:gd name="connsiteY99" fmla="*/ 208280 h 1597660"/>
                      <a:gd name="connsiteX100" fmla="*/ 1513840 w 2268220"/>
                      <a:gd name="connsiteY100" fmla="*/ 187960 h 1597660"/>
                      <a:gd name="connsiteX101" fmla="*/ 1463040 w 2268220"/>
                      <a:gd name="connsiteY101" fmla="*/ 187960 h 1597660"/>
                      <a:gd name="connsiteX102" fmla="*/ 1409700 w 2268220"/>
                      <a:gd name="connsiteY102" fmla="*/ 182880 h 1597660"/>
                      <a:gd name="connsiteX103" fmla="*/ 1374140 w 2268220"/>
                      <a:gd name="connsiteY103" fmla="*/ 170180 h 1597660"/>
                      <a:gd name="connsiteX104" fmla="*/ 1351280 w 2268220"/>
                      <a:gd name="connsiteY104" fmla="*/ 147320 h 1597660"/>
                      <a:gd name="connsiteX105" fmla="*/ 1353820 w 2268220"/>
                      <a:gd name="connsiteY105" fmla="*/ 114300 h 1597660"/>
                      <a:gd name="connsiteX106" fmla="*/ 1369060 w 2268220"/>
                      <a:gd name="connsiteY106" fmla="*/ 93980 h 1597660"/>
                      <a:gd name="connsiteX107" fmla="*/ 1358900 w 2268220"/>
                      <a:gd name="connsiteY107" fmla="*/ 81280 h 1597660"/>
                      <a:gd name="connsiteX108" fmla="*/ 1320800 w 2268220"/>
                      <a:gd name="connsiteY108" fmla="*/ 73660 h 1597660"/>
                      <a:gd name="connsiteX109" fmla="*/ 1300480 w 2268220"/>
                      <a:gd name="connsiteY109" fmla="*/ 91440 h 1597660"/>
                      <a:gd name="connsiteX110" fmla="*/ 1285240 w 2268220"/>
                      <a:gd name="connsiteY110" fmla="*/ 106680 h 1597660"/>
                      <a:gd name="connsiteX111" fmla="*/ 1264920 w 2268220"/>
                      <a:gd name="connsiteY111" fmla="*/ 101600 h 1597660"/>
                      <a:gd name="connsiteX112" fmla="*/ 1262380 w 2268220"/>
                      <a:gd name="connsiteY112" fmla="*/ 78740 h 1597660"/>
                      <a:gd name="connsiteX113" fmla="*/ 1239520 w 2268220"/>
                      <a:gd name="connsiteY113" fmla="*/ 76200 h 1597660"/>
                      <a:gd name="connsiteX114" fmla="*/ 1214120 w 2268220"/>
                      <a:gd name="connsiteY114" fmla="*/ 86360 h 1597660"/>
                      <a:gd name="connsiteX115" fmla="*/ 1201420 w 2268220"/>
                      <a:gd name="connsiteY115" fmla="*/ 109220 h 1597660"/>
                      <a:gd name="connsiteX116" fmla="*/ 1178560 w 2268220"/>
                      <a:gd name="connsiteY116" fmla="*/ 106680 h 1597660"/>
                      <a:gd name="connsiteX117" fmla="*/ 1148080 w 2268220"/>
                      <a:gd name="connsiteY117" fmla="*/ 99060 h 1597660"/>
                      <a:gd name="connsiteX118" fmla="*/ 1109980 w 2268220"/>
                      <a:gd name="connsiteY118" fmla="*/ 76200 h 1597660"/>
                      <a:gd name="connsiteX119" fmla="*/ 1089660 w 2268220"/>
                      <a:gd name="connsiteY119" fmla="*/ 60960 h 1597660"/>
                      <a:gd name="connsiteX120" fmla="*/ 1097280 w 2268220"/>
                      <a:gd name="connsiteY120" fmla="*/ 30480 h 1597660"/>
                      <a:gd name="connsiteX121" fmla="*/ 1087120 w 2268220"/>
                      <a:gd name="connsiteY121" fmla="*/ 7620 h 1597660"/>
                      <a:gd name="connsiteX122" fmla="*/ 1061720 w 2268220"/>
                      <a:gd name="connsiteY122" fmla="*/ 10160 h 1597660"/>
                      <a:gd name="connsiteX123" fmla="*/ 1036320 w 2268220"/>
                      <a:gd name="connsiteY123" fmla="*/ 30480 h 1597660"/>
                      <a:gd name="connsiteX124" fmla="*/ 1028700 w 2268220"/>
                      <a:gd name="connsiteY124" fmla="*/ 58420 h 1597660"/>
                      <a:gd name="connsiteX125" fmla="*/ 1013460 w 2268220"/>
                      <a:gd name="connsiteY125" fmla="*/ 68580 h 1597660"/>
                      <a:gd name="connsiteX126" fmla="*/ 955040 w 2268220"/>
                      <a:gd name="connsiteY126" fmla="*/ 58420 h 1597660"/>
                      <a:gd name="connsiteX127" fmla="*/ 914400 w 2268220"/>
                      <a:gd name="connsiteY127" fmla="*/ 50800 h 1597660"/>
                      <a:gd name="connsiteX128" fmla="*/ 889000 w 2268220"/>
                      <a:gd name="connsiteY128" fmla="*/ 50800 h 1597660"/>
                      <a:gd name="connsiteX129" fmla="*/ 855980 w 2268220"/>
                      <a:gd name="connsiteY129" fmla="*/ 60960 h 1597660"/>
                      <a:gd name="connsiteX130" fmla="*/ 802640 w 2268220"/>
                      <a:gd name="connsiteY130" fmla="*/ 71120 h 1597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Lst>
                    <a:rect l="l" t="t" r="r" b="b"/>
                    <a:pathLst>
                      <a:path w="2268220" h="1597660">
                        <a:moveTo>
                          <a:pt x="802640" y="71120"/>
                        </a:moveTo>
                        <a:lnTo>
                          <a:pt x="762000" y="27940"/>
                        </a:lnTo>
                        <a:lnTo>
                          <a:pt x="739140" y="0"/>
                        </a:lnTo>
                        <a:lnTo>
                          <a:pt x="693420" y="15240"/>
                        </a:lnTo>
                        <a:lnTo>
                          <a:pt x="665480" y="48260"/>
                        </a:lnTo>
                        <a:lnTo>
                          <a:pt x="635000" y="60960"/>
                        </a:lnTo>
                        <a:lnTo>
                          <a:pt x="609600" y="76200"/>
                        </a:lnTo>
                        <a:lnTo>
                          <a:pt x="579120" y="91440"/>
                        </a:lnTo>
                        <a:lnTo>
                          <a:pt x="589280" y="119380"/>
                        </a:lnTo>
                        <a:lnTo>
                          <a:pt x="617220" y="139700"/>
                        </a:lnTo>
                        <a:lnTo>
                          <a:pt x="629920" y="185420"/>
                        </a:lnTo>
                        <a:lnTo>
                          <a:pt x="622300" y="231140"/>
                        </a:lnTo>
                        <a:lnTo>
                          <a:pt x="584200" y="284480"/>
                        </a:lnTo>
                        <a:lnTo>
                          <a:pt x="551180" y="327660"/>
                        </a:lnTo>
                        <a:lnTo>
                          <a:pt x="485140" y="358140"/>
                        </a:lnTo>
                        <a:lnTo>
                          <a:pt x="439420" y="375920"/>
                        </a:lnTo>
                        <a:lnTo>
                          <a:pt x="401320" y="416560"/>
                        </a:lnTo>
                        <a:lnTo>
                          <a:pt x="393700" y="480060"/>
                        </a:lnTo>
                        <a:lnTo>
                          <a:pt x="383540" y="523240"/>
                        </a:lnTo>
                        <a:lnTo>
                          <a:pt x="388620" y="581660"/>
                        </a:lnTo>
                        <a:lnTo>
                          <a:pt x="337820" y="614680"/>
                        </a:lnTo>
                        <a:lnTo>
                          <a:pt x="312420" y="635000"/>
                        </a:lnTo>
                        <a:lnTo>
                          <a:pt x="307340" y="670560"/>
                        </a:lnTo>
                        <a:lnTo>
                          <a:pt x="269240" y="713740"/>
                        </a:lnTo>
                        <a:lnTo>
                          <a:pt x="241300" y="751840"/>
                        </a:lnTo>
                        <a:lnTo>
                          <a:pt x="215900" y="774700"/>
                        </a:lnTo>
                        <a:lnTo>
                          <a:pt x="170180" y="782320"/>
                        </a:lnTo>
                        <a:lnTo>
                          <a:pt x="101600" y="782320"/>
                        </a:lnTo>
                        <a:lnTo>
                          <a:pt x="68580" y="792480"/>
                        </a:lnTo>
                        <a:lnTo>
                          <a:pt x="17780" y="825500"/>
                        </a:lnTo>
                        <a:lnTo>
                          <a:pt x="2540" y="848360"/>
                        </a:lnTo>
                        <a:lnTo>
                          <a:pt x="0" y="883920"/>
                        </a:lnTo>
                        <a:lnTo>
                          <a:pt x="25400" y="909320"/>
                        </a:lnTo>
                        <a:lnTo>
                          <a:pt x="53340" y="949960"/>
                        </a:lnTo>
                        <a:lnTo>
                          <a:pt x="121920" y="1016000"/>
                        </a:lnTo>
                        <a:lnTo>
                          <a:pt x="162560" y="1099820"/>
                        </a:lnTo>
                        <a:lnTo>
                          <a:pt x="198120" y="1155700"/>
                        </a:lnTo>
                        <a:lnTo>
                          <a:pt x="266700" y="1178560"/>
                        </a:lnTo>
                        <a:lnTo>
                          <a:pt x="307340" y="1231900"/>
                        </a:lnTo>
                        <a:lnTo>
                          <a:pt x="370840" y="1264920"/>
                        </a:lnTo>
                        <a:lnTo>
                          <a:pt x="431800" y="1290320"/>
                        </a:lnTo>
                        <a:lnTo>
                          <a:pt x="490220" y="1323340"/>
                        </a:lnTo>
                        <a:lnTo>
                          <a:pt x="556260" y="1341120"/>
                        </a:lnTo>
                        <a:lnTo>
                          <a:pt x="640080" y="1386840"/>
                        </a:lnTo>
                        <a:lnTo>
                          <a:pt x="698500" y="1430020"/>
                        </a:lnTo>
                        <a:lnTo>
                          <a:pt x="833120" y="1483360"/>
                        </a:lnTo>
                        <a:lnTo>
                          <a:pt x="944880" y="1516380"/>
                        </a:lnTo>
                        <a:lnTo>
                          <a:pt x="1023620" y="1534160"/>
                        </a:lnTo>
                        <a:lnTo>
                          <a:pt x="1069340" y="1551940"/>
                        </a:lnTo>
                        <a:lnTo>
                          <a:pt x="1158240" y="1582420"/>
                        </a:lnTo>
                        <a:lnTo>
                          <a:pt x="1234440" y="1597660"/>
                        </a:lnTo>
                        <a:lnTo>
                          <a:pt x="1295400" y="1590040"/>
                        </a:lnTo>
                        <a:lnTo>
                          <a:pt x="1356360" y="1564640"/>
                        </a:lnTo>
                        <a:lnTo>
                          <a:pt x="1483360" y="1534160"/>
                        </a:lnTo>
                        <a:lnTo>
                          <a:pt x="1551940" y="1511300"/>
                        </a:lnTo>
                        <a:lnTo>
                          <a:pt x="1597660" y="1501140"/>
                        </a:lnTo>
                        <a:lnTo>
                          <a:pt x="1635760" y="1488440"/>
                        </a:lnTo>
                        <a:lnTo>
                          <a:pt x="1658620" y="1457960"/>
                        </a:lnTo>
                        <a:lnTo>
                          <a:pt x="1714500" y="1409700"/>
                        </a:lnTo>
                        <a:lnTo>
                          <a:pt x="1821180" y="1346200"/>
                        </a:lnTo>
                        <a:lnTo>
                          <a:pt x="1877060" y="1287780"/>
                        </a:lnTo>
                        <a:lnTo>
                          <a:pt x="1897380" y="1280160"/>
                        </a:lnTo>
                        <a:lnTo>
                          <a:pt x="1963420" y="1244600"/>
                        </a:lnTo>
                        <a:lnTo>
                          <a:pt x="2016760" y="1186180"/>
                        </a:lnTo>
                        <a:lnTo>
                          <a:pt x="2032000" y="1168400"/>
                        </a:lnTo>
                        <a:lnTo>
                          <a:pt x="2034540" y="1130300"/>
                        </a:lnTo>
                        <a:lnTo>
                          <a:pt x="2120900" y="1018540"/>
                        </a:lnTo>
                        <a:lnTo>
                          <a:pt x="2171700" y="929640"/>
                        </a:lnTo>
                        <a:lnTo>
                          <a:pt x="2214880" y="853440"/>
                        </a:lnTo>
                        <a:lnTo>
                          <a:pt x="2255520" y="822960"/>
                        </a:lnTo>
                        <a:lnTo>
                          <a:pt x="2268220" y="792480"/>
                        </a:lnTo>
                        <a:lnTo>
                          <a:pt x="2230120" y="754380"/>
                        </a:lnTo>
                        <a:lnTo>
                          <a:pt x="2192020" y="711200"/>
                        </a:lnTo>
                        <a:lnTo>
                          <a:pt x="2174240" y="678180"/>
                        </a:lnTo>
                        <a:lnTo>
                          <a:pt x="2153920" y="650240"/>
                        </a:lnTo>
                        <a:lnTo>
                          <a:pt x="2108200" y="635000"/>
                        </a:lnTo>
                        <a:lnTo>
                          <a:pt x="2062480" y="624840"/>
                        </a:lnTo>
                        <a:lnTo>
                          <a:pt x="2029460" y="627380"/>
                        </a:lnTo>
                        <a:lnTo>
                          <a:pt x="1996440" y="619760"/>
                        </a:lnTo>
                        <a:lnTo>
                          <a:pt x="1983740" y="591820"/>
                        </a:lnTo>
                        <a:lnTo>
                          <a:pt x="1983740" y="520700"/>
                        </a:lnTo>
                        <a:lnTo>
                          <a:pt x="1993900" y="444500"/>
                        </a:lnTo>
                        <a:lnTo>
                          <a:pt x="1976120" y="416560"/>
                        </a:lnTo>
                        <a:lnTo>
                          <a:pt x="1948180" y="373380"/>
                        </a:lnTo>
                        <a:lnTo>
                          <a:pt x="1932940" y="337820"/>
                        </a:lnTo>
                        <a:lnTo>
                          <a:pt x="1915160" y="304800"/>
                        </a:lnTo>
                        <a:lnTo>
                          <a:pt x="1905000" y="271780"/>
                        </a:lnTo>
                        <a:lnTo>
                          <a:pt x="1907540" y="223520"/>
                        </a:lnTo>
                        <a:lnTo>
                          <a:pt x="1899920" y="193040"/>
                        </a:lnTo>
                        <a:lnTo>
                          <a:pt x="1856740" y="187960"/>
                        </a:lnTo>
                        <a:lnTo>
                          <a:pt x="1793240" y="198120"/>
                        </a:lnTo>
                        <a:lnTo>
                          <a:pt x="1762760" y="205740"/>
                        </a:lnTo>
                        <a:lnTo>
                          <a:pt x="1755140" y="248920"/>
                        </a:lnTo>
                        <a:lnTo>
                          <a:pt x="1737360" y="287020"/>
                        </a:lnTo>
                        <a:lnTo>
                          <a:pt x="1699260" y="312420"/>
                        </a:lnTo>
                        <a:lnTo>
                          <a:pt x="1653540" y="302260"/>
                        </a:lnTo>
                        <a:lnTo>
                          <a:pt x="1595120" y="320040"/>
                        </a:lnTo>
                        <a:lnTo>
                          <a:pt x="1546860" y="289560"/>
                        </a:lnTo>
                        <a:lnTo>
                          <a:pt x="1529080" y="246380"/>
                        </a:lnTo>
                        <a:lnTo>
                          <a:pt x="1526540" y="208280"/>
                        </a:lnTo>
                        <a:lnTo>
                          <a:pt x="1513840" y="187960"/>
                        </a:lnTo>
                        <a:lnTo>
                          <a:pt x="1463040" y="187960"/>
                        </a:lnTo>
                        <a:lnTo>
                          <a:pt x="1409700" y="182880"/>
                        </a:lnTo>
                        <a:lnTo>
                          <a:pt x="1374140" y="170180"/>
                        </a:lnTo>
                        <a:lnTo>
                          <a:pt x="1351280" y="147320"/>
                        </a:lnTo>
                        <a:lnTo>
                          <a:pt x="1353820" y="114300"/>
                        </a:lnTo>
                        <a:lnTo>
                          <a:pt x="1369060" y="93980"/>
                        </a:lnTo>
                        <a:lnTo>
                          <a:pt x="1358900" y="81280"/>
                        </a:lnTo>
                        <a:lnTo>
                          <a:pt x="1320800" y="73660"/>
                        </a:lnTo>
                        <a:lnTo>
                          <a:pt x="1300480" y="91440"/>
                        </a:lnTo>
                        <a:lnTo>
                          <a:pt x="1285240" y="106680"/>
                        </a:lnTo>
                        <a:lnTo>
                          <a:pt x="1264920" y="101600"/>
                        </a:lnTo>
                        <a:lnTo>
                          <a:pt x="1262380" y="78740"/>
                        </a:lnTo>
                        <a:lnTo>
                          <a:pt x="1239520" y="76200"/>
                        </a:lnTo>
                        <a:lnTo>
                          <a:pt x="1214120" y="86360"/>
                        </a:lnTo>
                        <a:lnTo>
                          <a:pt x="1201420" y="109220"/>
                        </a:lnTo>
                        <a:lnTo>
                          <a:pt x="1178560" y="106680"/>
                        </a:lnTo>
                        <a:lnTo>
                          <a:pt x="1148080" y="99060"/>
                        </a:lnTo>
                        <a:lnTo>
                          <a:pt x="1109980" y="76200"/>
                        </a:lnTo>
                        <a:lnTo>
                          <a:pt x="1089660" y="60960"/>
                        </a:lnTo>
                        <a:lnTo>
                          <a:pt x="1097280" y="30480"/>
                        </a:lnTo>
                        <a:lnTo>
                          <a:pt x="1087120" y="7620"/>
                        </a:lnTo>
                        <a:lnTo>
                          <a:pt x="1061720" y="10160"/>
                        </a:lnTo>
                        <a:lnTo>
                          <a:pt x="1036320" y="30480"/>
                        </a:lnTo>
                        <a:lnTo>
                          <a:pt x="1028700" y="58420"/>
                        </a:lnTo>
                        <a:lnTo>
                          <a:pt x="1013460" y="68580"/>
                        </a:lnTo>
                        <a:lnTo>
                          <a:pt x="955040" y="58420"/>
                        </a:lnTo>
                        <a:lnTo>
                          <a:pt x="914400" y="50800"/>
                        </a:lnTo>
                        <a:lnTo>
                          <a:pt x="889000" y="50800"/>
                        </a:lnTo>
                        <a:lnTo>
                          <a:pt x="855980" y="60960"/>
                        </a:lnTo>
                        <a:lnTo>
                          <a:pt x="802640" y="71120"/>
                        </a:lnTo>
                        <a:close/>
                      </a:path>
                    </a:pathLst>
                  </a:cu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700">
                      <a:ln>
                        <a:solidFill>
                          <a:schemeClr val="accent1">
                            <a:alpha val="0"/>
                          </a:schemeClr>
                        </a:solidFill>
                      </a:ln>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grpSp>
          </p:grpSp>
          <p:grpSp>
            <p:nvGrpSpPr>
              <p:cNvPr id="108" name="경기 서남부">
                <a:extLst>
                  <a:ext uri="{FF2B5EF4-FFF2-40B4-BE49-F238E27FC236}">
                    <a16:creationId xmlns:a16="http://schemas.microsoft.com/office/drawing/2014/main" id="{41E93553-299F-053F-5B13-656D67E7D615}"/>
                  </a:ext>
                </a:extLst>
              </p:cNvPr>
              <p:cNvGrpSpPr/>
              <p:nvPr/>
            </p:nvGrpSpPr>
            <p:grpSpPr>
              <a:xfrm>
                <a:off x="5625703" y="4321183"/>
                <a:ext cx="1560919" cy="1436584"/>
                <a:chOff x="2919411" y="3433762"/>
                <a:chExt cx="2212183" cy="2035969"/>
              </a:xfrm>
              <a:solidFill>
                <a:schemeClr val="bg1">
                  <a:lumMod val="95000"/>
                </a:schemeClr>
              </a:solidFill>
            </p:grpSpPr>
            <p:sp>
              <p:nvSpPr>
                <p:cNvPr id="130" name="부천시">
                  <a:extLst>
                    <a:ext uri="{FF2B5EF4-FFF2-40B4-BE49-F238E27FC236}">
                      <a16:creationId xmlns:a16="http://schemas.microsoft.com/office/drawing/2014/main" id="{B1335ACE-6C7A-1F17-E6FF-8B4EBD34D4DE}"/>
                    </a:ext>
                  </a:extLst>
                </p:cNvPr>
                <p:cNvSpPr/>
                <p:nvPr/>
              </p:nvSpPr>
              <p:spPr>
                <a:xfrm>
                  <a:off x="3714750" y="3433762"/>
                  <a:ext cx="366713" cy="423862"/>
                </a:xfrm>
                <a:custGeom>
                  <a:avLst/>
                  <a:gdLst>
                    <a:gd name="connsiteX0" fmla="*/ 376238 w 376238"/>
                    <a:gd name="connsiteY0" fmla="*/ 388143 h 423862"/>
                    <a:gd name="connsiteX1" fmla="*/ 342900 w 376238"/>
                    <a:gd name="connsiteY1" fmla="*/ 423862 h 423862"/>
                    <a:gd name="connsiteX2" fmla="*/ 302419 w 376238"/>
                    <a:gd name="connsiteY2" fmla="*/ 416718 h 423862"/>
                    <a:gd name="connsiteX3" fmla="*/ 261938 w 376238"/>
                    <a:gd name="connsiteY3" fmla="*/ 402431 h 423862"/>
                    <a:gd name="connsiteX4" fmla="*/ 233363 w 376238"/>
                    <a:gd name="connsiteY4" fmla="*/ 385762 h 423862"/>
                    <a:gd name="connsiteX5" fmla="*/ 204788 w 376238"/>
                    <a:gd name="connsiteY5" fmla="*/ 395287 h 423862"/>
                    <a:gd name="connsiteX6" fmla="*/ 190500 w 376238"/>
                    <a:gd name="connsiteY6" fmla="*/ 359568 h 423862"/>
                    <a:gd name="connsiteX7" fmla="*/ 171450 w 376238"/>
                    <a:gd name="connsiteY7" fmla="*/ 347662 h 423862"/>
                    <a:gd name="connsiteX8" fmla="*/ 150019 w 376238"/>
                    <a:gd name="connsiteY8" fmla="*/ 354806 h 423862"/>
                    <a:gd name="connsiteX9" fmla="*/ 119063 w 376238"/>
                    <a:gd name="connsiteY9" fmla="*/ 333375 h 423862"/>
                    <a:gd name="connsiteX10" fmla="*/ 90488 w 376238"/>
                    <a:gd name="connsiteY10" fmla="*/ 319087 h 423862"/>
                    <a:gd name="connsiteX11" fmla="*/ 54769 w 376238"/>
                    <a:gd name="connsiteY11" fmla="*/ 292893 h 423862"/>
                    <a:gd name="connsiteX12" fmla="*/ 11906 w 376238"/>
                    <a:gd name="connsiteY12" fmla="*/ 259556 h 423862"/>
                    <a:gd name="connsiteX13" fmla="*/ 2381 w 376238"/>
                    <a:gd name="connsiteY13" fmla="*/ 252412 h 423862"/>
                    <a:gd name="connsiteX14" fmla="*/ 0 w 376238"/>
                    <a:gd name="connsiteY14" fmla="*/ 240506 h 423862"/>
                    <a:gd name="connsiteX15" fmla="*/ 21431 w 376238"/>
                    <a:gd name="connsiteY15" fmla="*/ 228600 h 423862"/>
                    <a:gd name="connsiteX16" fmla="*/ 26194 w 376238"/>
                    <a:gd name="connsiteY16" fmla="*/ 204787 h 423862"/>
                    <a:gd name="connsiteX17" fmla="*/ 16669 w 376238"/>
                    <a:gd name="connsiteY17" fmla="*/ 180975 h 423862"/>
                    <a:gd name="connsiteX18" fmla="*/ 21431 w 376238"/>
                    <a:gd name="connsiteY18" fmla="*/ 154781 h 423862"/>
                    <a:gd name="connsiteX19" fmla="*/ 38100 w 376238"/>
                    <a:gd name="connsiteY19" fmla="*/ 145256 h 423862"/>
                    <a:gd name="connsiteX20" fmla="*/ 64294 w 376238"/>
                    <a:gd name="connsiteY20" fmla="*/ 159543 h 423862"/>
                    <a:gd name="connsiteX21" fmla="*/ 90488 w 376238"/>
                    <a:gd name="connsiteY21" fmla="*/ 150018 h 423862"/>
                    <a:gd name="connsiteX22" fmla="*/ 95250 w 376238"/>
                    <a:gd name="connsiteY22" fmla="*/ 119062 h 423862"/>
                    <a:gd name="connsiteX23" fmla="*/ 95250 w 376238"/>
                    <a:gd name="connsiteY23" fmla="*/ 85725 h 423862"/>
                    <a:gd name="connsiteX24" fmla="*/ 95250 w 376238"/>
                    <a:gd name="connsiteY24" fmla="*/ 85725 h 423862"/>
                    <a:gd name="connsiteX25" fmla="*/ 100013 w 376238"/>
                    <a:gd name="connsiteY25" fmla="*/ 40481 h 423862"/>
                    <a:gd name="connsiteX26" fmla="*/ 111919 w 376238"/>
                    <a:gd name="connsiteY26" fmla="*/ 0 h 423862"/>
                    <a:gd name="connsiteX27" fmla="*/ 154781 w 376238"/>
                    <a:gd name="connsiteY27" fmla="*/ 11906 h 423862"/>
                    <a:gd name="connsiteX28" fmla="*/ 185738 w 376238"/>
                    <a:gd name="connsiteY28" fmla="*/ 16668 h 423862"/>
                    <a:gd name="connsiteX29" fmla="*/ 211931 w 376238"/>
                    <a:gd name="connsiteY29" fmla="*/ 26193 h 423862"/>
                    <a:gd name="connsiteX30" fmla="*/ 214313 w 376238"/>
                    <a:gd name="connsiteY30" fmla="*/ 33337 h 423862"/>
                    <a:gd name="connsiteX31" fmla="*/ 219075 w 376238"/>
                    <a:gd name="connsiteY31" fmla="*/ 61912 h 423862"/>
                    <a:gd name="connsiteX32" fmla="*/ 238125 w 376238"/>
                    <a:gd name="connsiteY32" fmla="*/ 64293 h 423862"/>
                    <a:gd name="connsiteX33" fmla="*/ 257175 w 376238"/>
                    <a:gd name="connsiteY33" fmla="*/ 45243 h 423862"/>
                    <a:gd name="connsiteX34" fmla="*/ 273844 w 376238"/>
                    <a:gd name="connsiteY34" fmla="*/ 33337 h 423862"/>
                    <a:gd name="connsiteX35" fmla="*/ 273844 w 376238"/>
                    <a:gd name="connsiteY35" fmla="*/ 33337 h 423862"/>
                    <a:gd name="connsiteX36" fmla="*/ 311944 w 376238"/>
                    <a:gd name="connsiteY36" fmla="*/ 28575 h 423862"/>
                    <a:gd name="connsiteX37" fmla="*/ 316706 w 376238"/>
                    <a:gd name="connsiteY37" fmla="*/ 59531 h 423862"/>
                    <a:gd name="connsiteX38" fmla="*/ 338138 w 376238"/>
                    <a:gd name="connsiteY38" fmla="*/ 83343 h 423862"/>
                    <a:gd name="connsiteX39" fmla="*/ 338138 w 376238"/>
                    <a:gd name="connsiteY39" fmla="*/ 83343 h 423862"/>
                    <a:gd name="connsiteX40" fmla="*/ 326231 w 376238"/>
                    <a:gd name="connsiteY40" fmla="*/ 133350 h 423862"/>
                    <a:gd name="connsiteX41" fmla="*/ 319088 w 376238"/>
                    <a:gd name="connsiteY41" fmla="*/ 169068 h 423862"/>
                    <a:gd name="connsiteX42" fmla="*/ 319088 w 376238"/>
                    <a:gd name="connsiteY42" fmla="*/ 200025 h 423862"/>
                    <a:gd name="connsiteX43" fmla="*/ 304800 w 376238"/>
                    <a:gd name="connsiteY43" fmla="*/ 209550 h 423862"/>
                    <a:gd name="connsiteX44" fmla="*/ 278606 w 376238"/>
                    <a:gd name="connsiteY44" fmla="*/ 226218 h 423862"/>
                    <a:gd name="connsiteX45" fmla="*/ 288131 w 376238"/>
                    <a:gd name="connsiteY45" fmla="*/ 259556 h 423862"/>
                    <a:gd name="connsiteX46" fmla="*/ 302419 w 376238"/>
                    <a:gd name="connsiteY46" fmla="*/ 280987 h 423862"/>
                    <a:gd name="connsiteX47" fmla="*/ 316706 w 376238"/>
                    <a:gd name="connsiteY47" fmla="*/ 280987 h 423862"/>
                    <a:gd name="connsiteX48" fmla="*/ 307181 w 376238"/>
                    <a:gd name="connsiteY48" fmla="*/ 302418 h 423862"/>
                    <a:gd name="connsiteX49" fmla="*/ 304800 w 376238"/>
                    <a:gd name="connsiteY49" fmla="*/ 330993 h 423862"/>
                    <a:gd name="connsiteX50" fmla="*/ 311944 w 376238"/>
                    <a:gd name="connsiteY50" fmla="*/ 354806 h 423862"/>
                    <a:gd name="connsiteX51" fmla="*/ 328613 w 376238"/>
                    <a:gd name="connsiteY51" fmla="*/ 361950 h 423862"/>
                    <a:gd name="connsiteX52" fmla="*/ 376238 w 376238"/>
                    <a:gd name="connsiteY52" fmla="*/ 388143 h 423862"/>
                    <a:gd name="connsiteX0" fmla="*/ 376238 w 376238"/>
                    <a:gd name="connsiteY0" fmla="*/ 388143 h 423862"/>
                    <a:gd name="connsiteX1" fmla="*/ 342900 w 376238"/>
                    <a:gd name="connsiteY1" fmla="*/ 423862 h 423862"/>
                    <a:gd name="connsiteX2" fmla="*/ 302419 w 376238"/>
                    <a:gd name="connsiteY2" fmla="*/ 416718 h 423862"/>
                    <a:gd name="connsiteX3" fmla="*/ 261938 w 376238"/>
                    <a:gd name="connsiteY3" fmla="*/ 402431 h 423862"/>
                    <a:gd name="connsiteX4" fmla="*/ 233363 w 376238"/>
                    <a:gd name="connsiteY4" fmla="*/ 385762 h 423862"/>
                    <a:gd name="connsiteX5" fmla="*/ 204788 w 376238"/>
                    <a:gd name="connsiteY5" fmla="*/ 395287 h 423862"/>
                    <a:gd name="connsiteX6" fmla="*/ 190500 w 376238"/>
                    <a:gd name="connsiteY6" fmla="*/ 359568 h 423862"/>
                    <a:gd name="connsiteX7" fmla="*/ 171450 w 376238"/>
                    <a:gd name="connsiteY7" fmla="*/ 347662 h 423862"/>
                    <a:gd name="connsiteX8" fmla="*/ 150019 w 376238"/>
                    <a:gd name="connsiteY8" fmla="*/ 354806 h 423862"/>
                    <a:gd name="connsiteX9" fmla="*/ 119063 w 376238"/>
                    <a:gd name="connsiteY9" fmla="*/ 333375 h 423862"/>
                    <a:gd name="connsiteX10" fmla="*/ 90488 w 376238"/>
                    <a:gd name="connsiteY10" fmla="*/ 319087 h 423862"/>
                    <a:gd name="connsiteX11" fmla="*/ 54769 w 376238"/>
                    <a:gd name="connsiteY11" fmla="*/ 292893 h 423862"/>
                    <a:gd name="connsiteX12" fmla="*/ 11906 w 376238"/>
                    <a:gd name="connsiteY12" fmla="*/ 259556 h 423862"/>
                    <a:gd name="connsiteX13" fmla="*/ 2381 w 376238"/>
                    <a:gd name="connsiteY13" fmla="*/ 252412 h 423862"/>
                    <a:gd name="connsiteX14" fmla="*/ 0 w 376238"/>
                    <a:gd name="connsiteY14" fmla="*/ 240506 h 423862"/>
                    <a:gd name="connsiteX15" fmla="*/ 21431 w 376238"/>
                    <a:gd name="connsiteY15" fmla="*/ 228600 h 423862"/>
                    <a:gd name="connsiteX16" fmla="*/ 26194 w 376238"/>
                    <a:gd name="connsiteY16" fmla="*/ 204787 h 423862"/>
                    <a:gd name="connsiteX17" fmla="*/ 16669 w 376238"/>
                    <a:gd name="connsiteY17" fmla="*/ 180975 h 423862"/>
                    <a:gd name="connsiteX18" fmla="*/ 21431 w 376238"/>
                    <a:gd name="connsiteY18" fmla="*/ 154781 h 423862"/>
                    <a:gd name="connsiteX19" fmla="*/ 38100 w 376238"/>
                    <a:gd name="connsiteY19" fmla="*/ 145256 h 423862"/>
                    <a:gd name="connsiteX20" fmla="*/ 64294 w 376238"/>
                    <a:gd name="connsiteY20" fmla="*/ 159543 h 423862"/>
                    <a:gd name="connsiteX21" fmla="*/ 90488 w 376238"/>
                    <a:gd name="connsiteY21" fmla="*/ 150018 h 423862"/>
                    <a:gd name="connsiteX22" fmla="*/ 95250 w 376238"/>
                    <a:gd name="connsiteY22" fmla="*/ 119062 h 423862"/>
                    <a:gd name="connsiteX23" fmla="*/ 95250 w 376238"/>
                    <a:gd name="connsiteY23" fmla="*/ 85725 h 423862"/>
                    <a:gd name="connsiteX24" fmla="*/ 95250 w 376238"/>
                    <a:gd name="connsiteY24" fmla="*/ 85725 h 423862"/>
                    <a:gd name="connsiteX25" fmla="*/ 100013 w 376238"/>
                    <a:gd name="connsiteY25" fmla="*/ 40481 h 423862"/>
                    <a:gd name="connsiteX26" fmla="*/ 111919 w 376238"/>
                    <a:gd name="connsiteY26" fmla="*/ 0 h 423862"/>
                    <a:gd name="connsiteX27" fmla="*/ 154781 w 376238"/>
                    <a:gd name="connsiteY27" fmla="*/ 11906 h 423862"/>
                    <a:gd name="connsiteX28" fmla="*/ 185738 w 376238"/>
                    <a:gd name="connsiteY28" fmla="*/ 16668 h 423862"/>
                    <a:gd name="connsiteX29" fmla="*/ 211931 w 376238"/>
                    <a:gd name="connsiteY29" fmla="*/ 26193 h 423862"/>
                    <a:gd name="connsiteX30" fmla="*/ 214313 w 376238"/>
                    <a:gd name="connsiteY30" fmla="*/ 33337 h 423862"/>
                    <a:gd name="connsiteX31" fmla="*/ 219075 w 376238"/>
                    <a:gd name="connsiteY31" fmla="*/ 61912 h 423862"/>
                    <a:gd name="connsiteX32" fmla="*/ 238125 w 376238"/>
                    <a:gd name="connsiteY32" fmla="*/ 64293 h 423862"/>
                    <a:gd name="connsiteX33" fmla="*/ 257175 w 376238"/>
                    <a:gd name="connsiteY33" fmla="*/ 45243 h 423862"/>
                    <a:gd name="connsiteX34" fmla="*/ 273844 w 376238"/>
                    <a:gd name="connsiteY34" fmla="*/ 33337 h 423862"/>
                    <a:gd name="connsiteX35" fmla="*/ 273844 w 376238"/>
                    <a:gd name="connsiteY35" fmla="*/ 33337 h 423862"/>
                    <a:gd name="connsiteX36" fmla="*/ 311944 w 376238"/>
                    <a:gd name="connsiteY36" fmla="*/ 28575 h 423862"/>
                    <a:gd name="connsiteX37" fmla="*/ 316706 w 376238"/>
                    <a:gd name="connsiteY37" fmla="*/ 59531 h 423862"/>
                    <a:gd name="connsiteX38" fmla="*/ 338138 w 376238"/>
                    <a:gd name="connsiteY38" fmla="*/ 83343 h 423862"/>
                    <a:gd name="connsiteX39" fmla="*/ 338138 w 376238"/>
                    <a:gd name="connsiteY39" fmla="*/ 83343 h 423862"/>
                    <a:gd name="connsiteX40" fmla="*/ 326231 w 376238"/>
                    <a:gd name="connsiteY40" fmla="*/ 133350 h 423862"/>
                    <a:gd name="connsiteX41" fmla="*/ 319088 w 376238"/>
                    <a:gd name="connsiteY41" fmla="*/ 169068 h 423862"/>
                    <a:gd name="connsiteX42" fmla="*/ 319088 w 376238"/>
                    <a:gd name="connsiteY42" fmla="*/ 200025 h 423862"/>
                    <a:gd name="connsiteX43" fmla="*/ 302418 w 376238"/>
                    <a:gd name="connsiteY43" fmla="*/ 204788 h 423862"/>
                    <a:gd name="connsiteX44" fmla="*/ 278606 w 376238"/>
                    <a:gd name="connsiteY44" fmla="*/ 226218 h 423862"/>
                    <a:gd name="connsiteX45" fmla="*/ 288131 w 376238"/>
                    <a:gd name="connsiteY45" fmla="*/ 259556 h 423862"/>
                    <a:gd name="connsiteX46" fmla="*/ 302419 w 376238"/>
                    <a:gd name="connsiteY46" fmla="*/ 280987 h 423862"/>
                    <a:gd name="connsiteX47" fmla="*/ 316706 w 376238"/>
                    <a:gd name="connsiteY47" fmla="*/ 280987 h 423862"/>
                    <a:gd name="connsiteX48" fmla="*/ 307181 w 376238"/>
                    <a:gd name="connsiteY48" fmla="*/ 302418 h 423862"/>
                    <a:gd name="connsiteX49" fmla="*/ 304800 w 376238"/>
                    <a:gd name="connsiteY49" fmla="*/ 330993 h 423862"/>
                    <a:gd name="connsiteX50" fmla="*/ 311944 w 376238"/>
                    <a:gd name="connsiteY50" fmla="*/ 354806 h 423862"/>
                    <a:gd name="connsiteX51" fmla="*/ 328613 w 376238"/>
                    <a:gd name="connsiteY51" fmla="*/ 361950 h 423862"/>
                    <a:gd name="connsiteX52" fmla="*/ 376238 w 376238"/>
                    <a:gd name="connsiteY52" fmla="*/ 388143 h 423862"/>
                    <a:gd name="connsiteX0" fmla="*/ 366713 w 366713"/>
                    <a:gd name="connsiteY0" fmla="*/ 371474 h 423862"/>
                    <a:gd name="connsiteX1" fmla="*/ 342900 w 366713"/>
                    <a:gd name="connsiteY1" fmla="*/ 423862 h 423862"/>
                    <a:gd name="connsiteX2" fmla="*/ 302419 w 366713"/>
                    <a:gd name="connsiteY2" fmla="*/ 416718 h 423862"/>
                    <a:gd name="connsiteX3" fmla="*/ 261938 w 366713"/>
                    <a:gd name="connsiteY3" fmla="*/ 402431 h 423862"/>
                    <a:gd name="connsiteX4" fmla="*/ 233363 w 366713"/>
                    <a:gd name="connsiteY4" fmla="*/ 385762 h 423862"/>
                    <a:gd name="connsiteX5" fmla="*/ 204788 w 366713"/>
                    <a:gd name="connsiteY5" fmla="*/ 395287 h 423862"/>
                    <a:gd name="connsiteX6" fmla="*/ 190500 w 366713"/>
                    <a:gd name="connsiteY6" fmla="*/ 359568 h 423862"/>
                    <a:gd name="connsiteX7" fmla="*/ 171450 w 366713"/>
                    <a:gd name="connsiteY7" fmla="*/ 347662 h 423862"/>
                    <a:gd name="connsiteX8" fmla="*/ 150019 w 366713"/>
                    <a:gd name="connsiteY8" fmla="*/ 354806 h 423862"/>
                    <a:gd name="connsiteX9" fmla="*/ 119063 w 366713"/>
                    <a:gd name="connsiteY9" fmla="*/ 333375 h 423862"/>
                    <a:gd name="connsiteX10" fmla="*/ 90488 w 366713"/>
                    <a:gd name="connsiteY10" fmla="*/ 319087 h 423862"/>
                    <a:gd name="connsiteX11" fmla="*/ 54769 w 366713"/>
                    <a:gd name="connsiteY11" fmla="*/ 292893 h 423862"/>
                    <a:gd name="connsiteX12" fmla="*/ 11906 w 366713"/>
                    <a:gd name="connsiteY12" fmla="*/ 259556 h 423862"/>
                    <a:gd name="connsiteX13" fmla="*/ 2381 w 366713"/>
                    <a:gd name="connsiteY13" fmla="*/ 252412 h 423862"/>
                    <a:gd name="connsiteX14" fmla="*/ 0 w 366713"/>
                    <a:gd name="connsiteY14" fmla="*/ 240506 h 423862"/>
                    <a:gd name="connsiteX15" fmla="*/ 21431 w 366713"/>
                    <a:gd name="connsiteY15" fmla="*/ 228600 h 423862"/>
                    <a:gd name="connsiteX16" fmla="*/ 26194 w 366713"/>
                    <a:gd name="connsiteY16" fmla="*/ 204787 h 423862"/>
                    <a:gd name="connsiteX17" fmla="*/ 16669 w 366713"/>
                    <a:gd name="connsiteY17" fmla="*/ 180975 h 423862"/>
                    <a:gd name="connsiteX18" fmla="*/ 21431 w 366713"/>
                    <a:gd name="connsiteY18" fmla="*/ 154781 h 423862"/>
                    <a:gd name="connsiteX19" fmla="*/ 38100 w 366713"/>
                    <a:gd name="connsiteY19" fmla="*/ 145256 h 423862"/>
                    <a:gd name="connsiteX20" fmla="*/ 64294 w 366713"/>
                    <a:gd name="connsiteY20" fmla="*/ 159543 h 423862"/>
                    <a:gd name="connsiteX21" fmla="*/ 90488 w 366713"/>
                    <a:gd name="connsiteY21" fmla="*/ 150018 h 423862"/>
                    <a:gd name="connsiteX22" fmla="*/ 95250 w 366713"/>
                    <a:gd name="connsiteY22" fmla="*/ 119062 h 423862"/>
                    <a:gd name="connsiteX23" fmla="*/ 95250 w 366713"/>
                    <a:gd name="connsiteY23" fmla="*/ 85725 h 423862"/>
                    <a:gd name="connsiteX24" fmla="*/ 95250 w 366713"/>
                    <a:gd name="connsiteY24" fmla="*/ 85725 h 423862"/>
                    <a:gd name="connsiteX25" fmla="*/ 100013 w 366713"/>
                    <a:gd name="connsiteY25" fmla="*/ 40481 h 423862"/>
                    <a:gd name="connsiteX26" fmla="*/ 111919 w 366713"/>
                    <a:gd name="connsiteY26" fmla="*/ 0 h 423862"/>
                    <a:gd name="connsiteX27" fmla="*/ 154781 w 366713"/>
                    <a:gd name="connsiteY27" fmla="*/ 11906 h 423862"/>
                    <a:gd name="connsiteX28" fmla="*/ 185738 w 366713"/>
                    <a:gd name="connsiteY28" fmla="*/ 16668 h 423862"/>
                    <a:gd name="connsiteX29" fmla="*/ 211931 w 366713"/>
                    <a:gd name="connsiteY29" fmla="*/ 26193 h 423862"/>
                    <a:gd name="connsiteX30" fmla="*/ 214313 w 366713"/>
                    <a:gd name="connsiteY30" fmla="*/ 33337 h 423862"/>
                    <a:gd name="connsiteX31" fmla="*/ 219075 w 366713"/>
                    <a:gd name="connsiteY31" fmla="*/ 61912 h 423862"/>
                    <a:gd name="connsiteX32" fmla="*/ 238125 w 366713"/>
                    <a:gd name="connsiteY32" fmla="*/ 64293 h 423862"/>
                    <a:gd name="connsiteX33" fmla="*/ 257175 w 366713"/>
                    <a:gd name="connsiteY33" fmla="*/ 45243 h 423862"/>
                    <a:gd name="connsiteX34" fmla="*/ 273844 w 366713"/>
                    <a:gd name="connsiteY34" fmla="*/ 33337 h 423862"/>
                    <a:gd name="connsiteX35" fmla="*/ 273844 w 366713"/>
                    <a:gd name="connsiteY35" fmla="*/ 33337 h 423862"/>
                    <a:gd name="connsiteX36" fmla="*/ 311944 w 366713"/>
                    <a:gd name="connsiteY36" fmla="*/ 28575 h 423862"/>
                    <a:gd name="connsiteX37" fmla="*/ 316706 w 366713"/>
                    <a:gd name="connsiteY37" fmla="*/ 59531 h 423862"/>
                    <a:gd name="connsiteX38" fmla="*/ 338138 w 366713"/>
                    <a:gd name="connsiteY38" fmla="*/ 83343 h 423862"/>
                    <a:gd name="connsiteX39" fmla="*/ 338138 w 366713"/>
                    <a:gd name="connsiteY39" fmla="*/ 83343 h 423862"/>
                    <a:gd name="connsiteX40" fmla="*/ 326231 w 366713"/>
                    <a:gd name="connsiteY40" fmla="*/ 133350 h 423862"/>
                    <a:gd name="connsiteX41" fmla="*/ 319088 w 366713"/>
                    <a:gd name="connsiteY41" fmla="*/ 169068 h 423862"/>
                    <a:gd name="connsiteX42" fmla="*/ 319088 w 366713"/>
                    <a:gd name="connsiteY42" fmla="*/ 200025 h 423862"/>
                    <a:gd name="connsiteX43" fmla="*/ 302418 w 366713"/>
                    <a:gd name="connsiteY43" fmla="*/ 204788 h 423862"/>
                    <a:gd name="connsiteX44" fmla="*/ 278606 w 366713"/>
                    <a:gd name="connsiteY44" fmla="*/ 226218 h 423862"/>
                    <a:gd name="connsiteX45" fmla="*/ 288131 w 366713"/>
                    <a:gd name="connsiteY45" fmla="*/ 259556 h 423862"/>
                    <a:gd name="connsiteX46" fmla="*/ 302419 w 366713"/>
                    <a:gd name="connsiteY46" fmla="*/ 280987 h 423862"/>
                    <a:gd name="connsiteX47" fmla="*/ 316706 w 366713"/>
                    <a:gd name="connsiteY47" fmla="*/ 280987 h 423862"/>
                    <a:gd name="connsiteX48" fmla="*/ 307181 w 366713"/>
                    <a:gd name="connsiteY48" fmla="*/ 302418 h 423862"/>
                    <a:gd name="connsiteX49" fmla="*/ 304800 w 366713"/>
                    <a:gd name="connsiteY49" fmla="*/ 330993 h 423862"/>
                    <a:gd name="connsiteX50" fmla="*/ 311944 w 366713"/>
                    <a:gd name="connsiteY50" fmla="*/ 354806 h 423862"/>
                    <a:gd name="connsiteX51" fmla="*/ 328613 w 366713"/>
                    <a:gd name="connsiteY51" fmla="*/ 361950 h 423862"/>
                    <a:gd name="connsiteX52" fmla="*/ 366713 w 366713"/>
                    <a:gd name="connsiteY52" fmla="*/ 371474 h 423862"/>
                    <a:gd name="connsiteX0" fmla="*/ 366713 w 366713"/>
                    <a:gd name="connsiteY0" fmla="*/ 371474 h 423862"/>
                    <a:gd name="connsiteX1" fmla="*/ 342900 w 366713"/>
                    <a:gd name="connsiteY1" fmla="*/ 423862 h 423862"/>
                    <a:gd name="connsiteX2" fmla="*/ 302419 w 366713"/>
                    <a:gd name="connsiteY2" fmla="*/ 416718 h 423862"/>
                    <a:gd name="connsiteX3" fmla="*/ 261938 w 366713"/>
                    <a:gd name="connsiteY3" fmla="*/ 402431 h 423862"/>
                    <a:gd name="connsiteX4" fmla="*/ 233363 w 366713"/>
                    <a:gd name="connsiteY4" fmla="*/ 385762 h 423862"/>
                    <a:gd name="connsiteX5" fmla="*/ 204788 w 366713"/>
                    <a:gd name="connsiteY5" fmla="*/ 395287 h 423862"/>
                    <a:gd name="connsiteX6" fmla="*/ 190500 w 366713"/>
                    <a:gd name="connsiteY6" fmla="*/ 359568 h 423862"/>
                    <a:gd name="connsiteX7" fmla="*/ 171450 w 366713"/>
                    <a:gd name="connsiteY7" fmla="*/ 347662 h 423862"/>
                    <a:gd name="connsiteX8" fmla="*/ 150019 w 366713"/>
                    <a:gd name="connsiteY8" fmla="*/ 354806 h 423862"/>
                    <a:gd name="connsiteX9" fmla="*/ 119063 w 366713"/>
                    <a:gd name="connsiteY9" fmla="*/ 333375 h 423862"/>
                    <a:gd name="connsiteX10" fmla="*/ 90488 w 366713"/>
                    <a:gd name="connsiteY10" fmla="*/ 319087 h 423862"/>
                    <a:gd name="connsiteX11" fmla="*/ 54769 w 366713"/>
                    <a:gd name="connsiteY11" fmla="*/ 292893 h 423862"/>
                    <a:gd name="connsiteX12" fmla="*/ 11906 w 366713"/>
                    <a:gd name="connsiteY12" fmla="*/ 259556 h 423862"/>
                    <a:gd name="connsiteX13" fmla="*/ 2381 w 366713"/>
                    <a:gd name="connsiteY13" fmla="*/ 252412 h 423862"/>
                    <a:gd name="connsiteX14" fmla="*/ 0 w 366713"/>
                    <a:gd name="connsiteY14" fmla="*/ 240506 h 423862"/>
                    <a:gd name="connsiteX15" fmla="*/ 21431 w 366713"/>
                    <a:gd name="connsiteY15" fmla="*/ 228600 h 423862"/>
                    <a:gd name="connsiteX16" fmla="*/ 26194 w 366713"/>
                    <a:gd name="connsiteY16" fmla="*/ 204787 h 423862"/>
                    <a:gd name="connsiteX17" fmla="*/ 16669 w 366713"/>
                    <a:gd name="connsiteY17" fmla="*/ 180975 h 423862"/>
                    <a:gd name="connsiteX18" fmla="*/ 21431 w 366713"/>
                    <a:gd name="connsiteY18" fmla="*/ 154781 h 423862"/>
                    <a:gd name="connsiteX19" fmla="*/ 38100 w 366713"/>
                    <a:gd name="connsiteY19" fmla="*/ 145256 h 423862"/>
                    <a:gd name="connsiteX20" fmla="*/ 64294 w 366713"/>
                    <a:gd name="connsiteY20" fmla="*/ 159543 h 423862"/>
                    <a:gd name="connsiteX21" fmla="*/ 90488 w 366713"/>
                    <a:gd name="connsiteY21" fmla="*/ 150018 h 423862"/>
                    <a:gd name="connsiteX22" fmla="*/ 95250 w 366713"/>
                    <a:gd name="connsiteY22" fmla="*/ 119062 h 423862"/>
                    <a:gd name="connsiteX23" fmla="*/ 95250 w 366713"/>
                    <a:gd name="connsiteY23" fmla="*/ 85725 h 423862"/>
                    <a:gd name="connsiteX24" fmla="*/ 95250 w 366713"/>
                    <a:gd name="connsiteY24" fmla="*/ 85725 h 423862"/>
                    <a:gd name="connsiteX25" fmla="*/ 100013 w 366713"/>
                    <a:gd name="connsiteY25" fmla="*/ 40481 h 423862"/>
                    <a:gd name="connsiteX26" fmla="*/ 111919 w 366713"/>
                    <a:gd name="connsiteY26" fmla="*/ 0 h 423862"/>
                    <a:gd name="connsiteX27" fmla="*/ 154781 w 366713"/>
                    <a:gd name="connsiteY27" fmla="*/ 11906 h 423862"/>
                    <a:gd name="connsiteX28" fmla="*/ 185738 w 366713"/>
                    <a:gd name="connsiteY28" fmla="*/ 16668 h 423862"/>
                    <a:gd name="connsiteX29" fmla="*/ 211931 w 366713"/>
                    <a:gd name="connsiteY29" fmla="*/ 26193 h 423862"/>
                    <a:gd name="connsiteX30" fmla="*/ 214313 w 366713"/>
                    <a:gd name="connsiteY30" fmla="*/ 33337 h 423862"/>
                    <a:gd name="connsiteX31" fmla="*/ 219075 w 366713"/>
                    <a:gd name="connsiteY31" fmla="*/ 61912 h 423862"/>
                    <a:gd name="connsiteX32" fmla="*/ 238125 w 366713"/>
                    <a:gd name="connsiteY32" fmla="*/ 64293 h 423862"/>
                    <a:gd name="connsiteX33" fmla="*/ 257175 w 366713"/>
                    <a:gd name="connsiteY33" fmla="*/ 45243 h 423862"/>
                    <a:gd name="connsiteX34" fmla="*/ 273844 w 366713"/>
                    <a:gd name="connsiteY34" fmla="*/ 33337 h 423862"/>
                    <a:gd name="connsiteX35" fmla="*/ 273844 w 366713"/>
                    <a:gd name="connsiteY35" fmla="*/ 33337 h 423862"/>
                    <a:gd name="connsiteX36" fmla="*/ 311944 w 366713"/>
                    <a:gd name="connsiteY36" fmla="*/ 28575 h 423862"/>
                    <a:gd name="connsiteX37" fmla="*/ 316706 w 366713"/>
                    <a:gd name="connsiteY37" fmla="*/ 59531 h 423862"/>
                    <a:gd name="connsiteX38" fmla="*/ 338138 w 366713"/>
                    <a:gd name="connsiteY38" fmla="*/ 83343 h 423862"/>
                    <a:gd name="connsiteX39" fmla="*/ 338138 w 366713"/>
                    <a:gd name="connsiteY39" fmla="*/ 83343 h 423862"/>
                    <a:gd name="connsiteX40" fmla="*/ 326231 w 366713"/>
                    <a:gd name="connsiteY40" fmla="*/ 133350 h 423862"/>
                    <a:gd name="connsiteX41" fmla="*/ 319088 w 366713"/>
                    <a:gd name="connsiteY41" fmla="*/ 169068 h 423862"/>
                    <a:gd name="connsiteX42" fmla="*/ 319088 w 366713"/>
                    <a:gd name="connsiteY42" fmla="*/ 200025 h 423862"/>
                    <a:gd name="connsiteX43" fmla="*/ 302418 w 366713"/>
                    <a:gd name="connsiteY43" fmla="*/ 204788 h 423862"/>
                    <a:gd name="connsiteX44" fmla="*/ 278606 w 366713"/>
                    <a:gd name="connsiteY44" fmla="*/ 226218 h 423862"/>
                    <a:gd name="connsiteX45" fmla="*/ 288131 w 366713"/>
                    <a:gd name="connsiteY45" fmla="*/ 259556 h 423862"/>
                    <a:gd name="connsiteX46" fmla="*/ 302419 w 366713"/>
                    <a:gd name="connsiteY46" fmla="*/ 280987 h 423862"/>
                    <a:gd name="connsiteX47" fmla="*/ 316706 w 366713"/>
                    <a:gd name="connsiteY47" fmla="*/ 280987 h 423862"/>
                    <a:gd name="connsiteX48" fmla="*/ 307181 w 366713"/>
                    <a:gd name="connsiteY48" fmla="*/ 302418 h 423862"/>
                    <a:gd name="connsiteX49" fmla="*/ 304800 w 366713"/>
                    <a:gd name="connsiteY49" fmla="*/ 330993 h 423862"/>
                    <a:gd name="connsiteX50" fmla="*/ 311944 w 366713"/>
                    <a:gd name="connsiteY50" fmla="*/ 354806 h 423862"/>
                    <a:gd name="connsiteX51" fmla="*/ 328613 w 366713"/>
                    <a:gd name="connsiteY51" fmla="*/ 361950 h 423862"/>
                    <a:gd name="connsiteX52" fmla="*/ 366713 w 366713"/>
                    <a:gd name="connsiteY52" fmla="*/ 371474 h 423862"/>
                    <a:gd name="connsiteX0" fmla="*/ 366713 w 366713"/>
                    <a:gd name="connsiteY0" fmla="*/ 371474 h 423862"/>
                    <a:gd name="connsiteX1" fmla="*/ 342900 w 366713"/>
                    <a:gd name="connsiteY1" fmla="*/ 423862 h 423862"/>
                    <a:gd name="connsiteX2" fmla="*/ 302419 w 366713"/>
                    <a:gd name="connsiteY2" fmla="*/ 416718 h 423862"/>
                    <a:gd name="connsiteX3" fmla="*/ 261938 w 366713"/>
                    <a:gd name="connsiteY3" fmla="*/ 402431 h 423862"/>
                    <a:gd name="connsiteX4" fmla="*/ 233363 w 366713"/>
                    <a:gd name="connsiteY4" fmla="*/ 385762 h 423862"/>
                    <a:gd name="connsiteX5" fmla="*/ 204788 w 366713"/>
                    <a:gd name="connsiteY5" fmla="*/ 395287 h 423862"/>
                    <a:gd name="connsiteX6" fmla="*/ 190500 w 366713"/>
                    <a:gd name="connsiteY6" fmla="*/ 359568 h 423862"/>
                    <a:gd name="connsiteX7" fmla="*/ 171450 w 366713"/>
                    <a:gd name="connsiteY7" fmla="*/ 347662 h 423862"/>
                    <a:gd name="connsiteX8" fmla="*/ 150019 w 366713"/>
                    <a:gd name="connsiteY8" fmla="*/ 354806 h 423862"/>
                    <a:gd name="connsiteX9" fmla="*/ 119063 w 366713"/>
                    <a:gd name="connsiteY9" fmla="*/ 333375 h 423862"/>
                    <a:gd name="connsiteX10" fmla="*/ 90488 w 366713"/>
                    <a:gd name="connsiteY10" fmla="*/ 319087 h 423862"/>
                    <a:gd name="connsiteX11" fmla="*/ 54769 w 366713"/>
                    <a:gd name="connsiteY11" fmla="*/ 292893 h 423862"/>
                    <a:gd name="connsiteX12" fmla="*/ 11906 w 366713"/>
                    <a:gd name="connsiteY12" fmla="*/ 259556 h 423862"/>
                    <a:gd name="connsiteX13" fmla="*/ 2381 w 366713"/>
                    <a:gd name="connsiteY13" fmla="*/ 252412 h 423862"/>
                    <a:gd name="connsiteX14" fmla="*/ 0 w 366713"/>
                    <a:gd name="connsiteY14" fmla="*/ 240506 h 423862"/>
                    <a:gd name="connsiteX15" fmla="*/ 21431 w 366713"/>
                    <a:gd name="connsiteY15" fmla="*/ 228600 h 423862"/>
                    <a:gd name="connsiteX16" fmla="*/ 26194 w 366713"/>
                    <a:gd name="connsiteY16" fmla="*/ 204787 h 423862"/>
                    <a:gd name="connsiteX17" fmla="*/ 16669 w 366713"/>
                    <a:gd name="connsiteY17" fmla="*/ 180975 h 423862"/>
                    <a:gd name="connsiteX18" fmla="*/ 21431 w 366713"/>
                    <a:gd name="connsiteY18" fmla="*/ 154781 h 423862"/>
                    <a:gd name="connsiteX19" fmla="*/ 38100 w 366713"/>
                    <a:gd name="connsiteY19" fmla="*/ 145256 h 423862"/>
                    <a:gd name="connsiteX20" fmla="*/ 64294 w 366713"/>
                    <a:gd name="connsiteY20" fmla="*/ 159543 h 423862"/>
                    <a:gd name="connsiteX21" fmla="*/ 90488 w 366713"/>
                    <a:gd name="connsiteY21" fmla="*/ 150018 h 423862"/>
                    <a:gd name="connsiteX22" fmla="*/ 95250 w 366713"/>
                    <a:gd name="connsiteY22" fmla="*/ 119062 h 423862"/>
                    <a:gd name="connsiteX23" fmla="*/ 95250 w 366713"/>
                    <a:gd name="connsiteY23" fmla="*/ 85725 h 423862"/>
                    <a:gd name="connsiteX24" fmla="*/ 95250 w 366713"/>
                    <a:gd name="connsiteY24" fmla="*/ 85725 h 423862"/>
                    <a:gd name="connsiteX25" fmla="*/ 100013 w 366713"/>
                    <a:gd name="connsiteY25" fmla="*/ 40481 h 423862"/>
                    <a:gd name="connsiteX26" fmla="*/ 111919 w 366713"/>
                    <a:gd name="connsiteY26" fmla="*/ 0 h 423862"/>
                    <a:gd name="connsiteX27" fmla="*/ 154781 w 366713"/>
                    <a:gd name="connsiteY27" fmla="*/ 11906 h 423862"/>
                    <a:gd name="connsiteX28" fmla="*/ 185738 w 366713"/>
                    <a:gd name="connsiteY28" fmla="*/ 16668 h 423862"/>
                    <a:gd name="connsiteX29" fmla="*/ 211931 w 366713"/>
                    <a:gd name="connsiteY29" fmla="*/ 26193 h 423862"/>
                    <a:gd name="connsiteX30" fmla="*/ 214313 w 366713"/>
                    <a:gd name="connsiteY30" fmla="*/ 33337 h 423862"/>
                    <a:gd name="connsiteX31" fmla="*/ 219075 w 366713"/>
                    <a:gd name="connsiteY31" fmla="*/ 61912 h 423862"/>
                    <a:gd name="connsiteX32" fmla="*/ 238125 w 366713"/>
                    <a:gd name="connsiteY32" fmla="*/ 64293 h 423862"/>
                    <a:gd name="connsiteX33" fmla="*/ 257175 w 366713"/>
                    <a:gd name="connsiteY33" fmla="*/ 45243 h 423862"/>
                    <a:gd name="connsiteX34" fmla="*/ 273844 w 366713"/>
                    <a:gd name="connsiteY34" fmla="*/ 33337 h 423862"/>
                    <a:gd name="connsiteX35" fmla="*/ 273844 w 366713"/>
                    <a:gd name="connsiteY35" fmla="*/ 33337 h 423862"/>
                    <a:gd name="connsiteX36" fmla="*/ 311944 w 366713"/>
                    <a:gd name="connsiteY36" fmla="*/ 28575 h 423862"/>
                    <a:gd name="connsiteX37" fmla="*/ 316706 w 366713"/>
                    <a:gd name="connsiteY37" fmla="*/ 59531 h 423862"/>
                    <a:gd name="connsiteX38" fmla="*/ 338138 w 366713"/>
                    <a:gd name="connsiteY38" fmla="*/ 83343 h 423862"/>
                    <a:gd name="connsiteX39" fmla="*/ 338138 w 366713"/>
                    <a:gd name="connsiteY39" fmla="*/ 83343 h 423862"/>
                    <a:gd name="connsiteX40" fmla="*/ 326231 w 366713"/>
                    <a:gd name="connsiteY40" fmla="*/ 133350 h 423862"/>
                    <a:gd name="connsiteX41" fmla="*/ 319088 w 366713"/>
                    <a:gd name="connsiteY41" fmla="*/ 169068 h 423862"/>
                    <a:gd name="connsiteX42" fmla="*/ 319088 w 366713"/>
                    <a:gd name="connsiteY42" fmla="*/ 200025 h 423862"/>
                    <a:gd name="connsiteX43" fmla="*/ 302418 w 366713"/>
                    <a:gd name="connsiteY43" fmla="*/ 204788 h 423862"/>
                    <a:gd name="connsiteX44" fmla="*/ 278606 w 366713"/>
                    <a:gd name="connsiteY44" fmla="*/ 226218 h 423862"/>
                    <a:gd name="connsiteX45" fmla="*/ 288131 w 366713"/>
                    <a:gd name="connsiteY45" fmla="*/ 259556 h 423862"/>
                    <a:gd name="connsiteX46" fmla="*/ 302419 w 366713"/>
                    <a:gd name="connsiteY46" fmla="*/ 280987 h 423862"/>
                    <a:gd name="connsiteX47" fmla="*/ 316706 w 366713"/>
                    <a:gd name="connsiteY47" fmla="*/ 280987 h 423862"/>
                    <a:gd name="connsiteX48" fmla="*/ 307181 w 366713"/>
                    <a:gd name="connsiteY48" fmla="*/ 302418 h 423862"/>
                    <a:gd name="connsiteX49" fmla="*/ 304800 w 366713"/>
                    <a:gd name="connsiteY49" fmla="*/ 330993 h 423862"/>
                    <a:gd name="connsiteX50" fmla="*/ 311944 w 366713"/>
                    <a:gd name="connsiteY50" fmla="*/ 354806 h 423862"/>
                    <a:gd name="connsiteX51" fmla="*/ 328613 w 366713"/>
                    <a:gd name="connsiteY51" fmla="*/ 361950 h 423862"/>
                    <a:gd name="connsiteX52" fmla="*/ 366713 w 366713"/>
                    <a:gd name="connsiteY52" fmla="*/ 371474 h 423862"/>
                    <a:gd name="connsiteX0" fmla="*/ 366713 w 366713"/>
                    <a:gd name="connsiteY0" fmla="*/ 371474 h 423862"/>
                    <a:gd name="connsiteX1" fmla="*/ 342900 w 366713"/>
                    <a:gd name="connsiteY1" fmla="*/ 423862 h 423862"/>
                    <a:gd name="connsiteX2" fmla="*/ 302419 w 366713"/>
                    <a:gd name="connsiteY2" fmla="*/ 416718 h 423862"/>
                    <a:gd name="connsiteX3" fmla="*/ 261938 w 366713"/>
                    <a:gd name="connsiteY3" fmla="*/ 402431 h 423862"/>
                    <a:gd name="connsiteX4" fmla="*/ 233363 w 366713"/>
                    <a:gd name="connsiteY4" fmla="*/ 385762 h 423862"/>
                    <a:gd name="connsiteX5" fmla="*/ 204788 w 366713"/>
                    <a:gd name="connsiteY5" fmla="*/ 395287 h 423862"/>
                    <a:gd name="connsiteX6" fmla="*/ 190500 w 366713"/>
                    <a:gd name="connsiteY6" fmla="*/ 359568 h 423862"/>
                    <a:gd name="connsiteX7" fmla="*/ 171450 w 366713"/>
                    <a:gd name="connsiteY7" fmla="*/ 347662 h 423862"/>
                    <a:gd name="connsiteX8" fmla="*/ 150019 w 366713"/>
                    <a:gd name="connsiteY8" fmla="*/ 354806 h 423862"/>
                    <a:gd name="connsiteX9" fmla="*/ 119063 w 366713"/>
                    <a:gd name="connsiteY9" fmla="*/ 333375 h 423862"/>
                    <a:gd name="connsiteX10" fmla="*/ 90488 w 366713"/>
                    <a:gd name="connsiteY10" fmla="*/ 319087 h 423862"/>
                    <a:gd name="connsiteX11" fmla="*/ 54769 w 366713"/>
                    <a:gd name="connsiteY11" fmla="*/ 292893 h 423862"/>
                    <a:gd name="connsiteX12" fmla="*/ 11906 w 366713"/>
                    <a:gd name="connsiteY12" fmla="*/ 259556 h 423862"/>
                    <a:gd name="connsiteX13" fmla="*/ 2381 w 366713"/>
                    <a:gd name="connsiteY13" fmla="*/ 252412 h 423862"/>
                    <a:gd name="connsiteX14" fmla="*/ 0 w 366713"/>
                    <a:gd name="connsiteY14" fmla="*/ 240506 h 423862"/>
                    <a:gd name="connsiteX15" fmla="*/ 21431 w 366713"/>
                    <a:gd name="connsiteY15" fmla="*/ 228600 h 423862"/>
                    <a:gd name="connsiteX16" fmla="*/ 26194 w 366713"/>
                    <a:gd name="connsiteY16" fmla="*/ 204787 h 423862"/>
                    <a:gd name="connsiteX17" fmla="*/ 14287 w 366713"/>
                    <a:gd name="connsiteY17" fmla="*/ 178594 h 423862"/>
                    <a:gd name="connsiteX18" fmla="*/ 21431 w 366713"/>
                    <a:gd name="connsiteY18" fmla="*/ 154781 h 423862"/>
                    <a:gd name="connsiteX19" fmla="*/ 38100 w 366713"/>
                    <a:gd name="connsiteY19" fmla="*/ 145256 h 423862"/>
                    <a:gd name="connsiteX20" fmla="*/ 64294 w 366713"/>
                    <a:gd name="connsiteY20" fmla="*/ 159543 h 423862"/>
                    <a:gd name="connsiteX21" fmla="*/ 90488 w 366713"/>
                    <a:gd name="connsiteY21" fmla="*/ 150018 h 423862"/>
                    <a:gd name="connsiteX22" fmla="*/ 95250 w 366713"/>
                    <a:gd name="connsiteY22" fmla="*/ 119062 h 423862"/>
                    <a:gd name="connsiteX23" fmla="*/ 95250 w 366713"/>
                    <a:gd name="connsiteY23" fmla="*/ 85725 h 423862"/>
                    <a:gd name="connsiteX24" fmla="*/ 95250 w 366713"/>
                    <a:gd name="connsiteY24" fmla="*/ 85725 h 423862"/>
                    <a:gd name="connsiteX25" fmla="*/ 100013 w 366713"/>
                    <a:gd name="connsiteY25" fmla="*/ 40481 h 423862"/>
                    <a:gd name="connsiteX26" fmla="*/ 111919 w 366713"/>
                    <a:gd name="connsiteY26" fmla="*/ 0 h 423862"/>
                    <a:gd name="connsiteX27" fmla="*/ 154781 w 366713"/>
                    <a:gd name="connsiteY27" fmla="*/ 11906 h 423862"/>
                    <a:gd name="connsiteX28" fmla="*/ 185738 w 366713"/>
                    <a:gd name="connsiteY28" fmla="*/ 16668 h 423862"/>
                    <a:gd name="connsiteX29" fmla="*/ 211931 w 366713"/>
                    <a:gd name="connsiteY29" fmla="*/ 26193 h 423862"/>
                    <a:gd name="connsiteX30" fmla="*/ 214313 w 366713"/>
                    <a:gd name="connsiteY30" fmla="*/ 33337 h 423862"/>
                    <a:gd name="connsiteX31" fmla="*/ 219075 w 366713"/>
                    <a:gd name="connsiteY31" fmla="*/ 61912 h 423862"/>
                    <a:gd name="connsiteX32" fmla="*/ 238125 w 366713"/>
                    <a:gd name="connsiteY32" fmla="*/ 64293 h 423862"/>
                    <a:gd name="connsiteX33" fmla="*/ 257175 w 366713"/>
                    <a:gd name="connsiteY33" fmla="*/ 45243 h 423862"/>
                    <a:gd name="connsiteX34" fmla="*/ 273844 w 366713"/>
                    <a:gd name="connsiteY34" fmla="*/ 33337 h 423862"/>
                    <a:gd name="connsiteX35" fmla="*/ 273844 w 366713"/>
                    <a:gd name="connsiteY35" fmla="*/ 33337 h 423862"/>
                    <a:gd name="connsiteX36" fmla="*/ 311944 w 366713"/>
                    <a:gd name="connsiteY36" fmla="*/ 28575 h 423862"/>
                    <a:gd name="connsiteX37" fmla="*/ 316706 w 366713"/>
                    <a:gd name="connsiteY37" fmla="*/ 59531 h 423862"/>
                    <a:gd name="connsiteX38" fmla="*/ 338138 w 366713"/>
                    <a:gd name="connsiteY38" fmla="*/ 83343 h 423862"/>
                    <a:gd name="connsiteX39" fmla="*/ 338138 w 366713"/>
                    <a:gd name="connsiteY39" fmla="*/ 83343 h 423862"/>
                    <a:gd name="connsiteX40" fmla="*/ 326231 w 366713"/>
                    <a:gd name="connsiteY40" fmla="*/ 133350 h 423862"/>
                    <a:gd name="connsiteX41" fmla="*/ 319088 w 366713"/>
                    <a:gd name="connsiteY41" fmla="*/ 169068 h 423862"/>
                    <a:gd name="connsiteX42" fmla="*/ 319088 w 366713"/>
                    <a:gd name="connsiteY42" fmla="*/ 200025 h 423862"/>
                    <a:gd name="connsiteX43" fmla="*/ 302418 w 366713"/>
                    <a:gd name="connsiteY43" fmla="*/ 204788 h 423862"/>
                    <a:gd name="connsiteX44" fmla="*/ 278606 w 366713"/>
                    <a:gd name="connsiteY44" fmla="*/ 226218 h 423862"/>
                    <a:gd name="connsiteX45" fmla="*/ 288131 w 366713"/>
                    <a:gd name="connsiteY45" fmla="*/ 259556 h 423862"/>
                    <a:gd name="connsiteX46" fmla="*/ 302419 w 366713"/>
                    <a:gd name="connsiteY46" fmla="*/ 280987 h 423862"/>
                    <a:gd name="connsiteX47" fmla="*/ 316706 w 366713"/>
                    <a:gd name="connsiteY47" fmla="*/ 280987 h 423862"/>
                    <a:gd name="connsiteX48" fmla="*/ 307181 w 366713"/>
                    <a:gd name="connsiteY48" fmla="*/ 302418 h 423862"/>
                    <a:gd name="connsiteX49" fmla="*/ 304800 w 366713"/>
                    <a:gd name="connsiteY49" fmla="*/ 330993 h 423862"/>
                    <a:gd name="connsiteX50" fmla="*/ 311944 w 366713"/>
                    <a:gd name="connsiteY50" fmla="*/ 354806 h 423862"/>
                    <a:gd name="connsiteX51" fmla="*/ 328613 w 366713"/>
                    <a:gd name="connsiteY51" fmla="*/ 361950 h 423862"/>
                    <a:gd name="connsiteX52" fmla="*/ 366713 w 366713"/>
                    <a:gd name="connsiteY52" fmla="*/ 371474 h 423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366713" h="423862">
                      <a:moveTo>
                        <a:pt x="366713" y="371474"/>
                      </a:moveTo>
                      <a:cubicBezTo>
                        <a:pt x="358775" y="398462"/>
                        <a:pt x="350838" y="406399"/>
                        <a:pt x="342900" y="423862"/>
                      </a:cubicBezTo>
                      <a:lnTo>
                        <a:pt x="302419" y="416718"/>
                      </a:lnTo>
                      <a:lnTo>
                        <a:pt x="261938" y="402431"/>
                      </a:lnTo>
                      <a:lnTo>
                        <a:pt x="233363" y="385762"/>
                      </a:lnTo>
                      <a:lnTo>
                        <a:pt x="204788" y="395287"/>
                      </a:lnTo>
                      <a:lnTo>
                        <a:pt x="190500" y="359568"/>
                      </a:lnTo>
                      <a:lnTo>
                        <a:pt x="171450" y="347662"/>
                      </a:lnTo>
                      <a:lnTo>
                        <a:pt x="150019" y="354806"/>
                      </a:lnTo>
                      <a:lnTo>
                        <a:pt x="119063" y="333375"/>
                      </a:lnTo>
                      <a:lnTo>
                        <a:pt x="90488" y="319087"/>
                      </a:lnTo>
                      <a:lnTo>
                        <a:pt x="54769" y="292893"/>
                      </a:lnTo>
                      <a:lnTo>
                        <a:pt x="11906" y="259556"/>
                      </a:lnTo>
                      <a:lnTo>
                        <a:pt x="2381" y="252412"/>
                      </a:lnTo>
                      <a:lnTo>
                        <a:pt x="0" y="240506"/>
                      </a:lnTo>
                      <a:lnTo>
                        <a:pt x="21431" y="228600"/>
                      </a:lnTo>
                      <a:lnTo>
                        <a:pt x="26194" y="204787"/>
                      </a:lnTo>
                      <a:lnTo>
                        <a:pt x="14287" y="178594"/>
                      </a:lnTo>
                      <a:lnTo>
                        <a:pt x="21431" y="154781"/>
                      </a:lnTo>
                      <a:lnTo>
                        <a:pt x="38100" y="145256"/>
                      </a:lnTo>
                      <a:lnTo>
                        <a:pt x="64294" y="159543"/>
                      </a:lnTo>
                      <a:lnTo>
                        <a:pt x="90488" y="150018"/>
                      </a:lnTo>
                      <a:lnTo>
                        <a:pt x="95250" y="119062"/>
                      </a:lnTo>
                      <a:lnTo>
                        <a:pt x="95250" y="85725"/>
                      </a:lnTo>
                      <a:lnTo>
                        <a:pt x="95250" y="85725"/>
                      </a:lnTo>
                      <a:lnTo>
                        <a:pt x="100013" y="40481"/>
                      </a:lnTo>
                      <a:lnTo>
                        <a:pt x="111919" y="0"/>
                      </a:lnTo>
                      <a:lnTo>
                        <a:pt x="154781" y="11906"/>
                      </a:lnTo>
                      <a:lnTo>
                        <a:pt x="185738" y="16668"/>
                      </a:lnTo>
                      <a:lnTo>
                        <a:pt x="211931" y="26193"/>
                      </a:lnTo>
                      <a:lnTo>
                        <a:pt x="214313" y="33337"/>
                      </a:lnTo>
                      <a:lnTo>
                        <a:pt x="219075" y="61912"/>
                      </a:lnTo>
                      <a:lnTo>
                        <a:pt x="238125" y="64293"/>
                      </a:lnTo>
                      <a:lnTo>
                        <a:pt x="257175" y="45243"/>
                      </a:lnTo>
                      <a:lnTo>
                        <a:pt x="273844" y="33337"/>
                      </a:lnTo>
                      <a:lnTo>
                        <a:pt x="273844" y="33337"/>
                      </a:lnTo>
                      <a:lnTo>
                        <a:pt x="311944" y="28575"/>
                      </a:lnTo>
                      <a:lnTo>
                        <a:pt x="316706" y="59531"/>
                      </a:lnTo>
                      <a:lnTo>
                        <a:pt x="338138" y="83343"/>
                      </a:lnTo>
                      <a:lnTo>
                        <a:pt x="338138" y="83343"/>
                      </a:lnTo>
                      <a:lnTo>
                        <a:pt x="326231" y="133350"/>
                      </a:lnTo>
                      <a:lnTo>
                        <a:pt x="319088" y="169068"/>
                      </a:lnTo>
                      <a:lnTo>
                        <a:pt x="319088" y="200025"/>
                      </a:lnTo>
                      <a:lnTo>
                        <a:pt x="302418" y="204788"/>
                      </a:lnTo>
                      <a:lnTo>
                        <a:pt x="278606" y="226218"/>
                      </a:lnTo>
                      <a:lnTo>
                        <a:pt x="288131" y="259556"/>
                      </a:lnTo>
                      <a:lnTo>
                        <a:pt x="302419" y="280987"/>
                      </a:lnTo>
                      <a:lnTo>
                        <a:pt x="316706" y="280987"/>
                      </a:lnTo>
                      <a:lnTo>
                        <a:pt x="307181" y="302418"/>
                      </a:lnTo>
                      <a:lnTo>
                        <a:pt x="304800" y="330993"/>
                      </a:lnTo>
                      <a:lnTo>
                        <a:pt x="311944" y="354806"/>
                      </a:lnTo>
                      <a:lnTo>
                        <a:pt x="328613" y="361950"/>
                      </a:lnTo>
                      <a:lnTo>
                        <a:pt x="366713" y="371474"/>
                      </a:lnTo>
                      <a:close/>
                    </a:path>
                  </a:pathLst>
                </a:custGeom>
                <a:pattFill prst="dkUpDiag">
                  <a:fgClr>
                    <a:schemeClr val="tx2">
                      <a:lumMod val="60000"/>
                      <a:lumOff val="40000"/>
                    </a:schemeClr>
                  </a:fgClr>
                  <a:bgClr>
                    <a:prstClr val="white"/>
                  </a:bgClr>
                </a:patt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700">
                    <a:ln>
                      <a:solidFill>
                        <a:schemeClr val="accent1">
                          <a:alpha val="0"/>
                        </a:schemeClr>
                      </a:solidFill>
                    </a:ln>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31" name="광명시">
                  <a:extLst>
                    <a:ext uri="{FF2B5EF4-FFF2-40B4-BE49-F238E27FC236}">
                      <a16:creationId xmlns:a16="http://schemas.microsoft.com/office/drawing/2014/main" id="{8F34311D-4952-7D6C-5F79-69C2534CBB07}"/>
                    </a:ext>
                  </a:extLst>
                </p:cNvPr>
                <p:cNvSpPr/>
                <p:nvPr/>
              </p:nvSpPr>
              <p:spPr>
                <a:xfrm>
                  <a:off x="4086223" y="3712365"/>
                  <a:ext cx="252413" cy="428624"/>
                </a:xfrm>
                <a:custGeom>
                  <a:avLst/>
                  <a:gdLst>
                    <a:gd name="connsiteX0" fmla="*/ 11906 w 252413"/>
                    <a:gd name="connsiteY0" fmla="*/ 80962 h 428625"/>
                    <a:gd name="connsiteX1" fmla="*/ 54769 w 252413"/>
                    <a:gd name="connsiteY1" fmla="*/ 92869 h 428625"/>
                    <a:gd name="connsiteX2" fmla="*/ 73819 w 252413"/>
                    <a:gd name="connsiteY2" fmla="*/ 80962 h 428625"/>
                    <a:gd name="connsiteX3" fmla="*/ 73819 w 252413"/>
                    <a:gd name="connsiteY3" fmla="*/ 47625 h 428625"/>
                    <a:gd name="connsiteX4" fmla="*/ 95250 w 252413"/>
                    <a:gd name="connsiteY4" fmla="*/ 47625 h 428625"/>
                    <a:gd name="connsiteX5" fmla="*/ 135731 w 252413"/>
                    <a:gd name="connsiteY5" fmla="*/ 0 h 428625"/>
                    <a:gd name="connsiteX6" fmla="*/ 147638 w 252413"/>
                    <a:gd name="connsiteY6" fmla="*/ 11906 h 428625"/>
                    <a:gd name="connsiteX7" fmla="*/ 140494 w 252413"/>
                    <a:gd name="connsiteY7" fmla="*/ 45244 h 428625"/>
                    <a:gd name="connsiteX8" fmla="*/ 171450 w 252413"/>
                    <a:gd name="connsiteY8" fmla="*/ 97631 h 428625"/>
                    <a:gd name="connsiteX9" fmla="*/ 192881 w 252413"/>
                    <a:gd name="connsiteY9" fmla="*/ 121444 h 428625"/>
                    <a:gd name="connsiteX10" fmla="*/ 190500 w 252413"/>
                    <a:gd name="connsiteY10" fmla="*/ 140494 h 428625"/>
                    <a:gd name="connsiteX11" fmla="*/ 197644 w 252413"/>
                    <a:gd name="connsiteY11" fmla="*/ 169069 h 428625"/>
                    <a:gd name="connsiteX12" fmla="*/ 211931 w 252413"/>
                    <a:gd name="connsiteY12" fmla="*/ 183356 h 428625"/>
                    <a:gd name="connsiteX13" fmla="*/ 211931 w 252413"/>
                    <a:gd name="connsiteY13" fmla="*/ 183356 h 428625"/>
                    <a:gd name="connsiteX14" fmla="*/ 240506 w 252413"/>
                    <a:gd name="connsiteY14" fmla="*/ 209550 h 428625"/>
                    <a:gd name="connsiteX15" fmla="*/ 245269 w 252413"/>
                    <a:gd name="connsiteY15" fmla="*/ 233362 h 428625"/>
                    <a:gd name="connsiteX16" fmla="*/ 252413 w 252413"/>
                    <a:gd name="connsiteY16" fmla="*/ 259556 h 428625"/>
                    <a:gd name="connsiteX17" fmla="*/ 240506 w 252413"/>
                    <a:gd name="connsiteY17" fmla="*/ 280987 h 428625"/>
                    <a:gd name="connsiteX18" fmla="*/ 240506 w 252413"/>
                    <a:gd name="connsiteY18" fmla="*/ 280987 h 428625"/>
                    <a:gd name="connsiteX19" fmla="*/ 240506 w 252413"/>
                    <a:gd name="connsiteY19" fmla="*/ 311944 h 428625"/>
                    <a:gd name="connsiteX20" fmla="*/ 228600 w 252413"/>
                    <a:gd name="connsiteY20" fmla="*/ 333375 h 428625"/>
                    <a:gd name="connsiteX21" fmla="*/ 211931 w 252413"/>
                    <a:gd name="connsiteY21" fmla="*/ 338137 h 428625"/>
                    <a:gd name="connsiteX22" fmla="*/ 211931 w 252413"/>
                    <a:gd name="connsiteY22" fmla="*/ 371475 h 428625"/>
                    <a:gd name="connsiteX23" fmla="*/ 178594 w 252413"/>
                    <a:gd name="connsiteY23" fmla="*/ 392906 h 428625"/>
                    <a:gd name="connsiteX24" fmla="*/ 150019 w 252413"/>
                    <a:gd name="connsiteY24" fmla="*/ 364331 h 428625"/>
                    <a:gd name="connsiteX25" fmla="*/ 138113 w 252413"/>
                    <a:gd name="connsiteY25" fmla="*/ 390525 h 428625"/>
                    <a:gd name="connsiteX26" fmla="*/ 138113 w 252413"/>
                    <a:gd name="connsiteY26" fmla="*/ 390525 h 428625"/>
                    <a:gd name="connsiteX27" fmla="*/ 169069 w 252413"/>
                    <a:gd name="connsiteY27" fmla="*/ 407194 h 428625"/>
                    <a:gd name="connsiteX28" fmla="*/ 166688 w 252413"/>
                    <a:gd name="connsiteY28" fmla="*/ 428625 h 428625"/>
                    <a:gd name="connsiteX29" fmla="*/ 116681 w 252413"/>
                    <a:gd name="connsiteY29" fmla="*/ 421481 h 428625"/>
                    <a:gd name="connsiteX30" fmla="*/ 80963 w 252413"/>
                    <a:gd name="connsiteY30" fmla="*/ 395287 h 428625"/>
                    <a:gd name="connsiteX31" fmla="*/ 61913 w 252413"/>
                    <a:gd name="connsiteY31" fmla="*/ 361950 h 428625"/>
                    <a:gd name="connsiteX32" fmla="*/ 54769 w 252413"/>
                    <a:gd name="connsiteY32" fmla="*/ 328612 h 428625"/>
                    <a:gd name="connsiteX33" fmla="*/ 47625 w 252413"/>
                    <a:gd name="connsiteY33" fmla="*/ 300037 h 428625"/>
                    <a:gd name="connsiteX34" fmla="*/ 47625 w 252413"/>
                    <a:gd name="connsiteY34" fmla="*/ 300037 h 428625"/>
                    <a:gd name="connsiteX35" fmla="*/ 50006 w 252413"/>
                    <a:gd name="connsiteY35" fmla="*/ 273844 h 428625"/>
                    <a:gd name="connsiteX36" fmla="*/ 52388 w 252413"/>
                    <a:gd name="connsiteY36" fmla="*/ 266700 h 428625"/>
                    <a:gd name="connsiteX37" fmla="*/ 38100 w 252413"/>
                    <a:gd name="connsiteY37" fmla="*/ 257175 h 428625"/>
                    <a:gd name="connsiteX38" fmla="*/ 23813 w 252413"/>
                    <a:gd name="connsiteY38" fmla="*/ 235744 h 428625"/>
                    <a:gd name="connsiteX39" fmla="*/ 45244 w 252413"/>
                    <a:gd name="connsiteY39" fmla="*/ 180975 h 428625"/>
                    <a:gd name="connsiteX40" fmla="*/ 30956 w 252413"/>
                    <a:gd name="connsiteY40" fmla="*/ 150019 h 428625"/>
                    <a:gd name="connsiteX41" fmla="*/ 19050 w 252413"/>
                    <a:gd name="connsiteY41" fmla="*/ 135731 h 428625"/>
                    <a:gd name="connsiteX42" fmla="*/ 4763 w 252413"/>
                    <a:gd name="connsiteY42" fmla="*/ 140494 h 428625"/>
                    <a:gd name="connsiteX43" fmla="*/ 0 w 252413"/>
                    <a:gd name="connsiteY43" fmla="*/ 133350 h 428625"/>
                    <a:gd name="connsiteX44" fmla="*/ 11906 w 252413"/>
                    <a:gd name="connsiteY44" fmla="*/ 80962 h 428625"/>
                    <a:gd name="connsiteX0" fmla="*/ 11906 w 252413"/>
                    <a:gd name="connsiteY0" fmla="*/ 80962 h 428625"/>
                    <a:gd name="connsiteX1" fmla="*/ 54769 w 252413"/>
                    <a:gd name="connsiteY1" fmla="*/ 92869 h 428625"/>
                    <a:gd name="connsiteX2" fmla="*/ 73819 w 252413"/>
                    <a:gd name="connsiteY2" fmla="*/ 80962 h 428625"/>
                    <a:gd name="connsiteX3" fmla="*/ 73819 w 252413"/>
                    <a:gd name="connsiteY3" fmla="*/ 47625 h 428625"/>
                    <a:gd name="connsiteX4" fmla="*/ 95250 w 252413"/>
                    <a:gd name="connsiteY4" fmla="*/ 47625 h 428625"/>
                    <a:gd name="connsiteX5" fmla="*/ 135731 w 252413"/>
                    <a:gd name="connsiteY5" fmla="*/ 0 h 428625"/>
                    <a:gd name="connsiteX6" fmla="*/ 147638 w 252413"/>
                    <a:gd name="connsiteY6" fmla="*/ 11906 h 428625"/>
                    <a:gd name="connsiteX7" fmla="*/ 140494 w 252413"/>
                    <a:gd name="connsiteY7" fmla="*/ 45244 h 428625"/>
                    <a:gd name="connsiteX8" fmla="*/ 171450 w 252413"/>
                    <a:gd name="connsiteY8" fmla="*/ 97631 h 428625"/>
                    <a:gd name="connsiteX9" fmla="*/ 192881 w 252413"/>
                    <a:gd name="connsiteY9" fmla="*/ 121444 h 428625"/>
                    <a:gd name="connsiteX10" fmla="*/ 190500 w 252413"/>
                    <a:gd name="connsiteY10" fmla="*/ 140494 h 428625"/>
                    <a:gd name="connsiteX11" fmla="*/ 197644 w 252413"/>
                    <a:gd name="connsiteY11" fmla="*/ 169069 h 428625"/>
                    <a:gd name="connsiteX12" fmla="*/ 211931 w 252413"/>
                    <a:gd name="connsiteY12" fmla="*/ 183356 h 428625"/>
                    <a:gd name="connsiteX13" fmla="*/ 211931 w 252413"/>
                    <a:gd name="connsiteY13" fmla="*/ 183356 h 428625"/>
                    <a:gd name="connsiteX14" fmla="*/ 240506 w 252413"/>
                    <a:gd name="connsiteY14" fmla="*/ 209550 h 428625"/>
                    <a:gd name="connsiteX15" fmla="*/ 245269 w 252413"/>
                    <a:gd name="connsiteY15" fmla="*/ 233362 h 428625"/>
                    <a:gd name="connsiteX16" fmla="*/ 252413 w 252413"/>
                    <a:gd name="connsiteY16" fmla="*/ 259556 h 428625"/>
                    <a:gd name="connsiteX17" fmla="*/ 240506 w 252413"/>
                    <a:gd name="connsiteY17" fmla="*/ 280987 h 428625"/>
                    <a:gd name="connsiteX18" fmla="*/ 240506 w 252413"/>
                    <a:gd name="connsiteY18" fmla="*/ 280987 h 428625"/>
                    <a:gd name="connsiteX19" fmla="*/ 240506 w 252413"/>
                    <a:gd name="connsiteY19" fmla="*/ 311944 h 428625"/>
                    <a:gd name="connsiteX20" fmla="*/ 228600 w 252413"/>
                    <a:gd name="connsiteY20" fmla="*/ 333375 h 428625"/>
                    <a:gd name="connsiteX21" fmla="*/ 211931 w 252413"/>
                    <a:gd name="connsiteY21" fmla="*/ 338137 h 428625"/>
                    <a:gd name="connsiteX22" fmla="*/ 211931 w 252413"/>
                    <a:gd name="connsiteY22" fmla="*/ 371475 h 428625"/>
                    <a:gd name="connsiteX23" fmla="*/ 178594 w 252413"/>
                    <a:gd name="connsiteY23" fmla="*/ 392906 h 428625"/>
                    <a:gd name="connsiteX24" fmla="*/ 150019 w 252413"/>
                    <a:gd name="connsiteY24" fmla="*/ 364331 h 428625"/>
                    <a:gd name="connsiteX25" fmla="*/ 138113 w 252413"/>
                    <a:gd name="connsiteY25" fmla="*/ 390525 h 428625"/>
                    <a:gd name="connsiteX26" fmla="*/ 138113 w 252413"/>
                    <a:gd name="connsiteY26" fmla="*/ 390525 h 428625"/>
                    <a:gd name="connsiteX27" fmla="*/ 169069 w 252413"/>
                    <a:gd name="connsiteY27" fmla="*/ 407194 h 428625"/>
                    <a:gd name="connsiteX28" fmla="*/ 166688 w 252413"/>
                    <a:gd name="connsiteY28" fmla="*/ 428625 h 428625"/>
                    <a:gd name="connsiteX29" fmla="*/ 116681 w 252413"/>
                    <a:gd name="connsiteY29" fmla="*/ 421481 h 428625"/>
                    <a:gd name="connsiteX30" fmla="*/ 80963 w 252413"/>
                    <a:gd name="connsiteY30" fmla="*/ 395287 h 428625"/>
                    <a:gd name="connsiteX31" fmla="*/ 61913 w 252413"/>
                    <a:gd name="connsiteY31" fmla="*/ 361950 h 428625"/>
                    <a:gd name="connsiteX32" fmla="*/ 54769 w 252413"/>
                    <a:gd name="connsiteY32" fmla="*/ 328612 h 428625"/>
                    <a:gd name="connsiteX33" fmla="*/ 47625 w 252413"/>
                    <a:gd name="connsiteY33" fmla="*/ 300037 h 428625"/>
                    <a:gd name="connsiteX34" fmla="*/ 47625 w 252413"/>
                    <a:gd name="connsiteY34" fmla="*/ 300037 h 428625"/>
                    <a:gd name="connsiteX35" fmla="*/ 50006 w 252413"/>
                    <a:gd name="connsiteY35" fmla="*/ 273844 h 428625"/>
                    <a:gd name="connsiteX36" fmla="*/ 52388 w 252413"/>
                    <a:gd name="connsiteY36" fmla="*/ 266700 h 428625"/>
                    <a:gd name="connsiteX37" fmla="*/ 38100 w 252413"/>
                    <a:gd name="connsiteY37" fmla="*/ 257175 h 428625"/>
                    <a:gd name="connsiteX38" fmla="*/ 23813 w 252413"/>
                    <a:gd name="connsiteY38" fmla="*/ 235744 h 428625"/>
                    <a:gd name="connsiteX39" fmla="*/ 45244 w 252413"/>
                    <a:gd name="connsiteY39" fmla="*/ 180975 h 428625"/>
                    <a:gd name="connsiteX40" fmla="*/ 30956 w 252413"/>
                    <a:gd name="connsiteY40" fmla="*/ 150019 h 428625"/>
                    <a:gd name="connsiteX41" fmla="*/ 19050 w 252413"/>
                    <a:gd name="connsiteY41" fmla="*/ 135731 h 428625"/>
                    <a:gd name="connsiteX42" fmla="*/ 4763 w 252413"/>
                    <a:gd name="connsiteY42" fmla="*/ 140494 h 428625"/>
                    <a:gd name="connsiteX43" fmla="*/ 0 w 252413"/>
                    <a:gd name="connsiteY43" fmla="*/ 133350 h 428625"/>
                    <a:gd name="connsiteX44" fmla="*/ 14288 w 252413"/>
                    <a:gd name="connsiteY44" fmla="*/ 107156 h 428625"/>
                    <a:gd name="connsiteX45" fmla="*/ 11906 w 252413"/>
                    <a:gd name="connsiteY45" fmla="*/ 80962 h 428625"/>
                    <a:gd name="connsiteX0" fmla="*/ 11906 w 252413"/>
                    <a:gd name="connsiteY0" fmla="*/ 80962 h 428625"/>
                    <a:gd name="connsiteX1" fmla="*/ 54769 w 252413"/>
                    <a:gd name="connsiteY1" fmla="*/ 92869 h 428625"/>
                    <a:gd name="connsiteX2" fmla="*/ 73819 w 252413"/>
                    <a:gd name="connsiteY2" fmla="*/ 80962 h 428625"/>
                    <a:gd name="connsiteX3" fmla="*/ 73819 w 252413"/>
                    <a:gd name="connsiteY3" fmla="*/ 47625 h 428625"/>
                    <a:gd name="connsiteX4" fmla="*/ 95250 w 252413"/>
                    <a:gd name="connsiteY4" fmla="*/ 47625 h 428625"/>
                    <a:gd name="connsiteX5" fmla="*/ 135731 w 252413"/>
                    <a:gd name="connsiteY5" fmla="*/ 0 h 428625"/>
                    <a:gd name="connsiteX6" fmla="*/ 147638 w 252413"/>
                    <a:gd name="connsiteY6" fmla="*/ 11906 h 428625"/>
                    <a:gd name="connsiteX7" fmla="*/ 147638 w 252413"/>
                    <a:gd name="connsiteY7" fmla="*/ 45244 h 428625"/>
                    <a:gd name="connsiteX8" fmla="*/ 171450 w 252413"/>
                    <a:gd name="connsiteY8" fmla="*/ 97631 h 428625"/>
                    <a:gd name="connsiteX9" fmla="*/ 192881 w 252413"/>
                    <a:gd name="connsiteY9" fmla="*/ 121444 h 428625"/>
                    <a:gd name="connsiteX10" fmla="*/ 190500 w 252413"/>
                    <a:gd name="connsiteY10" fmla="*/ 140494 h 428625"/>
                    <a:gd name="connsiteX11" fmla="*/ 197644 w 252413"/>
                    <a:gd name="connsiteY11" fmla="*/ 169069 h 428625"/>
                    <a:gd name="connsiteX12" fmla="*/ 211931 w 252413"/>
                    <a:gd name="connsiteY12" fmla="*/ 183356 h 428625"/>
                    <a:gd name="connsiteX13" fmla="*/ 211931 w 252413"/>
                    <a:gd name="connsiteY13" fmla="*/ 183356 h 428625"/>
                    <a:gd name="connsiteX14" fmla="*/ 240506 w 252413"/>
                    <a:gd name="connsiteY14" fmla="*/ 209550 h 428625"/>
                    <a:gd name="connsiteX15" fmla="*/ 245269 w 252413"/>
                    <a:gd name="connsiteY15" fmla="*/ 233362 h 428625"/>
                    <a:gd name="connsiteX16" fmla="*/ 252413 w 252413"/>
                    <a:gd name="connsiteY16" fmla="*/ 259556 h 428625"/>
                    <a:gd name="connsiteX17" fmla="*/ 240506 w 252413"/>
                    <a:gd name="connsiteY17" fmla="*/ 280987 h 428625"/>
                    <a:gd name="connsiteX18" fmla="*/ 240506 w 252413"/>
                    <a:gd name="connsiteY18" fmla="*/ 280987 h 428625"/>
                    <a:gd name="connsiteX19" fmla="*/ 240506 w 252413"/>
                    <a:gd name="connsiteY19" fmla="*/ 311944 h 428625"/>
                    <a:gd name="connsiteX20" fmla="*/ 228600 w 252413"/>
                    <a:gd name="connsiteY20" fmla="*/ 333375 h 428625"/>
                    <a:gd name="connsiteX21" fmla="*/ 211931 w 252413"/>
                    <a:gd name="connsiteY21" fmla="*/ 338137 h 428625"/>
                    <a:gd name="connsiteX22" fmla="*/ 211931 w 252413"/>
                    <a:gd name="connsiteY22" fmla="*/ 371475 h 428625"/>
                    <a:gd name="connsiteX23" fmla="*/ 178594 w 252413"/>
                    <a:gd name="connsiteY23" fmla="*/ 392906 h 428625"/>
                    <a:gd name="connsiteX24" fmla="*/ 150019 w 252413"/>
                    <a:gd name="connsiteY24" fmla="*/ 364331 h 428625"/>
                    <a:gd name="connsiteX25" fmla="*/ 138113 w 252413"/>
                    <a:gd name="connsiteY25" fmla="*/ 390525 h 428625"/>
                    <a:gd name="connsiteX26" fmla="*/ 138113 w 252413"/>
                    <a:gd name="connsiteY26" fmla="*/ 390525 h 428625"/>
                    <a:gd name="connsiteX27" fmla="*/ 169069 w 252413"/>
                    <a:gd name="connsiteY27" fmla="*/ 407194 h 428625"/>
                    <a:gd name="connsiteX28" fmla="*/ 166688 w 252413"/>
                    <a:gd name="connsiteY28" fmla="*/ 428625 h 428625"/>
                    <a:gd name="connsiteX29" fmla="*/ 116681 w 252413"/>
                    <a:gd name="connsiteY29" fmla="*/ 421481 h 428625"/>
                    <a:gd name="connsiteX30" fmla="*/ 80963 w 252413"/>
                    <a:gd name="connsiteY30" fmla="*/ 395287 h 428625"/>
                    <a:gd name="connsiteX31" fmla="*/ 61913 w 252413"/>
                    <a:gd name="connsiteY31" fmla="*/ 361950 h 428625"/>
                    <a:gd name="connsiteX32" fmla="*/ 54769 w 252413"/>
                    <a:gd name="connsiteY32" fmla="*/ 328612 h 428625"/>
                    <a:gd name="connsiteX33" fmla="*/ 47625 w 252413"/>
                    <a:gd name="connsiteY33" fmla="*/ 300037 h 428625"/>
                    <a:gd name="connsiteX34" fmla="*/ 47625 w 252413"/>
                    <a:gd name="connsiteY34" fmla="*/ 300037 h 428625"/>
                    <a:gd name="connsiteX35" fmla="*/ 50006 w 252413"/>
                    <a:gd name="connsiteY35" fmla="*/ 273844 h 428625"/>
                    <a:gd name="connsiteX36" fmla="*/ 52388 w 252413"/>
                    <a:gd name="connsiteY36" fmla="*/ 266700 h 428625"/>
                    <a:gd name="connsiteX37" fmla="*/ 38100 w 252413"/>
                    <a:gd name="connsiteY37" fmla="*/ 257175 h 428625"/>
                    <a:gd name="connsiteX38" fmla="*/ 23813 w 252413"/>
                    <a:gd name="connsiteY38" fmla="*/ 235744 h 428625"/>
                    <a:gd name="connsiteX39" fmla="*/ 45244 w 252413"/>
                    <a:gd name="connsiteY39" fmla="*/ 180975 h 428625"/>
                    <a:gd name="connsiteX40" fmla="*/ 30956 w 252413"/>
                    <a:gd name="connsiteY40" fmla="*/ 150019 h 428625"/>
                    <a:gd name="connsiteX41" fmla="*/ 19050 w 252413"/>
                    <a:gd name="connsiteY41" fmla="*/ 135731 h 428625"/>
                    <a:gd name="connsiteX42" fmla="*/ 4763 w 252413"/>
                    <a:gd name="connsiteY42" fmla="*/ 140494 h 428625"/>
                    <a:gd name="connsiteX43" fmla="*/ 0 w 252413"/>
                    <a:gd name="connsiteY43" fmla="*/ 133350 h 428625"/>
                    <a:gd name="connsiteX44" fmla="*/ 14288 w 252413"/>
                    <a:gd name="connsiteY44" fmla="*/ 107156 h 428625"/>
                    <a:gd name="connsiteX45" fmla="*/ 11906 w 252413"/>
                    <a:gd name="connsiteY45" fmla="*/ 80962 h 42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252413" h="428625">
                      <a:moveTo>
                        <a:pt x="11906" y="80962"/>
                      </a:moveTo>
                      <a:lnTo>
                        <a:pt x="54769" y="92869"/>
                      </a:lnTo>
                      <a:lnTo>
                        <a:pt x="73819" y="80962"/>
                      </a:lnTo>
                      <a:lnTo>
                        <a:pt x="73819" y="47625"/>
                      </a:lnTo>
                      <a:lnTo>
                        <a:pt x="95250" y="47625"/>
                      </a:lnTo>
                      <a:lnTo>
                        <a:pt x="135731" y="0"/>
                      </a:lnTo>
                      <a:lnTo>
                        <a:pt x="147638" y="11906"/>
                      </a:lnTo>
                      <a:lnTo>
                        <a:pt x="147638" y="45244"/>
                      </a:lnTo>
                      <a:lnTo>
                        <a:pt x="171450" y="97631"/>
                      </a:lnTo>
                      <a:lnTo>
                        <a:pt x="192881" y="121444"/>
                      </a:lnTo>
                      <a:lnTo>
                        <a:pt x="190500" y="140494"/>
                      </a:lnTo>
                      <a:lnTo>
                        <a:pt x="197644" y="169069"/>
                      </a:lnTo>
                      <a:lnTo>
                        <a:pt x="211931" y="183356"/>
                      </a:lnTo>
                      <a:lnTo>
                        <a:pt x="211931" y="183356"/>
                      </a:lnTo>
                      <a:lnTo>
                        <a:pt x="240506" y="209550"/>
                      </a:lnTo>
                      <a:lnTo>
                        <a:pt x="245269" y="233362"/>
                      </a:lnTo>
                      <a:lnTo>
                        <a:pt x="252413" y="259556"/>
                      </a:lnTo>
                      <a:lnTo>
                        <a:pt x="240506" y="280987"/>
                      </a:lnTo>
                      <a:lnTo>
                        <a:pt x="240506" y="280987"/>
                      </a:lnTo>
                      <a:lnTo>
                        <a:pt x="240506" y="311944"/>
                      </a:lnTo>
                      <a:lnTo>
                        <a:pt x="228600" y="333375"/>
                      </a:lnTo>
                      <a:lnTo>
                        <a:pt x="211931" y="338137"/>
                      </a:lnTo>
                      <a:lnTo>
                        <a:pt x="211931" y="371475"/>
                      </a:lnTo>
                      <a:lnTo>
                        <a:pt x="178594" y="392906"/>
                      </a:lnTo>
                      <a:lnTo>
                        <a:pt x="150019" y="364331"/>
                      </a:lnTo>
                      <a:lnTo>
                        <a:pt x="138113" y="390525"/>
                      </a:lnTo>
                      <a:lnTo>
                        <a:pt x="138113" y="390525"/>
                      </a:lnTo>
                      <a:lnTo>
                        <a:pt x="169069" y="407194"/>
                      </a:lnTo>
                      <a:lnTo>
                        <a:pt x="166688" y="428625"/>
                      </a:lnTo>
                      <a:lnTo>
                        <a:pt x="116681" y="421481"/>
                      </a:lnTo>
                      <a:lnTo>
                        <a:pt x="80963" y="395287"/>
                      </a:lnTo>
                      <a:lnTo>
                        <a:pt x="61913" y="361950"/>
                      </a:lnTo>
                      <a:lnTo>
                        <a:pt x="54769" y="328612"/>
                      </a:lnTo>
                      <a:lnTo>
                        <a:pt x="47625" y="300037"/>
                      </a:lnTo>
                      <a:lnTo>
                        <a:pt x="47625" y="300037"/>
                      </a:lnTo>
                      <a:cubicBezTo>
                        <a:pt x="48419" y="291306"/>
                        <a:pt x="48766" y="282523"/>
                        <a:pt x="50006" y="273844"/>
                      </a:cubicBezTo>
                      <a:cubicBezTo>
                        <a:pt x="50361" y="271359"/>
                        <a:pt x="52388" y="266700"/>
                        <a:pt x="52388" y="266700"/>
                      </a:cubicBezTo>
                      <a:lnTo>
                        <a:pt x="38100" y="257175"/>
                      </a:lnTo>
                      <a:lnTo>
                        <a:pt x="23813" y="235744"/>
                      </a:lnTo>
                      <a:lnTo>
                        <a:pt x="45244" y="180975"/>
                      </a:lnTo>
                      <a:lnTo>
                        <a:pt x="30956" y="150019"/>
                      </a:lnTo>
                      <a:lnTo>
                        <a:pt x="19050" y="135731"/>
                      </a:lnTo>
                      <a:lnTo>
                        <a:pt x="4763" y="140494"/>
                      </a:lnTo>
                      <a:lnTo>
                        <a:pt x="0" y="133350"/>
                      </a:lnTo>
                      <a:cubicBezTo>
                        <a:pt x="2381" y="123825"/>
                        <a:pt x="11907" y="116681"/>
                        <a:pt x="14288" y="107156"/>
                      </a:cubicBezTo>
                      <a:lnTo>
                        <a:pt x="11906" y="80962"/>
                      </a:lnTo>
                      <a:close/>
                    </a:path>
                  </a:pathLst>
                </a:custGeom>
                <a:pattFill prst="dkUpDiag">
                  <a:fgClr>
                    <a:schemeClr val="tx2">
                      <a:lumMod val="60000"/>
                      <a:lumOff val="40000"/>
                    </a:schemeClr>
                  </a:fgClr>
                  <a:bgClr>
                    <a:prstClr val="white"/>
                  </a:bgClr>
                </a:patt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700">
                    <a:ln>
                      <a:solidFill>
                        <a:schemeClr val="accent1">
                          <a:alpha val="0"/>
                        </a:schemeClr>
                      </a:solidFill>
                    </a:ln>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32" name="시흥시">
                  <a:extLst>
                    <a:ext uri="{FF2B5EF4-FFF2-40B4-BE49-F238E27FC236}">
                      <a16:creationId xmlns:a16="http://schemas.microsoft.com/office/drawing/2014/main" id="{B04EBE28-7F81-716C-F241-F25C12024776}"/>
                    </a:ext>
                  </a:extLst>
                </p:cNvPr>
                <p:cNvSpPr/>
                <p:nvPr/>
              </p:nvSpPr>
              <p:spPr>
                <a:xfrm>
                  <a:off x="3512344" y="3805235"/>
                  <a:ext cx="754856" cy="750093"/>
                </a:xfrm>
                <a:custGeom>
                  <a:avLst/>
                  <a:gdLst>
                    <a:gd name="connsiteX0" fmla="*/ 178594 w 754856"/>
                    <a:gd name="connsiteY0" fmla="*/ 407193 h 750093"/>
                    <a:gd name="connsiteX1" fmla="*/ 59531 w 754856"/>
                    <a:gd name="connsiteY1" fmla="*/ 557212 h 750093"/>
                    <a:gd name="connsiteX2" fmla="*/ 66675 w 754856"/>
                    <a:gd name="connsiteY2" fmla="*/ 576262 h 750093"/>
                    <a:gd name="connsiteX3" fmla="*/ 54769 w 754856"/>
                    <a:gd name="connsiteY3" fmla="*/ 602456 h 750093"/>
                    <a:gd name="connsiteX4" fmla="*/ 35719 w 754856"/>
                    <a:gd name="connsiteY4" fmla="*/ 600075 h 750093"/>
                    <a:gd name="connsiteX5" fmla="*/ 30956 w 754856"/>
                    <a:gd name="connsiteY5" fmla="*/ 590550 h 750093"/>
                    <a:gd name="connsiteX6" fmla="*/ 9525 w 754856"/>
                    <a:gd name="connsiteY6" fmla="*/ 585787 h 750093"/>
                    <a:gd name="connsiteX7" fmla="*/ 0 w 754856"/>
                    <a:gd name="connsiteY7" fmla="*/ 614362 h 750093"/>
                    <a:gd name="connsiteX8" fmla="*/ 16669 w 754856"/>
                    <a:gd name="connsiteY8" fmla="*/ 635793 h 750093"/>
                    <a:gd name="connsiteX9" fmla="*/ 16669 w 754856"/>
                    <a:gd name="connsiteY9" fmla="*/ 635793 h 750093"/>
                    <a:gd name="connsiteX10" fmla="*/ 23812 w 754856"/>
                    <a:gd name="connsiteY10" fmla="*/ 659606 h 750093"/>
                    <a:gd name="connsiteX11" fmla="*/ 150019 w 754856"/>
                    <a:gd name="connsiteY11" fmla="*/ 750093 h 750093"/>
                    <a:gd name="connsiteX12" fmla="*/ 183356 w 754856"/>
                    <a:gd name="connsiteY12" fmla="*/ 676275 h 750093"/>
                    <a:gd name="connsiteX13" fmla="*/ 211931 w 754856"/>
                    <a:gd name="connsiteY13" fmla="*/ 664368 h 750093"/>
                    <a:gd name="connsiteX14" fmla="*/ 235744 w 754856"/>
                    <a:gd name="connsiteY14" fmla="*/ 700087 h 750093"/>
                    <a:gd name="connsiteX15" fmla="*/ 235744 w 754856"/>
                    <a:gd name="connsiteY15" fmla="*/ 669131 h 750093"/>
                    <a:gd name="connsiteX16" fmla="*/ 238125 w 754856"/>
                    <a:gd name="connsiteY16" fmla="*/ 652462 h 750093"/>
                    <a:gd name="connsiteX17" fmla="*/ 292894 w 754856"/>
                    <a:gd name="connsiteY17" fmla="*/ 611981 h 750093"/>
                    <a:gd name="connsiteX18" fmla="*/ 326231 w 754856"/>
                    <a:gd name="connsiteY18" fmla="*/ 602456 h 750093"/>
                    <a:gd name="connsiteX19" fmla="*/ 364331 w 754856"/>
                    <a:gd name="connsiteY19" fmla="*/ 607218 h 750093"/>
                    <a:gd name="connsiteX20" fmla="*/ 395287 w 754856"/>
                    <a:gd name="connsiteY20" fmla="*/ 621506 h 750093"/>
                    <a:gd name="connsiteX21" fmla="*/ 395287 w 754856"/>
                    <a:gd name="connsiteY21" fmla="*/ 631031 h 750093"/>
                    <a:gd name="connsiteX22" fmla="*/ 407194 w 754856"/>
                    <a:gd name="connsiteY22" fmla="*/ 607218 h 750093"/>
                    <a:gd name="connsiteX23" fmla="*/ 400050 w 754856"/>
                    <a:gd name="connsiteY23" fmla="*/ 583406 h 750093"/>
                    <a:gd name="connsiteX24" fmla="*/ 407194 w 754856"/>
                    <a:gd name="connsiteY24" fmla="*/ 559593 h 750093"/>
                    <a:gd name="connsiteX25" fmla="*/ 428625 w 754856"/>
                    <a:gd name="connsiteY25" fmla="*/ 550068 h 750093"/>
                    <a:gd name="connsiteX26" fmla="*/ 471487 w 754856"/>
                    <a:gd name="connsiteY26" fmla="*/ 554831 h 750093"/>
                    <a:gd name="connsiteX27" fmla="*/ 509587 w 754856"/>
                    <a:gd name="connsiteY27" fmla="*/ 538162 h 750093"/>
                    <a:gd name="connsiteX28" fmla="*/ 523875 w 754856"/>
                    <a:gd name="connsiteY28" fmla="*/ 497681 h 750093"/>
                    <a:gd name="connsiteX29" fmla="*/ 552450 w 754856"/>
                    <a:gd name="connsiteY29" fmla="*/ 495300 h 750093"/>
                    <a:gd name="connsiteX30" fmla="*/ 578644 w 754856"/>
                    <a:gd name="connsiteY30" fmla="*/ 511968 h 750093"/>
                    <a:gd name="connsiteX31" fmla="*/ 640556 w 754856"/>
                    <a:gd name="connsiteY31" fmla="*/ 500062 h 750093"/>
                    <a:gd name="connsiteX32" fmla="*/ 654844 w 754856"/>
                    <a:gd name="connsiteY32" fmla="*/ 516731 h 750093"/>
                    <a:gd name="connsiteX33" fmla="*/ 659606 w 754856"/>
                    <a:gd name="connsiteY33" fmla="*/ 535781 h 750093"/>
                    <a:gd name="connsiteX34" fmla="*/ 692944 w 754856"/>
                    <a:gd name="connsiteY34" fmla="*/ 514350 h 750093"/>
                    <a:gd name="connsiteX35" fmla="*/ 723900 w 754856"/>
                    <a:gd name="connsiteY35" fmla="*/ 490537 h 750093"/>
                    <a:gd name="connsiteX36" fmla="*/ 754856 w 754856"/>
                    <a:gd name="connsiteY36" fmla="*/ 454818 h 750093"/>
                    <a:gd name="connsiteX37" fmla="*/ 754856 w 754856"/>
                    <a:gd name="connsiteY37" fmla="*/ 433387 h 750093"/>
                    <a:gd name="connsiteX38" fmla="*/ 742950 w 754856"/>
                    <a:gd name="connsiteY38" fmla="*/ 390525 h 750093"/>
                    <a:gd name="connsiteX39" fmla="*/ 733425 w 754856"/>
                    <a:gd name="connsiteY39" fmla="*/ 369093 h 750093"/>
                    <a:gd name="connsiteX40" fmla="*/ 738187 w 754856"/>
                    <a:gd name="connsiteY40" fmla="*/ 352425 h 750093"/>
                    <a:gd name="connsiteX41" fmla="*/ 700087 w 754856"/>
                    <a:gd name="connsiteY41" fmla="*/ 350043 h 750093"/>
                    <a:gd name="connsiteX42" fmla="*/ 664369 w 754856"/>
                    <a:gd name="connsiteY42" fmla="*/ 340518 h 750093"/>
                    <a:gd name="connsiteX43" fmla="*/ 631031 w 754856"/>
                    <a:gd name="connsiteY43" fmla="*/ 307181 h 750093"/>
                    <a:gd name="connsiteX44" fmla="*/ 621506 w 754856"/>
                    <a:gd name="connsiteY44" fmla="*/ 273843 h 750093"/>
                    <a:gd name="connsiteX45" fmla="*/ 611981 w 754856"/>
                    <a:gd name="connsiteY45" fmla="*/ 247650 h 750093"/>
                    <a:gd name="connsiteX46" fmla="*/ 604837 w 754856"/>
                    <a:gd name="connsiteY46" fmla="*/ 223837 h 750093"/>
                    <a:gd name="connsiteX47" fmla="*/ 604837 w 754856"/>
                    <a:gd name="connsiteY47" fmla="*/ 197643 h 750093"/>
                    <a:gd name="connsiteX48" fmla="*/ 604837 w 754856"/>
                    <a:gd name="connsiteY48" fmla="*/ 185737 h 750093"/>
                    <a:gd name="connsiteX49" fmla="*/ 583406 w 754856"/>
                    <a:gd name="connsiteY49" fmla="*/ 157162 h 750093"/>
                    <a:gd name="connsiteX50" fmla="*/ 573881 w 754856"/>
                    <a:gd name="connsiteY50" fmla="*/ 140493 h 750093"/>
                    <a:gd name="connsiteX51" fmla="*/ 590550 w 754856"/>
                    <a:gd name="connsiteY51" fmla="*/ 109537 h 750093"/>
                    <a:gd name="connsiteX52" fmla="*/ 597694 w 754856"/>
                    <a:gd name="connsiteY52" fmla="*/ 90487 h 750093"/>
                    <a:gd name="connsiteX53" fmla="*/ 590550 w 754856"/>
                    <a:gd name="connsiteY53" fmla="*/ 71437 h 750093"/>
                    <a:gd name="connsiteX54" fmla="*/ 578644 w 754856"/>
                    <a:gd name="connsiteY54" fmla="*/ 61912 h 750093"/>
                    <a:gd name="connsiteX55" fmla="*/ 561975 w 754856"/>
                    <a:gd name="connsiteY55" fmla="*/ 61912 h 750093"/>
                    <a:gd name="connsiteX56" fmla="*/ 540544 w 754856"/>
                    <a:gd name="connsiteY56" fmla="*/ 71437 h 750093"/>
                    <a:gd name="connsiteX57" fmla="*/ 507206 w 754856"/>
                    <a:gd name="connsiteY57" fmla="*/ 64293 h 750093"/>
                    <a:gd name="connsiteX58" fmla="*/ 450056 w 754856"/>
                    <a:gd name="connsiteY58" fmla="*/ 52387 h 750093"/>
                    <a:gd name="connsiteX59" fmla="*/ 433387 w 754856"/>
                    <a:gd name="connsiteY59" fmla="*/ 35718 h 750093"/>
                    <a:gd name="connsiteX60" fmla="*/ 404812 w 754856"/>
                    <a:gd name="connsiteY60" fmla="*/ 45243 h 750093"/>
                    <a:gd name="connsiteX61" fmla="*/ 388144 w 754856"/>
                    <a:gd name="connsiteY61" fmla="*/ 33337 h 750093"/>
                    <a:gd name="connsiteX62" fmla="*/ 383381 w 754856"/>
                    <a:gd name="connsiteY62" fmla="*/ 7143 h 750093"/>
                    <a:gd name="connsiteX63" fmla="*/ 369094 w 754856"/>
                    <a:gd name="connsiteY63" fmla="*/ 0 h 750093"/>
                    <a:gd name="connsiteX64" fmla="*/ 359569 w 754856"/>
                    <a:gd name="connsiteY64" fmla="*/ 2381 h 750093"/>
                    <a:gd name="connsiteX65" fmla="*/ 364331 w 754856"/>
                    <a:gd name="connsiteY65" fmla="*/ 47625 h 750093"/>
                    <a:gd name="connsiteX66" fmla="*/ 354806 w 754856"/>
                    <a:gd name="connsiteY66" fmla="*/ 76200 h 750093"/>
                    <a:gd name="connsiteX67" fmla="*/ 340519 w 754856"/>
                    <a:gd name="connsiteY67" fmla="*/ 107156 h 750093"/>
                    <a:gd name="connsiteX68" fmla="*/ 328612 w 754856"/>
                    <a:gd name="connsiteY68" fmla="*/ 114300 h 750093"/>
                    <a:gd name="connsiteX69" fmla="*/ 342900 w 754856"/>
                    <a:gd name="connsiteY69" fmla="*/ 166687 h 750093"/>
                    <a:gd name="connsiteX70" fmla="*/ 342900 w 754856"/>
                    <a:gd name="connsiteY70" fmla="*/ 200025 h 750093"/>
                    <a:gd name="connsiteX71" fmla="*/ 309562 w 754856"/>
                    <a:gd name="connsiteY71" fmla="*/ 228600 h 750093"/>
                    <a:gd name="connsiteX72" fmla="*/ 292894 w 754856"/>
                    <a:gd name="connsiteY72" fmla="*/ 238125 h 750093"/>
                    <a:gd name="connsiteX73" fmla="*/ 269081 w 754856"/>
                    <a:gd name="connsiteY73" fmla="*/ 240506 h 750093"/>
                    <a:gd name="connsiteX74" fmla="*/ 276225 w 754856"/>
                    <a:gd name="connsiteY74" fmla="*/ 290512 h 750093"/>
                    <a:gd name="connsiteX75" fmla="*/ 261937 w 754856"/>
                    <a:gd name="connsiteY75" fmla="*/ 316706 h 750093"/>
                    <a:gd name="connsiteX76" fmla="*/ 238125 w 754856"/>
                    <a:gd name="connsiteY76" fmla="*/ 326231 h 750093"/>
                    <a:gd name="connsiteX77" fmla="*/ 228600 w 754856"/>
                    <a:gd name="connsiteY77" fmla="*/ 359568 h 750093"/>
                    <a:gd name="connsiteX78" fmla="*/ 178594 w 754856"/>
                    <a:gd name="connsiteY78" fmla="*/ 407193 h 750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754856" h="750093">
                      <a:moveTo>
                        <a:pt x="178594" y="407193"/>
                      </a:moveTo>
                      <a:lnTo>
                        <a:pt x="59531" y="557212"/>
                      </a:lnTo>
                      <a:lnTo>
                        <a:pt x="66675" y="576262"/>
                      </a:lnTo>
                      <a:lnTo>
                        <a:pt x="54769" y="602456"/>
                      </a:lnTo>
                      <a:lnTo>
                        <a:pt x="35719" y="600075"/>
                      </a:lnTo>
                      <a:lnTo>
                        <a:pt x="30956" y="590550"/>
                      </a:lnTo>
                      <a:lnTo>
                        <a:pt x="9525" y="585787"/>
                      </a:lnTo>
                      <a:lnTo>
                        <a:pt x="0" y="614362"/>
                      </a:lnTo>
                      <a:lnTo>
                        <a:pt x="16669" y="635793"/>
                      </a:lnTo>
                      <a:lnTo>
                        <a:pt x="16669" y="635793"/>
                      </a:lnTo>
                      <a:lnTo>
                        <a:pt x="23812" y="659606"/>
                      </a:lnTo>
                      <a:lnTo>
                        <a:pt x="150019" y="750093"/>
                      </a:lnTo>
                      <a:lnTo>
                        <a:pt x="183356" y="676275"/>
                      </a:lnTo>
                      <a:lnTo>
                        <a:pt x="211931" y="664368"/>
                      </a:lnTo>
                      <a:lnTo>
                        <a:pt x="235744" y="700087"/>
                      </a:lnTo>
                      <a:lnTo>
                        <a:pt x="235744" y="669131"/>
                      </a:lnTo>
                      <a:lnTo>
                        <a:pt x="238125" y="652462"/>
                      </a:lnTo>
                      <a:lnTo>
                        <a:pt x="292894" y="611981"/>
                      </a:lnTo>
                      <a:lnTo>
                        <a:pt x="326231" y="602456"/>
                      </a:lnTo>
                      <a:lnTo>
                        <a:pt x="364331" y="607218"/>
                      </a:lnTo>
                      <a:lnTo>
                        <a:pt x="395287" y="621506"/>
                      </a:lnTo>
                      <a:lnTo>
                        <a:pt x="395287" y="631031"/>
                      </a:lnTo>
                      <a:lnTo>
                        <a:pt x="407194" y="607218"/>
                      </a:lnTo>
                      <a:lnTo>
                        <a:pt x="400050" y="583406"/>
                      </a:lnTo>
                      <a:lnTo>
                        <a:pt x="407194" y="559593"/>
                      </a:lnTo>
                      <a:lnTo>
                        <a:pt x="428625" y="550068"/>
                      </a:lnTo>
                      <a:lnTo>
                        <a:pt x="471487" y="554831"/>
                      </a:lnTo>
                      <a:lnTo>
                        <a:pt x="509587" y="538162"/>
                      </a:lnTo>
                      <a:lnTo>
                        <a:pt x="523875" y="497681"/>
                      </a:lnTo>
                      <a:lnTo>
                        <a:pt x="552450" y="495300"/>
                      </a:lnTo>
                      <a:lnTo>
                        <a:pt x="578644" y="511968"/>
                      </a:lnTo>
                      <a:lnTo>
                        <a:pt x="640556" y="500062"/>
                      </a:lnTo>
                      <a:lnTo>
                        <a:pt x="654844" y="516731"/>
                      </a:lnTo>
                      <a:lnTo>
                        <a:pt x="659606" y="535781"/>
                      </a:lnTo>
                      <a:lnTo>
                        <a:pt x="692944" y="514350"/>
                      </a:lnTo>
                      <a:lnTo>
                        <a:pt x="723900" y="490537"/>
                      </a:lnTo>
                      <a:lnTo>
                        <a:pt x="754856" y="454818"/>
                      </a:lnTo>
                      <a:lnTo>
                        <a:pt x="754856" y="433387"/>
                      </a:lnTo>
                      <a:lnTo>
                        <a:pt x="742950" y="390525"/>
                      </a:lnTo>
                      <a:lnTo>
                        <a:pt x="733425" y="369093"/>
                      </a:lnTo>
                      <a:lnTo>
                        <a:pt x="738187" y="352425"/>
                      </a:lnTo>
                      <a:lnTo>
                        <a:pt x="700087" y="350043"/>
                      </a:lnTo>
                      <a:lnTo>
                        <a:pt x="664369" y="340518"/>
                      </a:lnTo>
                      <a:lnTo>
                        <a:pt x="631031" y="307181"/>
                      </a:lnTo>
                      <a:lnTo>
                        <a:pt x="621506" y="273843"/>
                      </a:lnTo>
                      <a:lnTo>
                        <a:pt x="611981" y="247650"/>
                      </a:lnTo>
                      <a:lnTo>
                        <a:pt x="604837" y="223837"/>
                      </a:lnTo>
                      <a:lnTo>
                        <a:pt x="604837" y="197643"/>
                      </a:lnTo>
                      <a:lnTo>
                        <a:pt x="604837" y="185737"/>
                      </a:lnTo>
                      <a:lnTo>
                        <a:pt x="583406" y="157162"/>
                      </a:lnTo>
                      <a:lnTo>
                        <a:pt x="573881" y="140493"/>
                      </a:lnTo>
                      <a:lnTo>
                        <a:pt x="590550" y="109537"/>
                      </a:lnTo>
                      <a:lnTo>
                        <a:pt x="597694" y="90487"/>
                      </a:lnTo>
                      <a:lnTo>
                        <a:pt x="590550" y="71437"/>
                      </a:lnTo>
                      <a:lnTo>
                        <a:pt x="578644" y="61912"/>
                      </a:lnTo>
                      <a:lnTo>
                        <a:pt x="561975" y="61912"/>
                      </a:lnTo>
                      <a:lnTo>
                        <a:pt x="540544" y="71437"/>
                      </a:lnTo>
                      <a:lnTo>
                        <a:pt x="507206" y="64293"/>
                      </a:lnTo>
                      <a:lnTo>
                        <a:pt x="450056" y="52387"/>
                      </a:lnTo>
                      <a:lnTo>
                        <a:pt x="433387" y="35718"/>
                      </a:lnTo>
                      <a:lnTo>
                        <a:pt x="404812" y="45243"/>
                      </a:lnTo>
                      <a:lnTo>
                        <a:pt x="388144" y="33337"/>
                      </a:lnTo>
                      <a:lnTo>
                        <a:pt x="383381" y="7143"/>
                      </a:lnTo>
                      <a:lnTo>
                        <a:pt x="369094" y="0"/>
                      </a:lnTo>
                      <a:lnTo>
                        <a:pt x="359569" y="2381"/>
                      </a:lnTo>
                      <a:lnTo>
                        <a:pt x="364331" y="47625"/>
                      </a:lnTo>
                      <a:lnTo>
                        <a:pt x="354806" y="76200"/>
                      </a:lnTo>
                      <a:lnTo>
                        <a:pt x="340519" y="107156"/>
                      </a:lnTo>
                      <a:lnTo>
                        <a:pt x="328612" y="114300"/>
                      </a:lnTo>
                      <a:lnTo>
                        <a:pt x="342900" y="166687"/>
                      </a:lnTo>
                      <a:lnTo>
                        <a:pt x="342900" y="200025"/>
                      </a:lnTo>
                      <a:lnTo>
                        <a:pt x="309562" y="228600"/>
                      </a:lnTo>
                      <a:lnTo>
                        <a:pt x="292894" y="238125"/>
                      </a:lnTo>
                      <a:lnTo>
                        <a:pt x="269081" y="240506"/>
                      </a:lnTo>
                      <a:lnTo>
                        <a:pt x="276225" y="290512"/>
                      </a:lnTo>
                      <a:lnTo>
                        <a:pt x="261937" y="316706"/>
                      </a:lnTo>
                      <a:lnTo>
                        <a:pt x="238125" y="326231"/>
                      </a:lnTo>
                      <a:lnTo>
                        <a:pt x="228600" y="359568"/>
                      </a:lnTo>
                      <a:lnTo>
                        <a:pt x="178594" y="407193"/>
                      </a:lnTo>
                      <a:close/>
                    </a:path>
                  </a:pathLst>
                </a:cu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700">
                    <a:ln>
                      <a:solidFill>
                        <a:schemeClr val="accent1">
                          <a:alpha val="0"/>
                        </a:schemeClr>
                      </a:solidFill>
                    </a:ln>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33" name="안양시">
                  <a:extLst>
                    <a:ext uri="{FF2B5EF4-FFF2-40B4-BE49-F238E27FC236}">
                      <a16:creationId xmlns:a16="http://schemas.microsoft.com/office/drawing/2014/main" id="{C6860AF2-5DFF-53F8-C5EA-674C33E24F0A}"/>
                    </a:ext>
                  </a:extLst>
                </p:cNvPr>
                <p:cNvSpPr/>
                <p:nvPr/>
              </p:nvSpPr>
              <p:spPr>
                <a:xfrm>
                  <a:off x="4274343" y="3921915"/>
                  <a:ext cx="390525" cy="428624"/>
                </a:xfrm>
                <a:custGeom>
                  <a:avLst/>
                  <a:gdLst>
                    <a:gd name="connsiteX0" fmla="*/ 59531 w 390525"/>
                    <a:gd name="connsiteY0" fmla="*/ 428625 h 428625"/>
                    <a:gd name="connsiteX1" fmla="*/ 102394 w 390525"/>
                    <a:gd name="connsiteY1" fmla="*/ 404812 h 428625"/>
                    <a:gd name="connsiteX2" fmla="*/ 111919 w 390525"/>
                    <a:gd name="connsiteY2" fmla="*/ 371475 h 428625"/>
                    <a:gd name="connsiteX3" fmla="*/ 123825 w 390525"/>
                    <a:gd name="connsiteY3" fmla="*/ 338137 h 428625"/>
                    <a:gd name="connsiteX4" fmla="*/ 150019 w 390525"/>
                    <a:gd name="connsiteY4" fmla="*/ 319087 h 428625"/>
                    <a:gd name="connsiteX5" fmla="*/ 169069 w 390525"/>
                    <a:gd name="connsiteY5" fmla="*/ 326231 h 428625"/>
                    <a:gd name="connsiteX6" fmla="*/ 195262 w 390525"/>
                    <a:gd name="connsiteY6" fmla="*/ 323850 h 428625"/>
                    <a:gd name="connsiteX7" fmla="*/ 214312 w 390525"/>
                    <a:gd name="connsiteY7" fmla="*/ 330994 h 428625"/>
                    <a:gd name="connsiteX8" fmla="*/ 228600 w 390525"/>
                    <a:gd name="connsiteY8" fmla="*/ 330994 h 428625"/>
                    <a:gd name="connsiteX9" fmla="*/ 245269 w 390525"/>
                    <a:gd name="connsiteY9" fmla="*/ 328612 h 428625"/>
                    <a:gd name="connsiteX10" fmla="*/ 261937 w 390525"/>
                    <a:gd name="connsiteY10" fmla="*/ 342900 h 428625"/>
                    <a:gd name="connsiteX11" fmla="*/ 261937 w 390525"/>
                    <a:gd name="connsiteY11" fmla="*/ 359569 h 428625"/>
                    <a:gd name="connsiteX12" fmla="*/ 285750 w 390525"/>
                    <a:gd name="connsiteY12" fmla="*/ 383381 h 428625"/>
                    <a:gd name="connsiteX13" fmla="*/ 304800 w 390525"/>
                    <a:gd name="connsiteY13" fmla="*/ 378619 h 428625"/>
                    <a:gd name="connsiteX14" fmla="*/ 321469 w 390525"/>
                    <a:gd name="connsiteY14" fmla="*/ 404812 h 428625"/>
                    <a:gd name="connsiteX15" fmla="*/ 328612 w 390525"/>
                    <a:gd name="connsiteY15" fmla="*/ 388144 h 428625"/>
                    <a:gd name="connsiteX16" fmla="*/ 321469 w 390525"/>
                    <a:gd name="connsiteY16" fmla="*/ 364331 h 428625"/>
                    <a:gd name="connsiteX17" fmla="*/ 326231 w 390525"/>
                    <a:gd name="connsiteY17" fmla="*/ 328612 h 428625"/>
                    <a:gd name="connsiteX18" fmla="*/ 347662 w 390525"/>
                    <a:gd name="connsiteY18" fmla="*/ 283369 h 428625"/>
                    <a:gd name="connsiteX19" fmla="*/ 354806 w 390525"/>
                    <a:gd name="connsiteY19" fmla="*/ 269081 h 428625"/>
                    <a:gd name="connsiteX20" fmla="*/ 385762 w 390525"/>
                    <a:gd name="connsiteY20" fmla="*/ 252412 h 428625"/>
                    <a:gd name="connsiteX21" fmla="*/ 385762 w 390525"/>
                    <a:gd name="connsiteY21" fmla="*/ 252412 h 428625"/>
                    <a:gd name="connsiteX22" fmla="*/ 390525 w 390525"/>
                    <a:gd name="connsiteY22" fmla="*/ 226219 h 428625"/>
                    <a:gd name="connsiteX23" fmla="*/ 369094 w 390525"/>
                    <a:gd name="connsiteY23" fmla="*/ 207169 h 428625"/>
                    <a:gd name="connsiteX24" fmla="*/ 361950 w 390525"/>
                    <a:gd name="connsiteY24" fmla="*/ 188119 h 428625"/>
                    <a:gd name="connsiteX25" fmla="*/ 354806 w 390525"/>
                    <a:gd name="connsiteY25" fmla="*/ 161925 h 428625"/>
                    <a:gd name="connsiteX26" fmla="*/ 342900 w 390525"/>
                    <a:gd name="connsiteY26" fmla="*/ 138112 h 428625"/>
                    <a:gd name="connsiteX27" fmla="*/ 319087 w 390525"/>
                    <a:gd name="connsiteY27" fmla="*/ 126206 h 428625"/>
                    <a:gd name="connsiteX28" fmla="*/ 309562 w 390525"/>
                    <a:gd name="connsiteY28" fmla="*/ 104775 h 428625"/>
                    <a:gd name="connsiteX29" fmla="*/ 309562 w 390525"/>
                    <a:gd name="connsiteY29" fmla="*/ 73819 h 428625"/>
                    <a:gd name="connsiteX30" fmla="*/ 316706 w 390525"/>
                    <a:gd name="connsiteY30" fmla="*/ 52387 h 428625"/>
                    <a:gd name="connsiteX31" fmla="*/ 316706 w 390525"/>
                    <a:gd name="connsiteY31" fmla="*/ 42862 h 428625"/>
                    <a:gd name="connsiteX32" fmla="*/ 280987 w 390525"/>
                    <a:gd name="connsiteY32" fmla="*/ 54769 h 428625"/>
                    <a:gd name="connsiteX33" fmla="*/ 250031 w 390525"/>
                    <a:gd name="connsiteY33" fmla="*/ 59531 h 428625"/>
                    <a:gd name="connsiteX34" fmla="*/ 235744 w 390525"/>
                    <a:gd name="connsiteY34" fmla="*/ 59531 h 428625"/>
                    <a:gd name="connsiteX35" fmla="*/ 223837 w 390525"/>
                    <a:gd name="connsiteY35" fmla="*/ 54769 h 428625"/>
                    <a:gd name="connsiteX36" fmla="*/ 209550 w 390525"/>
                    <a:gd name="connsiteY36" fmla="*/ 42862 h 428625"/>
                    <a:gd name="connsiteX37" fmla="*/ 209550 w 390525"/>
                    <a:gd name="connsiteY37" fmla="*/ 33337 h 428625"/>
                    <a:gd name="connsiteX38" fmla="*/ 195262 w 390525"/>
                    <a:gd name="connsiteY38" fmla="*/ 23812 h 428625"/>
                    <a:gd name="connsiteX39" fmla="*/ 183356 w 390525"/>
                    <a:gd name="connsiteY39" fmla="*/ 0 h 428625"/>
                    <a:gd name="connsiteX40" fmla="*/ 171450 w 390525"/>
                    <a:gd name="connsiteY40" fmla="*/ 14287 h 428625"/>
                    <a:gd name="connsiteX41" fmla="*/ 164306 w 390525"/>
                    <a:gd name="connsiteY41" fmla="*/ 38100 h 428625"/>
                    <a:gd name="connsiteX42" fmla="*/ 135731 w 390525"/>
                    <a:gd name="connsiteY42" fmla="*/ 42862 h 428625"/>
                    <a:gd name="connsiteX43" fmla="*/ 123825 w 390525"/>
                    <a:gd name="connsiteY43" fmla="*/ 66675 h 428625"/>
                    <a:gd name="connsiteX44" fmla="*/ 97631 w 390525"/>
                    <a:gd name="connsiteY44" fmla="*/ 73819 h 428625"/>
                    <a:gd name="connsiteX45" fmla="*/ 80962 w 390525"/>
                    <a:gd name="connsiteY45" fmla="*/ 66675 h 428625"/>
                    <a:gd name="connsiteX46" fmla="*/ 71437 w 390525"/>
                    <a:gd name="connsiteY46" fmla="*/ 80962 h 428625"/>
                    <a:gd name="connsiteX47" fmla="*/ 73819 w 390525"/>
                    <a:gd name="connsiteY47" fmla="*/ 107156 h 428625"/>
                    <a:gd name="connsiteX48" fmla="*/ 69056 w 390525"/>
                    <a:gd name="connsiteY48" fmla="*/ 123825 h 428625"/>
                    <a:gd name="connsiteX49" fmla="*/ 59531 w 390525"/>
                    <a:gd name="connsiteY49" fmla="*/ 140494 h 428625"/>
                    <a:gd name="connsiteX50" fmla="*/ 45244 w 390525"/>
                    <a:gd name="connsiteY50" fmla="*/ 142875 h 428625"/>
                    <a:gd name="connsiteX51" fmla="*/ 45244 w 390525"/>
                    <a:gd name="connsiteY51" fmla="*/ 171450 h 428625"/>
                    <a:gd name="connsiteX52" fmla="*/ 28575 w 390525"/>
                    <a:gd name="connsiteY52" fmla="*/ 185737 h 428625"/>
                    <a:gd name="connsiteX53" fmla="*/ 4762 w 390525"/>
                    <a:gd name="connsiteY53" fmla="*/ 190500 h 428625"/>
                    <a:gd name="connsiteX54" fmla="*/ 4762 w 390525"/>
                    <a:gd name="connsiteY54" fmla="*/ 190500 h 428625"/>
                    <a:gd name="connsiteX55" fmla="*/ 0 w 390525"/>
                    <a:gd name="connsiteY55" fmla="*/ 240506 h 428625"/>
                    <a:gd name="connsiteX56" fmla="*/ 0 w 390525"/>
                    <a:gd name="connsiteY56" fmla="*/ 271462 h 428625"/>
                    <a:gd name="connsiteX57" fmla="*/ 19050 w 390525"/>
                    <a:gd name="connsiteY57" fmla="*/ 335756 h 428625"/>
                    <a:gd name="connsiteX58" fmla="*/ 40481 w 390525"/>
                    <a:gd name="connsiteY58" fmla="*/ 338137 h 428625"/>
                    <a:gd name="connsiteX59" fmla="*/ 40481 w 390525"/>
                    <a:gd name="connsiteY59" fmla="*/ 366712 h 428625"/>
                    <a:gd name="connsiteX60" fmla="*/ 59531 w 390525"/>
                    <a:gd name="connsiteY60" fmla="*/ 428625 h 42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390525" h="428625">
                      <a:moveTo>
                        <a:pt x="59531" y="428625"/>
                      </a:moveTo>
                      <a:lnTo>
                        <a:pt x="102394" y="404812"/>
                      </a:lnTo>
                      <a:lnTo>
                        <a:pt x="111919" y="371475"/>
                      </a:lnTo>
                      <a:lnTo>
                        <a:pt x="123825" y="338137"/>
                      </a:lnTo>
                      <a:lnTo>
                        <a:pt x="150019" y="319087"/>
                      </a:lnTo>
                      <a:lnTo>
                        <a:pt x="169069" y="326231"/>
                      </a:lnTo>
                      <a:lnTo>
                        <a:pt x="195262" y="323850"/>
                      </a:lnTo>
                      <a:lnTo>
                        <a:pt x="214312" y="330994"/>
                      </a:lnTo>
                      <a:lnTo>
                        <a:pt x="228600" y="330994"/>
                      </a:lnTo>
                      <a:lnTo>
                        <a:pt x="245269" y="328612"/>
                      </a:lnTo>
                      <a:lnTo>
                        <a:pt x="261937" y="342900"/>
                      </a:lnTo>
                      <a:lnTo>
                        <a:pt x="261937" y="359569"/>
                      </a:lnTo>
                      <a:lnTo>
                        <a:pt x="285750" y="383381"/>
                      </a:lnTo>
                      <a:lnTo>
                        <a:pt x="304800" y="378619"/>
                      </a:lnTo>
                      <a:lnTo>
                        <a:pt x="321469" y="404812"/>
                      </a:lnTo>
                      <a:lnTo>
                        <a:pt x="328612" y="388144"/>
                      </a:lnTo>
                      <a:lnTo>
                        <a:pt x="321469" y="364331"/>
                      </a:lnTo>
                      <a:lnTo>
                        <a:pt x="326231" y="328612"/>
                      </a:lnTo>
                      <a:lnTo>
                        <a:pt x="347662" y="283369"/>
                      </a:lnTo>
                      <a:lnTo>
                        <a:pt x="354806" y="269081"/>
                      </a:lnTo>
                      <a:lnTo>
                        <a:pt x="385762" y="252412"/>
                      </a:lnTo>
                      <a:lnTo>
                        <a:pt x="385762" y="252412"/>
                      </a:lnTo>
                      <a:lnTo>
                        <a:pt x="390525" y="226219"/>
                      </a:lnTo>
                      <a:lnTo>
                        <a:pt x="369094" y="207169"/>
                      </a:lnTo>
                      <a:lnTo>
                        <a:pt x="361950" y="188119"/>
                      </a:lnTo>
                      <a:lnTo>
                        <a:pt x="354806" y="161925"/>
                      </a:lnTo>
                      <a:lnTo>
                        <a:pt x="342900" y="138112"/>
                      </a:lnTo>
                      <a:lnTo>
                        <a:pt x="319087" y="126206"/>
                      </a:lnTo>
                      <a:lnTo>
                        <a:pt x="309562" y="104775"/>
                      </a:lnTo>
                      <a:lnTo>
                        <a:pt x="309562" y="73819"/>
                      </a:lnTo>
                      <a:lnTo>
                        <a:pt x="316706" y="52387"/>
                      </a:lnTo>
                      <a:lnTo>
                        <a:pt x="316706" y="42862"/>
                      </a:lnTo>
                      <a:lnTo>
                        <a:pt x="280987" y="54769"/>
                      </a:lnTo>
                      <a:lnTo>
                        <a:pt x="250031" y="59531"/>
                      </a:lnTo>
                      <a:lnTo>
                        <a:pt x="235744" y="59531"/>
                      </a:lnTo>
                      <a:lnTo>
                        <a:pt x="223837" y="54769"/>
                      </a:lnTo>
                      <a:lnTo>
                        <a:pt x="209550" y="42862"/>
                      </a:lnTo>
                      <a:lnTo>
                        <a:pt x="209550" y="33337"/>
                      </a:lnTo>
                      <a:lnTo>
                        <a:pt x="195262" y="23812"/>
                      </a:lnTo>
                      <a:lnTo>
                        <a:pt x="183356" y="0"/>
                      </a:lnTo>
                      <a:lnTo>
                        <a:pt x="171450" y="14287"/>
                      </a:lnTo>
                      <a:lnTo>
                        <a:pt x="164306" y="38100"/>
                      </a:lnTo>
                      <a:lnTo>
                        <a:pt x="135731" y="42862"/>
                      </a:lnTo>
                      <a:lnTo>
                        <a:pt x="123825" y="66675"/>
                      </a:lnTo>
                      <a:lnTo>
                        <a:pt x="97631" y="73819"/>
                      </a:lnTo>
                      <a:lnTo>
                        <a:pt x="80962" y="66675"/>
                      </a:lnTo>
                      <a:lnTo>
                        <a:pt x="71437" y="80962"/>
                      </a:lnTo>
                      <a:lnTo>
                        <a:pt x="73819" y="107156"/>
                      </a:lnTo>
                      <a:lnTo>
                        <a:pt x="69056" y="123825"/>
                      </a:lnTo>
                      <a:lnTo>
                        <a:pt x="59531" y="140494"/>
                      </a:lnTo>
                      <a:lnTo>
                        <a:pt x="45244" y="142875"/>
                      </a:lnTo>
                      <a:lnTo>
                        <a:pt x="45244" y="171450"/>
                      </a:lnTo>
                      <a:lnTo>
                        <a:pt x="28575" y="185737"/>
                      </a:lnTo>
                      <a:lnTo>
                        <a:pt x="4762" y="190500"/>
                      </a:lnTo>
                      <a:lnTo>
                        <a:pt x="4762" y="190500"/>
                      </a:lnTo>
                      <a:lnTo>
                        <a:pt x="0" y="240506"/>
                      </a:lnTo>
                      <a:lnTo>
                        <a:pt x="0" y="271462"/>
                      </a:lnTo>
                      <a:lnTo>
                        <a:pt x="19050" y="335756"/>
                      </a:lnTo>
                      <a:lnTo>
                        <a:pt x="40481" y="338137"/>
                      </a:lnTo>
                      <a:lnTo>
                        <a:pt x="40481" y="366712"/>
                      </a:lnTo>
                      <a:lnTo>
                        <a:pt x="59531" y="428625"/>
                      </a:lnTo>
                      <a:close/>
                    </a:path>
                  </a:pathLst>
                </a:custGeom>
                <a:pattFill prst="dkUpDiag">
                  <a:fgClr>
                    <a:schemeClr val="accent4"/>
                  </a:fgClr>
                  <a:bgClr>
                    <a:schemeClr val="bg1"/>
                  </a:bgClr>
                </a:pattFill>
                <a:ln w="63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700">
                    <a:ln>
                      <a:solidFill>
                        <a:schemeClr val="accent1">
                          <a:alpha val="0"/>
                        </a:schemeClr>
                      </a:solidFill>
                    </a:ln>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34" name="과천시">
                  <a:extLst>
                    <a:ext uri="{FF2B5EF4-FFF2-40B4-BE49-F238E27FC236}">
                      <a16:creationId xmlns:a16="http://schemas.microsoft.com/office/drawing/2014/main" id="{82497F33-7FE0-A2E1-3681-A00ED9FD9E4E}"/>
                    </a:ext>
                  </a:extLst>
                </p:cNvPr>
                <p:cNvSpPr/>
                <p:nvPr/>
              </p:nvSpPr>
              <p:spPr>
                <a:xfrm>
                  <a:off x="4600575" y="3843337"/>
                  <a:ext cx="304800" cy="292892"/>
                </a:xfrm>
                <a:custGeom>
                  <a:avLst/>
                  <a:gdLst>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66675 w 304800"/>
                    <a:gd name="connsiteY21" fmla="*/ 50006 h 292893"/>
                    <a:gd name="connsiteX22" fmla="*/ 47625 w 304800"/>
                    <a:gd name="connsiteY22" fmla="*/ 76200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304800 w 304800"/>
                    <a:gd name="connsiteY44"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66675 w 304800"/>
                    <a:gd name="connsiteY21" fmla="*/ 50006 h 292893"/>
                    <a:gd name="connsiteX22" fmla="*/ 47625 w 304800"/>
                    <a:gd name="connsiteY22" fmla="*/ 76200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73819 w 304800"/>
                    <a:gd name="connsiteY21" fmla="*/ 57150 h 292893"/>
                    <a:gd name="connsiteX22" fmla="*/ 47625 w 304800"/>
                    <a:gd name="connsiteY22" fmla="*/ 76200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73819 w 304800"/>
                    <a:gd name="connsiteY21" fmla="*/ 57150 h 292893"/>
                    <a:gd name="connsiteX22" fmla="*/ 47625 w 304800"/>
                    <a:gd name="connsiteY22" fmla="*/ 83344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73819 w 304800"/>
                    <a:gd name="connsiteY21" fmla="*/ 42863 h 292893"/>
                    <a:gd name="connsiteX22" fmla="*/ 47625 w 304800"/>
                    <a:gd name="connsiteY22" fmla="*/ 83344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04800" h="292893">
                      <a:moveTo>
                        <a:pt x="304800" y="157162"/>
                      </a:moveTo>
                      <a:lnTo>
                        <a:pt x="292894" y="133350"/>
                      </a:lnTo>
                      <a:lnTo>
                        <a:pt x="266700" y="121443"/>
                      </a:lnTo>
                      <a:lnTo>
                        <a:pt x="259556" y="107156"/>
                      </a:lnTo>
                      <a:lnTo>
                        <a:pt x="261938" y="95250"/>
                      </a:lnTo>
                      <a:lnTo>
                        <a:pt x="276225" y="76200"/>
                      </a:lnTo>
                      <a:lnTo>
                        <a:pt x="269081" y="59531"/>
                      </a:lnTo>
                      <a:lnTo>
                        <a:pt x="264319" y="42862"/>
                      </a:lnTo>
                      <a:lnTo>
                        <a:pt x="264319" y="19050"/>
                      </a:lnTo>
                      <a:lnTo>
                        <a:pt x="259556" y="38100"/>
                      </a:lnTo>
                      <a:lnTo>
                        <a:pt x="240506" y="45243"/>
                      </a:lnTo>
                      <a:lnTo>
                        <a:pt x="214313" y="52387"/>
                      </a:lnTo>
                      <a:lnTo>
                        <a:pt x="192881" y="52387"/>
                      </a:lnTo>
                      <a:lnTo>
                        <a:pt x="164306" y="40481"/>
                      </a:lnTo>
                      <a:lnTo>
                        <a:pt x="152400" y="28575"/>
                      </a:lnTo>
                      <a:lnTo>
                        <a:pt x="147638" y="19050"/>
                      </a:lnTo>
                      <a:lnTo>
                        <a:pt x="145256" y="0"/>
                      </a:lnTo>
                      <a:lnTo>
                        <a:pt x="138113" y="0"/>
                      </a:lnTo>
                      <a:lnTo>
                        <a:pt x="133350" y="26193"/>
                      </a:lnTo>
                      <a:lnTo>
                        <a:pt x="104775" y="28575"/>
                      </a:lnTo>
                      <a:lnTo>
                        <a:pt x="104775" y="28575"/>
                      </a:lnTo>
                      <a:lnTo>
                        <a:pt x="73819" y="42863"/>
                      </a:lnTo>
                      <a:lnTo>
                        <a:pt x="47625" y="83344"/>
                      </a:lnTo>
                      <a:lnTo>
                        <a:pt x="33338" y="88106"/>
                      </a:lnTo>
                      <a:lnTo>
                        <a:pt x="14288" y="88106"/>
                      </a:lnTo>
                      <a:lnTo>
                        <a:pt x="16669" y="114300"/>
                      </a:lnTo>
                      <a:lnTo>
                        <a:pt x="7144" y="145256"/>
                      </a:lnTo>
                      <a:lnTo>
                        <a:pt x="0" y="171450"/>
                      </a:lnTo>
                      <a:lnTo>
                        <a:pt x="19050" y="195262"/>
                      </a:lnTo>
                      <a:lnTo>
                        <a:pt x="35719" y="207168"/>
                      </a:lnTo>
                      <a:lnTo>
                        <a:pt x="45244" y="233362"/>
                      </a:lnTo>
                      <a:lnTo>
                        <a:pt x="54769" y="271462"/>
                      </a:lnTo>
                      <a:lnTo>
                        <a:pt x="71438" y="292893"/>
                      </a:lnTo>
                      <a:lnTo>
                        <a:pt x="76200" y="259556"/>
                      </a:lnTo>
                      <a:lnTo>
                        <a:pt x="92869" y="252412"/>
                      </a:lnTo>
                      <a:lnTo>
                        <a:pt x="116681" y="276225"/>
                      </a:lnTo>
                      <a:lnTo>
                        <a:pt x="140494" y="266700"/>
                      </a:lnTo>
                      <a:lnTo>
                        <a:pt x="159544" y="257175"/>
                      </a:lnTo>
                      <a:lnTo>
                        <a:pt x="166688" y="235743"/>
                      </a:lnTo>
                      <a:lnTo>
                        <a:pt x="192881" y="226218"/>
                      </a:lnTo>
                      <a:lnTo>
                        <a:pt x="228600" y="233362"/>
                      </a:lnTo>
                      <a:lnTo>
                        <a:pt x="254794" y="235743"/>
                      </a:lnTo>
                      <a:lnTo>
                        <a:pt x="280988" y="228600"/>
                      </a:lnTo>
                      <a:lnTo>
                        <a:pt x="295275" y="221456"/>
                      </a:lnTo>
                      <a:cubicBezTo>
                        <a:pt x="296863" y="207168"/>
                        <a:pt x="293687" y="195263"/>
                        <a:pt x="295275" y="180975"/>
                      </a:cubicBezTo>
                      <a:lnTo>
                        <a:pt x="304800" y="157162"/>
                      </a:lnTo>
                      <a:close/>
                    </a:path>
                  </a:pathLst>
                </a:custGeom>
                <a:pattFill prst="dkUpDiag">
                  <a:fgClr>
                    <a:schemeClr val="tx2">
                      <a:lumMod val="60000"/>
                      <a:lumOff val="40000"/>
                    </a:schemeClr>
                  </a:fgClr>
                  <a:bgClr>
                    <a:prstClr val="white"/>
                  </a:bgClr>
                </a:patt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700">
                    <a:ln>
                      <a:solidFill>
                        <a:schemeClr val="accent1">
                          <a:alpha val="0"/>
                        </a:schemeClr>
                      </a:solidFill>
                    </a:ln>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35" name="의왕시">
                  <a:extLst>
                    <a:ext uri="{FF2B5EF4-FFF2-40B4-BE49-F238E27FC236}">
                      <a16:creationId xmlns:a16="http://schemas.microsoft.com/office/drawing/2014/main" id="{D7A3128F-232B-76D9-9C05-BB124FDBD141}"/>
                    </a:ext>
                  </a:extLst>
                </p:cNvPr>
                <p:cNvSpPr/>
                <p:nvPr/>
              </p:nvSpPr>
              <p:spPr>
                <a:xfrm>
                  <a:off x="4469605" y="4081461"/>
                  <a:ext cx="440532" cy="550068"/>
                </a:xfrm>
                <a:custGeom>
                  <a:avLst/>
                  <a:gdLst>
                    <a:gd name="connsiteX0" fmla="*/ 52388 w 440532"/>
                    <a:gd name="connsiteY0" fmla="*/ 550068 h 550068"/>
                    <a:gd name="connsiteX1" fmla="*/ 0 w 440532"/>
                    <a:gd name="connsiteY1" fmla="*/ 528637 h 550068"/>
                    <a:gd name="connsiteX2" fmla="*/ 0 w 440532"/>
                    <a:gd name="connsiteY2" fmla="*/ 516731 h 550068"/>
                    <a:gd name="connsiteX3" fmla="*/ 19050 w 440532"/>
                    <a:gd name="connsiteY3" fmla="*/ 504825 h 550068"/>
                    <a:gd name="connsiteX4" fmla="*/ 4763 w 440532"/>
                    <a:gd name="connsiteY4" fmla="*/ 478631 h 550068"/>
                    <a:gd name="connsiteX5" fmla="*/ 4763 w 440532"/>
                    <a:gd name="connsiteY5" fmla="*/ 466725 h 550068"/>
                    <a:gd name="connsiteX6" fmla="*/ 28575 w 440532"/>
                    <a:gd name="connsiteY6" fmla="*/ 447675 h 550068"/>
                    <a:gd name="connsiteX7" fmla="*/ 54769 w 440532"/>
                    <a:gd name="connsiteY7" fmla="*/ 454818 h 550068"/>
                    <a:gd name="connsiteX8" fmla="*/ 69057 w 440532"/>
                    <a:gd name="connsiteY8" fmla="*/ 445293 h 550068"/>
                    <a:gd name="connsiteX9" fmla="*/ 71438 w 440532"/>
                    <a:gd name="connsiteY9" fmla="*/ 426243 h 550068"/>
                    <a:gd name="connsiteX10" fmla="*/ 76200 w 440532"/>
                    <a:gd name="connsiteY10" fmla="*/ 354806 h 550068"/>
                    <a:gd name="connsiteX11" fmla="*/ 100013 w 440532"/>
                    <a:gd name="connsiteY11" fmla="*/ 350043 h 550068"/>
                    <a:gd name="connsiteX12" fmla="*/ 130969 w 440532"/>
                    <a:gd name="connsiteY12" fmla="*/ 311943 h 550068"/>
                    <a:gd name="connsiteX13" fmla="*/ 133350 w 440532"/>
                    <a:gd name="connsiteY13" fmla="*/ 264318 h 550068"/>
                    <a:gd name="connsiteX14" fmla="*/ 152400 w 440532"/>
                    <a:gd name="connsiteY14" fmla="*/ 242887 h 550068"/>
                    <a:gd name="connsiteX15" fmla="*/ 147638 w 440532"/>
                    <a:gd name="connsiteY15" fmla="*/ 216693 h 550068"/>
                    <a:gd name="connsiteX16" fmla="*/ 145257 w 440532"/>
                    <a:gd name="connsiteY16" fmla="*/ 185737 h 550068"/>
                    <a:gd name="connsiteX17" fmla="*/ 171450 w 440532"/>
                    <a:gd name="connsiteY17" fmla="*/ 130968 h 550068"/>
                    <a:gd name="connsiteX18" fmla="*/ 202407 w 440532"/>
                    <a:gd name="connsiteY18" fmla="*/ 107156 h 550068"/>
                    <a:gd name="connsiteX19" fmla="*/ 221457 w 440532"/>
                    <a:gd name="connsiteY19" fmla="*/ 90487 h 550068"/>
                    <a:gd name="connsiteX20" fmla="*/ 214313 w 440532"/>
                    <a:gd name="connsiteY20" fmla="*/ 78581 h 550068"/>
                    <a:gd name="connsiteX21" fmla="*/ 226219 w 440532"/>
                    <a:gd name="connsiteY21" fmla="*/ 33337 h 550068"/>
                    <a:gd name="connsiteX22" fmla="*/ 247650 w 440532"/>
                    <a:gd name="connsiteY22" fmla="*/ 59531 h 550068"/>
                    <a:gd name="connsiteX23" fmla="*/ 297657 w 440532"/>
                    <a:gd name="connsiteY23" fmla="*/ 38100 h 550068"/>
                    <a:gd name="connsiteX24" fmla="*/ 314325 w 440532"/>
                    <a:gd name="connsiteY24" fmla="*/ 21431 h 550068"/>
                    <a:gd name="connsiteX25" fmla="*/ 319088 w 440532"/>
                    <a:gd name="connsiteY25" fmla="*/ 4762 h 550068"/>
                    <a:gd name="connsiteX26" fmla="*/ 369094 w 440532"/>
                    <a:gd name="connsiteY26" fmla="*/ 19050 h 550068"/>
                    <a:gd name="connsiteX27" fmla="*/ 411957 w 440532"/>
                    <a:gd name="connsiteY27" fmla="*/ 9525 h 550068"/>
                    <a:gd name="connsiteX28" fmla="*/ 433388 w 440532"/>
                    <a:gd name="connsiteY28" fmla="*/ 0 h 550068"/>
                    <a:gd name="connsiteX29" fmla="*/ 440532 w 440532"/>
                    <a:gd name="connsiteY29" fmla="*/ 4762 h 550068"/>
                    <a:gd name="connsiteX30" fmla="*/ 431007 w 440532"/>
                    <a:gd name="connsiteY30" fmla="*/ 19050 h 550068"/>
                    <a:gd name="connsiteX31" fmla="*/ 431007 w 440532"/>
                    <a:gd name="connsiteY31" fmla="*/ 19050 h 550068"/>
                    <a:gd name="connsiteX32" fmla="*/ 411957 w 440532"/>
                    <a:gd name="connsiteY32" fmla="*/ 50006 h 550068"/>
                    <a:gd name="connsiteX33" fmla="*/ 411957 w 440532"/>
                    <a:gd name="connsiteY33" fmla="*/ 80962 h 550068"/>
                    <a:gd name="connsiteX34" fmla="*/ 411957 w 440532"/>
                    <a:gd name="connsiteY34" fmla="*/ 104775 h 550068"/>
                    <a:gd name="connsiteX35" fmla="*/ 388144 w 440532"/>
                    <a:gd name="connsiteY35" fmla="*/ 147637 h 550068"/>
                    <a:gd name="connsiteX36" fmla="*/ 366713 w 440532"/>
                    <a:gd name="connsiteY36" fmla="*/ 154781 h 550068"/>
                    <a:gd name="connsiteX37" fmla="*/ 369094 w 440532"/>
                    <a:gd name="connsiteY37" fmla="*/ 180975 h 550068"/>
                    <a:gd name="connsiteX38" fmla="*/ 366713 w 440532"/>
                    <a:gd name="connsiteY38" fmla="*/ 211931 h 550068"/>
                    <a:gd name="connsiteX39" fmla="*/ 338138 w 440532"/>
                    <a:gd name="connsiteY39" fmla="*/ 245268 h 550068"/>
                    <a:gd name="connsiteX40" fmla="*/ 323850 w 440532"/>
                    <a:gd name="connsiteY40" fmla="*/ 259556 h 550068"/>
                    <a:gd name="connsiteX41" fmla="*/ 323850 w 440532"/>
                    <a:gd name="connsiteY41" fmla="*/ 285750 h 550068"/>
                    <a:gd name="connsiteX42" fmla="*/ 328613 w 440532"/>
                    <a:gd name="connsiteY42" fmla="*/ 300037 h 550068"/>
                    <a:gd name="connsiteX43" fmla="*/ 307182 w 440532"/>
                    <a:gd name="connsiteY43" fmla="*/ 316706 h 550068"/>
                    <a:gd name="connsiteX44" fmla="*/ 307182 w 440532"/>
                    <a:gd name="connsiteY44" fmla="*/ 342900 h 550068"/>
                    <a:gd name="connsiteX45" fmla="*/ 283369 w 440532"/>
                    <a:gd name="connsiteY45" fmla="*/ 354806 h 550068"/>
                    <a:gd name="connsiteX46" fmla="*/ 252413 w 440532"/>
                    <a:gd name="connsiteY46" fmla="*/ 361950 h 550068"/>
                    <a:gd name="connsiteX47" fmla="*/ 226219 w 440532"/>
                    <a:gd name="connsiteY47" fmla="*/ 388143 h 550068"/>
                    <a:gd name="connsiteX48" fmla="*/ 219075 w 440532"/>
                    <a:gd name="connsiteY48" fmla="*/ 407193 h 550068"/>
                    <a:gd name="connsiteX49" fmla="*/ 195263 w 440532"/>
                    <a:gd name="connsiteY49" fmla="*/ 416718 h 550068"/>
                    <a:gd name="connsiteX50" fmla="*/ 171450 w 440532"/>
                    <a:gd name="connsiteY50" fmla="*/ 404812 h 550068"/>
                    <a:gd name="connsiteX51" fmla="*/ 159544 w 440532"/>
                    <a:gd name="connsiteY51" fmla="*/ 383381 h 550068"/>
                    <a:gd name="connsiteX52" fmla="*/ 142875 w 440532"/>
                    <a:gd name="connsiteY52" fmla="*/ 385762 h 550068"/>
                    <a:gd name="connsiteX53" fmla="*/ 130969 w 440532"/>
                    <a:gd name="connsiteY53" fmla="*/ 426243 h 550068"/>
                    <a:gd name="connsiteX54" fmla="*/ 145257 w 440532"/>
                    <a:gd name="connsiteY54" fmla="*/ 454818 h 550068"/>
                    <a:gd name="connsiteX55" fmla="*/ 140494 w 440532"/>
                    <a:gd name="connsiteY55" fmla="*/ 488156 h 550068"/>
                    <a:gd name="connsiteX56" fmla="*/ 126207 w 440532"/>
                    <a:gd name="connsiteY56" fmla="*/ 526256 h 550068"/>
                    <a:gd name="connsiteX57" fmla="*/ 107157 w 440532"/>
                    <a:gd name="connsiteY57" fmla="*/ 535781 h 550068"/>
                    <a:gd name="connsiteX58" fmla="*/ 52388 w 440532"/>
                    <a:gd name="connsiteY58" fmla="*/ 550068 h 550068"/>
                    <a:gd name="connsiteX0" fmla="*/ 52388 w 440532"/>
                    <a:gd name="connsiteY0" fmla="*/ 550068 h 550068"/>
                    <a:gd name="connsiteX1" fmla="*/ 0 w 440532"/>
                    <a:gd name="connsiteY1" fmla="*/ 528637 h 550068"/>
                    <a:gd name="connsiteX2" fmla="*/ 0 w 440532"/>
                    <a:gd name="connsiteY2" fmla="*/ 516731 h 550068"/>
                    <a:gd name="connsiteX3" fmla="*/ 19050 w 440532"/>
                    <a:gd name="connsiteY3" fmla="*/ 504825 h 550068"/>
                    <a:gd name="connsiteX4" fmla="*/ 4763 w 440532"/>
                    <a:gd name="connsiteY4" fmla="*/ 478631 h 550068"/>
                    <a:gd name="connsiteX5" fmla="*/ 4763 w 440532"/>
                    <a:gd name="connsiteY5" fmla="*/ 466725 h 550068"/>
                    <a:gd name="connsiteX6" fmla="*/ 28575 w 440532"/>
                    <a:gd name="connsiteY6" fmla="*/ 447675 h 550068"/>
                    <a:gd name="connsiteX7" fmla="*/ 54769 w 440532"/>
                    <a:gd name="connsiteY7" fmla="*/ 454818 h 550068"/>
                    <a:gd name="connsiteX8" fmla="*/ 69057 w 440532"/>
                    <a:gd name="connsiteY8" fmla="*/ 445293 h 550068"/>
                    <a:gd name="connsiteX9" fmla="*/ 71438 w 440532"/>
                    <a:gd name="connsiteY9" fmla="*/ 426243 h 550068"/>
                    <a:gd name="connsiteX10" fmla="*/ 76200 w 440532"/>
                    <a:gd name="connsiteY10" fmla="*/ 354806 h 550068"/>
                    <a:gd name="connsiteX11" fmla="*/ 100013 w 440532"/>
                    <a:gd name="connsiteY11" fmla="*/ 350043 h 550068"/>
                    <a:gd name="connsiteX12" fmla="*/ 130969 w 440532"/>
                    <a:gd name="connsiteY12" fmla="*/ 311943 h 550068"/>
                    <a:gd name="connsiteX13" fmla="*/ 133350 w 440532"/>
                    <a:gd name="connsiteY13" fmla="*/ 264318 h 550068"/>
                    <a:gd name="connsiteX14" fmla="*/ 152400 w 440532"/>
                    <a:gd name="connsiteY14" fmla="*/ 242887 h 550068"/>
                    <a:gd name="connsiteX15" fmla="*/ 147638 w 440532"/>
                    <a:gd name="connsiteY15" fmla="*/ 216693 h 550068"/>
                    <a:gd name="connsiteX16" fmla="*/ 145257 w 440532"/>
                    <a:gd name="connsiteY16" fmla="*/ 185737 h 550068"/>
                    <a:gd name="connsiteX17" fmla="*/ 171450 w 440532"/>
                    <a:gd name="connsiteY17" fmla="*/ 130968 h 550068"/>
                    <a:gd name="connsiteX18" fmla="*/ 202407 w 440532"/>
                    <a:gd name="connsiteY18" fmla="*/ 107156 h 550068"/>
                    <a:gd name="connsiteX19" fmla="*/ 221457 w 440532"/>
                    <a:gd name="connsiteY19" fmla="*/ 90487 h 550068"/>
                    <a:gd name="connsiteX20" fmla="*/ 214313 w 440532"/>
                    <a:gd name="connsiteY20" fmla="*/ 78581 h 550068"/>
                    <a:gd name="connsiteX21" fmla="*/ 226219 w 440532"/>
                    <a:gd name="connsiteY21" fmla="*/ 33337 h 550068"/>
                    <a:gd name="connsiteX22" fmla="*/ 247650 w 440532"/>
                    <a:gd name="connsiteY22" fmla="*/ 59531 h 550068"/>
                    <a:gd name="connsiteX23" fmla="*/ 297657 w 440532"/>
                    <a:gd name="connsiteY23" fmla="*/ 38100 h 550068"/>
                    <a:gd name="connsiteX24" fmla="*/ 314325 w 440532"/>
                    <a:gd name="connsiteY24" fmla="*/ 21431 h 550068"/>
                    <a:gd name="connsiteX25" fmla="*/ 319088 w 440532"/>
                    <a:gd name="connsiteY25" fmla="*/ 4762 h 550068"/>
                    <a:gd name="connsiteX26" fmla="*/ 369094 w 440532"/>
                    <a:gd name="connsiteY26" fmla="*/ 19050 h 550068"/>
                    <a:gd name="connsiteX27" fmla="*/ 411957 w 440532"/>
                    <a:gd name="connsiteY27" fmla="*/ 9525 h 550068"/>
                    <a:gd name="connsiteX28" fmla="*/ 433388 w 440532"/>
                    <a:gd name="connsiteY28" fmla="*/ 0 h 550068"/>
                    <a:gd name="connsiteX29" fmla="*/ 440532 w 440532"/>
                    <a:gd name="connsiteY29" fmla="*/ 4762 h 550068"/>
                    <a:gd name="connsiteX30" fmla="*/ 431007 w 440532"/>
                    <a:gd name="connsiteY30" fmla="*/ 19050 h 550068"/>
                    <a:gd name="connsiteX31" fmla="*/ 431007 w 440532"/>
                    <a:gd name="connsiteY31" fmla="*/ 19050 h 550068"/>
                    <a:gd name="connsiteX32" fmla="*/ 411957 w 440532"/>
                    <a:gd name="connsiteY32" fmla="*/ 50006 h 550068"/>
                    <a:gd name="connsiteX33" fmla="*/ 411957 w 440532"/>
                    <a:gd name="connsiteY33" fmla="*/ 80962 h 550068"/>
                    <a:gd name="connsiteX34" fmla="*/ 411957 w 440532"/>
                    <a:gd name="connsiteY34" fmla="*/ 104775 h 550068"/>
                    <a:gd name="connsiteX35" fmla="*/ 388144 w 440532"/>
                    <a:gd name="connsiteY35" fmla="*/ 147637 h 550068"/>
                    <a:gd name="connsiteX36" fmla="*/ 366713 w 440532"/>
                    <a:gd name="connsiteY36" fmla="*/ 154781 h 550068"/>
                    <a:gd name="connsiteX37" fmla="*/ 369094 w 440532"/>
                    <a:gd name="connsiteY37" fmla="*/ 180975 h 550068"/>
                    <a:gd name="connsiteX38" fmla="*/ 366713 w 440532"/>
                    <a:gd name="connsiteY38" fmla="*/ 211931 h 550068"/>
                    <a:gd name="connsiteX39" fmla="*/ 338138 w 440532"/>
                    <a:gd name="connsiteY39" fmla="*/ 245268 h 550068"/>
                    <a:gd name="connsiteX40" fmla="*/ 323850 w 440532"/>
                    <a:gd name="connsiteY40" fmla="*/ 259556 h 550068"/>
                    <a:gd name="connsiteX41" fmla="*/ 323850 w 440532"/>
                    <a:gd name="connsiteY41" fmla="*/ 285750 h 550068"/>
                    <a:gd name="connsiteX42" fmla="*/ 328613 w 440532"/>
                    <a:gd name="connsiteY42" fmla="*/ 300037 h 550068"/>
                    <a:gd name="connsiteX43" fmla="*/ 307182 w 440532"/>
                    <a:gd name="connsiteY43" fmla="*/ 316706 h 550068"/>
                    <a:gd name="connsiteX44" fmla="*/ 307182 w 440532"/>
                    <a:gd name="connsiteY44" fmla="*/ 342900 h 550068"/>
                    <a:gd name="connsiteX45" fmla="*/ 283369 w 440532"/>
                    <a:gd name="connsiteY45" fmla="*/ 354806 h 550068"/>
                    <a:gd name="connsiteX46" fmla="*/ 252413 w 440532"/>
                    <a:gd name="connsiteY46" fmla="*/ 361950 h 550068"/>
                    <a:gd name="connsiteX47" fmla="*/ 226219 w 440532"/>
                    <a:gd name="connsiteY47" fmla="*/ 388143 h 550068"/>
                    <a:gd name="connsiteX48" fmla="*/ 219075 w 440532"/>
                    <a:gd name="connsiteY48" fmla="*/ 407193 h 550068"/>
                    <a:gd name="connsiteX49" fmla="*/ 195263 w 440532"/>
                    <a:gd name="connsiteY49" fmla="*/ 416718 h 550068"/>
                    <a:gd name="connsiteX50" fmla="*/ 171450 w 440532"/>
                    <a:gd name="connsiteY50" fmla="*/ 404812 h 550068"/>
                    <a:gd name="connsiteX51" fmla="*/ 159544 w 440532"/>
                    <a:gd name="connsiteY51" fmla="*/ 383381 h 550068"/>
                    <a:gd name="connsiteX52" fmla="*/ 142875 w 440532"/>
                    <a:gd name="connsiteY52" fmla="*/ 385762 h 550068"/>
                    <a:gd name="connsiteX53" fmla="*/ 130969 w 440532"/>
                    <a:gd name="connsiteY53" fmla="*/ 426243 h 550068"/>
                    <a:gd name="connsiteX54" fmla="*/ 145257 w 440532"/>
                    <a:gd name="connsiteY54" fmla="*/ 454818 h 550068"/>
                    <a:gd name="connsiteX55" fmla="*/ 140494 w 440532"/>
                    <a:gd name="connsiteY55" fmla="*/ 488156 h 550068"/>
                    <a:gd name="connsiteX56" fmla="*/ 126207 w 440532"/>
                    <a:gd name="connsiteY56" fmla="*/ 526256 h 550068"/>
                    <a:gd name="connsiteX57" fmla="*/ 107157 w 440532"/>
                    <a:gd name="connsiteY57" fmla="*/ 535781 h 550068"/>
                    <a:gd name="connsiteX58" fmla="*/ 66675 w 440532"/>
                    <a:gd name="connsiteY58" fmla="*/ 531018 h 550068"/>
                    <a:gd name="connsiteX59" fmla="*/ 52388 w 440532"/>
                    <a:gd name="connsiteY59" fmla="*/ 550068 h 550068"/>
                    <a:gd name="connsiteX0" fmla="*/ 52388 w 440532"/>
                    <a:gd name="connsiteY0" fmla="*/ 550068 h 550068"/>
                    <a:gd name="connsiteX1" fmla="*/ 0 w 440532"/>
                    <a:gd name="connsiteY1" fmla="*/ 528637 h 550068"/>
                    <a:gd name="connsiteX2" fmla="*/ 0 w 440532"/>
                    <a:gd name="connsiteY2" fmla="*/ 516731 h 550068"/>
                    <a:gd name="connsiteX3" fmla="*/ 19050 w 440532"/>
                    <a:gd name="connsiteY3" fmla="*/ 504825 h 550068"/>
                    <a:gd name="connsiteX4" fmla="*/ 4763 w 440532"/>
                    <a:gd name="connsiteY4" fmla="*/ 478631 h 550068"/>
                    <a:gd name="connsiteX5" fmla="*/ 4763 w 440532"/>
                    <a:gd name="connsiteY5" fmla="*/ 466725 h 550068"/>
                    <a:gd name="connsiteX6" fmla="*/ 28575 w 440532"/>
                    <a:gd name="connsiteY6" fmla="*/ 447675 h 550068"/>
                    <a:gd name="connsiteX7" fmla="*/ 54769 w 440532"/>
                    <a:gd name="connsiteY7" fmla="*/ 454818 h 550068"/>
                    <a:gd name="connsiteX8" fmla="*/ 69057 w 440532"/>
                    <a:gd name="connsiteY8" fmla="*/ 445293 h 550068"/>
                    <a:gd name="connsiteX9" fmla="*/ 71438 w 440532"/>
                    <a:gd name="connsiteY9" fmla="*/ 426243 h 550068"/>
                    <a:gd name="connsiteX10" fmla="*/ 76200 w 440532"/>
                    <a:gd name="connsiteY10" fmla="*/ 354806 h 550068"/>
                    <a:gd name="connsiteX11" fmla="*/ 100013 w 440532"/>
                    <a:gd name="connsiteY11" fmla="*/ 350043 h 550068"/>
                    <a:gd name="connsiteX12" fmla="*/ 130969 w 440532"/>
                    <a:gd name="connsiteY12" fmla="*/ 311943 h 550068"/>
                    <a:gd name="connsiteX13" fmla="*/ 133350 w 440532"/>
                    <a:gd name="connsiteY13" fmla="*/ 264318 h 550068"/>
                    <a:gd name="connsiteX14" fmla="*/ 152400 w 440532"/>
                    <a:gd name="connsiteY14" fmla="*/ 242887 h 550068"/>
                    <a:gd name="connsiteX15" fmla="*/ 147638 w 440532"/>
                    <a:gd name="connsiteY15" fmla="*/ 216693 h 550068"/>
                    <a:gd name="connsiteX16" fmla="*/ 145257 w 440532"/>
                    <a:gd name="connsiteY16" fmla="*/ 185737 h 550068"/>
                    <a:gd name="connsiteX17" fmla="*/ 171450 w 440532"/>
                    <a:gd name="connsiteY17" fmla="*/ 130968 h 550068"/>
                    <a:gd name="connsiteX18" fmla="*/ 202407 w 440532"/>
                    <a:gd name="connsiteY18" fmla="*/ 107156 h 550068"/>
                    <a:gd name="connsiteX19" fmla="*/ 221457 w 440532"/>
                    <a:gd name="connsiteY19" fmla="*/ 90487 h 550068"/>
                    <a:gd name="connsiteX20" fmla="*/ 214313 w 440532"/>
                    <a:gd name="connsiteY20" fmla="*/ 78581 h 550068"/>
                    <a:gd name="connsiteX21" fmla="*/ 223838 w 440532"/>
                    <a:gd name="connsiteY21" fmla="*/ 35719 h 550068"/>
                    <a:gd name="connsiteX22" fmla="*/ 247650 w 440532"/>
                    <a:gd name="connsiteY22" fmla="*/ 59531 h 550068"/>
                    <a:gd name="connsiteX23" fmla="*/ 297657 w 440532"/>
                    <a:gd name="connsiteY23" fmla="*/ 38100 h 550068"/>
                    <a:gd name="connsiteX24" fmla="*/ 314325 w 440532"/>
                    <a:gd name="connsiteY24" fmla="*/ 21431 h 550068"/>
                    <a:gd name="connsiteX25" fmla="*/ 319088 w 440532"/>
                    <a:gd name="connsiteY25" fmla="*/ 4762 h 550068"/>
                    <a:gd name="connsiteX26" fmla="*/ 369094 w 440532"/>
                    <a:gd name="connsiteY26" fmla="*/ 19050 h 550068"/>
                    <a:gd name="connsiteX27" fmla="*/ 411957 w 440532"/>
                    <a:gd name="connsiteY27" fmla="*/ 9525 h 550068"/>
                    <a:gd name="connsiteX28" fmla="*/ 433388 w 440532"/>
                    <a:gd name="connsiteY28" fmla="*/ 0 h 550068"/>
                    <a:gd name="connsiteX29" fmla="*/ 440532 w 440532"/>
                    <a:gd name="connsiteY29" fmla="*/ 4762 h 550068"/>
                    <a:gd name="connsiteX30" fmla="*/ 431007 w 440532"/>
                    <a:gd name="connsiteY30" fmla="*/ 19050 h 550068"/>
                    <a:gd name="connsiteX31" fmla="*/ 431007 w 440532"/>
                    <a:gd name="connsiteY31" fmla="*/ 19050 h 550068"/>
                    <a:gd name="connsiteX32" fmla="*/ 411957 w 440532"/>
                    <a:gd name="connsiteY32" fmla="*/ 50006 h 550068"/>
                    <a:gd name="connsiteX33" fmla="*/ 411957 w 440532"/>
                    <a:gd name="connsiteY33" fmla="*/ 80962 h 550068"/>
                    <a:gd name="connsiteX34" fmla="*/ 411957 w 440532"/>
                    <a:gd name="connsiteY34" fmla="*/ 104775 h 550068"/>
                    <a:gd name="connsiteX35" fmla="*/ 388144 w 440532"/>
                    <a:gd name="connsiteY35" fmla="*/ 147637 h 550068"/>
                    <a:gd name="connsiteX36" fmla="*/ 366713 w 440532"/>
                    <a:gd name="connsiteY36" fmla="*/ 154781 h 550068"/>
                    <a:gd name="connsiteX37" fmla="*/ 369094 w 440532"/>
                    <a:gd name="connsiteY37" fmla="*/ 180975 h 550068"/>
                    <a:gd name="connsiteX38" fmla="*/ 366713 w 440532"/>
                    <a:gd name="connsiteY38" fmla="*/ 211931 h 550068"/>
                    <a:gd name="connsiteX39" fmla="*/ 338138 w 440532"/>
                    <a:gd name="connsiteY39" fmla="*/ 245268 h 550068"/>
                    <a:gd name="connsiteX40" fmla="*/ 323850 w 440532"/>
                    <a:gd name="connsiteY40" fmla="*/ 259556 h 550068"/>
                    <a:gd name="connsiteX41" fmla="*/ 323850 w 440532"/>
                    <a:gd name="connsiteY41" fmla="*/ 285750 h 550068"/>
                    <a:gd name="connsiteX42" fmla="*/ 328613 w 440532"/>
                    <a:gd name="connsiteY42" fmla="*/ 300037 h 550068"/>
                    <a:gd name="connsiteX43" fmla="*/ 307182 w 440532"/>
                    <a:gd name="connsiteY43" fmla="*/ 316706 h 550068"/>
                    <a:gd name="connsiteX44" fmla="*/ 307182 w 440532"/>
                    <a:gd name="connsiteY44" fmla="*/ 342900 h 550068"/>
                    <a:gd name="connsiteX45" fmla="*/ 283369 w 440532"/>
                    <a:gd name="connsiteY45" fmla="*/ 354806 h 550068"/>
                    <a:gd name="connsiteX46" fmla="*/ 252413 w 440532"/>
                    <a:gd name="connsiteY46" fmla="*/ 361950 h 550068"/>
                    <a:gd name="connsiteX47" fmla="*/ 226219 w 440532"/>
                    <a:gd name="connsiteY47" fmla="*/ 388143 h 550068"/>
                    <a:gd name="connsiteX48" fmla="*/ 219075 w 440532"/>
                    <a:gd name="connsiteY48" fmla="*/ 407193 h 550068"/>
                    <a:gd name="connsiteX49" fmla="*/ 195263 w 440532"/>
                    <a:gd name="connsiteY49" fmla="*/ 416718 h 550068"/>
                    <a:gd name="connsiteX50" fmla="*/ 171450 w 440532"/>
                    <a:gd name="connsiteY50" fmla="*/ 404812 h 550068"/>
                    <a:gd name="connsiteX51" fmla="*/ 159544 w 440532"/>
                    <a:gd name="connsiteY51" fmla="*/ 383381 h 550068"/>
                    <a:gd name="connsiteX52" fmla="*/ 142875 w 440532"/>
                    <a:gd name="connsiteY52" fmla="*/ 385762 h 550068"/>
                    <a:gd name="connsiteX53" fmla="*/ 130969 w 440532"/>
                    <a:gd name="connsiteY53" fmla="*/ 426243 h 550068"/>
                    <a:gd name="connsiteX54" fmla="*/ 145257 w 440532"/>
                    <a:gd name="connsiteY54" fmla="*/ 454818 h 550068"/>
                    <a:gd name="connsiteX55" fmla="*/ 140494 w 440532"/>
                    <a:gd name="connsiteY55" fmla="*/ 488156 h 550068"/>
                    <a:gd name="connsiteX56" fmla="*/ 126207 w 440532"/>
                    <a:gd name="connsiteY56" fmla="*/ 526256 h 550068"/>
                    <a:gd name="connsiteX57" fmla="*/ 107157 w 440532"/>
                    <a:gd name="connsiteY57" fmla="*/ 535781 h 550068"/>
                    <a:gd name="connsiteX58" fmla="*/ 66675 w 440532"/>
                    <a:gd name="connsiteY58" fmla="*/ 531018 h 550068"/>
                    <a:gd name="connsiteX59" fmla="*/ 52388 w 440532"/>
                    <a:gd name="connsiteY59" fmla="*/ 550068 h 550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440532" h="550068">
                      <a:moveTo>
                        <a:pt x="52388" y="550068"/>
                      </a:moveTo>
                      <a:lnTo>
                        <a:pt x="0" y="528637"/>
                      </a:lnTo>
                      <a:lnTo>
                        <a:pt x="0" y="516731"/>
                      </a:lnTo>
                      <a:lnTo>
                        <a:pt x="19050" y="504825"/>
                      </a:lnTo>
                      <a:lnTo>
                        <a:pt x="4763" y="478631"/>
                      </a:lnTo>
                      <a:lnTo>
                        <a:pt x="4763" y="466725"/>
                      </a:lnTo>
                      <a:lnTo>
                        <a:pt x="28575" y="447675"/>
                      </a:lnTo>
                      <a:lnTo>
                        <a:pt x="54769" y="454818"/>
                      </a:lnTo>
                      <a:lnTo>
                        <a:pt x="69057" y="445293"/>
                      </a:lnTo>
                      <a:lnTo>
                        <a:pt x="71438" y="426243"/>
                      </a:lnTo>
                      <a:lnTo>
                        <a:pt x="76200" y="354806"/>
                      </a:lnTo>
                      <a:lnTo>
                        <a:pt x="100013" y="350043"/>
                      </a:lnTo>
                      <a:lnTo>
                        <a:pt x="130969" y="311943"/>
                      </a:lnTo>
                      <a:lnTo>
                        <a:pt x="133350" y="264318"/>
                      </a:lnTo>
                      <a:lnTo>
                        <a:pt x="152400" y="242887"/>
                      </a:lnTo>
                      <a:lnTo>
                        <a:pt x="147638" y="216693"/>
                      </a:lnTo>
                      <a:lnTo>
                        <a:pt x="145257" y="185737"/>
                      </a:lnTo>
                      <a:lnTo>
                        <a:pt x="171450" y="130968"/>
                      </a:lnTo>
                      <a:lnTo>
                        <a:pt x="202407" y="107156"/>
                      </a:lnTo>
                      <a:lnTo>
                        <a:pt x="221457" y="90487"/>
                      </a:lnTo>
                      <a:lnTo>
                        <a:pt x="214313" y="78581"/>
                      </a:lnTo>
                      <a:lnTo>
                        <a:pt x="223838" y="35719"/>
                      </a:lnTo>
                      <a:lnTo>
                        <a:pt x="247650" y="59531"/>
                      </a:lnTo>
                      <a:lnTo>
                        <a:pt x="297657" y="38100"/>
                      </a:lnTo>
                      <a:lnTo>
                        <a:pt x="314325" y="21431"/>
                      </a:lnTo>
                      <a:lnTo>
                        <a:pt x="319088" y="4762"/>
                      </a:lnTo>
                      <a:lnTo>
                        <a:pt x="369094" y="19050"/>
                      </a:lnTo>
                      <a:lnTo>
                        <a:pt x="411957" y="9525"/>
                      </a:lnTo>
                      <a:lnTo>
                        <a:pt x="433388" y="0"/>
                      </a:lnTo>
                      <a:lnTo>
                        <a:pt x="440532" y="4762"/>
                      </a:lnTo>
                      <a:lnTo>
                        <a:pt x="431007" y="19050"/>
                      </a:lnTo>
                      <a:lnTo>
                        <a:pt x="431007" y="19050"/>
                      </a:lnTo>
                      <a:lnTo>
                        <a:pt x="411957" y="50006"/>
                      </a:lnTo>
                      <a:lnTo>
                        <a:pt x="411957" y="80962"/>
                      </a:lnTo>
                      <a:lnTo>
                        <a:pt x="411957" y="104775"/>
                      </a:lnTo>
                      <a:lnTo>
                        <a:pt x="388144" y="147637"/>
                      </a:lnTo>
                      <a:lnTo>
                        <a:pt x="366713" y="154781"/>
                      </a:lnTo>
                      <a:lnTo>
                        <a:pt x="369094" y="180975"/>
                      </a:lnTo>
                      <a:lnTo>
                        <a:pt x="366713" y="211931"/>
                      </a:lnTo>
                      <a:lnTo>
                        <a:pt x="338138" y="245268"/>
                      </a:lnTo>
                      <a:lnTo>
                        <a:pt x="323850" y="259556"/>
                      </a:lnTo>
                      <a:lnTo>
                        <a:pt x="323850" y="285750"/>
                      </a:lnTo>
                      <a:lnTo>
                        <a:pt x="328613" y="300037"/>
                      </a:lnTo>
                      <a:lnTo>
                        <a:pt x="307182" y="316706"/>
                      </a:lnTo>
                      <a:lnTo>
                        <a:pt x="307182" y="342900"/>
                      </a:lnTo>
                      <a:lnTo>
                        <a:pt x="283369" y="354806"/>
                      </a:lnTo>
                      <a:lnTo>
                        <a:pt x="252413" y="361950"/>
                      </a:lnTo>
                      <a:lnTo>
                        <a:pt x="226219" y="388143"/>
                      </a:lnTo>
                      <a:lnTo>
                        <a:pt x="219075" y="407193"/>
                      </a:lnTo>
                      <a:lnTo>
                        <a:pt x="195263" y="416718"/>
                      </a:lnTo>
                      <a:lnTo>
                        <a:pt x="171450" y="404812"/>
                      </a:lnTo>
                      <a:lnTo>
                        <a:pt x="159544" y="383381"/>
                      </a:lnTo>
                      <a:lnTo>
                        <a:pt x="142875" y="385762"/>
                      </a:lnTo>
                      <a:lnTo>
                        <a:pt x="130969" y="426243"/>
                      </a:lnTo>
                      <a:lnTo>
                        <a:pt x="145257" y="454818"/>
                      </a:lnTo>
                      <a:lnTo>
                        <a:pt x="140494" y="488156"/>
                      </a:lnTo>
                      <a:lnTo>
                        <a:pt x="126207" y="526256"/>
                      </a:lnTo>
                      <a:lnTo>
                        <a:pt x="107157" y="535781"/>
                      </a:lnTo>
                      <a:cubicBezTo>
                        <a:pt x="96044" y="538956"/>
                        <a:pt x="77788" y="527843"/>
                        <a:pt x="66675" y="531018"/>
                      </a:cubicBezTo>
                      <a:lnTo>
                        <a:pt x="52388" y="550068"/>
                      </a:lnTo>
                      <a:close/>
                    </a:path>
                  </a:pathLst>
                </a:cu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700">
                    <a:ln>
                      <a:solidFill>
                        <a:schemeClr val="accent1">
                          <a:alpha val="0"/>
                        </a:schemeClr>
                      </a:solidFill>
                    </a:ln>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36" name="군포시">
                  <a:extLst>
                    <a:ext uri="{FF2B5EF4-FFF2-40B4-BE49-F238E27FC236}">
                      <a16:creationId xmlns:a16="http://schemas.microsoft.com/office/drawing/2014/main" id="{BEF7EF01-388A-7406-E962-D95E5A70C5A7}"/>
                    </a:ext>
                  </a:extLst>
                </p:cNvPr>
                <p:cNvSpPr/>
                <p:nvPr/>
              </p:nvSpPr>
              <p:spPr>
                <a:xfrm>
                  <a:off x="4255293" y="4264819"/>
                  <a:ext cx="326231" cy="321468"/>
                </a:xfrm>
                <a:custGeom>
                  <a:avLst/>
                  <a:gdLst>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73844 w 326231"/>
                    <a:gd name="connsiteY29" fmla="*/ 259556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66675 h 328613"/>
                    <a:gd name="connsiteX38" fmla="*/ 259556 w 326231"/>
                    <a:gd name="connsiteY38" fmla="*/ 14288 h 328613"/>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73844 w 326231"/>
                    <a:gd name="connsiteY29" fmla="*/ 259556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59531 h 328613"/>
                    <a:gd name="connsiteX38" fmla="*/ 259556 w 326231"/>
                    <a:gd name="connsiteY38" fmla="*/ 14288 h 328613"/>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73844 w 326231"/>
                    <a:gd name="connsiteY29" fmla="*/ 259556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59531 h 328613"/>
                    <a:gd name="connsiteX38" fmla="*/ 259556 w 326231"/>
                    <a:gd name="connsiteY38" fmla="*/ 14288 h 328613"/>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66700 w 326231"/>
                    <a:gd name="connsiteY29" fmla="*/ 250031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59531 h 328613"/>
                    <a:gd name="connsiteX38" fmla="*/ 259556 w 326231"/>
                    <a:gd name="connsiteY38" fmla="*/ 14288 h 328613"/>
                    <a:gd name="connsiteX0" fmla="*/ 259556 w 326231"/>
                    <a:gd name="connsiteY0" fmla="*/ 7144 h 321469"/>
                    <a:gd name="connsiteX1" fmla="*/ 204787 w 326231"/>
                    <a:gd name="connsiteY1" fmla="*/ 2381 h 321469"/>
                    <a:gd name="connsiteX2" fmla="*/ 183356 w 326231"/>
                    <a:gd name="connsiteY2" fmla="*/ 2381 h 321469"/>
                    <a:gd name="connsiteX3" fmla="*/ 171450 w 326231"/>
                    <a:gd name="connsiteY3" fmla="*/ 0 h 321469"/>
                    <a:gd name="connsiteX4" fmla="*/ 157162 w 326231"/>
                    <a:gd name="connsiteY4" fmla="*/ 11906 h 321469"/>
                    <a:gd name="connsiteX5" fmla="*/ 147637 w 326231"/>
                    <a:gd name="connsiteY5" fmla="*/ 45244 h 321469"/>
                    <a:gd name="connsiteX6" fmla="*/ 133350 w 326231"/>
                    <a:gd name="connsiteY6" fmla="*/ 73819 h 321469"/>
                    <a:gd name="connsiteX7" fmla="*/ 109537 w 326231"/>
                    <a:gd name="connsiteY7" fmla="*/ 90487 h 321469"/>
                    <a:gd name="connsiteX8" fmla="*/ 73819 w 326231"/>
                    <a:gd name="connsiteY8" fmla="*/ 104775 h 321469"/>
                    <a:gd name="connsiteX9" fmla="*/ 61912 w 326231"/>
                    <a:gd name="connsiteY9" fmla="*/ 114300 h 321469"/>
                    <a:gd name="connsiteX10" fmla="*/ 42862 w 326231"/>
                    <a:gd name="connsiteY10" fmla="*/ 145256 h 321469"/>
                    <a:gd name="connsiteX11" fmla="*/ 42862 w 326231"/>
                    <a:gd name="connsiteY11" fmla="*/ 166687 h 321469"/>
                    <a:gd name="connsiteX12" fmla="*/ 26194 w 326231"/>
                    <a:gd name="connsiteY12" fmla="*/ 202406 h 321469"/>
                    <a:gd name="connsiteX13" fmla="*/ 0 w 326231"/>
                    <a:gd name="connsiteY13" fmla="*/ 226219 h 321469"/>
                    <a:gd name="connsiteX14" fmla="*/ 0 w 326231"/>
                    <a:gd name="connsiteY14" fmla="*/ 252412 h 321469"/>
                    <a:gd name="connsiteX15" fmla="*/ 11906 w 326231"/>
                    <a:gd name="connsiteY15" fmla="*/ 261937 h 321469"/>
                    <a:gd name="connsiteX16" fmla="*/ 30956 w 326231"/>
                    <a:gd name="connsiteY16" fmla="*/ 254794 h 321469"/>
                    <a:gd name="connsiteX17" fmla="*/ 50006 w 326231"/>
                    <a:gd name="connsiteY17" fmla="*/ 269081 h 321469"/>
                    <a:gd name="connsiteX18" fmla="*/ 85725 w 326231"/>
                    <a:gd name="connsiteY18" fmla="*/ 254794 h 321469"/>
                    <a:gd name="connsiteX19" fmla="*/ 114300 w 326231"/>
                    <a:gd name="connsiteY19" fmla="*/ 254794 h 321469"/>
                    <a:gd name="connsiteX20" fmla="*/ 140494 w 326231"/>
                    <a:gd name="connsiteY20" fmla="*/ 254794 h 321469"/>
                    <a:gd name="connsiteX21" fmla="*/ 161925 w 326231"/>
                    <a:gd name="connsiteY21" fmla="*/ 283369 h 321469"/>
                    <a:gd name="connsiteX22" fmla="*/ 159544 w 326231"/>
                    <a:gd name="connsiteY22" fmla="*/ 321469 h 321469"/>
                    <a:gd name="connsiteX23" fmla="*/ 159544 w 326231"/>
                    <a:gd name="connsiteY23" fmla="*/ 321469 h 321469"/>
                    <a:gd name="connsiteX24" fmla="*/ 202406 w 326231"/>
                    <a:gd name="connsiteY24" fmla="*/ 321469 h 321469"/>
                    <a:gd name="connsiteX25" fmla="*/ 197644 w 326231"/>
                    <a:gd name="connsiteY25" fmla="*/ 290512 h 321469"/>
                    <a:gd name="connsiteX26" fmla="*/ 204787 w 326231"/>
                    <a:gd name="connsiteY26" fmla="*/ 264319 h 321469"/>
                    <a:gd name="connsiteX27" fmla="*/ 223837 w 326231"/>
                    <a:gd name="connsiteY27" fmla="*/ 247650 h 321469"/>
                    <a:gd name="connsiteX28" fmla="*/ 242887 w 326231"/>
                    <a:gd name="connsiteY28" fmla="*/ 250031 h 321469"/>
                    <a:gd name="connsiteX29" fmla="*/ 266700 w 326231"/>
                    <a:gd name="connsiteY29" fmla="*/ 242887 h 321469"/>
                    <a:gd name="connsiteX30" fmla="*/ 269081 w 326231"/>
                    <a:gd name="connsiteY30" fmla="*/ 188119 h 321469"/>
                    <a:gd name="connsiteX31" fmla="*/ 269081 w 326231"/>
                    <a:gd name="connsiteY31" fmla="*/ 157162 h 321469"/>
                    <a:gd name="connsiteX32" fmla="*/ 285750 w 326231"/>
                    <a:gd name="connsiteY32" fmla="*/ 152400 h 321469"/>
                    <a:gd name="connsiteX33" fmla="*/ 314325 w 326231"/>
                    <a:gd name="connsiteY33" fmla="*/ 138112 h 321469"/>
                    <a:gd name="connsiteX34" fmla="*/ 319087 w 326231"/>
                    <a:gd name="connsiteY34" fmla="*/ 119062 h 321469"/>
                    <a:gd name="connsiteX35" fmla="*/ 326231 w 326231"/>
                    <a:gd name="connsiteY35" fmla="*/ 85725 h 321469"/>
                    <a:gd name="connsiteX36" fmla="*/ 311944 w 326231"/>
                    <a:gd name="connsiteY36" fmla="*/ 64294 h 321469"/>
                    <a:gd name="connsiteX37" fmla="*/ 278606 w 326231"/>
                    <a:gd name="connsiteY37" fmla="*/ 52387 h 321469"/>
                    <a:gd name="connsiteX38" fmla="*/ 259556 w 326231"/>
                    <a:gd name="connsiteY38" fmla="*/ 7144 h 321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26231" h="321469">
                      <a:moveTo>
                        <a:pt x="259556" y="7144"/>
                      </a:moveTo>
                      <a:lnTo>
                        <a:pt x="204787" y="2381"/>
                      </a:lnTo>
                      <a:lnTo>
                        <a:pt x="183356" y="2381"/>
                      </a:lnTo>
                      <a:lnTo>
                        <a:pt x="171450" y="0"/>
                      </a:lnTo>
                      <a:lnTo>
                        <a:pt x="157162" y="11906"/>
                      </a:lnTo>
                      <a:lnTo>
                        <a:pt x="147637" y="45244"/>
                      </a:lnTo>
                      <a:lnTo>
                        <a:pt x="133350" y="73819"/>
                      </a:lnTo>
                      <a:lnTo>
                        <a:pt x="109537" y="90487"/>
                      </a:lnTo>
                      <a:lnTo>
                        <a:pt x="73819" y="104775"/>
                      </a:lnTo>
                      <a:lnTo>
                        <a:pt x="61912" y="114300"/>
                      </a:lnTo>
                      <a:lnTo>
                        <a:pt x="42862" y="145256"/>
                      </a:lnTo>
                      <a:lnTo>
                        <a:pt x="42862" y="166687"/>
                      </a:lnTo>
                      <a:lnTo>
                        <a:pt x="26194" y="202406"/>
                      </a:lnTo>
                      <a:lnTo>
                        <a:pt x="0" y="226219"/>
                      </a:lnTo>
                      <a:lnTo>
                        <a:pt x="0" y="252412"/>
                      </a:lnTo>
                      <a:lnTo>
                        <a:pt x="11906" y="261937"/>
                      </a:lnTo>
                      <a:lnTo>
                        <a:pt x="30956" y="254794"/>
                      </a:lnTo>
                      <a:lnTo>
                        <a:pt x="50006" y="269081"/>
                      </a:lnTo>
                      <a:lnTo>
                        <a:pt x="85725" y="254794"/>
                      </a:lnTo>
                      <a:lnTo>
                        <a:pt x="114300" y="254794"/>
                      </a:lnTo>
                      <a:lnTo>
                        <a:pt x="140494" y="254794"/>
                      </a:lnTo>
                      <a:lnTo>
                        <a:pt x="161925" y="283369"/>
                      </a:lnTo>
                      <a:lnTo>
                        <a:pt x="159544" y="321469"/>
                      </a:lnTo>
                      <a:lnTo>
                        <a:pt x="159544" y="321469"/>
                      </a:lnTo>
                      <a:lnTo>
                        <a:pt x="202406" y="321469"/>
                      </a:lnTo>
                      <a:lnTo>
                        <a:pt x="197644" y="290512"/>
                      </a:lnTo>
                      <a:lnTo>
                        <a:pt x="204787" y="264319"/>
                      </a:lnTo>
                      <a:lnTo>
                        <a:pt x="223837" y="247650"/>
                      </a:lnTo>
                      <a:lnTo>
                        <a:pt x="242887" y="250031"/>
                      </a:lnTo>
                      <a:lnTo>
                        <a:pt x="266700" y="242887"/>
                      </a:lnTo>
                      <a:lnTo>
                        <a:pt x="269081" y="188119"/>
                      </a:lnTo>
                      <a:lnTo>
                        <a:pt x="269081" y="157162"/>
                      </a:lnTo>
                      <a:lnTo>
                        <a:pt x="285750" y="152400"/>
                      </a:lnTo>
                      <a:lnTo>
                        <a:pt x="314325" y="138112"/>
                      </a:lnTo>
                      <a:lnTo>
                        <a:pt x="319087" y="119062"/>
                      </a:lnTo>
                      <a:lnTo>
                        <a:pt x="326231" y="85725"/>
                      </a:lnTo>
                      <a:lnTo>
                        <a:pt x="311944" y="64294"/>
                      </a:lnTo>
                      <a:lnTo>
                        <a:pt x="278606" y="52387"/>
                      </a:lnTo>
                      <a:lnTo>
                        <a:pt x="259556" y="7144"/>
                      </a:lnTo>
                      <a:close/>
                    </a:path>
                  </a:pathLst>
                </a:cu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700">
                    <a:ln>
                      <a:solidFill>
                        <a:schemeClr val="accent1">
                          <a:alpha val="0"/>
                        </a:schemeClr>
                      </a:solidFill>
                    </a:ln>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37" name="수원시">
                  <a:extLst>
                    <a:ext uri="{FF2B5EF4-FFF2-40B4-BE49-F238E27FC236}">
                      <a16:creationId xmlns:a16="http://schemas.microsoft.com/office/drawing/2014/main" id="{C4DB4621-90AE-16A2-6011-93AED5BB5869}"/>
                    </a:ext>
                  </a:extLst>
                </p:cNvPr>
                <p:cNvSpPr/>
                <p:nvPr/>
              </p:nvSpPr>
              <p:spPr>
                <a:xfrm>
                  <a:off x="4462462" y="4388645"/>
                  <a:ext cx="609601" cy="611981"/>
                </a:xfrm>
                <a:custGeom>
                  <a:avLst/>
                  <a:gdLst>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0500 w 609600"/>
                    <a:gd name="connsiteY40" fmla="*/ 121444 h 611981"/>
                    <a:gd name="connsiteX41" fmla="*/ 211931 w 609600"/>
                    <a:gd name="connsiteY41" fmla="*/ 121444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592931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0500 w 609600"/>
                    <a:gd name="connsiteY40" fmla="*/ 121444 h 611981"/>
                    <a:gd name="connsiteX41" fmla="*/ 211931 w 609600"/>
                    <a:gd name="connsiteY41" fmla="*/ 121444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0500 w 609600"/>
                    <a:gd name="connsiteY40" fmla="*/ 121444 h 611981"/>
                    <a:gd name="connsiteX41" fmla="*/ 211931 w 609600"/>
                    <a:gd name="connsiteY41" fmla="*/ 126207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2881 w 609600"/>
                    <a:gd name="connsiteY40" fmla="*/ 130969 h 611981"/>
                    <a:gd name="connsiteX41" fmla="*/ 211931 w 609600"/>
                    <a:gd name="connsiteY41" fmla="*/ 126207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2881 w 609600"/>
                    <a:gd name="connsiteY40" fmla="*/ 130969 h 611981"/>
                    <a:gd name="connsiteX41" fmla="*/ 211931 w 609600"/>
                    <a:gd name="connsiteY41" fmla="*/ 133351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2393 h 611981"/>
                    <a:gd name="connsiteX40" fmla="*/ 192881 w 609600"/>
                    <a:gd name="connsiteY40" fmla="*/ 130969 h 611981"/>
                    <a:gd name="connsiteX41" fmla="*/ 211931 w 609600"/>
                    <a:gd name="connsiteY41" fmla="*/ 133351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2393 h 611981"/>
                    <a:gd name="connsiteX40" fmla="*/ 192881 w 609600"/>
                    <a:gd name="connsiteY40" fmla="*/ 130969 h 611981"/>
                    <a:gd name="connsiteX41" fmla="*/ 211931 w 609600"/>
                    <a:gd name="connsiteY41" fmla="*/ 133351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495300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609600" h="611981">
                      <a:moveTo>
                        <a:pt x="364331" y="611981"/>
                      </a:moveTo>
                      <a:lnTo>
                        <a:pt x="307181" y="597694"/>
                      </a:lnTo>
                      <a:lnTo>
                        <a:pt x="285750" y="578644"/>
                      </a:lnTo>
                      <a:lnTo>
                        <a:pt x="266700" y="604837"/>
                      </a:lnTo>
                      <a:lnTo>
                        <a:pt x="257175" y="581025"/>
                      </a:lnTo>
                      <a:lnTo>
                        <a:pt x="238125" y="576262"/>
                      </a:lnTo>
                      <a:lnTo>
                        <a:pt x="226218" y="557212"/>
                      </a:lnTo>
                      <a:lnTo>
                        <a:pt x="216693" y="578644"/>
                      </a:lnTo>
                      <a:lnTo>
                        <a:pt x="202406" y="571500"/>
                      </a:lnTo>
                      <a:lnTo>
                        <a:pt x="192881" y="585787"/>
                      </a:lnTo>
                      <a:lnTo>
                        <a:pt x="164306" y="585787"/>
                      </a:lnTo>
                      <a:lnTo>
                        <a:pt x="154781" y="552450"/>
                      </a:lnTo>
                      <a:lnTo>
                        <a:pt x="121443" y="535781"/>
                      </a:lnTo>
                      <a:lnTo>
                        <a:pt x="121443" y="535781"/>
                      </a:lnTo>
                      <a:cubicBezTo>
                        <a:pt x="116164" y="512025"/>
                        <a:pt x="116681" y="521668"/>
                        <a:pt x="116681" y="507206"/>
                      </a:cubicBezTo>
                      <a:lnTo>
                        <a:pt x="116681" y="500062"/>
                      </a:lnTo>
                      <a:lnTo>
                        <a:pt x="88106" y="461962"/>
                      </a:lnTo>
                      <a:lnTo>
                        <a:pt x="73818" y="445294"/>
                      </a:lnTo>
                      <a:lnTo>
                        <a:pt x="47625" y="445294"/>
                      </a:lnTo>
                      <a:lnTo>
                        <a:pt x="30956" y="445294"/>
                      </a:lnTo>
                      <a:lnTo>
                        <a:pt x="14287" y="428625"/>
                      </a:lnTo>
                      <a:lnTo>
                        <a:pt x="7143" y="407194"/>
                      </a:lnTo>
                      <a:lnTo>
                        <a:pt x="4762" y="366712"/>
                      </a:lnTo>
                      <a:lnTo>
                        <a:pt x="0" y="342900"/>
                      </a:lnTo>
                      <a:lnTo>
                        <a:pt x="9525" y="304800"/>
                      </a:lnTo>
                      <a:lnTo>
                        <a:pt x="19050" y="280987"/>
                      </a:lnTo>
                      <a:lnTo>
                        <a:pt x="35718" y="273844"/>
                      </a:lnTo>
                      <a:lnTo>
                        <a:pt x="4762" y="250031"/>
                      </a:lnTo>
                      <a:lnTo>
                        <a:pt x="4762" y="240506"/>
                      </a:lnTo>
                      <a:lnTo>
                        <a:pt x="54768" y="254794"/>
                      </a:lnTo>
                      <a:lnTo>
                        <a:pt x="76200" y="254794"/>
                      </a:lnTo>
                      <a:lnTo>
                        <a:pt x="85725" y="240506"/>
                      </a:lnTo>
                      <a:lnTo>
                        <a:pt x="119062" y="245269"/>
                      </a:lnTo>
                      <a:lnTo>
                        <a:pt x="142875" y="240506"/>
                      </a:lnTo>
                      <a:lnTo>
                        <a:pt x="159543" y="202406"/>
                      </a:lnTo>
                      <a:lnTo>
                        <a:pt x="171450" y="173831"/>
                      </a:lnTo>
                      <a:lnTo>
                        <a:pt x="171450" y="157162"/>
                      </a:lnTo>
                      <a:lnTo>
                        <a:pt x="169068" y="133350"/>
                      </a:lnTo>
                      <a:lnTo>
                        <a:pt x="159543" y="123825"/>
                      </a:lnTo>
                      <a:lnTo>
                        <a:pt x="159543" y="102393"/>
                      </a:lnTo>
                      <a:lnTo>
                        <a:pt x="192881" y="130969"/>
                      </a:lnTo>
                      <a:lnTo>
                        <a:pt x="211931" y="133351"/>
                      </a:lnTo>
                      <a:lnTo>
                        <a:pt x="240506" y="111919"/>
                      </a:lnTo>
                      <a:lnTo>
                        <a:pt x="254793" y="90487"/>
                      </a:lnTo>
                      <a:lnTo>
                        <a:pt x="266700" y="78581"/>
                      </a:lnTo>
                      <a:lnTo>
                        <a:pt x="302418" y="66675"/>
                      </a:lnTo>
                      <a:lnTo>
                        <a:pt x="321468" y="61912"/>
                      </a:lnTo>
                      <a:lnTo>
                        <a:pt x="330993" y="35719"/>
                      </a:lnTo>
                      <a:lnTo>
                        <a:pt x="333375" y="16669"/>
                      </a:lnTo>
                      <a:lnTo>
                        <a:pt x="347662" y="0"/>
                      </a:lnTo>
                      <a:lnTo>
                        <a:pt x="392906" y="28575"/>
                      </a:lnTo>
                      <a:lnTo>
                        <a:pt x="388143" y="57150"/>
                      </a:lnTo>
                      <a:lnTo>
                        <a:pt x="400050" y="88106"/>
                      </a:lnTo>
                      <a:lnTo>
                        <a:pt x="414337" y="116681"/>
                      </a:lnTo>
                      <a:lnTo>
                        <a:pt x="416718" y="147637"/>
                      </a:lnTo>
                      <a:lnTo>
                        <a:pt x="461962" y="161925"/>
                      </a:lnTo>
                      <a:lnTo>
                        <a:pt x="478631" y="164306"/>
                      </a:lnTo>
                      <a:lnTo>
                        <a:pt x="488156" y="164306"/>
                      </a:lnTo>
                      <a:lnTo>
                        <a:pt x="504825" y="195262"/>
                      </a:lnTo>
                      <a:lnTo>
                        <a:pt x="495300" y="228600"/>
                      </a:lnTo>
                      <a:lnTo>
                        <a:pt x="495300" y="269081"/>
                      </a:lnTo>
                      <a:lnTo>
                        <a:pt x="511968" y="288131"/>
                      </a:lnTo>
                      <a:lnTo>
                        <a:pt x="531018" y="290512"/>
                      </a:lnTo>
                      <a:lnTo>
                        <a:pt x="550068" y="269081"/>
                      </a:lnTo>
                      <a:lnTo>
                        <a:pt x="554831" y="259556"/>
                      </a:lnTo>
                      <a:lnTo>
                        <a:pt x="569118" y="271462"/>
                      </a:lnTo>
                      <a:lnTo>
                        <a:pt x="595312" y="264319"/>
                      </a:lnTo>
                      <a:lnTo>
                        <a:pt x="607218" y="254794"/>
                      </a:lnTo>
                      <a:lnTo>
                        <a:pt x="609600" y="269081"/>
                      </a:lnTo>
                      <a:lnTo>
                        <a:pt x="602456" y="302419"/>
                      </a:lnTo>
                      <a:lnTo>
                        <a:pt x="566737" y="311944"/>
                      </a:lnTo>
                      <a:lnTo>
                        <a:pt x="540543" y="335756"/>
                      </a:lnTo>
                      <a:lnTo>
                        <a:pt x="521493" y="361950"/>
                      </a:lnTo>
                      <a:lnTo>
                        <a:pt x="521493" y="392906"/>
                      </a:lnTo>
                      <a:lnTo>
                        <a:pt x="542925" y="411956"/>
                      </a:lnTo>
                      <a:lnTo>
                        <a:pt x="564356" y="411956"/>
                      </a:lnTo>
                      <a:lnTo>
                        <a:pt x="581025" y="419100"/>
                      </a:lnTo>
                      <a:lnTo>
                        <a:pt x="592931" y="407194"/>
                      </a:lnTo>
                      <a:lnTo>
                        <a:pt x="600075" y="426244"/>
                      </a:lnTo>
                      <a:lnTo>
                        <a:pt x="585787" y="454819"/>
                      </a:lnTo>
                      <a:lnTo>
                        <a:pt x="583406" y="483394"/>
                      </a:lnTo>
                      <a:lnTo>
                        <a:pt x="573881" y="495300"/>
                      </a:lnTo>
                      <a:lnTo>
                        <a:pt x="540543" y="495300"/>
                      </a:lnTo>
                      <a:lnTo>
                        <a:pt x="516731" y="523875"/>
                      </a:lnTo>
                      <a:lnTo>
                        <a:pt x="516731" y="542925"/>
                      </a:lnTo>
                      <a:lnTo>
                        <a:pt x="490537" y="569119"/>
                      </a:lnTo>
                      <a:lnTo>
                        <a:pt x="469106" y="569119"/>
                      </a:lnTo>
                      <a:lnTo>
                        <a:pt x="438150" y="569119"/>
                      </a:lnTo>
                      <a:lnTo>
                        <a:pt x="419100" y="542925"/>
                      </a:lnTo>
                      <a:lnTo>
                        <a:pt x="395287" y="559594"/>
                      </a:lnTo>
                      <a:lnTo>
                        <a:pt x="364331" y="611981"/>
                      </a:lnTo>
                      <a:close/>
                    </a:path>
                  </a:pathLst>
                </a:cu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700">
                    <a:ln>
                      <a:solidFill>
                        <a:schemeClr val="accent1">
                          <a:alpha val="0"/>
                        </a:schemeClr>
                      </a:solidFill>
                    </a:ln>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38" name="안산시">
                  <a:extLst>
                    <a:ext uri="{FF2B5EF4-FFF2-40B4-BE49-F238E27FC236}">
                      <a16:creationId xmlns:a16="http://schemas.microsoft.com/office/drawing/2014/main" id="{7DBE7928-7E21-251A-5E73-9F5877636B6D}"/>
                    </a:ext>
                  </a:extLst>
                </p:cNvPr>
                <p:cNvSpPr/>
                <p:nvPr/>
              </p:nvSpPr>
              <p:spPr>
                <a:xfrm>
                  <a:off x="2919411" y="4276722"/>
                  <a:ext cx="1541460" cy="857249"/>
                </a:xfrm>
                <a:custGeom>
                  <a:avLst/>
                  <a:gdLst>
                    <a:gd name="connsiteX0" fmla="*/ 344487 w 1541462"/>
                    <a:gd name="connsiteY0" fmla="*/ 669925 h 857250"/>
                    <a:gd name="connsiteX1" fmla="*/ 388937 w 1541462"/>
                    <a:gd name="connsiteY1" fmla="*/ 688975 h 857250"/>
                    <a:gd name="connsiteX2" fmla="*/ 446087 w 1541462"/>
                    <a:gd name="connsiteY2" fmla="*/ 704850 h 857250"/>
                    <a:gd name="connsiteX3" fmla="*/ 458787 w 1541462"/>
                    <a:gd name="connsiteY3" fmla="*/ 749300 h 857250"/>
                    <a:gd name="connsiteX4" fmla="*/ 446087 w 1541462"/>
                    <a:gd name="connsiteY4" fmla="*/ 787400 h 857250"/>
                    <a:gd name="connsiteX5" fmla="*/ 407987 w 1541462"/>
                    <a:gd name="connsiteY5" fmla="*/ 765175 h 857250"/>
                    <a:gd name="connsiteX6" fmla="*/ 363537 w 1541462"/>
                    <a:gd name="connsiteY6" fmla="*/ 749300 h 857250"/>
                    <a:gd name="connsiteX7" fmla="*/ 7143 w 1541462"/>
                    <a:gd name="connsiteY7" fmla="*/ 392906 h 857250"/>
                    <a:gd name="connsiteX8" fmla="*/ 71437 w 1541462"/>
                    <a:gd name="connsiteY8" fmla="*/ 411956 h 857250"/>
                    <a:gd name="connsiteX9" fmla="*/ 88106 w 1541462"/>
                    <a:gd name="connsiteY9" fmla="*/ 440531 h 857250"/>
                    <a:gd name="connsiteX10" fmla="*/ 114300 w 1541462"/>
                    <a:gd name="connsiteY10" fmla="*/ 469106 h 857250"/>
                    <a:gd name="connsiteX11" fmla="*/ 121443 w 1541462"/>
                    <a:gd name="connsiteY11" fmla="*/ 445294 h 857250"/>
                    <a:gd name="connsiteX12" fmla="*/ 173831 w 1541462"/>
                    <a:gd name="connsiteY12" fmla="*/ 395288 h 857250"/>
                    <a:gd name="connsiteX13" fmla="*/ 142875 w 1541462"/>
                    <a:gd name="connsiteY13" fmla="*/ 450056 h 857250"/>
                    <a:gd name="connsiteX14" fmla="*/ 130968 w 1541462"/>
                    <a:gd name="connsiteY14" fmla="*/ 485775 h 857250"/>
                    <a:gd name="connsiteX15" fmla="*/ 152400 w 1541462"/>
                    <a:gd name="connsiteY15" fmla="*/ 497681 h 857250"/>
                    <a:gd name="connsiteX16" fmla="*/ 169068 w 1541462"/>
                    <a:gd name="connsiteY16" fmla="*/ 461963 h 857250"/>
                    <a:gd name="connsiteX17" fmla="*/ 195262 w 1541462"/>
                    <a:gd name="connsiteY17" fmla="*/ 483394 h 857250"/>
                    <a:gd name="connsiteX18" fmla="*/ 197643 w 1541462"/>
                    <a:gd name="connsiteY18" fmla="*/ 500063 h 857250"/>
                    <a:gd name="connsiteX19" fmla="*/ 219075 w 1541462"/>
                    <a:gd name="connsiteY19" fmla="*/ 526256 h 857250"/>
                    <a:gd name="connsiteX20" fmla="*/ 245268 w 1541462"/>
                    <a:gd name="connsiteY20" fmla="*/ 538163 h 857250"/>
                    <a:gd name="connsiteX21" fmla="*/ 273843 w 1541462"/>
                    <a:gd name="connsiteY21" fmla="*/ 531019 h 857250"/>
                    <a:gd name="connsiteX22" fmla="*/ 300037 w 1541462"/>
                    <a:gd name="connsiteY22" fmla="*/ 538163 h 857250"/>
                    <a:gd name="connsiteX23" fmla="*/ 335756 w 1541462"/>
                    <a:gd name="connsiteY23" fmla="*/ 557213 h 857250"/>
                    <a:gd name="connsiteX24" fmla="*/ 311943 w 1541462"/>
                    <a:gd name="connsiteY24" fmla="*/ 592931 h 857250"/>
                    <a:gd name="connsiteX25" fmla="*/ 342900 w 1541462"/>
                    <a:gd name="connsiteY25" fmla="*/ 611981 h 857250"/>
                    <a:gd name="connsiteX26" fmla="*/ 326231 w 1541462"/>
                    <a:gd name="connsiteY26" fmla="*/ 638175 h 857250"/>
                    <a:gd name="connsiteX27" fmla="*/ 328612 w 1541462"/>
                    <a:gd name="connsiteY27" fmla="*/ 685800 h 857250"/>
                    <a:gd name="connsiteX28" fmla="*/ 307181 w 1541462"/>
                    <a:gd name="connsiteY28" fmla="*/ 669131 h 857250"/>
                    <a:gd name="connsiteX29" fmla="*/ 304800 w 1541462"/>
                    <a:gd name="connsiteY29" fmla="*/ 692944 h 857250"/>
                    <a:gd name="connsiteX30" fmla="*/ 297656 w 1541462"/>
                    <a:gd name="connsiteY30" fmla="*/ 704850 h 857250"/>
                    <a:gd name="connsiteX31" fmla="*/ 285750 w 1541462"/>
                    <a:gd name="connsiteY31" fmla="*/ 685800 h 857250"/>
                    <a:gd name="connsiteX32" fmla="*/ 261937 w 1541462"/>
                    <a:gd name="connsiteY32" fmla="*/ 683419 h 857250"/>
                    <a:gd name="connsiteX33" fmla="*/ 264318 w 1541462"/>
                    <a:gd name="connsiteY33" fmla="*/ 702469 h 857250"/>
                    <a:gd name="connsiteX34" fmla="*/ 288131 w 1541462"/>
                    <a:gd name="connsiteY34" fmla="*/ 719138 h 857250"/>
                    <a:gd name="connsiteX35" fmla="*/ 304800 w 1541462"/>
                    <a:gd name="connsiteY35" fmla="*/ 740569 h 857250"/>
                    <a:gd name="connsiteX36" fmla="*/ 319087 w 1541462"/>
                    <a:gd name="connsiteY36" fmla="*/ 781050 h 857250"/>
                    <a:gd name="connsiteX37" fmla="*/ 321468 w 1541462"/>
                    <a:gd name="connsiteY37" fmla="*/ 807244 h 857250"/>
                    <a:gd name="connsiteX38" fmla="*/ 304800 w 1541462"/>
                    <a:gd name="connsiteY38" fmla="*/ 795338 h 857250"/>
                    <a:gd name="connsiteX39" fmla="*/ 273843 w 1541462"/>
                    <a:gd name="connsiteY39" fmla="*/ 764381 h 857250"/>
                    <a:gd name="connsiteX40" fmla="*/ 252412 w 1541462"/>
                    <a:gd name="connsiteY40" fmla="*/ 740569 h 857250"/>
                    <a:gd name="connsiteX41" fmla="*/ 233362 w 1541462"/>
                    <a:gd name="connsiteY41" fmla="*/ 769144 h 857250"/>
                    <a:gd name="connsiteX42" fmla="*/ 207168 w 1541462"/>
                    <a:gd name="connsiteY42" fmla="*/ 778669 h 857250"/>
                    <a:gd name="connsiteX43" fmla="*/ 200025 w 1541462"/>
                    <a:gd name="connsiteY43" fmla="*/ 740569 h 857250"/>
                    <a:gd name="connsiteX44" fmla="*/ 169068 w 1541462"/>
                    <a:gd name="connsiteY44" fmla="*/ 728663 h 857250"/>
                    <a:gd name="connsiteX45" fmla="*/ 159543 w 1541462"/>
                    <a:gd name="connsiteY45" fmla="*/ 735806 h 857250"/>
                    <a:gd name="connsiteX46" fmla="*/ 169068 w 1541462"/>
                    <a:gd name="connsiteY46" fmla="*/ 764381 h 857250"/>
                    <a:gd name="connsiteX47" fmla="*/ 135731 w 1541462"/>
                    <a:gd name="connsiteY47" fmla="*/ 804863 h 857250"/>
                    <a:gd name="connsiteX48" fmla="*/ 145256 w 1541462"/>
                    <a:gd name="connsiteY48" fmla="*/ 833438 h 857250"/>
                    <a:gd name="connsiteX49" fmla="*/ 123825 w 1541462"/>
                    <a:gd name="connsiteY49" fmla="*/ 833438 h 857250"/>
                    <a:gd name="connsiteX50" fmla="*/ 104775 w 1541462"/>
                    <a:gd name="connsiteY50" fmla="*/ 857250 h 857250"/>
                    <a:gd name="connsiteX51" fmla="*/ 88106 w 1541462"/>
                    <a:gd name="connsiteY51" fmla="*/ 826294 h 857250"/>
                    <a:gd name="connsiteX52" fmla="*/ 73818 w 1541462"/>
                    <a:gd name="connsiteY52" fmla="*/ 807244 h 857250"/>
                    <a:gd name="connsiteX53" fmla="*/ 50006 w 1541462"/>
                    <a:gd name="connsiteY53" fmla="*/ 797719 h 857250"/>
                    <a:gd name="connsiteX54" fmla="*/ 47625 w 1541462"/>
                    <a:gd name="connsiteY54" fmla="*/ 754856 h 857250"/>
                    <a:gd name="connsiteX55" fmla="*/ 90487 w 1541462"/>
                    <a:gd name="connsiteY55" fmla="*/ 759619 h 857250"/>
                    <a:gd name="connsiteX56" fmla="*/ 83343 w 1541462"/>
                    <a:gd name="connsiteY56" fmla="*/ 723900 h 857250"/>
                    <a:gd name="connsiteX57" fmla="*/ 61912 w 1541462"/>
                    <a:gd name="connsiteY57" fmla="*/ 733425 h 857250"/>
                    <a:gd name="connsiteX58" fmla="*/ 33337 w 1541462"/>
                    <a:gd name="connsiteY58" fmla="*/ 714375 h 857250"/>
                    <a:gd name="connsiteX59" fmla="*/ 19050 w 1541462"/>
                    <a:gd name="connsiteY59" fmla="*/ 692944 h 857250"/>
                    <a:gd name="connsiteX60" fmla="*/ 47625 w 1541462"/>
                    <a:gd name="connsiteY60" fmla="*/ 666750 h 857250"/>
                    <a:gd name="connsiteX61" fmla="*/ 80962 w 1541462"/>
                    <a:gd name="connsiteY61" fmla="*/ 681038 h 857250"/>
                    <a:gd name="connsiteX62" fmla="*/ 104775 w 1541462"/>
                    <a:gd name="connsiteY62" fmla="*/ 657225 h 857250"/>
                    <a:gd name="connsiteX63" fmla="*/ 140493 w 1541462"/>
                    <a:gd name="connsiteY63" fmla="*/ 654844 h 857250"/>
                    <a:gd name="connsiteX64" fmla="*/ 114300 w 1541462"/>
                    <a:gd name="connsiteY64" fmla="*/ 635794 h 857250"/>
                    <a:gd name="connsiteX65" fmla="*/ 104775 w 1541462"/>
                    <a:gd name="connsiteY65" fmla="*/ 604838 h 857250"/>
                    <a:gd name="connsiteX66" fmla="*/ 111918 w 1541462"/>
                    <a:gd name="connsiteY66" fmla="*/ 592931 h 857250"/>
                    <a:gd name="connsiteX67" fmla="*/ 121443 w 1541462"/>
                    <a:gd name="connsiteY67" fmla="*/ 569119 h 857250"/>
                    <a:gd name="connsiteX68" fmla="*/ 109537 w 1541462"/>
                    <a:gd name="connsiteY68" fmla="*/ 533400 h 857250"/>
                    <a:gd name="connsiteX69" fmla="*/ 83343 w 1541462"/>
                    <a:gd name="connsiteY69" fmla="*/ 516731 h 857250"/>
                    <a:gd name="connsiteX70" fmla="*/ 64293 w 1541462"/>
                    <a:gd name="connsiteY70" fmla="*/ 469106 h 857250"/>
                    <a:gd name="connsiteX71" fmla="*/ 45243 w 1541462"/>
                    <a:gd name="connsiteY71" fmla="*/ 440531 h 857250"/>
                    <a:gd name="connsiteX72" fmla="*/ 0 w 1541462"/>
                    <a:gd name="connsiteY72" fmla="*/ 416719 h 857250"/>
                    <a:gd name="connsiteX73" fmla="*/ 1360487 w 1541462"/>
                    <a:gd name="connsiteY73" fmla="*/ 0 h 857250"/>
                    <a:gd name="connsiteX74" fmla="*/ 1376362 w 1541462"/>
                    <a:gd name="connsiteY74" fmla="*/ 0 h 857250"/>
                    <a:gd name="connsiteX75" fmla="*/ 1392237 w 1541462"/>
                    <a:gd name="connsiteY75" fmla="*/ 79375 h 857250"/>
                    <a:gd name="connsiteX76" fmla="*/ 1360487 w 1541462"/>
                    <a:gd name="connsiteY76" fmla="*/ 107950 h 857250"/>
                    <a:gd name="connsiteX77" fmla="*/ 1354137 w 1541462"/>
                    <a:gd name="connsiteY77" fmla="*/ 155575 h 857250"/>
                    <a:gd name="connsiteX78" fmla="*/ 1316037 w 1541462"/>
                    <a:gd name="connsiteY78" fmla="*/ 196850 h 857250"/>
                    <a:gd name="connsiteX79" fmla="*/ 1306512 w 1541462"/>
                    <a:gd name="connsiteY79" fmla="*/ 225425 h 857250"/>
                    <a:gd name="connsiteX80" fmla="*/ 1306512 w 1541462"/>
                    <a:gd name="connsiteY80" fmla="*/ 263525 h 857250"/>
                    <a:gd name="connsiteX81" fmla="*/ 1335087 w 1541462"/>
                    <a:gd name="connsiteY81" fmla="*/ 269875 h 857250"/>
                    <a:gd name="connsiteX82" fmla="*/ 1363662 w 1541462"/>
                    <a:gd name="connsiteY82" fmla="*/ 269875 h 857250"/>
                    <a:gd name="connsiteX83" fmla="*/ 1382712 w 1541462"/>
                    <a:gd name="connsiteY83" fmla="*/ 282575 h 857250"/>
                    <a:gd name="connsiteX84" fmla="*/ 1427162 w 1541462"/>
                    <a:gd name="connsiteY84" fmla="*/ 273050 h 857250"/>
                    <a:gd name="connsiteX85" fmla="*/ 1449387 w 1541462"/>
                    <a:gd name="connsiteY85" fmla="*/ 260350 h 857250"/>
                    <a:gd name="connsiteX86" fmla="*/ 1471612 w 1541462"/>
                    <a:gd name="connsiteY86" fmla="*/ 269875 h 857250"/>
                    <a:gd name="connsiteX87" fmla="*/ 1477962 w 1541462"/>
                    <a:gd name="connsiteY87" fmla="*/ 307975 h 857250"/>
                    <a:gd name="connsiteX88" fmla="*/ 1474787 w 1541462"/>
                    <a:gd name="connsiteY88" fmla="*/ 330200 h 857250"/>
                    <a:gd name="connsiteX89" fmla="*/ 1500187 w 1541462"/>
                    <a:gd name="connsiteY89" fmla="*/ 333375 h 857250"/>
                    <a:gd name="connsiteX90" fmla="*/ 1522412 w 1541462"/>
                    <a:gd name="connsiteY90" fmla="*/ 333375 h 857250"/>
                    <a:gd name="connsiteX91" fmla="*/ 1528762 w 1541462"/>
                    <a:gd name="connsiteY91" fmla="*/ 339725 h 857250"/>
                    <a:gd name="connsiteX92" fmla="*/ 1525587 w 1541462"/>
                    <a:gd name="connsiteY92" fmla="*/ 358775 h 857250"/>
                    <a:gd name="connsiteX93" fmla="*/ 1535112 w 1541462"/>
                    <a:gd name="connsiteY93" fmla="*/ 377825 h 857250"/>
                    <a:gd name="connsiteX94" fmla="*/ 1541462 w 1541462"/>
                    <a:gd name="connsiteY94" fmla="*/ 387350 h 857250"/>
                    <a:gd name="connsiteX95" fmla="*/ 1525587 w 1541462"/>
                    <a:gd name="connsiteY95" fmla="*/ 422275 h 857250"/>
                    <a:gd name="connsiteX96" fmla="*/ 1522412 w 1541462"/>
                    <a:gd name="connsiteY96" fmla="*/ 454025 h 857250"/>
                    <a:gd name="connsiteX97" fmla="*/ 1487487 w 1541462"/>
                    <a:gd name="connsiteY97" fmla="*/ 393700 h 857250"/>
                    <a:gd name="connsiteX98" fmla="*/ 1452562 w 1541462"/>
                    <a:gd name="connsiteY98" fmla="*/ 393700 h 857250"/>
                    <a:gd name="connsiteX99" fmla="*/ 1420812 w 1541462"/>
                    <a:gd name="connsiteY99" fmla="*/ 381000 h 857250"/>
                    <a:gd name="connsiteX100" fmla="*/ 1395412 w 1541462"/>
                    <a:gd name="connsiteY100" fmla="*/ 415925 h 857250"/>
                    <a:gd name="connsiteX101" fmla="*/ 1357312 w 1541462"/>
                    <a:gd name="connsiteY101" fmla="*/ 412750 h 857250"/>
                    <a:gd name="connsiteX102" fmla="*/ 1341437 w 1541462"/>
                    <a:gd name="connsiteY102" fmla="*/ 409575 h 857250"/>
                    <a:gd name="connsiteX103" fmla="*/ 1325562 w 1541462"/>
                    <a:gd name="connsiteY103" fmla="*/ 438150 h 857250"/>
                    <a:gd name="connsiteX104" fmla="*/ 1287462 w 1541462"/>
                    <a:gd name="connsiteY104" fmla="*/ 425450 h 857250"/>
                    <a:gd name="connsiteX105" fmla="*/ 1274762 w 1541462"/>
                    <a:gd name="connsiteY105" fmla="*/ 441325 h 857250"/>
                    <a:gd name="connsiteX106" fmla="*/ 1274762 w 1541462"/>
                    <a:gd name="connsiteY106" fmla="*/ 479425 h 857250"/>
                    <a:gd name="connsiteX107" fmla="*/ 1246187 w 1541462"/>
                    <a:gd name="connsiteY107" fmla="*/ 485775 h 857250"/>
                    <a:gd name="connsiteX108" fmla="*/ 1227137 w 1541462"/>
                    <a:gd name="connsiteY108" fmla="*/ 504825 h 857250"/>
                    <a:gd name="connsiteX109" fmla="*/ 1179512 w 1541462"/>
                    <a:gd name="connsiteY109" fmla="*/ 450850 h 857250"/>
                    <a:gd name="connsiteX110" fmla="*/ 1179512 w 1541462"/>
                    <a:gd name="connsiteY110" fmla="*/ 425450 h 857250"/>
                    <a:gd name="connsiteX111" fmla="*/ 1150937 w 1541462"/>
                    <a:gd name="connsiteY111" fmla="*/ 400050 h 857250"/>
                    <a:gd name="connsiteX112" fmla="*/ 1100137 w 1541462"/>
                    <a:gd name="connsiteY112" fmla="*/ 361950 h 857250"/>
                    <a:gd name="connsiteX113" fmla="*/ 1058862 w 1541462"/>
                    <a:gd name="connsiteY113" fmla="*/ 355600 h 857250"/>
                    <a:gd name="connsiteX114" fmla="*/ 1036637 w 1541462"/>
                    <a:gd name="connsiteY114" fmla="*/ 377825 h 857250"/>
                    <a:gd name="connsiteX115" fmla="*/ 992187 w 1541462"/>
                    <a:gd name="connsiteY115" fmla="*/ 384175 h 857250"/>
                    <a:gd name="connsiteX116" fmla="*/ 935037 w 1541462"/>
                    <a:gd name="connsiteY116" fmla="*/ 355600 h 857250"/>
                    <a:gd name="connsiteX117" fmla="*/ 906462 w 1541462"/>
                    <a:gd name="connsiteY117" fmla="*/ 339725 h 857250"/>
                    <a:gd name="connsiteX118" fmla="*/ 868362 w 1541462"/>
                    <a:gd name="connsiteY118" fmla="*/ 333375 h 857250"/>
                    <a:gd name="connsiteX119" fmla="*/ 817562 w 1541462"/>
                    <a:gd name="connsiteY119" fmla="*/ 320675 h 857250"/>
                    <a:gd name="connsiteX120" fmla="*/ 776287 w 1541462"/>
                    <a:gd name="connsiteY120" fmla="*/ 304800 h 857250"/>
                    <a:gd name="connsiteX121" fmla="*/ 757237 w 1541462"/>
                    <a:gd name="connsiteY121" fmla="*/ 285750 h 857250"/>
                    <a:gd name="connsiteX122" fmla="*/ 782637 w 1541462"/>
                    <a:gd name="connsiteY122" fmla="*/ 225425 h 857250"/>
                    <a:gd name="connsiteX123" fmla="*/ 788987 w 1541462"/>
                    <a:gd name="connsiteY123" fmla="*/ 219075 h 857250"/>
                    <a:gd name="connsiteX124" fmla="*/ 820737 w 1541462"/>
                    <a:gd name="connsiteY124" fmla="*/ 250825 h 857250"/>
                    <a:gd name="connsiteX125" fmla="*/ 849312 w 1541462"/>
                    <a:gd name="connsiteY125" fmla="*/ 238125 h 857250"/>
                    <a:gd name="connsiteX126" fmla="*/ 855662 w 1541462"/>
                    <a:gd name="connsiteY126" fmla="*/ 209550 h 857250"/>
                    <a:gd name="connsiteX127" fmla="*/ 846137 w 1541462"/>
                    <a:gd name="connsiteY127" fmla="*/ 190500 h 857250"/>
                    <a:gd name="connsiteX128" fmla="*/ 871537 w 1541462"/>
                    <a:gd name="connsiteY128" fmla="*/ 177800 h 857250"/>
                    <a:gd name="connsiteX129" fmla="*/ 903287 w 1541462"/>
                    <a:gd name="connsiteY129" fmla="*/ 161925 h 857250"/>
                    <a:gd name="connsiteX130" fmla="*/ 941387 w 1541462"/>
                    <a:gd name="connsiteY130" fmla="*/ 161925 h 857250"/>
                    <a:gd name="connsiteX131" fmla="*/ 966787 w 1541462"/>
                    <a:gd name="connsiteY131" fmla="*/ 168275 h 857250"/>
                    <a:gd name="connsiteX132" fmla="*/ 973137 w 1541462"/>
                    <a:gd name="connsiteY132" fmla="*/ 196850 h 857250"/>
                    <a:gd name="connsiteX133" fmla="*/ 1011237 w 1541462"/>
                    <a:gd name="connsiteY133" fmla="*/ 174625 h 857250"/>
                    <a:gd name="connsiteX134" fmla="*/ 1020762 w 1541462"/>
                    <a:gd name="connsiteY134" fmla="*/ 142875 h 857250"/>
                    <a:gd name="connsiteX135" fmla="*/ 1011237 w 1541462"/>
                    <a:gd name="connsiteY135" fmla="*/ 120650 h 857250"/>
                    <a:gd name="connsiteX136" fmla="*/ 1014412 w 1541462"/>
                    <a:gd name="connsiteY136" fmla="*/ 107950 h 857250"/>
                    <a:gd name="connsiteX137" fmla="*/ 1023937 w 1541462"/>
                    <a:gd name="connsiteY137" fmla="*/ 98425 h 857250"/>
                    <a:gd name="connsiteX138" fmla="*/ 1065212 w 1541462"/>
                    <a:gd name="connsiteY138" fmla="*/ 104775 h 857250"/>
                    <a:gd name="connsiteX139" fmla="*/ 1112837 w 1541462"/>
                    <a:gd name="connsiteY139" fmla="*/ 85725 h 857250"/>
                    <a:gd name="connsiteX140" fmla="*/ 1125537 w 1541462"/>
                    <a:gd name="connsiteY140" fmla="*/ 69850 h 857250"/>
                    <a:gd name="connsiteX141" fmla="*/ 1128712 w 1541462"/>
                    <a:gd name="connsiteY141" fmla="*/ 47625 h 857250"/>
                    <a:gd name="connsiteX142" fmla="*/ 1138237 w 1541462"/>
                    <a:gd name="connsiteY142" fmla="*/ 50800 h 857250"/>
                    <a:gd name="connsiteX143" fmla="*/ 1160462 w 1541462"/>
                    <a:gd name="connsiteY143" fmla="*/ 63500 h 857250"/>
                    <a:gd name="connsiteX144" fmla="*/ 1204912 w 1541462"/>
                    <a:gd name="connsiteY144" fmla="*/ 57150 h 857250"/>
                    <a:gd name="connsiteX145" fmla="*/ 1223962 w 1541462"/>
                    <a:gd name="connsiteY145" fmla="*/ 63500 h 857250"/>
                    <a:gd name="connsiteX146" fmla="*/ 1236662 w 1541462"/>
                    <a:gd name="connsiteY146" fmla="*/ 79375 h 857250"/>
                    <a:gd name="connsiteX147" fmla="*/ 1271587 w 1541462"/>
                    <a:gd name="connsiteY147" fmla="*/ 79375 h 857250"/>
                    <a:gd name="connsiteX148" fmla="*/ 1322387 w 1541462"/>
                    <a:gd name="connsiteY148" fmla="*/ 50800 h 857250"/>
                    <a:gd name="connsiteX149" fmla="*/ 1354137 w 1541462"/>
                    <a:gd name="connsiteY149" fmla="*/ 12700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1541462" h="857250">
                      <a:moveTo>
                        <a:pt x="344487" y="669925"/>
                      </a:moveTo>
                      <a:lnTo>
                        <a:pt x="388937" y="688975"/>
                      </a:lnTo>
                      <a:lnTo>
                        <a:pt x="446087" y="704850"/>
                      </a:lnTo>
                      <a:cubicBezTo>
                        <a:pt x="446087" y="719667"/>
                        <a:pt x="458787" y="734483"/>
                        <a:pt x="458787" y="749300"/>
                      </a:cubicBezTo>
                      <a:lnTo>
                        <a:pt x="446087" y="787400"/>
                      </a:lnTo>
                      <a:cubicBezTo>
                        <a:pt x="433387" y="782108"/>
                        <a:pt x="420687" y="770467"/>
                        <a:pt x="407987" y="765175"/>
                      </a:cubicBezTo>
                      <a:lnTo>
                        <a:pt x="363537" y="749300"/>
                      </a:lnTo>
                      <a:close/>
                      <a:moveTo>
                        <a:pt x="7143" y="392906"/>
                      </a:moveTo>
                      <a:lnTo>
                        <a:pt x="71437" y="411956"/>
                      </a:lnTo>
                      <a:lnTo>
                        <a:pt x="88106" y="440531"/>
                      </a:lnTo>
                      <a:lnTo>
                        <a:pt x="114300" y="469106"/>
                      </a:lnTo>
                      <a:lnTo>
                        <a:pt x="121443" y="445294"/>
                      </a:lnTo>
                      <a:lnTo>
                        <a:pt x="173831" y="395288"/>
                      </a:lnTo>
                      <a:lnTo>
                        <a:pt x="142875" y="450056"/>
                      </a:lnTo>
                      <a:lnTo>
                        <a:pt x="130968" y="485775"/>
                      </a:lnTo>
                      <a:lnTo>
                        <a:pt x="152400" y="497681"/>
                      </a:lnTo>
                      <a:lnTo>
                        <a:pt x="169068" y="461963"/>
                      </a:lnTo>
                      <a:lnTo>
                        <a:pt x="195262" y="483394"/>
                      </a:lnTo>
                      <a:lnTo>
                        <a:pt x="197643" y="500063"/>
                      </a:lnTo>
                      <a:lnTo>
                        <a:pt x="219075" y="526256"/>
                      </a:lnTo>
                      <a:lnTo>
                        <a:pt x="245268" y="538163"/>
                      </a:lnTo>
                      <a:lnTo>
                        <a:pt x="273843" y="531019"/>
                      </a:lnTo>
                      <a:lnTo>
                        <a:pt x="300037" y="538163"/>
                      </a:lnTo>
                      <a:lnTo>
                        <a:pt x="335756" y="557213"/>
                      </a:lnTo>
                      <a:lnTo>
                        <a:pt x="311943" y="592931"/>
                      </a:lnTo>
                      <a:lnTo>
                        <a:pt x="342900" y="611981"/>
                      </a:lnTo>
                      <a:lnTo>
                        <a:pt x="326231" y="638175"/>
                      </a:lnTo>
                      <a:cubicBezTo>
                        <a:pt x="323056" y="653256"/>
                        <a:pt x="331787" y="670719"/>
                        <a:pt x="328612" y="685800"/>
                      </a:cubicBezTo>
                      <a:lnTo>
                        <a:pt x="307181" y="669131"/>
                      </a:lnTo>
                      <a:lnTo>
                        <a:pt x="304800" y="692944"/>
                      </a:lnTo>
                      <a:lnTo>
                        <a:pt x="297656" y="704850"/>
                      </a:lnTo>
                      <a:lnTo>
                        <a:pt x="285750" y="685800"/>
                      </a:lnTo>
                      <a:lnTo>
                        <a:pt x="261937" y="683419"/>
                      </a:lnTo>
                      <a:lnTo>
                        <a:pt x="264318" y="702469"/>
                      </a:lnTo>
                      <a:lnTo>
                        <a:pt x="288131" y="719138"/>
                      </a:lnTo>
                      <a:lnTo>
                        <a:pt x="304800" y="740569"/>
                      </a:lnTo>
                      <a:lnTo>
                        <a:pt x="319087" y="781050"/>
                      </a:lnTo>
                      <a:lnTo>
                        <a:pt x="321468" y="807244"/>
                      </a:lnTo>
                      <a:lnTo>
                        <a:pt x="304800" y="795338"/>
                      </a:lnTo>
                      <a:lnTo>
                        <a:pt x="273843" y="764381"/>
                      </a:lnTo>
                      <a:lnTo>
                        <a:pt x="252412" y="740569"/>
                      </a:lnTo>
                      <a:lnTo>
                        <a:pt x="233362" y="769144"/>
                      </a:lnTo>
                      <a:lnTo>
                        <a:pt x="207168" y="778669"/>
                      </a:lnTo>
                      <a:lnTo>
                        <a:pt x="200025" y="740569"/>
                      </a:lnTo>
                      <a:lnTo>
                        <a:pt x="169068" y="728663"/>
                      </a:lnTo>
                      <a:lnTo>
                        <a:pt x="159543" y="735806"/>
                      </a:lnTo>
                      <a:lnTo>
                        <a:pt x="169068" y="764381"/>
                      </a:lnTo>
                      <a:lnTo>
                        <a:pt x="135731" y="804863"/>
                      </a:lnTo>
                      <a:lnTo>
                        <a:pt x="145256" y="833438"/>
                      </a:lnTo>
                      <a:lnTo>
                        <a:pt x="123825" y="833438"/>
                      </a:lnTo>
                      <a:lnTo>
                        <a:pt x="104775" y="857250"/>
                      </a:lnTo>
                      <a:lnTo>
                        <a:pt x="88106" y="826294"/>
                      </a:lnTo>
                      <a:lnTo>
                        <a:pt x="73818" y="807244"/>
                      </a:lnTo>
                      <a:lnTo>
                        <a:pt x="50006" y="797719"/>
                      </a:lnTo>
                      <a:lnTo>
                        <a:pt x="47625" y="754856"/>
                      </a:lnTo>
                      <a:lnTo>
                        <a:pt x="90487" y="759619"/>
                      </a:lnTo>
                      <a:lnTo>
                        <a:pt x="83343" y="723900"/>
                      </a:lnTo>
                      <a:lnTo>
                        <a:pt x="61912" y="733425"/>
                      </a:lnTo>
                      <a:lnTo>
                        <a:pt x="33337" y="714375"/>
                      </a:lnTo>
                      <a:lnTo>
                        <a:pt x="19050" y="692944"/>
                      </a:lnTo>
                      <a:lnTo>
                        <a:pt x="47625" y="666750"/>
                      </a:lnTo>
                      <a:lnTo>
                        <a:pt x="80962" y="681038"/>
                      </a:lnTo>
                      <a:lnTo>
                        <a:pt x="104775" y="657225"/>
                      </a:lnTo>
                      <a:lnTo>
                        <a:pt x="140493" y="654844"/>
                      </a:lnTo>
                      <a:lnTo>
                        <a:pt x="114300" y="635794"/>
                      </a:lnTo>
                      <a:lnTo>
                        <a:pt x="104775" y="604838"/>
                      </a:lnTo>
                      <a:lnTo>
                        <a:pt x="111918" y="592931"/>
                      </a:lnTo>
                      <a:lnTo>
                        <a:pt x="121443" y="569119"/>
                      </a:lnTo>
                      <a:lnTo>
                        <a:pt x="109537" y="533400"/>
                      </a:lnTo>
                      <a:lnTo>
                        <a:pt x="83343" y="516731"/>
                      </a:lnTo>
                      <a:lnTo>
                        <a:pt x="64293" y="469106"/>
                      </a:lnTo>
                      <a:lnTo>
                        <a:pt x="45243" y="440531"/>
                      </a:lnTo>
                      <a:lnTo>
                        <a:pt x="0" y="416719"/>
                      </a:lnTo>
                      <a:close/>
                      <a:moveTo>
                        <a:pt x="1360487" y="0"/>
                      </a:moveTo>
                      <a:lnTo>
                        <a:pt x="1376362" y="0"/>
                      </a:lnTo>
                      <a:lnTo>
                        <a:pt x="1392237" y="79375"/>
                      </a:lnTo>
                      <a:lnTo>
                        <a:pt x="1360487" y="107950"/>
                      </a:lnTo>
                      <a:lnTo>
                        <a:pt x="1354137" y="155575"/>
                      </a:lnTo>
                      <a:lnTo>
                        <a:pt x="1316037" y="196850"/>
                      </a:lnTo>
                      <a:lnTo>
                        <a:pt x="1306512" y="225425"/>
                      </a:lnTo>
                      <a:lnTo>
                        <a:pt x="1306512" y="263525"/>
                      </a:lnTo>
                      <a:lnTo>
                        <a:pt x="1335087" y="269875"/>
                      </a:lnTo>
                      <a:lnTo>
                        <a:pt x="1363662" y="269875"/>
                      </a:lnTo>
                      <a:lnTo>
                        <a:pt x="1382712" y="282575"/>
                      </a:lnTo>
                      <a:lnTo>
                        <a:pt x="1427162" y="273050"/>
                      </a:lnTo>
                      <a:lnTo>
                        <a:pt x="1449387" y="260350"/>
                      </a:lnTo>
                      <a:lnTo>
                        <a:pt x="1471612" y="269875"/>
                      </a:lnTo>
                      <a:lnTo>
                        <a:pt x="1477962" y="307975"/>
                      </a:lnTo>
                      <a:lnTo>
                        <a:pt x="1474787" y="330200"/>
                      </a:lnTo>
                      <a:lnTo>
                        <a:pt x="1500187" y="333375"/>
                      </a:lnTo>
                      <a:lnTo>
                        <a:pt x="1522412" y="333375"/>
                      </a:lnTo>
                      <a:lnTo>
                        <a:pt x="1528762" y="339725"/>
                      </a:lnTo>
                      <a:lnTo>
                        <a:pt x="1525587" y="358775"/>
                      </a:lnTo>
                      <a:lnTo>
                        <a:pt x="1535112" y="377825"/>
                      </a:lnTo>
                      <a:lnTo>
                        <a:pt x="1541462" y="387350"/>
                      </a:lnTo>
                      <a:lnTo>
                        <a:pt x="1525587" y="422275"/>
                      </a:lnTo>
                      <a:lnTo>
                        <a:pt x="1522412" y="454025"/>
                      </a:lnTo>
                      <a:lnTo>
                        <a:pt x="1487487" y="393700"/>
                      </a:lnTo>
                      <a:lnTo>
                        <a:pt x="1452562" y="393700"/>
                      </a:lnTo>
                      <a:lnTo>
                        <a:pt x="1420812" y="381000"/>
                      </a:lnTo>
                      <a:lnTo>
                        <a:pt x="1395412" y="415925"/>
                      </a:lnTo>
                      <a:lnTo>
                        <a:pt x="1357312" y="412750"/>
                      </a:lnTo>
                      <a:lnTo>
                        <a:pt x="1341437" y="409575"/>
                      </a:lnTo>
                      <a:lnTo>
                        <a:pt x="1325562" y="438150"/>
                      </a:lnTo>
                      <a:lnTo>
                        <a:pt x="1287462" y="425450"/>
                      </a:lnTo>
                      <a:lnTo>
                        <a:pt x="1274762" y="441325"/>
                      </a:lnTo>
                      <a:lnTo>
                        <a:pt x="1274762" y="479425"/>
                      </a:lnTo>
                      <a:lnTo>
                        <a:pt x="1246187" y="485775"/>
                      </a:lnTo>
                      <a:lnTo>
                        <a:pt x="1227137" y="504825"/>
                      </a:lnTo>
                      <a:lnTo>
                        <a:pt x="1179512" y="450850"/>
                      </a:lnTo>
                      <a:lnTo>
                        <a:pt x="1179512" y="425450"/>
                      </a:lnTo>
                      <a:lnTo>
                        <a:pt x="1150937" y="400050"/>
                      </a:lnTo>
                      <a:lnTo>
                        <a:pt x="1100137" y="361950"/>
                      </a:lnTo>
                      <a:cubicBezTo>
                        <a:pt x="1088495" y="365125"/>
                        <a:pt x="1070504" y="352425"/>
                        <a:pt x="1058862" y="355600"/>
                      </a:cubicBezTo>
                      <a:lnTo>
                        <a:pt x="1036637" y="377825"/>
                      </a:lnTo>
                      <a:lnTo>
                        <a:pt x="992187" y="384175"/>
                      </a:lnTo>
                      <a:lnTo>
                        <a:pt x="935037" y="355600"/>
                      </a:lnTo>
                      <a:lnTo>
                        <a:pt x="906462" y="339725"/>
                      </a:lnTo>
                      <a:lnTo>
                        <a:pt x="868362" y="333375"/>
                      </a:lnTo>
                      <a:lnTo>
                        <a:pt x="817562" y="320675"/>
                      </a:lnTo>
                      <a:lnTo>
                        <a:pt x="776287" y="304800"/>
                      </a:lnTo>
                      <a:lnTo>
                        <a:pt x="757237" y="285750"/>
                      </a:lnTo>
                      <a:lnTo>
                        <a:pt x="782637" y="225425"/>
                      </a:lnTo>
                      <a:lnTo>
                        <a:pt x="788987" y="219075"/>
                      </a:lnTo>
                      <a:lnTo>
                        <a:pt x="820737" y="250825"/>
                      </a:lnTo>
                      <a:lnTo>
                        <a:pt x="849312" y="238125"/>
                      </a:lnTo>
                      <a:lnTo>
                        <a:pt x="855662" y="209550"/>
                      </a:lnTo>
                      <a:lnTo>
                        <a:pt x="846137" y="190500"/>
                      </a:lnTo>
                      <a:lnTo>
                        <a:pt x="871537" y="177800"/>
                      </a:lnTo>
                      <a:lnTo>
                        <a:pt x="903287" y="161925"/>
                      </a:lnTo>
                      <a:lnTo>
                        <a:pt x="941387" y="161925"/>
                      </a:lnTo>
                      <a:lnTo>
                        <a:pt x="966787" y="168275"/>
                      </a:lnTo>
                      <a:lnTo>
                        <a:pt x="973137" y="196850"/>
                      </a:lnTo>
                      <a:lnTo>
                        <a:pt x="1011237" y="174625"/>
                      </a:lnTo>
                      <a:lnTo>
                        <a:pt x="1020762" y="142875"/>
                      </a:lnTo>
                      <a:lnTo>
                        <a:pt x="1011237" y="120650"/>
                      </a:lnTo>
                      <a:lnTo>
                        <a:pt x="1014412" y="107950"/>
                      </a:lnTo>
                      <a:lnTo>
                        <a:pt x="1023937" y="98425"/>
                      </a:lnTo>
                      <a:lnTo>
                        <a:pt x="1065212" y="104775"/>
                      </a:lnTo>
                      <a:lnTo>
                        <a:pt x="1112837" y="85725"/>
                      </a:lnTo>
                      <a:lnTo>
                        <a:pt x="1125537" y="69850"/>
                      </a:lnTo>
                      <a:lnTo>
                        <a:pt x="1128712" y="47625"/>
                      </a:lnTo>
                      <a:lnTo>
                        <a:pt x="1138237" y="50800"/>
                      </a:lnTo>
                      <a:lnTo>
                        <a:pt x="1160462" y="63500"/>
                      </a:lnTo>
                      <a:lnTo>
                        <a:pt x="1204912" y="57150"/>
                      </a:lnTo>
                      <a:lnTo>
                        <a:pt x="1223962" y="63500"/>
                      </a:lnTo>
                      <a:lnTo>
                        <a:pt x="1236662" y="79375"/>
                      </a:lnTo>
                      <a:lnTo>
                        <a:pt x="1271587" y="79375"/>
                      </a:lnTo>
                      <a:lnTo>
                        <a:pt x="1322387" y="50800"/>
                      </a:lnTo>
                      <a:lnTo>
                        <a:pt x="1354137" y="12700"/>
                      </a:lnTo>
                      <a:close/>
                    </a:path>
                  </a:pathLst>
                </a:cu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700">
                    <a:ln>
                      <a:solidFill>
                        <a:schemeClr val="accent1">
                          <a:alpha val="0"/>
                        </a:schemeClr>
                      </a:solidFill>
                    </a:ln>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39" name="오산시">
                  <a:extLst>
                    <a:ext uri="{FF2B5EF4-FFF2-40B4-BE49-F238E27FC236}">
                      <a16:creationId xmlns:a16="http://schemas.microsoft.com/office/drawing/2014/main" id="{6616BB90-66B4-1F3C-0875-8337CAA49FDD}"/>
                    </a:ext>
                  </a:extLst>
                </p:cNvPr>
                <p:cNvSpPr/>
                <p:nvPr/>
              </p:nvSpPr>
              <p:spPr>
                <a:xfrm>
                  <a:off x="4719639" y="5114926"/>
                  <a:ext cx="411955" cy="354805"/>
                </a:xfrm>
                <a:custGeom>
                  <a:avLst/>
                  <a:gdLst>
                    <a:gd name="connsiteX0" fmla="*/ 188118 w 411956"/>
                    <a:gd name="connsiteY0" fmla="*/ 340519 h 354806"/>
                    <a:gd name="connsiteX1" fmla="*/ 157162 w 411956"/>
                    <a:gd name="connsiteY1" fmla="*/ 295275 h 354806"/>
                    <a:gd name="connsiteX2" fmla="*/ 145256 w 411956"/>
                    <a:gd name="connsiteY2" fmla="*/ 254794 h 354806"/>
                    <a:gd name="connsiteX3" fmla="*/ 133350 w 411956"/>
                    <a:gd name="connsiteY3" fmla="*/ 226219 h 354806"/>
                    <a:gd name="connsiteX4" fmla="*/ 150018 w 411956"/>
                    <a:gd name="connsiteY4" fmla="*/ 211931 h 354806"/>
                    <a:gd name="connsiteX5" fmla="*/ 140493 w 411956"/>
                    <a:gd name="connsiteY5" fmla="*/ 188119 h 354806"/>
                    <a:gd name="connsiteX6" fmla="*/ 123825 w 411956"/>
                    <a:gd name="connsiteY6" fmla="*/ 166688 h 354806"/>
                    <a:gd name="connsiteX7" fmla="*/ 102393 w 411956"/>
                    <a:gd name="connsiteY7" fmla="*/ 152400 h 354806"/>
                    <a:gd name="connsiteX8" fmla="*/ 83343 w 411956"/>
                    <a:gd name="connsiteY8" fmla="*/ 152400 h 354806"/>
                    <a:gd name="connsiteX9" fmla="*/ 57150 w 411956"/>
                    <a:gd name="connsiteY9" fmla="*/ 152400 h 354806"/>
                    <a:gd name="connsiteX10" fmla="*/ 42862 w 411956"/>
                    <a:gd name="connsiteY10" fmla="*/ 147638 h 354806"/>
                    <a:gd name="connsiteX11" fmla="*/ 28575 w 411956"/>
                    <a:gd name="connsiteY11" fmla="*/ 126206 h 354806"/>
                    <a:gd name="connsiteX12" fmla="*/ 0 w 411956"/>
                    <a:gd name="connsiteY12" fmla="*/ 119063 h 354806"/>
                    <a:gd name="connsiteX13" fmla="*/ 11906 w 411956"/>
                    <a:gd name="connsiteY13" fmla="*/ 100013 h 354806"/>
                    <a:gd name="connsiteX14" fmla="*/ 38100 w 411956"/>
                    <a:gd name="connsiteY14" fmla="*/ 100013 h 354806"/>
                    <a:gd name="connsiteX15" fmla="*/ 45243 w 411956"/>
                    <a:gd name="connsiteY15" fmla="*/ 80963 h 354806"/>
                    <a:gd name="connsiteX16" fmla="*/ 64293 w 411956"/>
                    <a:gd name="connsiteY16" fmla="*/ 66675 h 354806"/>
                    <a:gd name="connsiteX17" fmla="*/ 57150 w 411956"/>
                    <a:gd name="connsiteY17" fmla="*/ 42863 h 354806"/>
                    <a:gd name="connsiteX18" fmla="*/ 123825 w 411956"/>
                    <a:gd name="connsiteY18" fmla="*/ 11906 h 354806"/>
                    <a:gd name="connsiteX19" fmla="*/ 142875 w 411956"/>
                    <a:gd name="connsiteY19" fmla="*/ 7144 h 354806"/>
                    <a:gd name="connsiteX20" fmla="*/ 159543 w 411956"/>
                    <a:gd name="connsiteY20" fmla="*/ 7144 h 354806"/>
                    <a:gd name="connsiteX21" fmla="*/ 183356 w 411956"/>
                    <a:gd name="connsiteY21" fmla="*/ 23813 h 354806"/>
                    <a:gd name="connsiteX22" fmla="*/ 219075 w 411956"/>
                    <a:gd name="connsiteY22" fmla="*/ 23813 h 354806"/>
                    <a:gd name="connsiteX23" fmla="*/ 250031 w 411956"/>
                    <a:gd name="connsiteY23" fmla="*/ 4763 h 354806"/>
                    <a:gd name="connsiteX24" fmla="*/ 266700 w 411956"/>
                    <a:gd name="connsiteY24" fmla="*/ 0 h 354806"/>
                    <a:gd name="connsiteX25" fmla="*/ 271462 w 411956"/>
                    <a:gd name="connsiteY25" fmla="*/ 33338 h 354806"/>
                    <a:gd name="connsiteX26" fmla="*/ 276225 w 411956"/>
                    <a:gd name="connsiteY26" fmla="*/ 40481 h 354806"/>
                    <a:gd name="connsiteX27" fmla="*/ 285750 w 411956"/>
                    <a:gd name="connsiteY27" fmla="*/ 50006 h 354806"/>
                    <a:gd name="connsiteX28" fmla="*/ 264318 w 411956"/>
                    <a:gd name="connsiteY28" fmla="*/ 76200 h 354806"/>
                    <a:gd name="connsiteX29" fmla="*/ 280987 w 411956"/>
                    <a:gd name="connsiteY29" fmla="*/ 90488 h 354806"/>
                    <a:gd name="connsiteX30" fmla="*/ 300037 w 411956"/>
                    <a:gd name="connsiteY30" fmla="*/ 90488 h 354806"/>
                    <a:gd name="connsiteX31" fmla="*/ 292893 w 411956"/>
                    <a:gd name="connsiteY31" fmla="*/ 138113 h 354806"/>
                    <a:gd name="connsiteX32" fmla="*/ 273843 w 411956"/>
                    <a:gd name="connsiteY32" fmla="*/ 159544 h 354806"/>
                    <a:gd name="connsiteX33" fmla="*/ 295275 w 411956"/>
                    <a:gd name="connsiteY33" fmla="*/ 183356 h 354806"/>
                    <a:gd name="connsiteX34" fmla="*/ 330993 w 411956"/>
                    <a:gd name="connsiteY34" fmla="*/ 183356 h 354806"/>
                    <a:gd name="connsiteX35" fmla="*/ 364331 w 411956"/>
                    <a:gd name="connsiteY35" fmla="*/ 197644 h 354806"/>
                    <a:gd name="connsiteX36" fmla="*/ 385762 w 411956"/>
                    <a:gd name="connsiteY36" fmla="*/ 207169 h 354806"/>
                    <a:gd name="connsiteX37" fmla="*/ 392906 w 411956"/>
                    <a:gd name="connsiteY37" fmla="*/ 230981 h 354806"/>
                    <a:gd name="connsiteX38" fmla="*/ 400050 w 411956"/>
                    <a:gd name="connsiteY38" fmla="*/ 273844 h 354806"/>
                    <a:gd name="connsiteX39" fmla="*/ 411956 w 411956"/>
                    <a:gd name="connsiteY39" fmla="*/ 276225 h 354806"/>
                    <a:gd name="connsiteX40" fmla="*/ 381000 w 411956"/>
                    <a:gd name="connsiteY40" fmla="*/ 309563 h 354806"/>
                    <a:gd name="connsiteX41" fmla="*/ 357187 w 411956"/>
                    <a:gd name="connsiteY41" fmla="*/ 300038 h 354806"/>
                    <a:gd name="connsiteX42" fmla="*/ 352425 w 411956"/>
                    <a:gd name="connsiteY42" fmla="*/ 314325 h 354806"/>
                    <a:gd name="connsiteX43" fmla="*/ 373856 w 411956"/>
                    <a:gd name="connsiteY43" fmla="*/ 338138 h 354806"/>
                    <a:gd name="connsiteX44" fmla="*/ 352425 w 411956"/>
                    <a:gd name="connsiteY44" fmla="*/ 354806 h 354806"/>
                    <a:gd name="connsiteX45" fmla="*/ 309562 w 411956"/>
                    <a:gd name="connsiteY45" fmla="*/ 354806 h 354806"/>
                    <a:gd name="connsiteX46" fmla="*/ 280987 w 411956"/>
                    <a:gd name="connsiteY46" fmla="*/ 352425 h 354806"/>
                    <a:gd name="connsiteX47" fmla="*/ 273843 w 411956"/>
                    <a:gd name="connsiteY47" fmla="*/ 335756 h 354806"/>
                    <a:gd name="connsiteX48" fmla="*/ 261937 w 411956"/>
                    <a:gd name="connsiteY48" fmla="*/ 319088 h 354806"/>
                    <a:gd name="connsiteX49" fmla="*/ 233362 w 411956"/>
                    <a:gd name="connsiteY49" fmla="*/ 319088 h 354806"/>
                    <a:gd name="connsiteX50" fmla="*/ 188118 w 411956"/>
                    <a:gd name="connsiteY50" fmla="*/ 340519 h 354806"/>
                    <a:gd name="connsiteX0" fmla="*/ 185737 w 411956"/>
                    <a:gd name="connsiteY0" fmla="*/ 350044 h 354806"/>
                    <a:gd name="connsiteX1" fmla="*/ 157162 w 411956"/>
                    <a:gd name="connsiteY1" fmla="*/ 295275 h 354806"/>
                    <a:gd name="connsiteX2" fmla="*/ 145256 w 411956"/>
                    <a:gd name="connsiteY2" fmla="*/ 254794 h 354806"/>
                    <a:gd name="connsiteX3" fmla="*/ 133350 w 411956"/>
                    <a:gd name="connsiteY3" fmla="*/ 226219 h 354806"/>
                    <a:gd name="connsiteX4" fmla="*/ 150018 w 411956"/>
                    <a:gd name="connsiteY4" fmla="*/ 211931 h 354806"/>
                    <a:gd name="connsiteX5" fmla="*/ 140493 w 411956"/>
                    <a:gd name="connsiteY5" fmla="*/ 188119 h 354806"/>
                    <a:gd name="connsiteX6" fmla="*/ 123825 w 411956"/>
                    <a:gd name="connsiteY6" fmla="*/ 166688 h 354806"/>
                    <a:gd name="connsiteX7" fmla="*/ 102393 w 411956"/>
                    <a:gd name="connsiteY7" fmla="*/ 152400 h 354806"/>
                    <a:gd name="connsiteX8" fmla="*/ 83343 w 411956"/>
                    <a:gd name="connsiteY8" fmla="*/ 152400 h 354806"/>
                    <a:gd name="connsiteX9" fmla="*/ 57150 w 411956"/>
                    <a:gd name="connsiteY9" fmla="*/ 152400 h 354806"/>
                    <a:gd name="connsiteX10" fmla="*/ 42862 w 411956"/>
                    <a:gd name="connsiteY10" fmla="*/ 147638 h 354806"/>
                    <a:gd name="connsiteX11" fmla="*/ 28575 w 411956"/>
                    <a:gd name="connsiteY11" fmla="*/ 126206 h 354806"/>
                    <a:gd name="connsiteX12" fmla="*/ 0 w 411956"/>
                    <a:gd name="connsiteY12" fmla="*/ 119063 h 354806"/>
                    <a:gd name="connsiteX13" fmla="*/ 11906 w 411956"/>
                    <a:gd name="connsiteY13" fmla="*/ 100013 h 354806"/>
                    <a:gd name="connsiteX14" fmla="*/ 38100 w 411956"/>
                    <a:gd name="connsiteY14" fmla="*/ 100013 h 354806"/>
                    <a:gd name="connsiteX15" fmla="*/ 45243 w 411956"/>
                    <a:gd name="connsiteY15" fmla="*/ 80963 h 354806"/>
                    <a:gd name="connsiteX16" fmla="*/ 64293 w 411956"/>
                    <a:gd name="connsiteY16" fmla="*/ 66675 h 354806"/>
                    <a:gd name="connsiteX17" fmla="*/ 57150 w 411956"/>
                    <a:gd name="connsiteY17" fmla="*/ 42863 h 354806"/>
                    <a:gd name="connsiteX18" fmla="*/ 123825 w 411956"/>
                    <a:gd name="connsiteY18" fmla="*/ 11906 h 354806"/>
                    <a:gd name="connsiteX19" fmla="*/ 142875 w 411956"/>
                    <a:gd name="connsiteY19" fmla="*/ 7144 h 354806"/>
                    <a:gd name="connsiteX20" fmla="*/ 159543 w 411956"/>
                    <a:gd name="connsiteY20" fmla="*/ 7144 h 354806"/>
                    <a:gd name="connsiteX21" fmla="*/ 183356 w 411956"/>
                    <a:gd name="connsiteY21" fmla="*/ 23813 h 354806"/>
                    <a:gd name="connsiteX22" fmla="*/ 219075 w 411956"/>
                    <a:gd name="connsiteY22" fmla="*/ 23813 h 354806"/>
                    <a:gd name="connsiteX23" fmla="*/ 250031 w 411956"/>
                    <a:gd name="connsiteY23" fmla="*/ 4763 h 354806"/>
                    <a:gd name="connsiteX24" fmla="*/ 266700 w 411956"/>
                    <a:gd name="connsiteY24" fmla="*/ 0 h 354806"/>
                    <a:gd name="connsiteX25" fmla="*/ 271462 w 411956"/>
                    <a:gd name="connsiteY25" fmla="*/ 33338 h 354806"/>
                    <a:gd name="connsiteX26" fmla="*/ 276225 w 411956"/>
                    <a:gd name="connsiteY26" fmla="*/ 40481 h 354806"/>
                    <a:gd name="connsiteX27" fmla="*/ 285750 w 411956"/>
                    <a:gd name="connsiteY27" fmla="*/ 50006 h 354806"/>
                    <a:gd name="connsiteX28" fmla="*/ 264318 w 411956"/>
                    <a:gd name="connsiteY28" fmla="*/ 76200 h 354806"/>
                    <a:gd name="connsiteX29" fmla="*/ 280987 w 411956"/>
                    <a:gd name="connsiteY29" fmla="*/ 90488 h 354806"/>
                    <a:gd name="connsiteX30" fmla="*/ 300037 w 411956"/>
                    <a:gd name="connsiteY30" fmla="*/ 90488 h 354806"/>
                    <a:gd name="connsiteX31" fmla="*/ 292893 w 411956"/>
                    <a:gd name="connsiteY31" fmla="*/ 138113 h 354806"/>
                    <a:gd name="connsiteX32" fmla="*/ 273843 w 411956"/>
                    <a:gd name="connsiteY32" fmla="*/ 159544 h 354806"/>
                    <a:gd name="connsiteX33" fmla="*/ 295275 w 411956"/>
                    <a:gd name="connsiteY33" fmla="*/ 183356 h 354806"/>
                    <a:gd name="connsiteX34" fmla="*/ 330993 w 411956"/>
                    <a:gd name="connsiteY34" fmla="*/ 183356 h 354806"/>
                    <a:gd name="connsiteX35" fmla="*/ 364331 w 411956"/>
                    <a:gd name="connsiteY35" fmla="*/ 197644 h 354806"/>
                    <a:gd name="connsiteX36" fmla="*/ 385762 w 411956"/>
                    <a:gd name="connsiteY36" fmla="*/ 207169 h 354806"/>
                    <a:gd name="connsiteX37" fmla="*/ 392906 w 411956"/>
                    <a:gd name="connsiteY37" fmla="*/ 230981 h 354806"/>
                    <a:gd name="connsiteX38" fmla="*/ 400050 w 411956"/>
                    <a:gd name="connsiteY38" fmla="*/ 273844 h 354806"/>
                    <a:gd name="connsiteX39" fmla="*/ 411956 w 411956"/>
                    <a:gd name="connsiteY39" fmla="*/ 276225 h 354806"/>
                    <a:gd name="connsiteX40" fmla="*/ 381000 w 411956"/>
                    <a:gd name="connsiteY40" fmla="*/ 309563 h 354806"/>
                    <a:gd name="connsiteX41" fmla="*/ 357187 w 411956"/>
                    <a:gd name="connsiteY41" fmla="*/ 300038 h 354806"/>
                    <a:gd name="connsiteX42" fmla="*/ 352425 w 411956"/>
                    <a:gd name="connsiteY42" fmla="*/ 314325 h 354806"/>
                    <a:gd name="connsiteX43" fmla="*/ 373856 w 411956"/>
                    <a:gd name="connsiteY43" fmla="*/ 338138 h 354806"/>
                    <a:gd name="connsiteX44" fmla="*/ 352425 w 411956"/>
                    <a:gd name="connsiteY44" fmla="*/ 354806 h 354806"/>
                    <a:gd name="connsiteX45" fmla="*/ 309562 w 411956"/>
                    <a:gd name="connsiteY45" fmla="*/ 354806 h 354806"/>
                    <a:gd name="connsiteX46" fmla="*/ 280987 w 411956"/>
                    <a:gd name="connsiteY46" fmla="*/ 352425 h 354806"/>
                    <a:gd name="connsiteX47" fmla="*/ 273843 w 411956"/>
                    <a:gd name="connsiteY47" fmla="*/ 335756 h 354806"/>
                    <a:gd name="connsiteX48" fmla="*/ 261937 w 411956"/>
                    <a:gd name="connsiteY48" fmla="*/ 319088 h 354806"/>
                    <a:gd name="connsiteX49" fmla="*/ 233362 w 411956"/>
                    <a:gd name="connsiteY49" fmla="*/ 319088 h 354806"/>
                    <a:gd name="connsiteX50" fmla="*/ 185737 w 411956"/>
                    <a:gd name="connsiteY50" fmla="*/ 350044 h 354806"/>
                    <a:gd name="connsiteX0" fmla="*/ 185737 w 411956"/>
                    <a:gd name="connsiteY0" fmla="*/ 350044 h 354806"/>
                    <a:gd name="connsiteX1" fmla="*/ 157162 w 411956"/>
                    <a:gd name="connsiteY1" fmla="*/ 295275 h 354806"/>
                    <a:gd name="connsiteX2" fmla="*/ 145256 w 411956"/>
                    <a:gd name="connsiteY2" fmla="*/ 254794 h 354806"/>
                    <a:gd name="connsiteX3" fmla="*/ 133350 w 411956"/>
                    <a:gd name="connsiteY3" fmla="*/ 226219 h 354806"/>
                    <a:gd name="connsiteX4" fmla="*/ 150018 w 411956"/>
                    <a:gd name="connsiteY4" fmla="*/ 211931 h 354806"/>
                    <a:gd name="connsiteX5" fmla="*/ 140493 w 411956"/>
                    <a:gd name="connsiteY5" fmla="*/ 188119 h 354806"/>
                    <a:gd name="connsiteX6" fmla="*/ 123825 w 411956"/>
                    <a:gd name="connsiteY6" fmla="*/ 166688 h 354806"/>
                    <a:gd name="connsiteX7" fmla="*/ 102393 w 411956"/>
                    <a:gd name="connsiteY7" fmla="*/ 152400 h 354806"/>
                    <a:gd name="connsiteX8" fmla="*/ 83343 w 411956"/>
                    <a:gd name="connsiteY8" fmla="*/ 152400 h 354806"/>
                    <a:gd name="connsiteX9" fmla="*/ 57150 w 411956"/>
                    <a:gd name="connsiteY9" fmla="*/ 152400 h 354806"/>
                    <a:gd name="connsiteX10" fmla="*/ 42862 w 411956"/>
                    <a:gd name="connsiteY10" fmla="*/ 147638 h 354806"/>
                    <a:gd name="connsiteX11" fmla="*/ 28575 w 411956"/>
                    <a:gd name="connsiteY11" fmla="*/ 126206 h 354806"/>
                    <a:gd name="connsiteX12" fmla="*/ 0 w 411956"/>
                    <a:gd name="connsiteY12" fmla="*/ 119063 h 354806"/>
                    <a:gd name="connsiteX13" fmla="*/ 11906 w 411956"/>
                    <a:gd name="connsiteY13" fmla="*/ 100013 h 354806"/>
                    <a:gd name="connsiteX14" fmla="*/ 38100 w 411956"/>
                    <a:gd name="connsiteY14" fmla="*/ 100013 h 354806"/>
                    <a:gd name="connsiteX15" fmla="*/ 45243 w 411956"/>
                    <a:gd name="connsiteY15" fmla="*/ 80963 h 354806"/>
                    <a:gd name="connsiteX16" fmla="*/ 64293 w 411956"/>
                    <a:gd name="connsiteY16" fmla="*/ 66675 h 354806"/>
                    <a:gd name="connsiteX17" fmla="*/ 57150 w 411956"/>
                    <a:gd name="connsiteY17" fmla="*/ 42863 h 354806"/>
                    <a:gd name="connsiteX18" fmla="*/ 123825 w 411956"/>
                    <a:gd name="connsiteY18" fmla="*/ 11906 h 354806"/>
                    <a:gd name="connsiteX19" fmla="*/ 142875 w 411956"/>
                    <a:gd name="connsiteY19" fmla="*/ 7144 h 354806"/>
                    <a:gd name="connsiteX20" fmla="*/ 159543 w 411956"/>
                    <a:gd name="connsiteY20" fmla="*/ 7144 h 354806"/>
                    <a:gd name="connsiteX21" fmla="*/ 183356 w 411956"/>
                    <a:gd name="connsiteY21" fmla="*/ 23813 h 354806"/>
                    <a:gd name="connsiteX22" fmla="*/ 219075 w 411956"/>
                    <a:gd name="connsiteY22" fmla="*/ 23813 h 354806"/>
                    <a:gd name="connsiteX23" fmla="*/ 250031 w 411956"/>
                    <a:gd name="connsiteY23" fmla="*/ 4763 h 354806"/>
                    <a:gd name="connsiteX24" fmla="*/ 266700 w 411956"/>
                    <a:gd name="connsiteY24" fmla="*/ 0 h 354806"/>
                    <a:gd name="connsiteX25" fmla="*/ 271462 w 411956"/>
                    <a:gd name="connsiteY25" fmla="*/ 33338 h 354806"/>
                    <a:gd name="connsiteX26" fmla="*/ 276225 w 411956"/>
                    <a:gd name="connsiteY26" fmla="*/ 40481 h 354806"/>
                    <a:gd name="connsiteX27" fmla="*/ 285750 w 411956"/>
                    <a:gd name="connsiteY27" fmla="*/ 50006 h 354806"/>
                    <a:gd name="connsiteX28" fmla="*/ 264318 w 411956"/>
                    <a:gd name="connsiteY28" fmla="*/ 76200 h 354806"/>
                    <a:gd name="connsiteX29" fmla="*/ 280987 w 411956"/>
                    <a:gd name="connsiteY29" fmla="*/ 90488 h 354806"/>
                    <a:gd name="connsiteX30" fmla="*/ 300037 w 411956"/>
                    <a:gd name="connsiteY30" fmla="*/ 90488 h 354806"/>
                    <a:gd name="connsiteX31" fmla="*/ 292893 w 411956"/>
                    <a:gd name="connsiteY31" fmla="*/ 138113 h 354806"/>
                    <a:gd name="connsiteX32" fmla="*/ 273843 w 411956"/>
                    <a:gd name="connsiteY32" fmla="*/ 159544 h 354806"/>
                    <a:gd name="connsiteX33" fmla="*/ 295275 w 411956"/>
                    <a:gd name="connsiteY33" fmla="*/ 183356 h 354806"/>
                    <a:gd name="connsiteX34" fmla="*/ 330993 w 411956"/>
                    <a:gd name="connsiteY34" fmla="*/ 183356 h 354806"/>
                    <a:gd name="connsiteX35" fmla="*/ 364331 w 411956"/>
                    <a:gd name="connsiteY35" fmla="*/ 197644 h 354806"/>
                    <a:gd name="connsiteX36" fmla="*/ 385762 w 411956"/>
                    <a:gd name="connsiteY36" fmla="*/ 207169 h 354806"/>
                    <a:gd name="connsiteX37" fmla="*/ 392906 w 411956"/>
                    <a:gd name="connsiteY37" fmla="*/ 230981 h 354806"/>
                    <a:gd name="connsiteX38" fmla="*/ 400050 w 411956"/>
                    <a:gd name="connsiteY38" fmla="*/ 273844 h 354806"/>
                    <a:gd name="connsiteX39" fmla="*/ 411956 w 411956"/>
                    <a:gd name="connsiteY39" fmla="*/ 276225 h 354806"/>
                    <a:gd name="connsiteX40" fmla="*/ 381000 w 411956"/>
                    <a:gd name="connsiteY40" fmla="*/ 309563 h 354806"/>
                    <a:gd name="connsiteX41" fmla="*/ 357187 w 411956"/>
                    <a:gd name="connsiteY41" fmla="*/ 300038 h 354806"/>
                    <a:gd name="connsiteX42" fmla="*/ 352425 w 411956"/>
                    <a:gd name="connsiteY42" fmla="*/ 314325 h 354806"/>
                    <a:gd name="connsiteX43" fmla="*/ 373856 w 411956"/>
                    <a:gd name="connsiteY43" fmla="*/ 338138 h 354806"/>
                    <a:gd name="connsiteX44" fmla="*/ 352425 w 411956"/>
                    <a:gd name="connsiteY44" fmla="*/ 354806 h 354806"/>
                    <a:gd name="connsiteX45" fmla="*/ 309562 w 411956"/>
                    <a:gd name="connsiteY45" fmla="*/ 354806 h 354806"/>
                    <a:gd name="connsiteX46" fmla="*/ 280987 w 411956"/>
                    <a:gd name="connsiteY46" fmla="*/ 352425 h 354806"/>
                    <a:gd name="connsiteX47" fmla="*/ 273843 w 411956"/>
                    <a:gd name="connsiteY47" fmla="*/ 335756 h 354806"/>
                    <a:gd name="connsiteX48" fmla="*/ 261937 w 411956"/>
                    <a:gd name="connsiteY48" fmla="*/ 319088 h 354806"/>
                    <a:gd name="connsiteX49" fmla="*/ 221455 w 411956"/>
                    <a:gd name="connsiteY49" fmla="*/ 311944 h 354806"/>
                    <a:gd name="connsiteX50" fmla="*/ 185737 w 411956"/>
                    <a:gd name="connsiteY50" fmla="*/ 350044 h 354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411956" h="354806">
                      <a:moveTo>
                        <a:pt x="185737" y="350044"/>
                      </a:moveTo>
                      <a:lnTo>
                        <a:pt x="157162" y="295275"/>
                      </a:lnTo>
                      <a:lnTo>
                        <a:pt x="145256" y="254794"/>
                      </a:lnTo>
                      <a:lnTo>
                        <a:pt x="133350" y="226219"/>
                      </a:lnTo>
                      <a:lnTo>
                        <a:pt x="150018" y="211931"/>
                      </a:lnTo>
                      <a:lnTo>
                        <a:pt x="140493" y="188119"/>
                      </a:lnTo>
                      <a:lnTo>
                        <a:pt x="123825" y="166688"/>
                      </a:lnTo>
                      <a:lnTo>
                        <a:pt x="102393" y="152400"/>
                      </a:lnTo>
                      <a:lnTo>
                        <a:pt x="83343" y="152400"/>
                      </a:lnTo>
                      <a:lnTo>
                        <a:pt x="57150" y="152400"/>
                      </a:lnTo>
                      <a:lnTo>
                        <a:pt x="42862" y="147638"/>
                      </a:lnTo>
                      <a:lnTo>
                        <a:pt x="28575" y="126206"/>
                      </a:lnTo>
                      <a:lnTo>
                        <a:pt x="0" y="119063"/>
                      </a:lnTo>
                      <a:lnTo>
                        <a:pt x="11906" y="100013"/>
                      </a:lnTo>
                      <a:lnTo>
                        <a:pt x="38100" y="100013"/>
                      </a:lnTo>
                      <a:lnTo>
                        <a:pt x="45243" y="80963"/>
                      </a:lnTo>
                      <a:lnTo>
                        <a:pt x="64293" y="66675"/>
                      </a:lnTo>
                      <a:lnTo>
                        <a:pt x="57150" y="42863"/>
                      </a:lnTo>
                      <a:lnTo>
                        <a:pt x="123825" y="11906"/>
                      </a:lnTo>
                      <a:lnTo>
                        <a:pt x="142875" y="7144"/>
                      </a:lnTo>
                      <a:lnTo>
                        <a:pt x="159543" y="7144"/>
                      </a:lnTo>
                      <a:lnTo>
                        <a:pt x="183356" y="23813"/>
                      </a:lnTo>
                      <a:lnTo>
                        <a:pt x="219075" y="23813"/>
                      </a:lnTo>
                      <a:lnTo>
                        <a:pt x="250031" y="4763"/>
                      </a:lnTo>
                      <a:lnTo>
                        <a:pt x="266700" y="0"/>
                      </a:lnTo>
                      <a:lnTo>
                        <a:pt x="271462" y="33338"/>
                      </a:lnTo>
                      <a:lnTo>
                        <a:pt x="276225" y="40481"/>
                      </a:lnTo>
                      <a:lnTo>
                        <a:pt x="285750" y="50006"/>
                      </a:lnTo>
                      <a:lnTo>
                        <a:pt x="264318" y="76200"/>
                      </a:lnTo>
                      <a:lnTo>
                        <a:pt x="280987" y="90488"/>
                      </a:lnTo>
                      <a:lnTo>
                        <a:pt x="300037" y="90488"/>
                      </a:lnTo>
                      <a:lnTo>
                        <a:pt x="292893" y="138113"/>
                      </a:lnTo>
                      <a:lnTo>
                        <a:pt x="273843" y="159544"/>
                      </a:lnTo>
                      <a:lnTo>
                        <a:pt x="295275" y="183356"/>
                      </a:lnTo>
                      <a:lnTo>
                        <a:pt x="330993" y="183356"/>
                      </a:lnTo>
                      <a:lnTo>
                        <a:pt x="364331" y="197644"/>
                      </a:lnTo>
                      <a:lnTo>
                        <a:pt x="385762" y="207169"/>
                      </a:lnTo>
                      <a:lnTo>
                        <a:pt x="392906" y="230981"/>
                      </a:lnTo>
                      <a:lnTo>
                        <a:pt x="400050" y="273844"/>
                      </a:lnTo>
                      <a:lnTo>
                        <a:pt x="411956" y="276225"/>
                      </a:lnTo>
                      <a:lnTo>
                        <a:pt x="381000" y="309563"/>
                      </a:lnTo>
                      <a:lnTo>
                        <a:pt x="357187" y="300038"/>
                      </a:lnTo>
                      <a:lnTo>
                        <a:pt x="352425" y="314325"/>
                      </a:lnTo>
                      <a:lnTo>
                        <a:pt x="373856" y="338138"/>
                      </a:lnTo>
                      <a:lnTo>
                        <a:pt x="352425" y="354806"/>
                      </a:lnTo>
                      <a:lnTo>
                        <a:pt x="309562" y="354806"/>
                      </a:lnTo>
                      <a:lnTo>
                        <a:pt x="280987" y="352425"/>
                      </a:lnTo>
                      <a:lnTo>
                        <a:pt x="273843" y="335756"/>
                      </a:lnTo>
                      <a:lnTo>
                        <a:pt x="261937" y="319088"/>
                      </a:lnTo>
                      <a:lnTo>
                        <a:pt x="221455" y="311944"/>
                      </a:lnTo>
                      <a:lnTo>
                        <a:pt x="185737" y="350044"/>
                      </a:lnTo>
                      <a:close/>
                    </a:path>
                  </a:pathLst>
                </a:cu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700">
                    <a:ln>
                      <a:solidFill>
                        <a:schemeClr val="accent1">
                          <a:alpha val="0"/>
                        </a:schemeClr>
                      </a:solidFill>
                    </a:ln>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grpSp>
          <p:grpSp>
            <p:nvGrpSpPr>
              <p:cNvPr id="109" name="경기 동남부">
                <a:extLst>
                  <a:ext uri="{FF2B5EF4-FFF2-40B4-BE49-F238E27FC236}">
                    <a16:creationId xmlns:a16="http://schemas.microsoft.com/office/drawing/2014/main" id="{9A579F64-774A-C6B5-C0DD-24D268D49439}"/>
                  </a:ext>
                </a:extLst>
              </p:cNvPr>
              <p:cNvGrpSpPr/>
              <p:nvPr/>
            </p:nvGrpSpPr>
            <p:grpSpPr>
              <a:xfrm>
                <a:off x="6966512" y="3916250"/>
                <a:ext cx="2261568" cy="2135550"/>
                <a:chOff x="4819647" y="2859886"/>
                <a:chExt cx="3205164" cy="3026573"/>
              </a:xfrm>
              <a:solidFill>
                <a:schemeClr val="bg1">
                  <a:lumMod val="95000"/>
                </a:schemeClr>
              </a:solidFill>
            </p:grpSpPr>
            <p:sp>
              <p:nvSpPr>
                <p:cNvPr id="123" name="하남시">
                  <a:extLst>
                    <a:ext uri="{FF2B5EF4-FFF2-40B4-BE49-F238E27FC236}">
                      <a16:creationId xmlns:a16="http://schemas.microsoft.com/office/drawing/2014/main" id="{AF731B98-EE24-D2B2-B5C3-03BE8C6C93C3}"/>
                    </a:ext>
                  </a:extLst>
                </p:cNvPr>
                <p:cNvSpPr/>
                <p:nvPr/>
              </p:nvSpPr>
              <p:spPr>
                <a:xfrm>
                  <a:off x="5305426" y="3255174"/>
                  <a:ext cx="523874" cy="547688"/>
                </a:xfrm>
                <a:custGeom>
                  <a:avLst/>
                  <a:gdLst>
                    <a:gd name="connsiteX0" fmla="*/ 126206 w 523875"/>
                    <a:gd name="connsiteY0" fmla="*/ 11906 h 547687"/>
                    <a:gd name="connsiteX1" fmla="*/ 157163 w 523875"/>
                    <a:gd name="connsiteY1" fmla="*/ 78581 h 547687"/>
                    <a:gd name="connsiteX2" fmla="*/ 164306 w 523875"/>
                    <a:gd name="connsiteY2" fmla="*/ 140494 h 547687"/>
                    <a:gd name="connsiteX3" fmla="*/ 166688 w 523875"/>
                    <a:gd name="connsiteY3" fmla="*/ 169069 h 547687"/>
                    <a:gd name="connsiteX4" fmla="*/ 147638 w 523875"/>
                    <a:gd name="connsiteY4" fmla="*/ 190500 h 547687"/>
                    <a:gd name="connsiteX5" fmla="*/ 123825 w 523875"/>
                    <a:gd name="connsiteY5" fmla="*/ 202406 h 547687"/>
                    <a:gd name="connsiteX6" fmla="*/ 95250 w 523875"/>
                    <a:gd name="connsiteY6" fmla="*/ 192881 h 547687"/>
                    <a:gd name="connsiteX7" fmla="*/ 83344 w 523875"/>
                    <a:gd name="connsiteY7" fmla="*/ 192881 h 547687"/>
                    <a:gd name="connsiteX8" fmla="*/ 50006 w 523875"/>
                    <a:gd name="connsiteY8" fmla="*/ 216694 h 547687"/>
                    <a:gd name="connsiteX9" fmla="*/ 38100 w 523875"/>
                    <a:gd name="connsiteY9" fmla="*/ 254794 h 547687"/>
                    <a:gd name="connsiteX10" fmla="*/ 28575 w 523875"/>
                    <a:gd name="connsiteY10" fmla="*/ 276225 h 547687"/>
                    <a:gd name="connsiteX11" fmla="*/ 7144 w 523875"/>
                    <a:gd name="connsiteY11" fmla="*/ 300037 h 547687"/>
                    <a:gd name="connsiteX12" fmla="*/ 11906 w 523875"/>
                    <a:gd name="connsiteY12" fmla="*/ 326231 h 547687"/>
                    <a:gd name="connsiteX13" fmla="*/ 0 w 523875"/>
                    <a:gd name="connsiteY13" fmla="*/ 345281 h 547687"/>
                    <a:gd name="connsiteX14" fmla="*/ 9525 w 523875"/>
                    <a:gd name="connsiteY14" fmla="*/ 359569 h 547687"/>
                    <a:gd name="connsiteX15" fmla="*/ 40481 w 523875"/>
                    <a:gd name="connsiteY15" fmla="*/ 359569 h 547687"/>
                    <a:gd name="connsiteX16" fmla="*/ 66675 w 523875"/>
                    <a:gd name="connsiteY16" fmla="*/ 381000 h 547687"/>
                    <a:gd name="connsiteX17" fmla="*/ 80963 w 523875"/>
                    <a:gd name="connsiteY17" fmla="*/ 404812 h 547687"/>
                    <a:gd name="connsiteX18" fmla="*/ 61913 w 523875"/>
                    <a:gd name="connsiteY18" fmla="*/ 450056 h 547687"/>
                    <a:gd name="connsiteX19" fmla="*/ 42863 w 523875"/>
                    <a:gd name="connsiteY19" fmla="*/ 481012 h 547687"/>
                    <a:gd name="connsiteX20" fmla="*/ 30956 w 523875"/>
                    <a:gd name="connsiteY20" fmla="*/ 492919 h 547687"/>
                    <a:gd name="connsiteX21" fmla="*/ 30956 w 523875"/>
                    <a:gd name="connsiteY21" fmla="*/ 509587 h 547687"/>
                    <a:gd name="connsiteX22" fmla="*/ 2381 w 523875"/>
                    <a:gd name="connsiteY22" fmla="*/ 531019 h 547687"/>
                    <a:gd name="connsiteX23" fmla="*/ 33338 w 523875"/>
                    <a:gd name="connsiteY23" fmla="*/ 533400 h 547687"/>
                    <a:gd name="connsiteX24" fmla="*/ 85725 w 523875"/>
                    <a:gd name="connsiteY24" fmla="*/ 547687 h 547687"/>
                    <a:gd name="connsiteX25" fmla="*/ 123825 w 523875"/>
                    <a:gd name="connsiteY25" fmla="*/ 533400 h 547687"/>
                    <a:gd name="connsiteX26" fmla="*/ 95250 w 523875"/>
                    <a:gd name="connsiteY26" fmla="*/ 514350 h 547687"/>
                    <a:gd name="connsiteX27" fmla="*/ 107156 w 523875"/>
                    <a:gd name="connsiteY27" fmla="*/ 476250 h 547687"/>
                    <a:gd name="connsiteX28" fmla="*/ 121444 w 523875"/>
                    <a:gd name="connsiteY28" fmla="*/ 466725 h 547687"/>
                    <a:gd name="connsiteX29" fmla="*/ 154781 w 523875"/>
                    <a:gd name="connsiteY29" fmla="*/ 485775 h 547687"/>
                    <a:gd name="connsiteX30" fmla="*/ 190500 w 523875"/>
                    <a:gd name="connsiteY30" fmla="*/ 485775 h 547687"/>
                    <a:gd name="connsiteX31" fmla="*/ 190500 w 523875"/>
                    <a:gd name="connsiteY31" fmla="*/ 485775 h 547687"/>
                    <a:gd name="connsiteX32" fmla="*/ 204788 w 523875"/>
                    <a:gd name="connsiteY32" fmla="*/ 473869 h 547687"/>
                    <a:gd name="connsiteX33" fmla="*/ 223838 w 523875"/>
                    <a:gd name="connsiteY33" fmla="*/ 490537 h 547687"/>
                    <a:gd name="connsiteX34" fmla="*/ 261938 w 523875"/>
                    <a:gd name="connsiteY34" fmla="*/ 476250 h 547687"/>
                    <a:gd name="connsiteX35" fmla="*/ 304800 w 523875"/>
                    <a:gd name="connsiteY35" fmla="*/ 485775 h 547687"/>
                    <a:gd name="connsiteX36" fmla="*/ 328613 w 523875"/>
                    <a:gd name="connsiteY36" fmla="*/ 507206 h 547687"/>
                    <a:gd name="connsiteX37" fmla="*/ 364331 w 523875"/>
                    <a:gd name="connsiteY37" fmla="*/ 507206 h 547687"/>
                    <a:gd name="connsiteX38" fmla="*/ 381000 w 523875"/>
                    <a:gd name="connsiteY38" fmla="*/ 495300 h 547687"/>
                    <a:gd name="connsiteX39" fmla="*/ 357188 w 523875"/>
                    <a:gd name="connsiteY39" fmla="*/ 473869 h 547687"/>
                    <a:gd name="connsiteX40" fmla="*/ 366713 w 523875"/>
                    <a:gd name="connsiteY40" fmla="*/ 457200 h 547687"/>
                    <a:gd name="connsiteX41" fmla="*/ 385763 w 523875"/>
                    <a:gd name="connsiteY41" fmla="*/ 454819 h 547687"/>
                    <a:gd name="connsiteX42" fmla="*/ 414338 w 523875"/>
                    <a:gd name="connsiteY42" fmla="*/ 454819 h 547687"/>
                    <a:gd name="connsiteX43" fmla="*/ 421481 w 523875"/>
                    <a:gd name="connsiteY43" fmla="*/ 433387 h 547687"/>
                    <a:gd name="connsiteX44" fmla="*/ 402431 w 523875"/>
                    <a:gd name="connsiteY44" fmla="*/ 395287 h 547687"/>
                    <a:gd name="connsiteX45" fmla="*/ 407194 w 523875"/>
                    <a:gd name="connsiteY45" fmla="*/ 366712 h 547687"/>
                    <a:gd name="connsiteX46" fmla="*/ 459581 w 523875"/>
                    <a:gd name="connsiteY46" fmla="*/ 352425 h 547687"/>
                    <a:gd name="connsiteX47" fmla="*/ 492919 w 523875"/>
                    <a:gd name="connsiteY47" fmla="*/ 352425 h 547687"/>
                    <a:gd name="connsiteX48" fmla="*/ 516731 w 523875"/>
                    <a:gd name="connsiteY48" fmla="*/ 328612 h 547687"/>
                    <a:gd name="connsiteX49" fmla="*/ 523875 w 523875"/>
                    <a:gd name="connsiteY49" fmla="*/ 316706 h 547687"/>
                    <a:gd name="connsiteX50" fmla="*/ 509588 w 523875"/>
                    <a:gd name="connsiteY50" fmla="*/ 290512 h 547687"/>
                    <a:gd name="connsiteX51" fmla="*/ 445294 w 523875"/>
                    <a:gd name="connsiteY51" fmla="*/ 257175 h 547687"/>
                    <a:gd name="connsiteX52" fmla="*/ 411956 w 523875"/>
                    <a:gd name="connsiteY52" fmla="*/ 230981 h 547687"/>
                    <a:gd name="connsiteX53" fmla="*/ 350044 w 523875"/>
                    <a:gd name="connsiteY53" fmla="*/ 207169 h 547687"/>
                    <a:gd name="connsiteX54" fmla="*/ 300038 w 523875"/>
                    <a:gd name="connsiteY54" fmla="*/ 173831 h 547687"/>
                    <a:gd name="connsiteX55" fmla="*/ 283369 w 523875"/>
                    <a:gd name="connsiteY55" fmla="*/ 135731 h 547687"/>
                    <a:gd name="connsiteX56" fmla="*/ 261938 w 523875"/>
                    <a:gd name="connsiteY56" fmla="*/ 73819 h 547687"/>
                    <a:gd name="connsiteX57" fmla="*/ 233363 w 523875"/>
                    <a:gd name="connsiteY57" fmla="*/ 47625 h 547687"/>
                    <a:gd name="connsiteX58" fmla="*/ 211931 w 523875"/>
                    <a:gd name="connsiteY58" fmla="*/ 0 h 547687"/>
                    <a:gd name="connsiteX59" fmla="*/ 192881 w 523875"/>
                    <a:gd name="connsiteY59" fmla="*/ 7144 h 547687"/>
                    <a:gd name="connsiteX60" fmla="*/ 126206 w 523875"/>
                    <a:gd name="connsiteY60" fmla="*/ 11906 h 547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523875" h="547687">
                      <a:moveTo>
                        <a:pt x="126206" y="11906"/>
                      </a:moveTo>
                      <a:lnTo>
                        <a:pt x="157163" y="78581"/>
                      </a:lnTo>
                      <a:lnTo>
                        <a:pt x="164306" y="140494"/>
                      </a:lnTo>
                      <a:lnTo>
                        <a:pt x="166688" y="169069"/>
                      </a:lnTo>
                      <a:lnTo>
                        <a:pt x="147638" y="190500"/>
                      </a:lnTo>
                      <a:lnTo>
                        <a:pt x="123825" y="202406"/>
                      </a:lnTo>
                      <a:lnTo>
                        <a:pt x="95250" y="192881"/>
                      </a:lnTo>
                      <a:lnTo>
                        <a:pt x="83344" y="192881"/>
                      </a:lnTo>
                      <a:lnTo>
                        <a:pt x="50006" y="216694"/>
                      </a:lnTo>
                      <a:lnTo>
                        <a:pt x="38100" y="254794"/>
                      </a:lnTo>
                      <a:lnTo>
                        <a:pt x="28575" y="276225"/>
                      </a:lnTo>
                      <a:lnTo>
                        <a:pt x="7144" y="300037"/>
                      </a:lnTo>
                      <a:lnTo>
                        <a:pt x="11906" y="326231"/>
                      </a:lnTo>
                      <a:lnTo>
                        <a:pt x="0" y="345281"/>
                      </a:lnTo>
                      <a:lnTo>
                        <a:pt x="9525" y="359569"/>
                      </a:lnTo>
                      <a:lnTo>
                        <a:pt x="40481" y="359569"/>
                      </a:lnTo>
                      <a:lnTo>
                        <a:pt x="66675" y="381000"/>
                      </a:lnTo>
                      <a:lnTo>
                        <a:pt x="80963" y="404812"/>
                      </a:lnTo>
                      <a:lnTo>
                        <a:pt x="61913" y="450056"/>
                      </a:lnTo>
                      <a:lnTo>
                        <a:pt x="42863" y="481012"/>
                      </a:lnTo>
                      <a:lnTo>
                        <a:pt x="30956" y="492919"/>
                      </a:lnTo>
                      <a:lnTo>
                        <a:pt x="30956" y="509587"/>
                      </a:lnTo>
                      <a:lnTo>
                        <a:pt x="2381" y="531019"/>
                      </a:lnTo>
                      <a:lnTo>
                        <a:pt x="33338" y="533400"/>
                      </a:lnTo>
                      <a:lnTo>
                        <a:pt x="85725" y="547687"/>
                      </a:lnTo>
                      <a:lnTo>
                        <a:pt x="123825" y="533400"/>
                      </a:lnTo>
                      <a:lnTo>
                        <a:pt x="95250" y="514350"/>
                      </a:lnTo>
                      <a:lnTo>
                        <a:pt x="107156" y="476250"/>
                      </a:lnTo>
                      <a:lnTo>
                        <a:pt x="121444" y="466725"/>
                      </a:lnTo>
                      <a:lnTo>
                        <a:pt x="154781" y="485775"/>
                      </a:lnTo>
                      <a:lnTo>
                        <a:pt x="190500" y="485775"/>
                      </a:lnTo>
                      <a:lnTo>
                        <a:pt x="190500" y="485775"/>
                      </a:lnTo>
                      <a:lnTo>
                        <a:pt x="204788" y="473869"/>
                      </a:lnTo>
                      <a:lnTo>
                        <a:pt x="223838" y="490537"/>
                      </a:lnTo>
                      <a:lnTo>
                        <a:pt x="261938" y="476250"/>
                      </a:lnTo>
                      <a:lnTo>
                        <a:pt x="304800" y="485775"/>
                      </a:lnTo>
                      <a:lnTo>
                        <a:pt x="328613" y="507206"/>
                      </a:lnTo>
                      <a:lnTo>
                        <a:pt x="364331" y="507206"/>
                      </a:lnTo>
                      <a:lnTo>
                        <a:pt x="381000" y="495300"/>
                      </a:lnTo>
                      <a:lnTo>
                        <a:pt x="357188" y="473869"/>
                      </a:lnTo>
                      <a:lnTo>
                        <a:pt x="366713" y="457200"/>
                      </a:lnTo>
                      <a:lnTo>
                        <a:pt x="385763" y="454819"/>
                      </a:lnTo>
                      <a:lnTo>
                        <a:pt x="414338" y="454819"/>
                      </a:lnTo>
                      <a:lnTo>
                        <a:pt x="421481" y="433387"/>
                      </a:lnTo>
                      <a:lnTo>
                        <a:pt x="402431" y="395287"/>
                      </a:lnTo>
                      <a:lnTo>
                        <a:pt x="407194" y="366712"/>
                      </a:lnTo>
                      <a:lnTo>
                        <a:pt x="459581" y="352425"/>
                      </a:lnTo>
                      <a:lnTo>
                        <a:pt x="492919" y="352425"/>
                      </a:lnTo>
                      <a:lnTo>
                        <a:pt x="516731" y="328612"/>
                      </a:lnTo>
                      <a:lnTo>
                        <a:pt x="523875" y="316706"/>
                      </a:lnTo>
                      <a:lnTo>
                        <a:pt x="509588" y="290512"/>
                      </a:lnTo>
                      <a:lnTo>
                        <a:pt x="445294" y="257175"/>
                      </a:lnTo>
                      <a:lnTo>
                        <a:pt x="411956" y="230981"/>
                      </a:lnTo>
                      <a:lnTo>
                        <a:pt x="350044" y="207169"/>
                      </a:lnTo>
                      <a:lnTo>
                        <a:pt x="300038" y="173831"/>
                      </a:lnTo>
                      <a:lnTo>
                        <a:pt x="283369" y="135731"/>
                      </a:lnTo>
                      <a:lnTo>
                        <a:pt x="261938" y="73819"/>
                      </a:lnTo>
                      <a:lnTo>
                        <a:pt x="233363" y="47625"/>
                      </a:lnTo>
                      <a:lnTo>
                        <a:pt x="211931" y="0"/>
                      </a:lnTo>
                      <a:lnTo>
                        <a:pt x="192881" y="7144"/>
                      </a:lnTo>
                      <a:lnTo>
                        <a:pt x="126206" y="11906"/>
                      </a:lnTo>
                      <a:close/>
                    </a:path>
                  </a:pathLst>
                </a:custGeom>
                <a:pattFill prst="dkUpDiag">
                  <a:fgClr>
                    <a:schemeClr val="tx2">
                      <a:lumMod val="60000"/>
                      <a:lumOff val="40000"/>
                    </a:schemeClr>
                  </a:fgClr>
                  <a:bgClr>
                    <a:prstClr val="white"/>
                  </a:bgClr>
                </a:patt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700">
                    <a:ln>
                      <a:solidFill>
                        <a:schemeClr val="accent1">
                          <a:alpha val="0"/>
                        </a:schemeClr>
                      </a:solidFill>
                    </a:ln>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24" name="양평군">
                  <a:extLst>
                    <a:ext uri="{FF2B5EF4-FFF2-40B4-BE49-F238E27FC236}">
                      <a16:creationId xmlns:a16="http://schemas.microsoft.com/office/drawing/2014/main" id="{28C63DC4-DA72-E32A-9DDB-91AE2E4836DE}"/>
                    </a:ext>
                  </a:extLst>
                </p:cNvPr>
                <p:cNvSpPr/>
                <p:nvPr/>
              </p:nvSpPr>
              <p:spPr>
                <a:xfrm>
                  <a:off x="5969794" y="2859886"/>
                  <a:ext cx="2055017" cy="1423991"/>
                </a:xfrm>
                <a:custGeom>
                  <a:avLst/>
                  <a:gdLst>
                    <a:gd name="connsiteX0" fmla="*/ 411956 w 2055019"/>
                    <a:gd name="connsiteY0" fmla="*/ 0 h 1423988"/>
                    <a:gd name="connsiteX1" fmla="*/ 428625 w 2055019"/>
                    <a:gd name="connsiteY1" fmla="*/ 14288 h 1423988"/>
                    <a:gd name="connsiteX2" fmla="*/ 421481 w 2055019"/>
                    <a:gd name="connsiteY2" fmla="*/ 59532 h 1423988"/>
                    <a:gd name="connsiteX3" fmla="*/ 438150 w 2055019"/>
                    <a:gd name="connsiteY3" fmla="*/ 90488 h 1423988"/>
                    <a:gd name="connsiteX4" fmla="*/ 478631 w 2055019"/>
                    <a:gd name="connsiteY4" fmla="*/ 116682 h 1423988"/>
                    <a:gd name="connsiteX5" fmla="*/ 507206 w 2055019"/>
                    <a:gd name="connsiteY5" fmla="*/ 145257 h 1423988"/>
                    <a:gd name="connsiteX6" fmla="*/ 514350 w 2055019"/>
                    <a:gd name="connsiteY6" fmla="*/ 173832 h 1423988"/>
                    <a:gd name="connsiteX7" fmla="*/ 519112 w 2055019"/>
                    <a:gd name="connsiteY7" fmla="*/ 195263 h 1423988"/>
                    <a:gd name="connsiteX8" fmla="*/ 566737 w 2055019"/>
                    <a:gd name="connsiteY8" fmla="*/ 223838 h 1423988"/>
                    <a:gd name="connsiteX9" fmla="*/ 561975 w 2055019"/>
                    <a:gd name="connsiteY9" fmla="*/ 300038 h 1423988"/>
                    <a:gd name="connsiteX10" fmla="*/ 550069 w 2055019"/>
                    <a:gd name="connsiteY10" fmla="*/ 323850 h 1423988"/>
                    <a:gd name="connsiteX11" fmla="*/ 550069 w 2055019"/>
                    <a:gd name="connsiteY11" fmla="*/ 354807 h 1423988"/>
                    <a:gd name="connsiteX12" fmla="*/ 564356 w 2055019"/>
                    <a:gd name="connsiteY12" fmla="*/ 392907 h 1423988"/>
                    <a:gd name="connsiteX13" fmla="*/ 583406 w 2055019"/>
                    <a:gd name="connsiteY13" fmla="*/ 438150 h 1423988"/>
                    <a:gd name="connsiteX14" fmla="*/ 635794 w 2055019"/>
                    <a:gd name="connsiteY14" fmla="*/ 464344 h 1423988"/>
                    <a:gd name="connsiteX15" fmla="*/ 690562 w 2055019"/>
                    <a:gd name="connsiteY15" fmla="*/ 459582 h 1423988"/>
                    <a:gd name="connsiteX16" fmla="*/ 735806 w 2055019"/>
                    <a:gd name="connsiteY16" fmla="*/ 452438 h 1423988"/>
                    <a:gd name="connsiteX17" fmla="*/ 771525 w 2055019"/>
                    <a:gd name="connsiteY17" fmla="*/ 409575 h 1423988"/>
                    <a:gd name="connsiteX18" fmla="*/ 792956 w 2055019"/>
                    <a:gd name="connsiteY18" fmla="*/ 397669 h 1423988"/>
                    <a:gd name="connsiteX19" fmla="*/ 831056 w 2055019"/>
                    <a:gd name="connsiteY19" fmla="*/ 395288 h 1423988"/>
                    <a:gd name="connsiteX20" fmla="*/ 888206 w 2055019"/>
                    <a:gd name="connsiteY20" fmla="*/ 390525 h 1423988"/>
                    <a:gd name="connsiteX21" fmla="*/ 921544 w 2055019"/>
                    <a:gd name="connsiteY21" fmla="*/ 385763 h 1423988"/>
                    <a:gd name="connsiteX22" fmla="*/ 940594 w 2055019"/>
                    <a:gd name="connsiteY22" fmla="*/ 381000 h 1423988"/>
                    <a:gd name="connsiteX23" fmla="*/ 940594 w 2055019"/>
                    <a:gd name="connsiteY23" fmla="*/ 357188 h 1423988"/>
                    <a:gd name="connsiteX24" fmla="*/ 952500 w 2055019"/>
                    <a:gd name="connsiteY24" fmla="*/ 328613 h 1423988"/>
                    <a:gd name="connsiteX25" fmla="*/ 959644 w 2055019"/>
                    <a:gd name="connsiteY25" fmla="*/ 283369 h 1423988"/>
                    <a:gd name="connsiteX26" fmla="*/ 976312 w 2055019"/>
                    <a:gd name="connsiteY26" fmla="*/ 269082 h 1423988"/>
                    <a:gd name="connsiteX27" fmla="*/ 983456 w 2055019"/>
                    <a:gd name="connsiteY27" fmla="*/ 245269 h 1423988"/>
                    <a:gd name="connsiteX28" fmla="*/ 971550 w 2055019"/>
                    <a:gd name="connsiteY28" fmla="*/ 223838 h 1423988"/>
                    <a:gd name="connsiteX29" fmla="*/ 945356 w 2055019"/>
                    <a:gd name="connsiteY29" fmla="*/ 207169 h 1423988"/>
                    <a:gd name="connsiteX30" fmla="*/ 933450 w 2055019"/>
                    <a:gd name="connsiteY30" fmla="*/ 188119 h 1423988"/>
                    <a:gd name="connsiteX31" fmla="*/ 933450 w 2055019"/>
                    <a:gd name="connsiteY31" fmla="*/ 161925 h 1423988"/>
                    <a:gd name="connsiteX32" fmla="*/ 952500 w 2055019"/>
                    <a:gd name="connsiteY32" fmla="*/ 142875 h 1423988"/>
                    <a:gd name="connsiteX33" fmla="*/ 966787 w 2055019"/>
                    <a:gd name="connsiteY33" fmla="*/ 147638 h 1423988"/>
                    <a:gd name="connsiteX34" fmla="*/ 985837 w 2055019"/>
                    <a:gd name="connsiteY34" fmla="*/ 142875 h 1423988"/>
                    <a:gd name="connsiteX35" fmla="*/ 1004887 w 2055019"/>
                    <a:gd name="connsiteY35" fmla="*/ 147638 h 1423988"/>
                    <a:gd name="connsiteX36" fmla="*/ 1019175 w 2055019"/>
                    <a:gd name="connsiteY36" fmla="*/ 140494 h 1423988"/>
                    <a:gd name="connsiteX37" fmla="*/ 1026319 w 2055019"/>
                    <a:gd name="connsiteY37" fmla="*/ 121444 h 1423988"/>
                    <a:gd name="connsiteX38" fmla="*/ 1019175 w 2055019"/>
                    <a:gd name="connsiteY38" fmla="*/ 104775 h 1423988"/>
                    <a:gd name="connsiteX39" fmla="*/ 1035844 w 2055019"/>
                    <a:gd name="connsiteY39" fmla="*/ 95250 h 1423988"/>
                    <a:gd name="connsiteX40" fmla="*/ 1054894 w 2055019"/>
                    <a:gd name="connsiteY40" fmla="*/ 95250 h 1423988"/>
                    <a:gd name="connsiteX41" fmla="*/ 1083469 w 2055019"/>
                    <a:gd name="connsiteY41" fmla="*/ 73819 h 1423988"/>
                    <a:gd name="connsiteX42" fmla="*/ 1107281 w 2055019"/>
                    <a:gd name="connsiteY42" fmla="*/ 54769 h 1423988"/>
                    <a:gd name="connsiteX43" fmla="*/ 1128712 w 2055019"/>
                    <a:gd name="connsiteY43" fmla="*/ 61913 h 1423988"/>
                    <a:gd name="connsiteX44" fmla="*/ 1138237 w 2055019"/>
                    <a:gd name="connsiteY44" fmla="*/ 80963 h 1423988"/>
                    <a:gd name="connsiteX45" fmla="*/ 1154906 w 2055019"/>
                    <a:gd name="connsiteY45" fmla="*/ 78582 h 1423988"/>
                    <a:gd name="connsiteX46" fmla="*/ 1157287 w 2055019"/>
                    <a:gd name="connsiteY46" fmla="*/ 92869 h 1423988"/>
                    <a:gd name="connsiteX47" fmla="*/ 1173956 w 2055019"/>
                    <a:gd name="connsiteY47" fmla="*/ 107157 h 1423988"/>
                    <a:gd name="connsiteX48" fmla="*/ 1173956 w 2055019"/>
                    <a:gd name="connsiteY48" fmla="*/ 95250 h 1423988"/>
                    <a:gd name="connsiteX49" fmla="*/ 1185862 w 2055019"/>
                    <a:gd name="connsiteY49" fmla="*/ 92869 h 1423988"/>
                    <a:gd name="connsiteX50" fmla="*/ 1219200 w 2055019"/>
                    <a:gd name="connsiteY50" fmla="*/ 102394 h 1423988"/>
                    <a:gd name="connsiteX51" fmla="*/ 1223962 w 2055019"/>
                    <a:gd name="connsiteY51" fmla="*/ 128588 h 1423988"/>
                    <a:gd name="connsiteX52" fmla="*/ 1238250 w 2055019"/>
                    <a:gd name="connsiteY52" fmla="*/ 130969 h 1423988"/>
                    <a:gd name="connsiteX53" fmla="*/ 1240631 w 2055019"/>
                    <a:gd name="connsiteY53" fmla="*/ 142875 h 1423988"/>
                    <a:gd name="connsiteX54" fmla="*/ 1259681 w 2055019"/>
                    <a:gd name="connsiteY54" fmla="*/ 140494 h 1423988"/>
                    <a:gd name="connsiteX55" fmla="*/ 1273969 w 2055019"/>
                    <a:gd name="connsiteY55" fmla="*/ 145257 h 1423988"/>
                    <a:gd name="connsiteX56" fmla="*/ 1276350 w 2055019"/>
                    <a:gd name="connsiteY56" fmla="*/ 171450 h 1423988"/>
                    <a:gd name="connsiteX57" fmla="*/ 1278731 w 2055019"/>
                    <a:gd name="connsiteY57" fmla="*/ 185738 h 1423988"/>
                    <a:gd name="connsiteX58" fmla="*/ 1295400 w 2055019"/>
                    <a:gd name="connsiteY58" fmla="*/ 195263 h 1423988"/>
                    <a:gd name="connsiteX59" fmla="*/ 1316831 w 2055019"/>
                    <a:gd name="connsiteY59" fmla="*/ 183357 h 1423988"/>
                    <a:gd name="connsiteX60" fmla="*/ 1331119 w 2055019"/>
                    <a:gd name="connsiteY60" fmla="*/ 180975 h 1423988"/>
                    <a:gd name="connsiteX61" fmla="*/ 1343025 w 2055019"/>
                    <a:gd name="connsiteY61" fmla="*/ 190500 h 1423988"/>
                    <a:gd name="connsiteX62" fmla="*/ 1343025 w 2055019"/>
                    <a:gd name="connsiteY62" fmla="*/ 221457 h 1423988"/>
                    <a:gd name="connsiteX63" fmla="*/ 1364456 w 2055019"/>
                    <a:gd name="connsiteY63" fmla="*/ 230982 h 1423988"/>
                    <a:gd name="connsiteX64" fmla="*/ 1397794 w 2055019"/>
                    <a:gd name="connsiteY64" fmla="*/ 257175 h 1423988"/>
                    <a:gd name="connsiteX65" fmla="*/ 1457325 w 2055019"/>
                    <a:gd name="connsiteY65" fmla="*/ 304800 h 1423988"/>
                    <a:gd name="connsiteX66" fmla="*/ 1471612 w 2055019"/>
                    <a:gd name="connsiteY66" fmla="*/ 338138 h 1423988"/>
                    <a:gd name="connsiteX67" fmla="*/ 1478756 w 2055019"/>
                    <a:gd name="connsiteY67" fmla="*/ 347663 h 1423988"/>
                    <a:gd name="connsiteX68" fmla="*/ 1519237 w 2055019"/>
                    <a:gd name="connsiteY68" fmla="*/ 359569 h 1423988"/>
                    <a:gd name="connsiteX69" fmla="*/ 1535906 w 2055019"/>
                    <a:gd name="connsiteY69" fmla="*/ 352425 h 1423988"/>
                    <a:gd name="connsiteX70" fmla="*/ 1571625 w 2055019"/>
                    <a:gd name="connsiteY70" fmla="*/ 347663 h 1423988"/>
                    <a:gd name="connsiteX71" fmla="*/ 1628775 w 2055019"/>
                    <a:gd name="connsiteY71" fmla="*/ 357188 h 1423988"/>
                    <a:gd name="connsiteX72" fmla="*/ 1647825 w 2055019"/>
                    <a:gd name="connsiteY72" fmla="*/ 357188 h 1423988"/>
                    <a:gd name="connsiteX73" fmla="*/ 1669256 w 2055019"/>
                    <a:gd name="connsiteY73" fmla="*/ 350044 h 1423988"/>
                    <a:gd name="connsiteX74" fmla="*/ 1685925 w 2055019"/>
                    <a:gd name="connsiteY74" fmla="*/ 333375 h 1423988"/>
                    <a:gd name="connsiteX75" fmla="*/ 1704975 w 2055019"/>
                    <a:gd name="connsiteY75" fmla="*/ 364332 h 1423988"/>
                    <a:gd name="connsiteX76" fmla="*/ 1721644 w 2055019"/>
                    <a:gd name="connsiteY76" fmla="*/ 364332 h 1423988"/>
                    <a:gd name="connsiteX77" fmla="*/ 1731169 w 2055019"/>
                    <a:gd name="connsiteY77" fmla="*/ 376238 h 1423988"/>
                    <a:gd name="connsiteX78" fmla="*/ 1735931 w 2055019"/>
                    <a:gd name="connsiteY78" fmla="*/ 390525 h 1423988"/>
                    <a:gd name="connsiteX79" fmla="*/ 1764506 w 2055019"/>
                    <a:gd name="connsiteY79" fmla="*/ 390525 h 1423988"/>
                    <a:gd name="connsiteX80" fmla="*/ 1804987 w 2055019"/>
                    <a:gd name="connsiteY80" fmla="*/ 404813 h 1423988"/>
                    <a:gd name="connsiteX81" fmla="*/ 1812131 w 2055019"/>
                    <a:gd name="connsiteY81" fmla="*/ 404813 h 1423988"/>
                    <a:gd name="connsiteX82" fmla="*/ 1826419 w 2055019"/>
                    <a:gd name="connsiteY82" fmla="*/ 378619 h 1423988"/>
                    <a:gd name="connsiteX83" fmla="*/ 1831181 w 2055019"/>
                    <a:gd name="connsiteY83" fmla="*/ 369094 h 1423988"/>
                    <a:gd name="connsiteX84" fmla="*/ 1859756 w 2055019"/>
                    <a:gd name="connsiteY84" fmla="*/ 378619 h 1423988"/>
                    <a:gd name="connsiteX85" fmla="*/ 1883569 w 2055019"/>
                    <a:gd name="connsiteY85" fmla="*/ 407194 h 1423988"/>
                    <a:gd name="connsiteX86" fmla="*/ 1881187 w 2055019"/>
                    <a:gd name="connsiteY86" fmla="*/ 426244 h 1423988"/>
                    <a:gd name="connsiteX87" fmla="*/ 1902619 w 2055019"/>
                    <a:gd name="connsiteY87" fmla="*/ 426244 h 1423988"/>
                    <a:gd name="connsiteX88" fmla="*/ 1909762 w 2055019"/>
                    <a:gd name="connsiteY88" fmla="*/ 459582 h 1423988"/>
                    <a:gd name="connsiteX89" fmla="*/ 1912144 w 2055019"/>
                    <a:gd name="connsiteY89" fmla="*/ 478632 h 1423988"/>
                    <a:gd name="connsiteX90" fmla="*/ 1947862 w 2055019"/>
                    <a:gd name="connsiteY90" fmla="*/ 478632 h 1423988"/>
                    <a:gd name="connsiteX91" fmla="*/ 1962150 w 2055019"/>
                    <a:gd name="connsiteY91" fmla="*/ 488157 h 1423988"/>
                    <a:gd name="connsiteX92" fmla="*/ 1983581 w 2055019"/>
                    <a:gd name="connsiteY92" fmla="*/ 481013 h 1423988"/>
                    <a:gd name="connsiteX93" fmla="*/ 2019300 w 2055019"/>
                    <a:gd name="connsiteY93" fmla="*/ 492919 h 1423988"/>
                    <a:gd name="connsiteX94" fmla="*/ 2028825 w 2055019"/>
                    <a:gd name="connsiteY94" fmla="*/ 516732 h 1423988"/>
                    <a:gd name="connsiteX95" fmla="*/ 2055019 w 2055019"/>
                    <a:gd name="connsiteY95" fmla="*/ 528638 h 1423988"/>
                    <a:gd name="connsiteX96" fmla="*/ 2055019 w 2055019"/>
                    <a:gd name="connsiteY96" fmla="*/ 542925 h 1423988"/>
                    <a:gd name="connsiteX97" fmla="*/ 2038350 w 2055019"/>
                    <a:gd name="connsiteY97" fmla="*/ 552450 h 1423988"/>
                    <a:gd name="connsiteX98" fmla="*/ 2043112 w 2055019"/>
                    <a:gd name="connsiteY98" fmla="*/ 566738 h 1423988"/>
                    <a:gd name="connsiteX99" fmla="*/ 2038350 w 2055019"/>
                    <a:gd name="connsiteY99" fmla="*/ 576263 h 1423988"/>
                    <a:gd name="connsiteX100" fmla="*/ 2026444 w 2055019"/>
                    <a:gd name="connsiteY100" fmla="*/ 595313 h 1423988"/>
                    <a:gd name="connsiteX101" fmla="*/ 1988344 w 2055019"/>
                    <a:gd name="connsiteY101" fmla="*/ 590550 h 1423988"/>
                    <a:gd name="connsiteX102" fmla="*/ 1978819 w 2055019"/>
                    <a:gd name="connsiteY102" fmla="*/ 607219 h 1423988"/>
                    <a:gd name="connsiteX103" fmla="*/ 1957387 w 2055019"/>
                    <a:gd name="connsiteY103" fmla="*/ 600075 h 1423988"/>
                    <a:gd name="connsiteX104" fmla="*/ 1919287 w 2055019"/>
                    <a:gd name="connsiteY104" fmla="*/ 595313 h 1423988"/>
                    <a:gd name="connsiteX105" fmla="*/ 1900237 w 2055019"/>
                    <a:gd name="connsiteY105" fmla="*/ 604838 h 1423988"/>
                    <a:gd name="connsiteX106" fmla="*/ 1900237 w 2055019"/>
                    <a:gd name="connsiteY106" fmla="*/ 626269 h 1423988"/>
                    <a:gd name="connsiteX107" fmla="*/ 1876425 w 2055019"/>
                    <a:gd name="connsiteY107" fmla="*/ 640557 h 1423988"/>
                    <a:gd name="connsiteX108" fmla="*/ 1847850 w 2055019"/>
                    <a:gd name="connsiteY108" fmla="*/ 645319 h 1423988"/>
                    <a:gd name="connsiteX109" fmla="*/ 1852612 w 2055019"/>
                    <a:gd name="connsiteY109" fmla="*/ 673894 h 1423988"/>
                    <a:gd name="connsiteX110" fmla="*/ 1821656 w 2055019"/>
                    <a:gd name="connsiteY110" fmla="*/ 683419 h 1423988"/>
                    <a:gd name="connsiteX111" fmla="*/ 1802606 w 2055019"/>
                    <a:gd name="connsiteY111" fmla="*/ 726282 h 1423988"/>
                    <a:gd name="connsiteX112" fmla="*/ 1788319 w 2055019"/>
                    <a:gd name="connsiteY112" fmla="*/ 719138 h 1423988"/>
                    <a:gd name="connsiteX113" fmla="*/ 1783556 w 2055019"/>
                    <a:gd name="connsiteY113" fmla="*/ 733425 h 1423988"/>
                    <a:gd name="connsiteX114" fmla="*/ 1754981 w 2055019"/>
                    <a:gd name="connsiteY114" fmla="*/ 759619 h 1423988"/>
                    <a:gd name="connsiteX115" fmla="*/ 1735931 w 2055019"/>
                    <a:gd name="connsiteY115" fmla="*/ 773907 h 1423988"/>
                    <a:gd name="connsiteX116" fmla="*/ 1712119 w 2055019"/>
                    <a:gd name="connsiteY116" fmla="*/ 762000 h 1423988"/>
                    <a:gd name="connsiteX117" fmla="*/ 1712119 w 2055019"/>
                    <a:gd name="connsiteY117" fmla="*/ 809890 h 1423988"/>
                    <a:gd name="connsiteX118" fmla="*/ 1735931 w 2055019"/>
                    <a:gd name="connsiteY118" fmla="*/ 819150 h 1423988"/>
                    <a:gd name="connsiteX119" fmla="*/ 1771650 w 2055019"/>
                    <a:gd name="connsiteY119" fmla="*/ 821532 h 1423988"/>
                    <a:gd name="connsiteX120" fmla="*/ 1769269 w 2055019"/>
                    <a:gd name="connsiteY120" fmla="*/ 845344 h 1423988"/>
                    <a:gd name="connsiteX121" fmla="*/ 1790700 w 2055019"/>
                    <a:gd name="connsiteY121" fmla="*/ 835819 h 1423988"/>
                    <a:gd name="connsiteX122" fmla="*/ 1795462 w 2055019"/>
                    <a:gd name="connsiteY122" fmla="*/ 854869 h 1423988"/>
                    <a:gd name="connsiteX123" fmla="*/ 1802606 w 2055019"/>
                    <a:gd name="connsiteY123" fmla="*/ 883444 h 1423988"/>
                    <a:gd name="connsiteX124" fmla="*/ 1828800 w 2055019"/>
                    <a:gd name="connsiteY124" fmla="*/ 909638 h 1423988"/>
                    <a:gd name="connsiteX125" fmla="*/ 1862137 w 2055019"/>
                    <a:gd name="connsiteY125" fmla="*/ 909638 h 1423988"/>
                    <a:gd name="connsiteX126" fmla="*/ 1869281 w 2055019"/>
                    <a:gd name="connsiteY126" fmla="*/ 933450 h 1423988"/>
                    <a:gd name="connsiteX127" fmla="*/ 1862137 w 2055019"/>
                    <a:gd name="connsiteY127" fmla="*/ 962025 h 1423988"/>
                    <a:gd name="connsiteX128" fmla="*/ 1847850 w 2055019"/>
                    <a:gd name="connsiteY128" fmla="*/ 966788 h 1423988"/>
                    <a:gd name="connsiteX129" fmla="*/ 1854994 w 2055019"/>
                    <a:gd name="connsiteY129" fmla="*/ 985838 h 1423988"/>
                    <a:gd name="connsiteX130" fmla="*/ 1862137 w 2055019"/>
                    <a:gd name="connsiteY130" fmla="*/ 1021557 h 1423988"/>
                    <a:gd name="connsiteX131" fmla="*/ 1862137 w 2055019"/>
                    <a:gd name="connsiteY131" fmla="*/ 1052513 h 1423988"/>
                    <a:gd name="connsiteX132" fmla="*/ 1857375 w 2055019"/>
                    <a:gd name="connsiteY132" fmla="*/ 1078707 h 1423988"/>
                    <a:gd name="connsiteX133" fmla="*/ 1881187 w 2055019"/>
                    <a:gd name="connsiteY133" fmla="*/ 1116807 h 1423988"/>
                    <a:gd name="connsiteX134" fmla="*/ 1869281 w 2055019"/>
                    <a:gd name="connsiteY134" fmla="*/ 1138238 h 1423988"/>
                    <a:gd name="connsiteX135" fmla="*/ 1845469 w 2055019"/>
                    <a:gd name="connsiteY135" fmla="*/ 1138238 h 1423988"/>
                    <a:gd name="connsiteX136" fmla="*/ 1831181 w 2055019"/>
                    <a:gd name="connsiteY136" fmla="*/ 1183482 h 1423988"/>
                    <a:gd name="connsiteX137" fmla="*/ 1821656 w 2055019"/>
                    <a:gd name="connsiteY137" fmla="*/ 1228725 h 1423988"/>
                    <a:gd name="connsiteX138" fmla="*/ 1812131 w 2055019"/>
                    <a:gd name="connsiteY138" fmla="*/ 1252538 h 1423988"/>
                    <a:gd name="connsiteX139" fmla="*/ 1809750 w 2055019"/>
                    <a:gd name="connsiteY139" fmla="*/ 1278732 h 1423988"/>
                    <a:gd name="connsiteX140" fmla="*/ 1793081 w 2055019"/>
                    <a:gd name="connsiteY140" fmla="*/ 1290638 h 1423988"/>
                    <a:gd name="connsiteX141" fmla="*/ 1797844 w 2055019"/>
                    <a:gd name="connsiteY141" fmla="*/ 1328738 h 1423988"/>
                    <a:gd name="connsiteX142" fmla="*/ 1776412 w 2055019"/>
                    <a:gd name="connsiteY142" fmla="*/ 1333500 h 1423988"/>
                    <a:gd name="connsiteX143" fmla="*/ 1774031 w 2055019"/>
                    <a:gd name="connsiteY143" fmla="*/ 1378744 h 1423988"/>
                    <a:gd name="connsiteX144" fmla="*/ 1781175 w 2055019"/>
                    <a:gd name="connsiteY144" fmla="*/ 1378744 h 1423988"/>
                    <a:gd name="connsiteX145" fmla="*/ 1785937 w 2055019"/>
                    <a:gd name="connsiteY145" fmla="*/ 1404938 h 1423988"/>
                    <a:gd name="connsiteX146" fmla="*/ 1740694 w 2055019"/>
                    <a:gd name="connsiteY146" fmla="*/ 1407319 h 1423988"/>
                    <a:gd name="connsiteX147" fmla="*/ 1719262 w 2055019"/>
                    <a:gd name="connsiteY147" fmla="*/ 1419225 h 1423988"/>
                    <a:gd name="connsiteX148" fmla="*/ 1702594 w 2055019"/>
                    <a:gd name="connsiteY148" fmla="*/ 1423988 h 1423988"/>
                    <a:gd name="connsiteX149" fmla="*/ 1662112 w 2055019"/>
                    <a:gd name="connsiteY149" fmla="*/ 1404938 h 1423988"/>
                    <a:gd name="connsiteX150" fmla="*/ 1621631 w 2055019"/>
                    <a:gd name="connsiteY150" fmla="*/ 1383507 h 1423988"/>
                    <a:gd name="connsiteX151" fmla="*/ 1593056 w 2055019"/>
                    <a:gd name="connsiteY151" fmla="*/ 1371600 h 1423988"/>
                    <a:gd name="connsiteX152" fmla="*/ 1576387 w 2055019"/>
                    <a:gd name="connsiteY152" fmla="*/ 1390650 h 1423988"/>
                    <a:gd name="connsiteX153" fmla="*/ 1547812 w 2055019"/>
                    <a:gd name="connsiteY153" fmla="*/ 1397794 h 1423988"/>
                    <a:gd name="connsiteX154" fmla="*/ 1528762 w 2055019"/>
                    <a:gd name="connsiteY154" fmla="*/ 1388269 h 1423988"/>
                    <a:gd name="connsiteX155" fmla="*/ 1507331 w 2055019"/>
                    <a:gd name="connsiteY155" fmla="*/ 1404938 h 1423988"/>
                    <a:gd name="connsiteX156" fmla="*/ 1497806 w 2055019"/>
                    <a:gd name="connsiteY156" fmla="*/ 1381125 h 1423988"/>
                    <a:gd name="connsiteX157" fmla="*/ 1507331 w 2055019"/>
                    <a:gd name="connsiteY157" fmla="*/ 1359694 h 1423988"/>
                    <a:gd name="connsiteX158" fmla="*/ 1514475 w 2055019"/>
                    <a:gd name="connsiteY158" fmla="*/ 1316832 h 1423988"/>
                    <a:gd name="connsiteX159" fmla="*/ 1547812 w 2055019"/>
                    <a:gd name="connsiteY159" fmla="*/ 1293019 h 1423988"/>
                    <a:gd name="connsiteX160" fmla="*/ 1554956 w 2055019"/>
                    <a:gd name="connsiteY160" fmla="*/ 1264444 h 1423988"/>
                    <a:gd name="connsiteX161" fmla="*/ 1538287 w 2055019"/>
                    <a:gd name="connsiteY161" fmla="*/ 1221582 h 1423988"/>
                    <a:gd name="connsiteX162" fmla="*/ 1504950 w 2055019"/>
                    <a:gd name="connsiteY162" fmla="*/ 1212057 h 1423988"/>
                    <a:gd name="connsiteX163" fmla="*/ 1471612 w 2055019"/>
                    <a:gd name="connsiteY163" fmla="*/ 1228725 h 1423988"/>
                    <a:gd name="connsiteX164" fmla="*/ 1435894 w 2055019"/>
                    <a:gd name="connsiteY164" fmla="*/ 1266825 h 1423988"/>
                    <a:gd name="connsiteX165" fmla="*/ 1428750 w 2055019"/>
                    <a:gd name="connsiteY165" fmla="*/ 1250157 h 1423988"/>
                    <a:gd name="connsiteX166" fmla="*/ 1447800 w 2055019"/>
                    <a:gd name="connsiteY166" fmla="*/ 1231107 h 1423988"/>
                    <a:gd name="connsiteX167" fmla="*/ 1450181 w 2055019"/>
                    <a:gd name="connsiteY167" fmla="*/ 1204913 h 1423988"/>
                    <a:gd name="connsiteX168" fmla="*/ 1421606 w 2055019"/>
                    <a:gd name="connsiteY168" fmla="*/ 1190625 h 1423988"/>
                    <a:gd name="connsiteX169" fmla="*/ 1388269 w 2055019"/>
                    <a:gd name="connsiteY169" fmla="*/ 1202532 h 1423988"/>
                    <a:gd name="connsiteX170" fmla="*/ 1359694 w 2055019"/>
                    <a:gd name="connsiteY170" fmla="*/ 1197769 h 1423988"/>
                    <a:gd name="connsiteX171" fmla="*/ 1335881 w 2055019"/>
                    <a:gd name="connsiteY171" fmla="*/ 1176338 h 1423988"/>
                    <a:gd name="connsiteX172" fmla="*/ 1302544 w 2055019"/>
                    <a:gd name="connsiteY172" fmla="*/ 1193007 h 1423988"/>
                    <a:gd name="connsiteX173" fmla="*/ 1283494 w 2055019"/>
                    <a:gd name="connsiteY173" fmla="*/ 1228725 h 1423988"/>
                    <a:gd name="connsiteX174" fmla="*/ 1266825 w 2055019"/>
                    <a:gd name="connsiteY174" fmla="*/ 1240632 h 1423988"/>
                    <a:gd name="connsiteX175" fmla="*/ 1266825 w 2055019"/>
                    <a:gd name="connsiteY175" fmla="*/ 1214438 h 1423988"/>
                    <a:gd name="connsiteX176" fmla="*/ 1226344 w 2055019"/>
                    <a:gd name="connsiteY176" fmla="*/ 1193007 h 1423988"/>
                    <a:gd name="connsiteX177" fmla="*/ 1200150 w 2055019"/>
                    <a:gd name="connsiteY177" fmla="*/ 1197769 h 1423988"/>
                    <a:gd name="connsiteX178" fmla="*/ 1169194 w 2055019"/>
                    <a:gd name="connsiteY178" fmla="*/ 1200150 h 1423988"/>
                    <a:gd name="connsiteX179" fmla="*/ 1150144 w 2055019"/>
                    <a:gd name="connsiteY179" fmla="*/ 1181100 h 1423988"/>
                    <a:gd name="connsiteX180" fmla="*/ 1112044 w 2055019"/>
                    <a:gd name="connsiteY180" fmla="*/ 1171575 h 1423988"/>
                    <a:gd name="connsiteX181" fmla="*/ 1092994 w 2055019"/>
                    <a:gd name="connsiteY181" fmla="*/ 1166813 h 1423988"/>
                    <a:gd name="connsiteX182" fmla="*/ 1066800 w 2055019"/>
                    <a:gd name="connsiteY182" fmla="*/ 1154907 h 1423988"/>
                    <a:gd name="connsiteX183" fmla="*/ 1040606 w 2055019"/>
                    <a:gd name="connsiteY183" fmla="*/ 1159669 h 1423988"/>
                    <a:gd name="connsiteX184" fmla="*/ 1031081 w 2055019"/>
                    <a:gd name="connsiteY184" fmla="*/ 1188244 h 1423988"/>
                    <a:gd name="connsiteX185" fmla="*/ 1012031 w 2055019"/>
                    <a:gd name="connsiteY185" fmla="*/ 1185863 h 1423988"/>
                    <a:gd name="connsiteX186" fmla="*/ 973931 w 2055019"/>
                    <a:gd name="connsiteY186" fmla="*/ 1200150 h 1423988"/>
                    <a:gd name="connsiteX187" fmla="*/ 945356 w 2055019"/>
                    <a:gd name="connsiteY187" fmla="*/ 1197769 h 1423988"/>
                    <a:gd name="connsiteX188" fmla="*/ 912019 w 2055019"/>
                    <a:gd name="connsiteY188" fmla="*/ 1197769 h 1423988"/>
                    <a:gd name="connsiteX189" fmla="*/ 885825 w 2055019"/>
                    <a:gd name="connsiteY189" fmla="*/ 1228725 h 1423988"/>
                    <a:gd name="connsiteX190" fmla="*/ 857250 w 2055019"/>
                    <a:gd name="connsiteY190" fmla="*/ 1221582 h 1423988"/>
                    <a:gd name="connsiteX191" fmla="*/ 840581 w 2055019"/>
                    <a:gd name="connsiteY191" fmla="*/ 1197769 h 1423988"/>
                    <a:gd name="connsiteX192" fmla="*/ 838200 w 2055019"/>
                    <a:gd name="connsiteY192" fmla="*/ 1162050 h 1423988"/>
                    <a:gd name="connsiteX193" fmla="*/ 797719 w 2055019"/>
                    <a:gd name="connsiteY193" fmla="*/ 1116807 h 1423988"/>
                    <a:gd name="connsiteX194" fmla="*/ 735806 w 2055019"/>
                    <a:gd name="connsiteY194" fmla="*/ 1081088 h 1423988"/>
                    <a:gd name="connsiteX195" fmla="*/ 709612 w 2055019"/>
                    <a:gd name="connsiteY195" fmla="*/ 1088232 h 1423988"/>
                    <a:gd name="connsiteX196" fmla="*/ 695325 w 2055019"/>
                    <a:gd name="connsiteY196" fmla="*/ 1112044 h 1423988"/>
                    <a:gd name="connsiteX197" fmla="*/ 673894 w 2055019"/>
                    <a:gd name="connsiteY197" fmla="*/ 1102519 h 1423988"/>
                    <a:gd name="connsiteX198" fmla="*/ 647700 w 2055019"/>
                    <a:gd name="connsiteY198" fmla="*/ 1102519 h 1423988"/>
                    <a:gd name="connsiteX199" fmla="*/ 631031 w 2055019"/>
                    <a:gd name="connsiteY199" fmla="*/ 1121569 h 1423988"/>
                    <a:gd name="connsiteX200" fmla="*/ 621506 w 2055019"/>
                    <a:gd name="connsiteY200" fmla="*/ 1152525 h 1423988"/>
                    <a:gd name="connsiteX201" fmla="*/ 602456 w 2055019"/>
                    <a:gd name="connsiteY201" fmla="*/ 1152525 h 1423988"/>
                    <a:gd name="connsiteX202" fmla="*/ 583406 w 2055019"/>
                    <a:gd name="connsiteY202" fmla="*/ 1138238 h 1423988"/>
                    <a:gd name="connsiteX203" fmla="*/ 557212 w 2055019"/>
                    <a:gd name="connsiteY203" fmla="*/ 1133475 h 1423988"/>
                    <a:gd name="connsiteX204" fmla="*/ 521494 w 2055019"/>
                    <a:gd name="connsiteY204" fmla="*/ 1104900 h 1423988"/>
                    <a:gd name="connsiteX205" fmla="*/ 447675 w 2055019"/>
                    <a:gd name="connsiteY205" fmla="*/ 1092994 h 1423988"/>
                    <a:gd name="connsiteX206" fmla="*/ 414337 w 2055019"/>
                    <a:gd name="connsiteY206" fmla="*/ 1076325 h 1423988"/>
                    <a:gd name="connsiteX207" fmla="*/ 388144 w 2055019"/>
                    <a:gd name="connsiteY207" fmla="*/ 1085850 h 1423988"/>
                    <a:gd name="connsiteX208" fmla="*/ 359569 w 2055019"/>
                    <a:gd name="connsiteY208" fmla="*/ 1114425 h 1423988"/>
                    <a:gd name="connsiteX209" fmla="*/ 335756 w 2055019"/>
                    <a:gd name="connsiteY209" fmla="*/ 1121569 h 1423988"/>
                    <a:gd name="connsiteX210" fmla="*/ 323850 w 2055019"/>
                    <a:gd name="connsiteY210" fmla="*/ 1150144 h 1423988"/>
                    <a:gd name="connsiteX211" fmla="*/ 307181 w 2055019"/>
                    <a:gd name="connsiteY211" fmla="*/ 1140619 h 1423988"/>
                    <a:gd name="connsiteX212" fmla="*/ 278606 w 2055019"/>
                    <a:gd name="connsiteY212" fmla="*/ 1112044 h 1423988"/>
                    <a:gd name="connsiteX213" fmla="*/ 264319 w 2055019"/>
                    <a:gd name="connsiteY213" fmla="*/ 1083469 h 1423988"/>
                    <a:gd name="connsiteX214" fmla="*/ 261937 w 2055019"/>
                    <a:gd name="connsiteY214" fmla="*/ 1054894 h 1423988"/>
                    <a:gd name="connsiteX215" fmla="*/ 223837 w 2055019"/>
                    <a:gd name="connsiteY215" fmla="*/ 1059657 h 1423988"/>
                    <a:gd name="connsiteX216" fmla="*/ 223837 w 2055019"/>
                    <a:gd name="connsiteY216" fmla="*/ 1040607 h 1423988"/>
                    <a:gd name="connsiteX217" fmla="*/ 219075 w 2055019"/>
                    <a:gd name="connsiteY217" fmla="*/ 1021557 h 1423988"/>
                    <a:gd name="connsiteX218" fmla="*/ 219075 w 2055019"/>
                    <a:gd name="connsiteY218" fmla="*/ 1012032 h 1423988"/>
                    <a:gd name="connsiteX219" fmla="*/ 240506 w 2055019"/>
                    <a:gd name="connsiteY219" fmla="*/ 1012032 h 1423988"/>
                    <a:gd name="connsiteX220" fmla="*/ 261937 w 2055019"/>
                    <a:gd name="connsiteY220" fmla="*/ 1009650 h 1423988"/>
                    <a:gd name="connsiteX221" fmla="*/ 273844 w 2055019"/>
                    <a:gd name="connsiteY221" fmla="*/ 992982 h 1423988"/>
                    <a:gd name="connsiteX222" fmla="*/ 280987 w 2055019"/>
                    <a:gd name="connsiteY222" fmla="*/ 973932 h 1423988"/>
                    <a:gd name="connsiteX223" fmla="*/ 276225 w 2055019"/>
                    <a:gd name="connsiteY223" fmla="*/ 947738 h 1423988"/>
                    <a:gd name="connsiteX224" fmla="*/ 292894 w 2055019"/>
                    <a:gd name="connsiteY224" fmla="*/ 916782 h 1423988"/>
                    <a:gd name="connsiteX225" fmla="*/ 273844 w 2055019"/>
                    <a:gd name="connsiteY225" fmla="*/ 881063 h 1423988"/>
                    <a:gd name="connsiteX226" fmla="*/ 257175 w 2055019"/>
                    <a:gd name="connsiteY226" fmla="*/ 857250 h 1423988"/>
                    <a:gd name="connsiteX227" fmla="*/ 254794 w 2055019"/>
                    <a:gd name="connsiteY227" fmla="*/ 835819 h 1423988"/>
                    <a:gd name="connsiteX228" fmla="*/ 259556 w 2055019"/>
                    <a:gd name="connsiteY228" fmla="*/ 814388 h 1423988"/>
                    <a:gd name="connsiteX229" fmla="*/ 270771 w 2055019"/>
                    <a:gd name="connsiteY229" fmla="*/ 784483 h 1423988"/>
                    <a:gd name="connsiteX230" fmla="*/ 259556 w 2055019"/>
                    <a:gd name="connsiteY230" fmla="*/ 783432 h 1423988"/>
                    <a:gd name="connsiteX231" fmla="*/ 245269 w 2055019"/>
                    <a:gd name="connsiteY231" fmla="*/ 766763 h 1423988"/>
                    <a:gd name="connsiteX232" fmla="*/ 257175 w 2055019"/>
                    <a:gd name="connsiteY232" fmla="*/ 747713 h 1423988"/>
                    <a:gd name="connsiteX233" fmla="*/ 230981 w 2055019"/>
                    <a:gd name="connsiteY233" fmla="*/ 719138 h 1423988"/>
                    <a:gd name="connsiteX234" fmla="*/ 197644 w 2055019"/>
                    <a:gd name="connsiteY234" fmla="*/ 654844 h 1423988"/>
                    <a:gd name="connsiteX235" fmla="*/ 161925 w 2055019"/>
                    <a:gd name="connsiteY235" fmla="*/ 628650 h 1423988"/>
                    <a:gd name="connsiteX236" fmla="*/ 107156 w 2055019"/>
                    <a:gd name="connsiteY236" fmla="*/ 609600 h 1423988"/>
                    <a:gd name="connsiteX237" fmla="*/ 76200 w 2055019"/>
                    <a:gd name="connsiteY237" fmla="*/ 626269 h 1423988"/>
                    <a:gd name="connsiteX238" fmla="*/ 47625 w 2055019"/>
                    <a:gd name="connsiteY238" fmla="*/ 607219 h 1423988"/>
                    <a:gd name="connsiteX239" fmla="*/ 42862 w 2055019"/>
                    <a:gd name="connsiteY239" fmla="*/ 585788 h 1423988"/>
                    <a:gd name="connsiteX240" fmla="*/ 0 w 2055019"/>
                    <a:gd name="connsiteY240" fmla="*/ 621507 h 1423988"/>
                    <a:gd name="connsiteX241" fmla="*/ 26194 w 2055019"/>
                    <a:gd name="connsiteY241" fmla="*/ 576263 h 1423988"/>
                    <a:gd name="connsiteX242" fmla="*/ 26194 w 2055019"/>
                    <a:gd name="connsiteY242" fmla="*/ 526257 h 1423988"/>
                    <a:gd name="connsiteX243" fmla="*/ 40481 w 2055019"/>
                    <a:gd name="connsiteY243" fmla="*/ 495300 h 1423988"/>
                    <a:gd name="connsiteX244" fmla="*/ 61912 w 2055019"/>
                    <a:gd name="connsiteY244" fmla="*/ 450057 h 1423988"/>
                    <a:gd name="connsiteX245" fmla="*/ 88106 w 2055019"/>
                    <a:gd name="connsiteY245" fmla="*/ 400050 h 1423988"/>
                    <a:gd name="connsiteX246" fmla="*/ 102394 w 2055019"/>
                    <a:gd name="connsiteY246" fmla="*/ 366713 h 1423988"/>
                    <a:gd name="connsiteX247" fmla="*/ 126206 w 2055019"/>
                    <a:gd name="connsiteY247" fmla="*/ 342900 h 1423988"/>
                    <a:gd name="connsiteX248" fmla="*/ 133350 w 2055019"/>
                    <a:gd name="connsiteY248" fmla="*/ 326232 h 1423988"/>
                    <a:gd name="connsiteX249" fmla="*/ 116681 w 2055019"/>
                    <a:gd name="connsiteY249" fmla="*/ 321469 h 1423988"/>
                    <a:gd name="connsiteX250" fmla="*/ 119062 w 2055019"/>
                    <a:gd name="connsiteY250" fmla="*/ 309563 h 1423988"/>
                    <a:gd name="connsiteX251" fmla="*/ 123825 w 2055019"/>
                    <a:gd name="connsiteY251" fmla="*/ 259557 h 1423988"/>
                    <a:gd name="connsiteX252" fmla="*/ 138112 w 2055019"/>
                    <a:gd name="connsiteY252" fmla="*/ 219075 h 1423988"/>
                    <a:gd name="connsiteX253" fmla="*/ 147637 w 2055019"/>
                    <a:gd name="connsiteY253" fmla="*/ 178594 h 1423988"/>
                    <a:gd name="connsiteX254" fmla="*/ 159544 w 2055019"/>
                    <a:gd name="connsiteY254" fmla="*/ 154782 h 1423988"/>
                    <a:gd name="connsiteX255" fmla="*/ 195262 w 2055019"/>
                    <a:gd name="connsiteY255" fmla="*/ 135732 h 1423988"/>
                    <a:gd name="connsiteX256" fmla="*/ 211931 w 2055019"/>
                    <a:gd name="connsiteY256" fmla="*/ 109538 h 1423988"/>
                    <a:gd name="connsiteX257" fmla="*/ 221456 w 2055019"/>
                    <a:gd name="connsiteY257" fmla="*/ 88107 h 1423988"/>
                    <a:gd name="connsiteX258" fmla="*/ 250031 w 2055019"/>
                    <a:gd name="connsiteY258" fmla="*/ 88107 h 1423988"/>
                    <a:gd name="connsiteX259" fmla="*/ 285750 w 2055019"/>
                    <a:gd name="connsiteY259" fmla="*/ 88107 h 1423988"/>
                    <a:gd name="connsiteX260" fmla="*/ 321469 w 2055019"/>
                    <a:gd name="connsiteY260" fmla="*/ 73819 h 1423988"/>
                    <a:gd name="connsiteX261" fmla="*/ 330994 w 2055019"/>
                    <a:gd name="connsiteY261" fmla="*/ 54769 h 1423988"/>
                    <a:gd name="connsiteX262" fmla="*/ 364331 w 2055019"/>
                    <a:gd name="connsiteY262" fmla="*/ 54769 h 1423988"/>
                    <a:gd name="connsiteX0" fmla="*/ 411956 w 2055019"/>
                    <a:gd name="connsiteY0" fmla="*/ 0 h 1423988"/>
                    <a:gd name="connsiteX1" fmla="*/ 428625 w 2055019"/>
                    <a:gd name="connsiteY1" fmla="*/ 14288 h 1423988"/>
                    <a:gd name="connsiteX2" fmla="*/ 421481 w 2055019"/>
                    <a:gd name="connsiteY2" fmla="*/ 59532 h 1423988"/>
                    <a:gd name="connsiteX3" fmla="*/ 438150 w 2055019"/>
                    <a:gd name="connsiteY3" fmla="*/ 90488 h 1423988"/>
                    <a:gd name="connsiteX4" fmla="*/ 478631 w 2055019"/>
                    <a:gd name="connsiteY4" fmla="*/ 116682 h 1423988"/>
                    <a:gd name="connsiteX5" fmla="*/ 507206 w 2055019"/>
                    <a:gd name="connsiteY5" fmla="*/ 145257 h 1423988"/>
                    <a:gd name="connsiteX6" fmla="*/ 514350 w 2055019"/>
                    <a:gd name="connsiteY6" fmla="*/ 173832 h 1423988"/>
                    <a:gd name="connsiteX7" fmla="*/ 519112 w 2055019"/>
                    <a:gd name="connsiteY7" fmla="*/ 195263 h 1423988"/>
                    <a:gd name="connsiteX8" fmla="*/ 566737 w 2055019"/>
                    <a:gd name="connsiteY8" fmla="*/ 223838 h 1423988"/>
                    <a:gd name="connsiteX9" fmla="*/ 561975 w 2055019"/>
                    <a:gd name="connsiteY9" fmla="*/ 300038 h 1423988"/>
                    <a:gd name="connsiteX10" fmla="*/ 550069 w 2055019"/>
                    <a:gd name="connsiteY10" fmla="*/ 323850 h 1423988"/>
                    <a:gd name="connsiteX11" fmla="*/ 550069 w 2055019"/>
                    <a:gd name="connsiteY11" fmla="*/ 354807 h 1423988"/>
                    <a:gd name="connsiteX12" fmla="*/ 564356 w 2055019"/>
                    <a:gd name="connsiteY12" fmla="*/ 392907 h 1423988"/>
                    <a:gd name="connsiteX13" fmla="*/ 583406 w 2055019"/>
                    <a:gd name="connsiteY13" fmla="*/ 438150 h 1423988"/>
                    <a:gd name="connsiteX14" fmla="*/ 635794 w 2055019"/>
                    <a:gd name="connsiteY14" fmla="*/ 464344 h 1423988"/>
                    <a:gd name="connsiteX15" fmla="*/ 690562 w 2055019"/>
                    <a:gd name="connsiteY15" fmla="*/ 459582 h 1423988"/>
                    <a:gd name="connsiteX16" fmla="*/ 735806 w 2055019"/>
                    <a:gd name="connsiteY16" fmla="*/ 452438 h 1423988"/>
                    <a:gd name="connsiteX17" fmla="*/ 771525 w 2055019"/>
                    <a:gd name="connsiteY17" fmla="*/ 409575 h 1423988"/>
                    <a:gd name="connsiteX18" fmla="*/ 792956 w 2055019"/>
                    <a:gd name="connsiteY18" fmla="*/ 397669 h 1423988"/>
                    <a:gd name="connsiteX19" fmla="*/ 831056 w 2055019"/>
                    <a:gd name="connsiteY19" fmla="*/ 395288 h 1423988"/>
                    <a:gd name="connsiteX20" fmla="*/ 888206 w 2055019"/>
                    <a:gd name="connsiteY20" fmla="*/ 390525 h 1423988"/>
                    <a:gd name="connsiteX21" fmla="*/ 921544 w 2055019"/>
                    <a:gd name="connsiteY21" fmla="*/ 385763 h 1423988"/>
                    <a:gd name="connsiteX22" fmla="*/ 940594 w 2055019"/>
                    <a:gd name="connsiteY22" fmla="*/ 381000 h 1423988"/>
                    <a:gd name="connsiteX23" fmla="*/ 940594 w 2055019"/>
                    <a:gd name="connsiteY23" fmla="*/ 357188 h 1423988"/>
                    <a:gd name="connsiteX24" fmla="*/ 952500 w 2055019"/>
                    <a:gd name="connsiteY24" fmla="*/ 328613 h 1423988"/>
                    <a:gd name="connsiteX25" fmla="*/ 959644 w 2055019"/>
                    <a:gd name="connsiteY25" fmla="*/ 283369 h 1423988"/>
                    <a:gd name="connsiteX26" fmla="*/ 976312 w 2055019"/>
                    <a:gd name="connsiteY26" fmla="*/ 269082 h 1423988"/>
                    <a:gd name="connsiteX27" fmla="*/ 983456 w 2055019"/>
                    <a:gd name="connsiteY27" fmla="*/ 245269 h 1423988"/>
                    <a:gd name="connsiteX28" fmla="*/ 971550 w 2055019"/>
                    <a:gd name="connsiteY28" fmla="*/ 223838 h 1423988"/>
                    <a:gd name="connsiteX29" fmla="*/ 945356 w 2055019"/>
                    <a:gd name="connsiteY29" fmla="*/ 207169 h 1423988"/>
                    <a:gd name="connsiteX30" fmla="*/ 933450 w 2055019"/>
                    <a:gd name="connsiteY30" fmla="*/ 188119 h 1423988"/>
                    <a:gd name="connsiteX31" fmla="*/ 933450 w 2055019"/>
                    <a:gd name="connsiteY31" fmla="*/ 161925 h 1423988"/>
                    <a:gd name="connsiteX32" fmla="*/ 952500 w 2055019"/>
                    <a:gd name="connsiteY32" fmla="*/ 142875 h 1423988"/>
                    <a:gd name="connsiteX33" fmla="*/ 966787 w 2055019"/>
                    <a:gd name="connsiteY33" fmla="*/ 147638 h 1423988"/>
                    <a:gd name="connsiteX34" fmla="*/ 985837 w 2055019"/>
                    <a:gd name="connsiteY34" fmla="*/ 142875 h 1423988"/>
                    <a:gd name="connsiteX35" fmla="*/ 1004887 w 2055019"/>
                    <a:gd name="connsiteY35" fmla="*/ 147638 h 1423988"/>
                    <a:gd name="connsiteX36" fmla="*/ 1019175 w 2055019"/>
                    <a:gd name="connsiteY36" fmla="*/ 140494 h 1423988"/>
                    <a:gd name="connsiteX37" fmla="*/ 1026319 w 2055019"/>
                    <a:gd name="connsiteY37" fmla="*/ 121444 h 1423988"/>
                    <a:gd name="connsiteX38" fmla="*/ 1019175 w 2055019"/>
                    <a:gd name="connsiteY38" fmla="*/ 104775 h 1423988"/>
                    <a:gd name="connsiteX39" fmla="*/ 1035844 w 2055019"/>
                    <a:gd name="connsiteY39" fmla="*/ 95250 h 1423988"/>
                    <a:gd name="connsiteX40" fmla="*/ 1054894 w 2055019"/>
                    <a:gd name="connsiteY40" fmla="*/ 95250 h 1423988"/>
                    <a:gd name="connsiteX41" fmla="*/ 1083469 w 2055019"/>
                    <a:gd name="connsiteY41" fmla="*/ 73819 h 1423988"/>
                    <a:gd name="connsiteX42" fmla="*/ 1107281 w 2055019"/>
                    <a:gd name="connsiteY42" fmla="*/ 54769 h 1423988"/>
                    <a:gd name="connsiteX43" fmla="*/ 1128712 w 2055019"/>
                    <a:gd name="connsiteY43" fmla="*/ 61913 h 1423988"/>
                    <a:gd name="connsiteX44" fmla="*/ 1138237 w 2055019"/>
                    <a:gd name="connsiteY44" fmla="*/ 80963 h 1423988"/>
                    <a:gd name="connsiteX45" fmla="*/ 1154906 w 2055019"/>
                    <a:gd name="connsiteY45" fmla="*/ 78582 h 1423988"/>
                    <a:gd name="connsiteX46" fmla="*/ 1157287 w 2055019"/>
                    <a:gd name="connsiteY46" fmla="*/ 92869 h 1423988"/>
                    <a:gd name="connsiteX47" fmla="*/ 1173956 w 2055019"/>
                    <a:gd name="connsiteY47" fmla="*/ 107157 h 1423988"/>
                    <a:gd name="connsiteX48" fmla="*/ 1173956 w 2055019"/>
                    <a:gd name="connsiteY48" fmla="*/ 95250 h 1423988"/>
                    <a:gd name="connsiteX49" fmla="*/ 1185862 w 2055019"/>
                    <a:gd name="connsiteY49" fmla="*/ 92869 h 1423988"/>
                    <a:gd name="connsiteX50" fmla="*/ 1219200 w 2055019"/>
                    <a:gd name="connsiteY50" fmla="*/ 102394 h 1423988"/>
                    <a:gd name="connsiteX51" fmla="*/ 1223962 w 2055019"/>
                    <a:gd name="connsiteY51" fmla="*/ 128588 h 1423988"/>
                    <a:gd name="connsiteX52" fmla="*/ 1238250 w 2055019"/>
                    <a:gd name="connsiteY52" fmla="*/ 130969 h 1423988"/>
                    <a:gd name="connsiteX53" fmla="*/ 1240631 w 2055019"/>
                    <a:gd name="connsiteY53" fmla="*/ 142875 h 1423988"/>
                    <a:gd name="connsiteX54" fmla="*/ 1259681 w 2055019"/>
                    <a:gd name="connsiteY54" fmla="*/ 140494 h 1423988"/>
                    <a:gd name="connsiteX55" fmla="*/ 1273969 w 2055019"/>
                    <a:gd name="connsiteY55" fmla="*/ 145257 h 1423988"/>
                    <a:gd name="connsiteX56" fmla="*/ 1276350 w 2055019"/>
                    <a:gd name="connsiteY56" fmla="*/ 171450 h 1423988"/>
                    <a:gd name="connsiteX57" fmla="*/ 1278731 w 2055019"/>
                    <a:gd name="connsiteY57" fmla="*/ 185738 h 1423988"/>
                    <a:gd name="connsiteX58" fmla="*/ 1295400 w 2055019"/>
                    <a:gd name="connsiteY58" fmla="*/ 195263 h 1423988"/>
                    <a:gd name="connsiteX59" fmla="*/ 1316831 w 2055019"/>
                    <a:gd name="connsiteY59" fmla="*/ 183357 h 1423988"/>
                    <a:gd name="connsiteX60" fmla="*/ 1331119 w 2055019"/>
                    <a:gd name="connsiteY60" fmla="*/ 180975 h 1423988"/>
                    <a:gd name="connsiteX61" fmla="*/ 1343025 w 2055019"/>
                    <a:gd name="connsiteY61" fmla="*/ 190500 h 1423988"/>
                    <a:gd name="connsiteX62" fmla="*/ 1343025 w 2055019"/>
                    <a:gd name="connsiteY62" fmla="*/ 221457 h 1423988"/>
                    <a:gd name="connsiteX63" fmla="*/ 1364456 w 2055019"/>
                    <a:gd name="connsiteY63" fmla="*/ 230982 h 1423988"/>
                    <a:gd name="connsiteX64" fmla="*/ 1397794 w 2055019"/>
                    <a:gd name="connsiteY64" fmla="*/ 257175 h 1423988"/>
                    <a:gd name="connsiteX65" fmla="*/ 1457325 w 2055019"/>
                    <a:gd name="connsiteY65" fmla="*/ 304800 h 1423988"/>
                    <a:gd name="connsiteX66" fmla="*/ 1471612 w 2055019"/>
                    <a:gd name="connsiteY66" fmla="*/ 338138 h 1423988"/>
                    <a:gd name="connsiteX67" fmla="*/ 1478756 w 2055019"/>
                    <a:gd name="connsiteY67" fmla="*/ 347663 h 1423988"/>
                    <a:gd name="connsiteX68" fmla="*/ 1519237 w 2055019"/>
                    <a:gd name="connsiteY68" fmla="*/ 359569 h 1423988"/>
                    <a:gd name="connsiteX69" fmla="*/ 1535906 w 2055019"/>
                    <a:gd name="connsiteY69" fmla="*/ 352425 h 1423988"/>
                    <a:gd name="connsiteX70" fmla="*/ 1571625 w 2055019"/>
                    <a:gd name="connsiteY70" fmla="*/ 347663 h 1423988"/>
                    <a:gd name="connsiteX71" fmla="*/ 1628775 w 2055019"/>
                    <a:gd name="connsiteY71" fmla="*/ 357188 h 1423988"/>
                    <a:gd name="connsiteX72" fmla="*/ 1647825 w 2055019"/>
                    <a:gd name="connsiteY72" fmla="*/ 357188 h 1423988"/>
                    <a:gd name="connsiteX73" fmla="*/ 1669256 w 2055019"/>
                    <a:gd name="connsiteY73" fmla="*/ 350044 h 1423988"/>
                    <a:gd name="connsiteX74" fmla="*/ 1685925 w 2055019"/>
                    <a:gd name="connsiteY74" fmla="*/ 333375 h 1423988"/>
                    <a:gd name="connsiteX75" fmla="*/ 1704975 w 2055019"/>
                    <a:gd name="connsiteY75" fmla="*/ 364332 h 1423988"/>
                    <a:gd name="connsiteX76" fmla="*/ 1721644 w 2055019"/>
                    <a:gd name="connsiteY76" fmla="*/ 364332 h 1423988"/>
                    <a:gd name="connsiteX77" fmla="*/ 1731169 w 2055019"/>
                    <a:gd name="connsiteY77" fmla="*/ 376238 h 1423988"/>
                    <a:gd name="connsiteX78" fmla="*/ 1735931 w 2055019"/>
                    <a:gd name="connsiteY78" fmla="*/ 390525 h 1423988"/>
                    <a:gd name="connsiteX79" fmla="*/ 1764506 w 2055019"/>
                    <a:gd name="connsiteY79" fmla="*/ 390525 h 1423988"/>
                    <a:gd name="connsiteX80" fmla="*/ 1804987 w 2055019"/>
                    <a:gd name="connsiteY80" fmla="*/ 404813 h 1423988"/>
                    <a:gd name="connsiteX81" fmla="*/ 1812131 w 2055019"/>
                    <a:gd name="connsiteY81" fmla="*/ 404813 h 1423988"/>
                    <a:gd name="connsiteX82" fmla="*/ 1826419 w 2055019"/>
                    <a:gd name="connsiteY82" fmla="*/ 378619 h 1423988"/>
                    <a:gd name="connsiteX83" fmla="*/ 1831181 w 2055019"/>
                    <a:gd name="connsiteY83" fmla="*/ 369094 h 1423988"/>
                    <a:gd name="connsiteX84" fmla="*/ 1859756 w 2055019"/>
                    <a:gd name="connsiteY84" fmla="*/ 378619 h 1423988"/>
                    <a:gd name="connsiteX85" fmla="*/ 1883569 w 2055019"/>
                    <a:gd name="connsiteY85" fmla="*/ 407194 h 1423988"/>
                    <a:gd name="connsiteX86" fmla="*/ 1881187 w 2055019"/>
                    <a:gd name="connsiteY86" fmla="*/ 426244 h 1423988"/>
                    <a:gd name="connsiteX87" fmla="*/ 1902619 w 2055019"/>
                    <a:gd name="connsiteY87" fmla="*/ 426244 h 1423988"/>
                    <a:gd name="connsiteX88" fmla="*/ 1909762 w 2055019"/>
                    <a:gd name="connsiteY88" fmla="*/ 459582 h 1423988"/>
                    <a:gd name="connsiteX89" fmla="*/ 1912144 w 2055019"/>
                    <a:gd name="connsiteY89" fmla="*/ 478632 h 1423988"/>
                    <a:gd name="connsiteX90" fmla="*/ 1947862 w 2055019"/>
                    <a:gd name="connsiteY90" fmla="*/ 478632 h 1423988"/>
                    <a:gd name="connsiteX91" fmla="*/ 1962150 w 2055019"/>
                    <a:gd name="connsiteY91" fmla="*/ 488157 h 1423988"/>
                    <a:gd name="connsiteX92" fmla="*/ 1983581 w 2055019"/>
                    <a:gd name="connsiteY92" fmla="*/ 481013 h 1423988"/>
                    <a:gd name="connsiteX93" fmla="*/ 2019300 w 2055019"/>
                    <a:gd name="connsiteY93" fmla="*/ 492919 h 1423988"/>
                    <a:gd name="connsiteX94" fmla="*/ 2028825 w 2055019"/>
                    <a:gd name="connsiteY94" fmla="*/ 516732 h 1423988"/>
                    <a:gd name="connsiteX95" fmla="*/ 2055019 w 2055019"/>
                    <a:gd name="connsiteY95" fmla="*/ 528638 h 1423988"/>
                    <a:gd name="connsiteX96" fmla="*/ 2055019 w 2055019"/>
                    <a:gd name="connsiteY96" fmla="*/ 542925 h 1423988"/>
                    <a:gd name="connsiteX97" fmla="*/ 2038350 w 2055019"/>
                    <a:gd name="connsiteY97" fmla="*/ 552450 h 1423988"/>
                    <a:gd name="connsiteX98" fmla="*/ 2043112 w 2055019"/>
                    <a:gd name="connsiteY98" fmla="*/ 566738 h 1423988"/>
                    <a:gd name="connsiteX99" fmla="*/ 2038350 w 2055019"/>
                    <a:gd name="connsiteY99" fmla="*/ 576263 h 1423988"/>
                    <a:gd name="connsiteX100" fmla="*/ 2026444 w 2055019"/>
                    <a:gd name="connsiteY100" fmla="*/ 595313 h 1423988"/>
                    <a:gd name="connsiteX101" fmla="*/ 1988344 w 2055019"/>
                    <a:gd name="connsiteY101" fmla="*/ 590550 h 1423988"/>
                    <a:gd name="connsiteX102" fmla="*/ 1978819 w 2055019"/>
                    <a:gd name="connsiteY102" fmla="*/ 607219 h 1423988"/>
                    <a:gd name="connsiteX103" fmla="*/ 1957387 w 2055019"/>
                    <a:gd name="connsiteY103" fmla="*/ 600075 h 1423988"/>
                    <a:gd name="connsiteX104" fmla="*/ 1919287 w 2055019"/>
                    <a:gd name="connsiteY104" fmla="*/ 595313 h 1423988"/>
                    <a:gd name="connsiteX105" fmla="*/ 1900237 w 2055019"/>
                    <a:gd name="connsiteY105" fmla="*/ 604838 h 1423988"/>
                    <a:gd name="connsiteX106" fmla="*/ 1900237 w 2055019"/>
                    <a:gd name="connsiteY106" fmla="*/ 626269 h 1423988"/>
                    <a:gd name="connsiteX107" fmla="*/ 1876425 w 2055019"/>
                    <a:gd name="connsiteY107" fmla="*/ 640557 h 1423988"/>
                    <a:gd name="connsiteX108" fmla="*/ 1847850 w 2055019"/>
                    <a:gd name="connsiteY108" fmla="*/ 645319 h 1423988"/>
                    <a:gd name="connsiteX109" fmla="*/ 1852612 w 2055019"/>
                    <a:gd name="connsiteY109" fmla="*/ 673894 h 1423988"/>
                    <a:gd name="connsiteX110" fmla="*/ 1821656 w 2055019"/>
                    <a:gd name="connsiteY110" fmla="*/ 683419 h 1423988"/>
                    <a:gd name="connsiteX111" fmla="*/ 1802606 w 2055019"/>
                    <a:gd name="connsiteY111" fmla="*/ 726282 h 1423988"/>
                    <a:gd name="connsiteX112" fmla="*/ 1788319 w 2055019"/>
                    <a:gd name="connsiteY112" fmla="*/ 719138 h 1423988"/>
                    <a:gd name="connsiteX113" fmla="*/ 1783556 w 2055019"/>
                    <a:gd name="connsiteY113" fmla="*/ 733425 h 1423988"/>
                    <a:gd name="connsiteX114" fmla="*/ 1754981 w 2055019"/>
                    <a:gd name="connsiteY114" fmla="*/ 759619 h 1423988"/>
                    <a:gd name="connsiteX115" fmla="*/ 1735931 w 2055019"/>
                    <a:gd name="connsiteY115" fmla="*/ 773907 h 1423988"/>
                    <a:gd name="connsiteX116" fmla="*/ 1712119 w 2055019"/>
                    <a:gd name="connsiteY116" fmla="*/ 762000 h 1423988"/>
                    <a:gd name="connsiteX117" fmla="*/ 1712119 w 2055019"/>
                    <a:gd name="connsiteY117" fmla="*/ 809890 h 1423988"/>
                    <a:gd name="connsiteX118" fmla="*/ 1735931 w 2055019"/>
                    <a:gd name="connsiteY118" fmla="*/ 819150 h 1423988"/>
                    <a:gd name="connsiteX119" fmla="*/ 1771650 w 2055019"/>
                    <a:gd name="connsiteY119" fmla="*/ 821532 h 1423988"/>
                    <a:gd name="connsiteX120" fmla="*/ 1769269 w 2055019"/>
                    <a:gd name="connsiteY120" fmla="*/ 845344 h 1423988"/>
                    <a:gd name="connsiteX121" fmla="*/ 1790700 w 2055019"/>
                    <a:gd name="connsiteY121" fmla="*/ 835819 h 1423988"/>
                    <a:gd name="connsiteX122" fmla="*/ 1795462 w 2055019"/>
                    <a:gd name="connsiteY122" fmla="*/ 854869 h 1423988"/>
                    <a:gd name="connsiteX123" fmla="*/ 1802606 w 2055019"/>
                    <a:gd name="connsiteY123" fmla="*/ 883444 h 1423988"/>
                    <a:gd name="connsiteX124" fmla="*/ 1828800 w 2055019"/>
                    <a:gd name="connsiteY124" fmla="*/ 909638 h 1423988"/>
                    <a:gd name="connsiteX125" fmla="*/ 1862137 w 2055019"/>
                    <a:gd name="connsiteY125" fmla="*/ 909638 h 1423988"/>
                    <a:gd name="connsiteX126" fmla="*/ 1869281 w 2055019"/>
                    <a:gd name="connsiteY126" fmla="*/ 933450 h 1423988"/>
                    <a:gd name="connsiteX127" fmla="*/ 1862137 w 2055019"/>
                    <a:gd name="connsiteY127" fmla="*/ 962025 h 1423988"/>
                    <a:gd name="connsiteX128" fmla="*/ 1847850 w 2055019"/>
                    <a:gd name="connsiteY128" fmla="*/ 966788 h 1423988"/>
                    <a:gd name="connsiteX129" fmla="*/ 1854994 w 2055019"/>
                    <a:gd name="connsiteY129" fmla="*/ 985838 h 1423988"/>
                    <a:gd name="connsiteX130" fmla="*/ 1862137 w 2055019"/>
                    <a:gd name="connsiteY130" fmla="*/ 1021557 h 1423988"/>
                    <a:gd name="connsiteX131" fmla="*/ 1862137 w 2055019"/>
                    <a:gd name="connsiteY131" fmla="*/ 1052513 h 1423988"/>
                    <a:gd name="connsiteX132" fmla="*/ 1857375 w 2055019"/>
                    <a:gd name="connsiteY132" fmla="*/ 1078707 h 1423988"/>
                    <a:gd name="connsiteX133" fmla="*/ 1881187 w 2055019"/>
                    <a:gd name="connsiteY133" fmla="*/ 1116807 h 1423988"/>
                    <a:gd name="connsiteX134" fmla="*/ 1869281 w 2055019"/>
                    <a:gd name="connsiteY134" fmla="*/ 1138238 h 1423988"/>
                    <a:gd name="connsiteX135" fmla="*/ 1845469 w 2055019"/>
                    <a:gd name="connsiteY135" fmla="*/ 1138238 h 1423988"/>
                    <a:gd name="connsiteX136" fmla="*/ 1831181 w 2055019"/>
                    <a:gd name="connsiteY136" fmla="*/ 1183482 h 1423988"/>
                    <a:gd name="connsiteX137" fmla="*/ 1821656 w 2055019"/>
                    <a:gd name="connsiteY137" fmla="*/ 1228725 h 1423988"/>
                    <a:gd name="connsiteX138" fmla="*/ 1812131 w 2055019"/>
                    <a:gd name="connsiteY138" fmla="*/ 1252538 h 1423988"/>
                    <a:gd name="connsiteX139" fmla="*/ 1809750 w 2055019"/>
                    <a:gd name="connsiteY139" fmla="*/ 1278732 h 1423988"/>
                    <a:gd name="connsiteX140" fmla="*/ 1793081 w 2055019"/>
                    <a:gd name="connsiteY140" fmla="*/ 1290638 h 1423988"/>
                    <a:gd name="connsiteX141" fmla="*/ 1797844 w 2055019"/>
                    <a:gd name="connsiteY141" fmla="*/ 1328738 h 1423988"/>
                    <a:gd name="connsiteX142" fmla="*/ 1776412 w 2055019"/>
                    <a:gd name="connsiteY142" fmla="*/ 1333500 h 1423988"/>
                    <a:gd name="connsiteX143" fmla="*/ 1774031 w 2055019"/>
                    <a:gd name="connsiteY143" fmla="*/ 1378744 h 1423988"/>
                    <a:gd name="connsiteX144" fmla="*/ 1781175 w 2055019"/>
                    <a:gd name="connsiteY144" fmla="*/ 1378744 h 1423988"/>
                    <a:gd name="connsiteX145" fmla="*/ 1785937 w 2055019"/>
                    <a:gd name="connsiteY145" fmla="*/ 1404938 h 1423988"/>
                    <a:gd name="connsiteX146" fmla="*/ 1740694 w 2055019"/>
                    <a:gd name="connsiteY146" fmla="*/ 1407319 h 1423988"/>
                    <a:gd name="connsiteX147" fmla="*/ 1719262 w 2055019"/>
                    <a:gd name="connsiteY147" fmla="*/ 1419225 h 1423988"/>
                    <a:gd name="connsiteX148" fmla="*/ 1702594 w 2055019"/>
                    <a:gd name="connsiteY148" fmla="*/ 1423988 h 1423988"/>
                    <a:gd name="connsiteX149" fmla="*/ 1662112 w 2055019"/>
                    <a:gd name="connsiteY149" fmla="*/ 1404938 h 1423988"/>
                    <a:gd name="connsiteX150" fmla="*/ 1621631 w 2055019"/>
                    <a:gd name="connsiteY150" fmla="*/ 1383507 h 1423988"/>
                    <a:gd name="connsiteX151" fmla="*/ 1593056 w 2055019"/>
                    <a:gd name="connsiteY151" fmla="*/ 1371600 h 1423988"/>
                    <a:gd name="connsiteX152" fmla="*/ 1576387 w 2055019"/>
                    <a:gd name="connsiteY152" fmla="*/ 1390650 h 1423988"/>
                    <a:gd name="connsiteX153" fmla="*/ 1547812 w 2055019"/>
                    <a:gd name="connsiteY153" fmla="*/ 1397794 h 1423988"/>
                    <a:gd name="connsiteX154" fmla="*/ 1528762 w 2055019"/>
                    <a:gd name="connsiteY154" fmla="*/ 1388269 h 1423988"/>
                    <a:gd name="connsiteX155" fmla="*/ 1507331 w 2055019"/>
                    <a:gd name="connsiteY155" fmla="*/ 1404938 h 1423988"/>
                    <a:gd name="connsiteX156" fmla="*/ 1497806 w 2055019"/>
                    <a:gd name="connsiteY156" fmla="*/ 1381125 h 1423988"/>
                    <a:gd name="connsiteX157" fmla="*/ 1507331 w 2055019"/>
                    <a:gd name="connsiteY157" fmla="*/ 1359694 h 1423988"/>
                    <a:gd name="connsiteX158" fmla="*/ 1514475 w 2055019"/>
                    <a:gd name="connsiteY158" fmla="*/ 1316832 h 1423988"/>
                    <a:gd name="connsiteX159" fmla="*/ 1547812 w 2055019"/>
                    <a:gd name="connsiteY159" fmla="*/ 1293019 h 1423988"/>
                    <a:gd name="connsiteX160" fmla="*/ 1554956 w 2055019"/>
                    <a:gd name="connsiteY160" fmla="*/ 1264444 h 1423988"/>
                    <a:gd name="connsiteX161" fmla="*/ 1538287 w 2055019"/>
                    <a:gd name="connsiteY161" fmla="*/ 1221582 h 1423988"/>
                    <a:gd name="connsiteX162" fmla="*/ 1504950 w 2055019"/>
                    <a:gd name="connsiteY162" fmla="*/ 1212057 h 1423988"/>
                    <a:gd name="connsiteX163" fmla="*/ 1471612 w 2055019"/>
                    <a:gd name="connsiteY163" fmla="*/ 1228725 h 1423988"/>
                    <a:gd name="connsiteX164" fmla="*/ 1435894 w 2055019"/>
                    <a:gd name="connsiteY164" fmla="*/ 1266825 h 1423988"/>
                    <a:gd name="connsiteX165" fmla="*/ 1428750 w 2055019"/>
                    <a:gd name="connsiteY165" fmla="*/ 1250157 h 1423988"/>
                    <a:gd name="connsiteX166" fmla="*/ 1447800 w 2055019"/>
                    <a:gd name="connsiteY166" fmla="*/ 1231107 h 1423988"/>
                    <a:gd name="connsiteX167" fmla="*/ 1450181 w 2055019"/>
                    <a:gd name="connsiteY167" fmla="*/ 1204913 h 1423988"/>
                    <a:gd name="connsiteX168" fmla="*/ 1421606 w 2055019"/>
                    <a:gd name="connsiteY168" fmla="*/ 1190625 h 1423988"/>
                    <a:gd name="connsiteX169" fmla="*/ 1388269 w 2055019"/>
                    <a:gd name="connsiteY169" fmla="*/ 1202532 h 1423988"/>
                    <a:gd name="connsiteX170" fmla="*/ 1359694 w 2055019"/>
                    <a:gd name="connsiteY170" fmla="*/ 1197769 h 1423988"/>
                    <a:gd name="connsiteX171" fmla="*/ 1335881 w 2055019"/>
                    <a:gd name="connsiteY171" fmla="*/ 1176338 h 1423988"/>
                    <a:gd name="connsiteX172" fmla="*/ 1302544 w 2055019"/>
                    <a:gd name="connsiteY172" fmla="*/ 1193007 h 1423988"/>
                    <a:gd name="connsiteX173" fmla="*/ 1283494 w 2055019"/>
                    <a:gd name="connsiteY173" fmla="*/ 1228725 h 1423988"/>
                    <a:gd name="connsiteX174" fmla="*/ 1266825 w 2055019"/>
                    <a:gd name="connsiteY174" fmla="*/ 1240632 h 1423988"/>
                    <a:gd name="connsiteX175" fmla="*/ 1266825 w 2055019"/>
                    <a:gd name="connsiteY175" fmla="*/ 1214438 h 1423988"/>
                    <a:gd name="connsiteX176" fmla="*/ 1226344 w 2055019"/>
                    <a:gd name="connsiteY176" fmla="*/ 1193007 h 1423988"/>
                    <a:gd name="connsiteX177" fmla="*/ 1200150 w 2055019"/>
                    <a:gd name="connsiteY177" fmla="*/ 1197769 h 1423988"/>
                    <a:gd name="connsiteX178" fmla="*/ 1169194 w 2055019"/>
                    <a:gd name="connsiteY178" fmla="*/ 1200150 h 1423988"/>
                    <a:gd name="connsiteX179" fmla="*/ 1150144 w 2055019"/>
                    <a:gd name="connsiteY179" fmla="*/ 1181100 h 1423988"/>
                    <a:gd name="connsiteX180" fmla="*/ 1112044 w 2055019"/>
                    <a:gd name="connsiteY180" fmla="*/ 1171575 h 1423988"/>
                    <a:gd name="connsiteX181" fmla="*/ 1092994 w 2055019"/>
                    <a:gd name="connsiteY181" fmla="*/ 1166813 h 1423988"/>
                    <a:gd name="connsiteX182" fmla="*/ 1066800 w 2055019"/>
                    <a:gd name="connsiteY182" fmla="*/ 1154907 h 1423988"/>
                    <a:gd name="connsiteX183" fmla="*/ 1040606 w 2055019"/>
                    <a:gd name="connsiteY183" fmla="*/ 1159669 h 1423988"/>
                    <a:gd name="connsiteX184" fmla="*/ 1031081 w 2055019"/>
                    <a:gd name="connsiteY184" fmla="*/ 1188244 h 1423988"/>
                    <a:gd name="connsiteX185" fmla="*/ 1012031 w 2055019"/>
                    <a:gd name="connsiteY185" fmla="*/ 1185863 h 1423988"/>
                    <a:gd name="connsiteX186" fmla="*/ 973931 w 2055019"/>
                    <a:gd name="connsiteY186" fmla="*/ 1200150 h 1423988"/>
                    <a:gd name="connsiteX187" fmla="*/ 945356 w 2055019"/>
                    <a:gd name="connsiteY187" fmla="*/ 1197769 h 1423988"/>
                    <a:gd name="connsiteX188" fmla="*/ 912019 w 2055019"/>
                    <a:gd name="connsiteY188" fmla="*/ 1197769 h 1423988"/>
                    <a:gd name="connsiteX189" fmla="*/ 885825 w 2055019"/>
                    <a:gd name="connsiteY189" fmla="*/ 1228725 h 1423988"/>
                    <a:gd name="connsiteX190" fmla="*/ 857250 w 2055019"/>
                    <a:gd name="connsiteY190" fmla="*/ 1221582 h 1423988"/>
                    <a:gd name="connsiteX191" fmla="*/ 840581 w 2055019"/>
                    <a:gd name="connsiteY191" fmla="*/ 1197769 h 1423988"/>
                    <a:gd name="connsiteX192" fmla="*/ 838200 w 2055019"/>
                    <a:gd name="connsiteY192" fmla="*/ 1162050 h 1423988"/>
                    <a:gd name="connsiteX193" fmla="*/ 797719 w 2055019"/>
                    <a:gd name="connsiteY193" fmla="*/ 1116807 h 1423988"/>
                    <a:gd name="connsiteX194" fmla="*/ 735806 w 2055019"/>
                    <a:gd name="connsiteY194" fmla="*/ 1081088 h 1423988"/>
                    <a:gd name="connsiteX195" fmla="*/ 709612 w 2055019"/>
                    <a:gd name="connsiteY195" fmla="*/ 1088232 h 1423988"/>
                    <a:gd name="connsiteX196" fmla="*/ 695325 w 2055019"/>
                    <a:gd name="connsiteY196" fmla="*/ 1112044 h 1423988"/>
                    <a:gd name="connsiteX197" fmla="*/ 673894 w 2055019"/>
                    <a:gd name="connsiteY197" fmla="*/ 1102519 h 1423988"/>
                    <a:gd name="connsiteX198" fmla="*/ 647700 w 2055019"/>
                    <a:gd name="connsiteY198" fmla="*/ 1102519 h 1423988"/>
                    <a:gd name="connsiteX199" fmla="*/ 631031 w 2055019"/>
                    <a:gd name="connsiteY199" fmla="*/ 1121569 h 1423988"/>
                    <a:gd name="connsiteX200" fmla="*/ 621506 w 2055019"/>
                    <a:gd name="connsiteY200" fmla="*/ 1152525 h 1423988"/>
                    <a:gd name="connsiteX201" fmla="*/ 602456 w 2055019"/>
                    <a:gd name="connsiteY201" fmla="*/ 1152525 h 1423988"/>
                    <a:gd name="connsiteX202" fmla="*/ 583406 w 2055019"/>
                    <a:gd name="connsiteY202" fmla="*/ 1138238 h 1423988"/>
                    <a:gd name="connsiteX203" fmla="*/ 557212 w 2055019"/>
                    <a:gd name="connsiteY203" fmla="*/ 1133475 h 1423988"/>
                    <a:gd name="connsiteX204" fmla="*/ 521494 w 2055019"/>
                    <a:gd name="connsiteY204" fmla="*/ 1104900 h 1423988"/>
                    <a:gd name="connsiteX205" fmla="*/ 447675 w 2055019"/>
                    <a:gd name="connsiteY205" fmla="*/ 1092994 h 1423988"/>
                    <a:gd name="connsiteX206" fmla="*/ 414337 w 2055019"/>
                    <a:gd name="connsiteY206" fmla="*/ 1076325 h 1423988"/>
                    <a:gd name="connsiteX207" fmla="*/ 388144 w 2055019"/>
                    <a:gd name="connsiteY207" fmla="*/ 1085850 h 1423988"/>
                    <a:gd name="connsiteX208" fmla="*/ 359569 w 2055019"/>
                    <a:gd name="connsiteY208" fmla="*/ 1114425 h 1423988"/>
                    <a:gd name="connsiteX209" fmla="*/ 335756 w 2055019"/>
                    <a:gd name="connsiteY209" fmla="*/ 1121569 h 1423988"/>
                    <a:gd name="connsiteX210" fmla="*/ 323850 w 2055019"/>
                    <a:gd name="connsiteY210" fmla="*/ 1150144 h 1423988"/>
                    <a:gd name="connsiteX211" fmla="*/ 307181 w 2055019"/>
                    <a:gd name="connsiteY211" fmla="*/ 1140619 h 1423988"/>
                    <a:gd name="connsiteX212" fmla="*/ 278606 w 2055019"/>
                    <a:gd name="connsiteY212" fmla="*/ 1112044 h 1423988"/>
                    <a:gd name="connsiteX213" fmla="*/ 264319 w 2055019"/>
                    <a:gd name="connsiteY213" fmla="*/ 1083469 h 1423988"/>
                    <a:gd name="connsiteX214" fmla="*/ 261937 w 2055019"/>
                    <a:gd name="connsiteY214" fmla="*/ 1054894 h 1423988"/>
                    <a:gd name="connsiteX215" fmla="*/ 223837 w 2055019"/>
                    <a:gd name="connsiteY215" fmla="*/ 1059657 h 1423988"/>
                    <a:gd name="connsiteX216" fmla="*/ 223837 w 2055019"/>
                    <a:gd name="connsiteY216" fmla="*/ 1040607 h 1423988"/>
                    <a:gd name="connsiteX217" fmla="*/ 219075 w 2055019"/>
                    <a:gd name="connsiteY217" fmla="*/ 1021557 h 1423988"/>
                    <a:gd name="connsiteX218" fmla="*/ 219075 w 2055019"/>
                    <a:gd name="connsiteY218" fmla="*/ 1012032 h 1423988"/>
                    <a:gd name="connsiteX219" fmla="*/ 240506 w 2055019"/>
                    <a:gd name="connsiteY219" fmla="*/ 1012032 h 1423988"/>
                    <a:gd name="connsiteX220" fmla="*/ 261937 w 2055019"/>
                    <a:gd name="connsiteY220" fmla="*/ 1009650 h 1423988"/>
                    <a:gd name="connsiteX221" fmla="*/ 273844 w 2055019"/>
                    <a:gd name="connsiteY221" fmla="*/ 992982 h 1423988"/>
                    <a:gd name="connsiteX222" fmla="*/ 280987 w 2055019"/>
                    <a:gd name="connsiteY222" fmla="*/ 973932 h 1423988"/>
                    <a:gd name="connsiteX223" fmla="*/ 276225 w 2055019"/>
                    <a:gd name="connsiteY223" fmla="*/ 947738 h 1423988"/>
                    <a:gd name="connsiteX224" fmla="*/ 292894 w 2055019"/>
                    <a:gd name="connsiteY224" fmla="*/ 916782 h 1423988"/>
                    <a:gd name="connsiteX225" fmla="*/ 273844 w 2055019"/>
                    <a:gd name="connsiteY225" fmla="*/ 881063 h 1423988"/>
                    <a:gd name="connsiteX226" fmla="*/ 257175 w 2055019"/>
                    <a:gd name="connsiteY226" fmla="*/ 857250 h 1423988"/>
                    <a:gd name="connsiteX227" fmla="*/ 254794 w 2055019"/>
                    <a:gd name="connsiteY227" fmla="*/ 835819 h 1423988"/>
                    <a:gd name="connsiteX228" fmla="*/ 259556 w 2055019"/>
                    <a:gd name="connsiteY228" fmla="*/ 814388 h 1423988"/>
                    <a:gd name="connsiteX229" fmla="*/ 270771 w 2055019"/>
                    <a:gd name="connsiteY229" fmla="*/ 784483 h 1423988"/>
                    <a:gd name="connsiteX230" fmla="*/ 259556 w 2055019"/>
                    <a:gd name="connsiteY230" fmla="*/ 783432 h 1423988"/>
                    <a:gd name="connsiteX231" fmla="*/ 245269 w 2055019"/>
                    <a:gd name="connsiteY231" fmla="*/ 766763 h 1423988"/>
                    <a:gd name="connsiteX232" fmla="*/ 257175 w 2055019"/>
                    <a:gd name="connsiteY232" fmla="*/ 747713 h 1423988"/>
                    <a:gd name="connsiteX233" fmla="*/ 230981 w 2055019"/>
                    <a:gd name="connsiteY233" fmla="*/ 719138 h 1423988"/>
                    <a:gd name="connsiteX234" fmla="*/ 197644 w 2055019"/>
                    <a:gd name="connsiteY234" fmla="*/ 654844 h 1423988"/>
                    <a:gd name="connsiteX235" fmla="*/ 161925 w 2055019"/>
                    <a:gd name="connsiteY235" fmla="*/ 628650 h 1423988"/>
                    <a:gd name="connsiteX236" fmla="*/ 107156 w 2055019"/>
                    <a:gd name="connsiteY236" fmla="*/ 609600 h 1423988"/>
                    <a:gd name="connsiteX237" fmla="*/ 76200 w 2055019"/>
                    <a:gd name="connsiteY237" fmla="*/ 626269 h 1423988"/>
                    <a:gd name="connsiteX238" fmla="*/ 47625 w 2055019"/>
                    <a:gd name="connsiteY238" fmla="*/ 607219 h 1423988"/>
                    <a:gd name="connsiteX239" fmla="*/ 42862 w 2055019"/>
                    <a:gd name="connsiteY239" fmla="*/ 585788 h 1423988"/>
                    <a:gd name="connsiteX240" fmla="*/ 21431 w 2055019"/>
                    <a:gd name="connsiteY240" fmla="*/ 619125 h 1423988"/>
                    <a:gd name="connsiteX241" fmla="*/ 0 w 2055019"/>
                    <a:gd name="connsiteY241" fmla="*/ 621507 h 1423988"/>
                    <a:gd name="connsiteX242" fmla="*/ 26194 w 2055019"/>
                    <a:gd name="connsiteY242" fmla="*/ 576263 h 1423988"/>
                    <a:gd name="connsiteX243" fmla="*/ 26194 w 2055019"/>
                    <a:gd name="connsiteY243" fmla="*/ 526257 h 1423988"/>
                    <a:gd name="connsiteX244" fmla="*/ 40481 w 2055019"/>
                    <a:gd name="connsiteY244" fmla="*/ 495300 h 1423988"/>
                    <a:gd name="connsiteX245" fmla="*/ 61912 w 2055019"/>
                    <a:gd name="connsiteY245" fmla="*/ 450057 h 1423988"/>
                    <a:gd name="connsiteX246" fmla="*/ 88106 w 2055019"/>
                    <a:gd name="connsiteY246" fmla="*/ 400050 h 1423988"/>
                    <a:gd name="connsiteX247" fmla="*/ 102394 w 2055019"/>
                    <a:gd name="connsiteY247" fmla="*/ 366713 h 1423988"/>
                    <a:gd name="connsiteX248" fmla="*/ 126206 w 2055019"/>
                    <a:gd name="connsiteY248" fmla="*/ 342900 h 1423988"/>
                    <a:gd name="connsiteX249" fmla="*/ 133350 w 2055019"/>
                    <a:gd name="connsiteY249" fmla="*/ 326232 h 1423988"/>
                    <a:gd name="connsiteX250" fmla="*/ 116681 w 2055019"/>
                    <a:gd name="connsiteY250" fmla="*/ 321469 h 1423988"/>
                    <a:gd name="connsiteX251" fmla="*/ 119062 w 2055019"/>
                    <a:gd name="connsiteY251" fmla="*/ 309563 h 1423988"/>
                    <a:gd name="connsiteX252" fmla="*/ 123825 w 2055019"/>
                    <a:gd name="connsiteY252" fmla="*/ 259557 h 1423988"/>
                    <a:gd name="connsiteX253" fmla="*/ 138112 w 2055019"/>
                    <a:gd name="connsiteY253" fmla="*/ 219075 h 1423988"/>
                    <a:gd name="connsiteX254" fmla="*/ 147637 w 2055019"/>
                    <a:gd name="connsiteY254" fmla="*/ 178594 h 1423988"/>
                    <a:gd name="connsiteX255" fmla="*/ 159544 w 2055019"/>
                    <a:gd name="connsiteY255" fmla="*/ 154782 h 1423988"/>
                    <a:gd name="connsiteX256" fmla="*/ 195262 w 2055019"/>
                    <a:gd name="connsiteY256" fmla="*/ 135732 h 1423988"/>
                    <a:gd name="connsiteX257" fmla="*/ 211931 w 2055019"/>
                    <a:gd name="connsiteY257" fmla="*/ 109538 h 1423988"/>
                    <a:gd name="connsiteX258" fmla="*/ 221456 w 2055019"/>
                    <a:gd name="connsiteY258" fmla="*/ 88107 h 1423988"/>
                    <a:gd name="connsiteX259" fmla="*/ 250031 w 2055019"/>
                    <a:gd name="connsiteY259" fmla="*/ 88107 h 1423988"/>
                    <a:gd name="connsiteX260" fmla="*/ 285750 w 2055019"/>
                    <a:gd name="connsiteY260" fmla="*/ 88107 h 1423988"/>
                    <a:gd name="connsiteX261" fmla="*/ 321469 w 2055019"/>
                    <a:gd name="connsiteY261" fmla="*/ 73819 h 1423988"/>
                    <a:gd name="connsiteX262" fmla="*/ 330994 w 2055019"/>
                    <a:gd name="connsiteY262" fmla="*/ 54769 h 1423988"/>
                    <a:gd name="connsiteX263" fmla="*/ 364331 w 2055019"/>
                    <a:gd name="connsiteY263" fmla="*/ 54769 h 1423988"/>
                    <a:gd name="connsiteX264" fmla="*/ 411956 w 2055019"/>
                    <a:gd name="connsiteY264" fmla="*/ 0 h 14239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2055019" h="1423988">
                      <a:moveTo>
                        <a:pt x="411956" y="0"/>
                      </a:moveTo>
                      <a:lnTo>
                        <a:pt x="428625" y="14288"/>
                      </a:lnTo>
                      <a:cubicBezTo>
                        <a:pt x="431800" y="23813"/>
                        <a:pt x="418306" y="50007"/>
                        <a:pt x="421481" y="59532"/>
                      </a:cubicBezTo>
                      <a:lnTo>
                        <a:pt x="438150" y="90488"/>
                      </a:lnTo>
                      <a:lnTo>
                        <a:pt x="478631" y="116682"/>
                      </a:lnTo>
                      <a:lnTo>
                        <a:pt x="507206" y="145257"/>
                      </a:lnTo>
                      <a:lnTo>
                        <a:pt x="514350" y="173832"/>
                      </a:lnTo>
                      <a:lnTo>
                        <a:pt x="519112" y="195263"/>
                      </a:lnTo>
                      <a:lnTo>
                        <a:pt x="566737" y="223838"/>
                      </a:lnTo>
                      <a:lnTo>
                        <a:pt x="561975" y="300038"/>
                      </a:lnTo>
                      <a:lnTo>
                        <a:pt x="550069" y="323850"/>
                      </a:lnTo>
                      <a:lnTo>
                        <a:pt x="550069" y="354807"/>
                      </a:lnTo>
                      <a:lnTo>
                        <a:pt x="564356" y="392907"/>
                      </a:lnTo>
                      <a:lnTo>
                        <a:pt x="583406" y="438150"/>
                      </a:lnTo>
                      <a:lnTo>
                        <a:pt x="635794" y="464344"/>
                      </a:lnTo>
                      <a:lnTo>
                        <a:pt x="690562" y="459582"/>
                      </a:lnTo>
                      <a:lnTo>
                        <a:pt x="735806" y="452438"/>
                      </a:lnTo>
                      <a:lnTo>
                        <a:pt x="771525" y="409575"/>
                      </a:lnTo>
                      <a:lnTo>
                        <a:pt x="792956" y="397669"/>
                      </a:lnTo>
                      <a:lnTo>
                        <a:pt x="831056" y="395288"/>
                      </a:lnTo>
                      <a:lnTo>
                        <a:pt x="888206" y="390525"/>
                      </a:lnTo>
                      <a:lnTo>
                        <a:pt x="921544" y="385763"/>
                      </a:lnTo>
                      <a:lnTo>
                        <a:pt x="940594" y="381000"/>
                      </a:lnTo>
                      <a:lnTo>
                        <a:pt x="940594" y="357188"/>
                      </a:lnTo>
                      <a:lnTo>
                        <a:pt x="952500" y="328613"/>
                      </a:lnTo>
                      <a:lnTo>
                        <a:pt x="959644" y="283369"/>
                      </a:lnTo>
                      <a:lnTo>
                        <a:pt x="976312" y="269082"/>
                      </a:lnTo>
                      <a:lnTo>
                        <a:pt x="983456" y="245269"/>
                      </a:lnTo>
                      <a:lnTo>
                        <a:pt x="971550" y="223838"/>
                      </a:lnTo>
                      <a:lnTo>
                        <a:pt x="945356" y="207169"/>
                      </a:lnTo>
                      <a:lnTo>
                        <a:pt x="933450" y="188119"/>
                      </a:lnTo>
                      <a:lnTo>
                        <a:pt x="933450" y="161925"/>
                      </a:lnTo>
                      <a:lnTo>
                        <a:pt x="952500" y="142875"/>
                      </a:lnTo>
                      <a:lnTo>
                        <a:pt x="966787" y="147638"/>
                      </a:lnTo>
                      <a:lnTo>
                        <a:pt x="985837" y="142875"/>
                      </a:lnTo>
                      <a:lnTo>
                        <a:pt x="1004887" y="147638"/>
                      </a:lnTo>
                      <a:lnTo>
                        <a:pt x="1019175" y="140494"/>
                      </a:lnTo>
                      <a:lnTo>
                        <a:pt x="1026319" y="121444"/>
                      </a:lnTo>
                      <a:lnTo>
                        <a:pt x="1019175" y="104775"/>
                      </a:lnTo>
                      <a:lnTo>
                        <a:pt x="1035844" y="95250"/>
                      </a:lnTo>
                      <a:lnTo>
                        <a:pt x="1054894" y="95250"/>
                      </a:lnTo>
                      <a:lnTo>
                        <a:pt x="1083469" y="73819"/>
                      </a:lnTo>
                      <a:lnTo>
                        <a:pt x="1107281" y="54769"/>
                      </a:lnTo>
                      <a:lnTo>
                        <a:pt x="1128712" y="61913"/>
                      </a:lnTo>
                      <a:lnTo>
                        <a:pt x="1138237" y="80963"/>
                      </a:lnTo>
                      <a:lnTo>
                        <a:pt x="1154906" y="78582"/>
                      </a:lnTo>
                      <a:lnTo>
                        <a:pt x="1157287" y="92869"/>
                      </a:lnTo>
                      <a:lnTo>
                        <a:pt x="1173956" y="107157"/>
                      </a:lnTo>
                      <a:lnTo>
                        <a:pt x="1173956" y="95250"/>
                      </a:lnTo>
                      <a:lnTo>
                        <a:pt x="1185862" y="92869"/>
                      </a:lnTo>
                      <a:lnTo>
                        <a:pt x="1219200" y="102394"/>
                      </a:lnTo>
                      <a:lnTo>
                        <a:pt x="1223962" y="128588"/>
                      </a:lnTo>
                      <a:lnTo>
                        <a:pt x="1238250" y="130969"/>
                      </a:lnTo>
                      <a:lnTo>
                        <a:pt x="1240631" y="142875"/>
                      </a:lnTo>
                      <a:lnTo>
                        <a:pt x="1259681" y="140494"/>
                      </a:lnTo>
                      <a:lnTo>
                        <a:pt x="1273969" y="145257"/>
                      </a:lnTo>
                      <a:lnTo>
                        <a:pt x="1276350" y="171450"/>
                      </a:lnTo>
                      <a:lnTo>
                        <a:pt x="1278731" y="185738"/>
                      </a:lnTo>
                      <a:lnTo>
                        <a:pt x="1295400" y="195263"/>
                      </a:lnTo>
                      <a:lnTo>
                        <a:pt x="1316831" y="183357"/>
                      </a:lnTo>
                      <a:lnTo>
                        <a:pt x="1331119" y="180975"/>
                      </a:lnTo>
                      <a:lnTo>
                        <a:pt x="1343025" y="190500"/>
                      </a:lnTo>
                      <a:lnTo>
                        <a:pt x="1343025" y="221457"/>
                      </a:lnTo>
                      <a:lnTo>
                        <a:pt x="1364456" y="230982"/>
                      </a:lnTo>
                      <a:lnTo>
                        <a:pt x="1397794" y="257175"/>
                      </a:lnTo>
                      <a:lnTo>
                        <a:pt x="1457325" y="304800"/>
                      </a:lnTo>
                      <a:lnTo>
                        <a:pt x="1471612" y="338138"/>
                      </a:lnTo>
                      <a:lnTo>
                        <a:pt x="1478756" y="347663"/>
                      </a:lnTo>
                      <a:lnTo>
                        <a:pt x="1519237" y="359569"/>
                      </a:lnTo>
                      <a:lnTo>
                        <a:pt x="1535906" y="352425"/>
                      </a:lnTo>
                      <a:lnTo>
                        <a:pt x="1571625" y="347663"/>
                      </a:lnTo>
                      <a:lnTo>
                        <a:pt x="1628775" y="357188"/>
                      </a:lnTo>
                      <a:lnTo>
                        <a:pt x="1647825" y="357188"/>
                      </a:lnTo>
                      <a:lnTo>
                        <a:pt x="1669256" y="350044"/>
                      </a:lnTo>
                      <a:lnTo>
                        <a:pt x="1685925" y="333375"/>
                      </a:lnTo>
                      <a:lnTo>
                        <a:pt x="1704975" y="364332"/>
                      </a:lnTo>
                      <a:lnTo>
                        <a:pt x="1721644" y="364332"/>
                      </a:lnTo>
                      <a:lnTo>
                        <a:pt x="1731169" y="376238"/>
                      </a:lnTo>
                      <a:lnTo>
                        <a:pt x="1735931" y="390525"/>
                      </a:lnTo>
                      <a:lnTo>
                        <a:pt x="1764506" y="390525"/>
                      </a:lnTo>
                      <a:lnTo>
                        <a:pt x="1804987" y="404813"/>
                      </a:lnTo>
                      <a:lnTo>
                        <a:pt x="1812131" y="404813"/>
                      </a:lnTo>
                      <a:lnTo>
                        <a:pt x="1826419" y="378619"/>
                      </a:lnTo>
                      <a:lnTo>
                        <a:pt x="1831181" y="369094"/>
                      </a:lnTo>
                      <a:lnTo>
                        <a:pt x="1859756" y="378619"/>
                      </a:lnTo>
                      <a:lnTo>
                        <a:pt x="1883569" y="407194"/>
                      </a:lnTo>
                      <a:lnTo>
                        <a:pt x="1881187" y="426244"/>
                      </a:lnTo>
                      <a:lnTo>
                        <a:pt x="1902619" y="426244"/>
                      </a:lnTo>
                      <a:lnTo>
                        <a:pt x="1909762" y="459582"/>
                      </a:lnTo>
                      <a:lnTo>
                        <a:pt x="1912144" y="478632"/>
                      </a:lnTo>
                      <a:lnTo>
                        <a:pt x="1947862" y="478632"/>
                      </a:lnTo>
                      <a:lnTo>
                        <a:pt x="1962150" y="488157"/>
                      </a:lnTo>
                      <a:lnTo>
                        <a:pt x="1983581" y="481013"/>
                      </a:lnTo>
                      <a:lnTo>
                        <a:pt x="2019300" y="492919"/>
                      </a:lnTo>
                      <a:lnTo>
                        <a:pt x="2028825" y="516732"/>
                      </a:lnTo>
                      <a:lnTo>
                        <a:pt x="2055019" y="528638"/>
                      </a:lnTo>
                      <a:lnTo>
                        <a:pt x="2055019" y="542925"/>
                      </a:lnTo>
                      <a:lnTo>
                        <a:pt x="2038350" y="552450"/>
                      </a:lnTo>
                      <a:lnTo>
                        <a:pt x="2043112" y="566738"/>
                      </a:lnTo>
                      <a:lnTo>
                        <a:pt x="2038350" y="576263"/>
                      </a:lnTo>
                      <a:lnTo>
                        <a:pt x="2026444" y="595313"/>
                      </a:lnTo>
                      <a:lnTo>
                        <a:pt x="1988344" y="590550"/>
                      </a:lnTo>
                      <a:lnTo>
                        <a:pt x="1978819" y="607219"/>
                      </a:lnTo>
                      <a:lnTo>
                        <a:pt x="1957387" y="600075"/>
                      </a:lnTo>
                      <a:lnTo>
                        <a:pt x="1919287" y="595313"/>
                      </a:lnTo>
                      <a:lnTo>
                        <a:pt x="1900237" y="604838"/>
                      </a:lnTo>
                      <a:lnTo>
                        <a:pt x="1900237" y="626269"/>
                      </a:lnTo>
                      <a:lnTo>
                        <a:pt x="1876425" y="640557"/>
                      </a:lnTo>
                      <a:lnTo>
                        <a:pt x="1847850" y="645319"/>
                      </a:lnTo>
                      <a:lnTo>
                        <a:pt x="1852612" y="673894"/>
                      </a:lnTo>
                      <a:lnTo>
                        <a:pt x="1821656" y="683419"/>
                      </a:lnTo>
                      <a:lnTo>
                        <a:pt x="1802606" y="726282"/>
                      </a:lnTo>
                      <a:lnTo>
                        <a:pt x="1788319" y="719138"/>
                      </a:lnTo>
                      <a:lnTo>
                        <a:pt x="1783556" y="733425"/>
                      </a:lnTo>
                      <a:lnTo>
                        <a:pt x="1754981" y="759619"/>
                      </a:lnTo>
                      <a:lnTo>
                        <a:pt x="1735931" y="773907"/>
                      </a:lnTo>
                      <a:lnTo>
                        <a:pt x="1712119" y="762000"/>
                      </a:lnTo>
                      <a:lnTo>
                        <a:pt x="1712119" y="809890"/>
                      </a:lnTo>
                      <a:lnTo>
                        <a:pt x="1735931" y="819150"/>
                      </a:lnTo>
                      <a:lnTo>
                        <a:pt x="1771650" y="821532"/>
                      </a:lnTo>
                      <a:lnTo>
                        <a:pt x="1769269" y="845344"/>
                      </a:lnTo>
                      <a:lnTo>
                        <a:pt x="1790700" y="835819"/>
                      </a:lnTo>
                      <a:lnTo>
                        <a:pt x="1795462" y="854869"/>
                      </a:lnTo>
                      <a:lnTo>
                        <a:pt x="1802606" y="883444"/>
                      </a:lnTo>
                      <a:lnTo>
                        <a:pt x="1828800" y="909638"/>
                      </a:lnTo>
                      <a:lnTo>
                        <a:pt x="1862137" y="909638"/>
                      </a:lnTo>
                      <a:lnTo>
                        <a:pt x="1869281" y="933450"/>
                      </a:lnTo>
                      <a:lnTo>
                        <a:pt x="1862137" y="962025"/>
                      </a:lnTo>
                      <a:lnTo>
                        <a:pt x="1847850" y="966788"/>
                      </a:lnTo>
                      <a:lnTo>
                        <a:pt x="1854994" y="985838"/>
                      </a:lnTo>
                      <a:lnTo>
                        <a:pt x="1862137" y="1021557"/>
                      </a:lnTo>
                      <a:lnTo>
                        <a:pt x="1862137" y="1052513"/>
                      </a:lnTo>
                      <a:lnTo>
                        <a:pt x="1857375" y="1078707"/>
                      </a:lnTo>
                      <a:lnTo>
                        <a:pt x="1881187" y="1116807"/>
                      </a:lnTo>
                      <a:lnTo>
                        <a:pt x="1869281" y="1138238"/>
                      </a:lnTo>
                      <a:lnTo>
                        <a:pt x="1845469" y="1138238"/>
                      </a:lnTo>
                      <a:lnTo>
                        <a:pt x="1831181" y="1183482"/>
                      </a:lnTo>
                      <a:lnTo>
                        <a:pt x="1821656" y="1228725"/>
                      </a:lnTo>
                      <a:lnTo>
                        <a:pt x="1812131" y="1252538"/>
                      </a:lnTo>
                      <a:lnTo>
                        <a:pt x="1809750" y="1278732"/>
                      </a:lnTo>
                      <a:lnTo>
                        <a:pt x="1793081" y="1290638"/>
                      </a:lnTo>
                      <a:lnTo>
                        <a:pt x="1797844" y="1328738"/>
                      </a:lnTo>
                      <a:lnTo>
                        <a:pt x="1776412" y="1333500"/>
                      </a:lnTo>
                      <a:lnTo>
                        <a:pt x="1774031" y="1378744"/>
                      </a:lnTo>
                      <a:lnTo>
                        <a:pt x="1781175" y="1378744"/>
                      </a:lnTo>
                      <a:lnTo>
                        <a:pt x="1785937" y="1404938"/>
                      </a:lnTo>
                      <a:lnTo>
                        <a:pt x="1740694" y="1407319"/>
                      </a:lnTo>
                      <a:lnTo>
                        <a:pt x="1719262" y="1419225"/>
                      </a:lnTo>
                      <a:lnTo>
                        <a:pt x="1702594" y="1423988"/>
                      </a:lnTo>
                      <a:lnTo>
                        <a:pt x="1662112" y="1404938"/>
                      </a:lnTo>
                      <a:lnTo>
                        <a:pt x="1621631" y="1383507"/>
                      </a:lnTo>
                      <a:lnTo>
                        <a:pt x="1593056" y="1371600"/>
                      </a:lnTo>
                      <a:lnTo>
                        <a:pt x="1576387" y="1390650"/>
                      </a:lnTo>
                      <a:lnTo>
                        <a:pt x="1547812" y="1397794"/>
                      </a:lnTo>
                      <a:lnTo>
                        <a:pt x="1528762" y="1388269"/>
                      </a:lnTo>
                      <a:lnTo>
                        <a:pt x="1507331" y="1404938"/>
                      </a:lnTo>
                      <a:lnTo>
                        <a:pt x="1497806" y="1381125"/>
                      </a:lnTo>
                      <a:lnTo>
                        <a:pt x="1507331" y="1359694"/>
                      </a:lnTo>
                      <a:lnTo>
                        <a:pt x="1514475" y="1316832"/>
                      </a:lnTo>
                      <a:lnTo>
                        <a:pt x="1547812" y="1293019"/>
                      </a:lnTo>
                      <a:lnTo>
                        <a:pt x="1554956" y="1264444"/>
                      </a:lnTo>
                      <a:lnTo>
                        <a:pt x="1538287" y="1221582"/>
                      </a:lnTo>
                      <a:lnTo>
                        <a:pt x="1504950" y="1212057"/>
                      </a:lnTo>
                      <a:lnTo>
                        <a:pt x="1471612" y="1228725"/>
                      </a:lnTo>
                      <a:lnTo>
                        <a:pt x="1435894" y="1266825"/>
                      </a:lnTo>
                      <a:lnTo>
                        <a:pt x="1428750" y="1250157"/>
                      </a:lnTo>
                      <a:lnTo>
                        <a:pt x="1447800" y="1231107"/>
                      </a:lnTo>
                      <a:lnTo>
                        <a:pt x="1450181" y="1204913"/>
                      </a:lnTo>
                      <a:lnTo>
                        <a:pt x="1421606" y="1190625"/>
                      </a:lnTo>
                      <a:lnTo>
                        <a:pt x="1388269" y="1202532"/>
                      </a:lnTo>
                      <a:lnTo>
                        <a:pt x="1359694" y="1197769"/>
                      </a:lnTo>
                      <a:lnTo>
                        <a:pt x="1335881" y="1176338"/>
                      </a:lnTo>
                      <a:lnTo>
                        <a:pt x="1302544" y="1193007"/>
                      </a:lnTo>
                      <a:lnTo>
                        <a:pt x="1283494" y="1228725"/>
                      </a:lnTo>
                      <a:lnTo>
                        <a:pt x="1266825" y="1240632"/>
                      </a:lnTo>
                      <a:lnTo>
                        <a:pt x="1266825" y="1214438"/>
                      </a:lnTo>
                      <a:lnTo>
                        <a:pt x="1226344" y="1193007"/>
                      </a:lnTo>
                      <a:lnTo>
                        <a:pt x="1200150" y="1197769"/>
                      </a:lnTo>
                      <a:lnTo>
                        <a:pt x="1169194" y="1200150"/>
                      </a:lnTo>
                      <a:lnTo>
                        <a:pt x="1150144" y="1181100"/>
                      </a:lnTo>
                      <a:lnTo>
                        <a:pt x="1112044" y="1171575"/>
                      </a:lnTo>
                      <a:lnTo>
                        <a:pt x="1092994" y="1166813"/>
                      </a:lnTo>
                      <a:lnTo>
                        <a:pt x="1066800" y="1154907"/>
                      </a:lnTo>
                      <a:lnTo>
                        <a:pt x="1040606" y="1159669"/>
                      </a:lnTo>
                      <a:lnTo>
                        <a:pt x="1031081" y="1188244"/>
                      </a:lnTo>
                      <a:lnTo>
                        <a:pt x="1012031" y="1185863"/>
                      </a:lnTo>
                      <a:lnTo>
                        <a:pt x="973931" y="1200150"/>
                      </a:lnTo>
                      <a:lnTo>
                        <a:pt x="945356" y="1197769"/>
                      </a:lnTo>
                      <a:lnTo>
                        <a:pt x="912019" y="1197769"/>
                      </a:lnTo>
                      <a:lnTo>
                        <a:pt x="885825" y="1228725"/>
                      </a:lnTo>
                      <a:lnTo>
                        <a:pt x="857250" y="1221582"/>
                      </a:lnTo>
                      <a:lnTo>
                        <a:pt x="840581" y="1197769"/>
                      </a:lnTo>
                      <a:lnTo>
                        <a:pt x="838200" y="1162050"/>
                      </a:lnTo>
                      <a:lnTo>
                        <a:pt x="797719" y="1116807"/>
                      </a:lnTo>
                      <a:lnTo>
                        <a:pt x="735806" y="1081088"/>
                      </a:lnTo>
                      <a:lnTo>
                        <a:pt x="709612" y="1088232"/>
                      </a:lnTo>
                      <a:lnTo>
                        <a:pt x="695325" y="1112044"/>
                      </a:lnTo>
                      <a:lnTo>
                        <a:pt x="673894" y="1102519"/>
                      </a:lnTo>
                      <a:lnTo>
                        <a:pt x="647700" y="1102519"/>
                      </a:lnTo>
                      <a:lnTo>
                        <a:pt x="631031" y="1121569"/>
                      </a:lnTo>
                      <a:lnTo>
                        <a:pt x="621506" y="1152525"/>
                      </a:lnTo>
                      <a:lnTo>
                        <a:pt x="602456" y="1152525"/>
                      </a:lnTo>
                      <a:lnTo>
                        <a:pt x="583406" y="1138238"/>
                      </a:lnTo>
                      <a:lnTo>
                        <a:pt x="557212" y="1133475"/>
                      </a:lnTo>
                      <a:lnTo>
                        <a:pt x="521494" y="1104900"/>
                      </a:lnTo>
                      <a:lnTo>
                        <a:pt x="447675" y="1092994"/>
                      </a:lnTo>
                      <a:lnTo>
                        <a:pt x="414337" y="1076325"/>
                      </a:lnTo>
                      <a:lnTo>
                        <a:pt x="388144" y="1085850"/>
                      </a:lnTo>
                      <a:lnTo>
                        <a:pt x="359569" y="1114425"/>
                      </a:lnTo>
                      <a:lnTo>
                        <a:pt x="335756" y="1121569"/>
                      </a:lnTo>
                      <a:lnTo>
                        <a:pt x="323850" y="1150144"/>
                      </a:lnTo>
                      <a:lnTo>
                        <a:pt x="307181" y="1140619"/>
                      </a:lnTo>
                      <a:lnTo>
                        <a:pt x="278606" y="1112044"/>
                      </a:lnTo>
                      <a:lnTo>
                        <a:pt x="264319" y="1083469"/>
                      </a:lnTo>
                      <a:lnTo>
                        <a:pt x="261937" y="1054894"/>
                      </a:lnTo>
                      <a:lnTo>
                        <a:pt x="223837" y="1059657"/>
                      </a:lnTo>
                      <a:lnTo>
                        <a:pt x="223837" y="1040607"/>
                      </a:lnTo>
                      <a:lnTo>
                        <a:pt x="219075" y="1021557"/>
                      </a:lnTo>
                      <a:lnTo>
                        <a:pt x="219075" y="1012032"/>
                      </a:lnTo>
                      <a:lnTo>
                        <a:pt x="240506" y="1012032"/>
                      </a:lnTo>
                      <a:lnTo>
                        <a:pt x="261937" y="1009650"/>
                      </a:lnTo>
                      <a:lnTo>
                        <a:pt x="273844" y="992982"/>
                      </a:lnTo>
                      <a:lnTo>
                        <a:pt x="280987" y="973932"/>
                      </a:lnTo>
                      <a:lnTo>
                        <a:pt x="276225" y="947738"/>
                      </a:lnTo>
                      <a:lnTo>
                        <a:pt x="292894" y="916782"/>
                      </a:lnTo>
                      <a:lnTo>
                        <a:pt x="273844" y="881063"/>
                      </a:lnTo>
                      <a:lnTo>
                        <a:pt x="257175" y="857250"/>
                      </a:lnTo>
                      <a:lnTo>
                        <a:pt x="254794" y="835819"/>
                      </a:lnTo>
                      <a:lnTo>
                        <a:pt x="259556" y="814388"/>
                      </a:lnTo>
                      <a:lnTo>
                        <a:pt x="270771" y="784483"/>
                      </a:lnTo>
                      <a:lnTo>
                        <a:pt x="259556" y="783432"/>
                      </a:lnTo>
                      <a:lnTo>
                        <a:pt x="245269" y="766763"/>
                      </a:lnTo>
                      <a:lnTo>
                        <a:pt x="257175" y="747713"/>
                      </a:lnTo>
                      <a:lnTo>
                        <a:pt x="230981" y="719138"/>
                      </a:lnTo>
                      <a:lnTo>
                        <a:pt x="197644" y="654844"/>
                      </a:lnTo>
                      <a:lnTo>
                        <a:pt x="161925" y="628650"/>
                      </a:lnTo>
                      <a:lnTo>
                        <a:pt x="107156" y="609600"/>
                      </a:lnTo>
                      <a:lnTo>
                        <a:pt x="76200" y="626269"/>
                      </a:lnTo>
                      <a:lnTo>
                        <a:pt x="47625" y="607219"/>
                      </a:lnTo>
                      <a:lnTo>
                        <a:pt x="42862" y="585788"/>
                      </a:lnTo>
                      <a:cubicBezTo>
                        <a:pt x="35718" y="592138"/>
                        <a:pt x="28575" y="612775"/>
                        <a:pt x="21431" y="619125"/>
                      </a:cubicBezTo>
                      <a:lnTo>
                        <a:pt x="0" y="621507"/>
                      </a:lnTo>
                      <a:lnTo>
                        <a:pt x="26194" y="576263"/>
                      </a:lnTo>
                      <a:lnTo>
                        <a:pt x="26194" y="526257"/>
                      </a:lnTo>
                      <a:lnTo>
                        <a:pt x="40481" y="495300"/>
                      </a:lnTo>
                      <a:lnTo>
                        <a:pt x="61912" y="450057"/>
                      </a:lnTo>
                      <a:lnTo>
                        <a:pt x="88106" y="400050"/>
                      </a:lnTo>
                      <a:lnTo>
                        <a:pt x="102394" y="366713"/>
                      </a:lnTo>
                      <a:lnTo>
                        <a:pt x="126206" y="342900"/>
                      </a:lnTo>
                      <a:lnTo>
                        <a:pt x="133350" y="326232"/>
                      </a:lnTo>
                      <a:lnTo>
                        <a:pt x="116681" y="321469"/>
                      </a:lnTo>
                      <a:lnTo>
                        <a:pt x="119062" y="309563"/>
                      </a:lnTo>
                      <a:lnTo>
                        <a:pt x="123825" y="259557"/>
                      </a:lnTo>
                      <a:lnTo>
                        <a:pt x="138112" y="219075"/>
                      </a:lnTo>
                      <a:lnTo>
                        <a:pt x="147637" y="178594"/>
                      </a:lnTo>
                      <a:lnTo>
                        <a:pt x="159544" y="154782"/>
                      </a:lnTo>
                      <a:lnTo>
                        <a:pt x="195262" y="135732"/>
                      </a:lnTo>
                      <a:lnTo>
                        <a:pt x="211931" y="109538"/>
                      </a:lnTo>
                      <a:lnTo>
                        <a:pt x="221456" y="88107"/>
                      </a:lnTo>
                      <a:lnTo>
                        <a:pt x="250031" y="88107"/>
                      </a:lnTo>
                      <a:lnTo>
                        <a:pt x="285750" y="88107"/>
                      </a:lnTo>
                      <a:lnTo>
                        <a:pt x="321469" y="73819"/>
                      </a:lnTo>
                      <a:lnTo>
                        <a:pt x="330994" y="54769"/>
                      </a:lnTo>
                      <a:lnTo>
                        <a:pt x="364331" y="54769"/>
                      </a:lnTo>
                      <a:lnTo>
                        <a:pt x="411956" y="0"/>
                      </a:lnTo>
                      <a:close/>
                    </a:path>
                  </a:pathLst>
                </a:cu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700">
                    <a:ln>
                      <a:solidFill>
                        <a:schemeClr val="accent1">
                          <a:alpha val="0"/>
                        </a:schemeClr>
                      </a:solidFill>
                    </a:ln>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25" name="광주시">
                  <a:extLst>
                    <a:ext uri="{FF2B5EF4-FFF2-40B4-BE49-F238E27FC236}">
                      <a16:creationId xmlns:a16="http://schemas.microsoft.com/office/drawing/2014/main" id="{FD04AD31-0975-6AB0-8DA4-222FA3B61694}"/>
                    </a:ext>
                  </a:extLst>
                </p:cNvPr>
                <p:cNvSpPr/>
                <p:nvPr/>
              </p:nvSpPr>
              <p:spPr>
                <a:xfrm>
                  <a:off x="5262563" y="3505206"/>
                  <a:ext cx="1193004" cy="1276351"/>
                </a:xfrm>
                <a:custGeom>
                  <a:avLst/>
                  <a:gdLst>
                    <a:gd name="connsiteX0" fmla="*/ 823912 w 1193006"/>
                    <a:gd name="connsiteY0" fmla="*/ 0 h 1276350"/>
                    <a:gd name="connsiteX1" fmla="*/ 850106 w 1193006"/>
                    <a:gd name="connsiteY1" fmla="*/ 7144 h 1276350"/>
                    <a:gd name="connsiteX2" fmla="*/ 881062 w 1193006"/>
                    <a:gd name="connsiteY2" fmla="*/ 28575 h 1276350"/>
                    <a:gd name="connsiteX3" fmla="*/ 907256 w 1193006"/>
                    <a:gd name="connsiteY3" fmla="*/ 100013 h 1276350"/>
                    <a:gd name="connsiteX4" fmla="*/ 933450 w 1193006"/>
                    <a:gd name="connsiteY4" fmla="*/ 109538 h 1276350"/>
                    <a:gd name="connsiteX5" fmla="*/ 935831 w 1193006"/>
                    <a:gd name="connsiteY5" fmla="*/ 135731 h 1276350"/>
                    <a:gd name="connsiteX6" fmla="*/ 947737 w 1193006"/>
                    <a:gd name="connsiteY6" fmla="*/ 164306 h 1276350"/>
                    <a:gd name="connsiteX7" fmla="*/ 942975 w 1193006"/>
                    <a:gd name="connsiteY7" fmla="*/ 202406 h 1276350"/>
                    <a:gd name="connsiteX8" fmla="*/ 940593 w 1193006"/>
                    <a:gd name="connsiteY8" fmla="*/ 223838 h 1276350"/>
                    <a:gd name="connsiteX9" fmla="*/ 957262 w 1193006"/>
                    <a:gd name="connsiteY9" fmla="*/ 240506 h 1276350"/>
                    <a:gd name="connsiteX10" fmla="*/ 976312 w 1193006"/>
                    <a:gd name="connsiteY10" fmla="*/ 278606 h 1276350"/>
                    <a:gd name="connsiteX11" fmla="*/ 959643 w 1193006"/>
                    <a:gd name="connsiteY11" fmla="*/ 302419 h 1276350"/>
                    <a:gd name="connsiteX12" fmla="*/ 969168 w 1193006"/>
                    <a:gd name="connsiteY12" fmla="*/ 323850 h 1276350"/>
                    <a:gd name="connsiteX13" fmla="*/ 954881 w 1193006"/>
                    <a:gd name="connsiteY13" fmla="*/ 347663 h 1276350"/>
                    <a:gd name="connsiteX14" fmla="*/ 928687 w 1193006"/>
                    <a:gd name="connsiteY14" fmla="*/ 345281 h 1276350"/>
                    <a:gd name="connsiteX15" fmla="*/ 912018 w 1193006"/>
                    <a:gd name="connsiteY15" fmla="*/ 354806 h 1276350"/>
                    <a:gd name="connsiteX16" fmla="*/ 897731 w 1193006"/>
                    <a:gd name="connsiteY16" fmla="*/ 364331 h 1276350"/>
                    <a:gd name="connsiteX17" fmla="*/ 914400 w 1193006"/>
                    <a:gd name="connsiteY17" fmla="*/ 385763 h 1276350"/>
                    <a:gd name="connsiteX18" fmla="*/ 912018 w 1193006"/>
                    <a:gd name="connsiteY18" fmla="*/ 423863 h 1276350"/>
                    <a:gd name="connsiteX19" fmla="*/ 919162 w 1193006"/>
                    <a:gd name="connsiteY19" fmla="*/ 433388 h 1276350"/>
                    <a:gd name="connsiteX20" fmla="*/ 940593 w 1193006"/>
                    <a:gd name="connsiteY20" fmla="*/ 438150 h 1276350"/>
                    <a:gd name="connsiteX21" fmla="*/ 957262 w 1193006"/>
                    <a:gd name="connsiteY21" fmla="*/ 442913 h 1276350"/>
                    <a:gd name="connsiteX22" fmla="*/ 957262 w 1193006"/>
                    <a:gd name="connsiteY22" fmla="*/ 466725 h 1276350"/>
                    <a:gd name="connsiteX23" fmla="*/ 969168 w 1193006"/>
                    <a:gd name="connsiteY23" fmla="*/ 485775 h 1276350"/>
                    <a:gd name="connsiteX24" fmla="*/ 990600 w 1193006"/>
                    <a:gd name="connsiteY24" fmla="*/ 511969 h 1276350"/>
                    <a:gd name="connsiteX25" fmla="*/ 1009650 w 1193006"/>
                    <a:gd name="connsiteY25" fmla="*/ 523875 h 1276350"/>
                    <a:gd name="connsiteX26" fmla="*/ 1014412 w 1193006"/>
                    <a:gd name="connsiteY26" fmla="*/ 542925 h 1276350"/>
                    <a:gd name="connsiteX27" fmla="*/ 1004887 w 1193006"/>
                    <a:gd name="connsiteY27" fmla="*/ 559594 h 1276350"/>
                    <a:gd name="connsiteX28" fmla="*/ 1023937 w 1193006"/>
                    <a:gd name="connsiteY28" fmla="*/ 583406 h 1276350"/>
                    <a:gd name="connsiteX29" fmla="*/ 1059656 w 1193006"/>
                    <a:gd name="connsiteY29" fmla="*/ 607219 h 1276350"/>
                    <a:gd name="connsiteX30" fmla="*/ 1064418 w 1193006"/>
                    <a:gd name="connsiteY30" fmla="*/ 616744 h 1276350"/>
                    <a:gd name="connsiteX31" fmla="*/ 1062037 w 1193006"/>
                    <a:gd name="connsiteY31" fmla="*/ 642938 h 1276350"/>
                    <a:gd name="connsiteX32" fmla="*/ 1069181 w 1193006"/>
                    <a:gd name="connsiteY32" fmla="*/ 669131 h 1276350"/>
                    <a:gd name="connsiteX33" fmla="*/ 1095375 w 1193006"/>
                    <a:gd name="connsiteY33" fmla="*/ 704850 h 1276350"/>
                    <a:gd name="connsiteX34" fmla="*/ 1093107 w 1193006"/>
                    <a:gd name="connsiteY34" fmla="*/ 705527 h 1276350"/>
                    <a:gd name="connsiteX35" fmla="*/ 1116806 w 1193006"/>
                    <a:gd name="connsiteY35" fmla="*/ 709613 h 1276350"/>
                    <a:gd name="connsiteX36" fmla="*/ 1159668 w 1193006"/>
                    <a:gd name="connsiteY36" fmla="*/ 709613 h 1276350"/>
                    <a:gd name="connsiteX37" fmla="*/ 1188243 w 1193006"/>
                    <a:gd name="connsiteY37" fmla="*/ 707231 h 1276350"/>
                    <a:gd name="connsiteX38" fmla="*/ 1190625 w 1193006"/>
                    <a:gd name="connsiteY38" fmla="*/ 731044 h 1276350"/>
                    <a:gd name="connsiteX39" fmla="*/ 1181100 w 1193006"/>
                    <a:gd name="connsiteY39" fmla="*/ 752475 h 1276350"/>
                    <a:gd name="connsiteX40" fmla="*/ 1185862 w 1193006"/>
                    <a:gd name="connsiteY40" fmla="*/ 785813 h 1276350"/>
                    <a:gd name="connsiteX41" fmla="*/ 1193006 w 1193006"/>
                    <a:gd name="connsiteY41" fmla="*/ 819150 h 1276350"/>
                    <a:gd name="connsiteX42" fmla="*/ 1169193 w 1193006"/>
                    <a:gd name="connsiteY42" fmla="*/ 833438 h 1276350"/>
                    <a:gd name="connsiteX43" fmla="*/ 1152525 w 1193006"/>
                    <a:gd name="connsiteY43" fmla="*/ 842963 h 1276350"/>
                    <a:gd name="connsiteX44" fmla="*/ 1140618 w 1193006"/>
                    <a:gd name="connsiteY44" fmla="*/ 869156 h 1276350"/>
                    <a:gd name="connsiteX45" fmla="*/ 1128712 w 1193006"/>
                    <a:gd name="connsiteY45" fmla="*/ 885825 h 1276350"/>
                    <a:gd name="connsiteX46" fmla="*/ 1095375 w 1193006"/>
                    <a:gd name="connsiteY46" fmla="*/ 912019 h 1276350"/>
                    <a:gd name="connsiteX47" fmla="*/ 1088231 w 1193006"/>
                    <a:gd name="connsiteY47" fmla="*/ 940594 h 1276350"/>
                    <a:gd name="connsiteX48" fmla="*/ 1057275 w 1193006"/>
                    <a:gd name="connsiteY48" fmla="*/ 942975 h 1276350"/>
                    <a:gd name="connsiteX49" fmla="*/ 1045368 w 1193006"/>
                    <a:gd name="connsiteY49" fmla="*/ 966788 h 1276350"/>
                    <a:gd name="connsiteX50" fmla="*/ 1012031 w 1193006"/>
                    <a:gd name="connsiteY50" fmla="*/ 973931 h 1276350"/>
                    <a:gd name="connsiteX51" fmla="*/ 990600 w 1193006"/>
                    <a:gd name="connsiteY51" fmla="*/ 1000125 h 1276350"/>
                    <a:gd name="connsiteX52" fmla="*/ 957263 w 1193006"/>
                    <a:gd name="connsiteY52" fmla="*/ 1016794 h 1276350"/>
                    <a:gd name="connsiteX53" fmla="*/ 931068 w 1193006"/>
                    <a:gd name="connsiteY53" fmla="*/ 1000125 h 1276350"/>
                    <a:gd name="connsiteX54" fmla="*/ 904875 w 1193006"/>
                    <a:gd name="connsiteY54" fmla="*/ 1023937 h 1276350"/>
                    <a:gd name="connsiteX55" fmla="*/ 869156 w 1193006"/>
                    <a:gd name="connsiteY55" fmla="*/ 1023938 h 1276350"/>
                    <a:gd name="connsiteX56" fmla="*/ 878681 w 1193006"/>
                    <a:gd name="connsiteY56" fmla="*/ 1035844 h 1276350"/>
                    <a:gd name="connsiteX57" fmla="*/ 881062 w 1193006"/>
                    <a:gd name="connsiteY57" fmla="*/ 1047750 h 1276350"/>
                    <a:gd name="connsiteX58" fmla="*/ 866775 w 1193006"/>
                    <a:gd name="connsiteY58" fmla="*/ 1078706 h 1276350"/>
                    <a:gd name="connsiteX59" fmla="*/ 847725 w 1193006"/>
                    <a:gd name="connsiteY59" fmla="*/ 1090613 h 1276350"/>
                    <a:gd name="connsiteX60" fmla="*/ 838200 w 1193006"/>
                    <a:gd name="connsiteY60" fmla="*/ 1112044 h 1276350"/>
                    <a:gd name="connsiteX61" fmla="*/ 847725 w 1193006"/>
                    <a:gd name="connsiteY61" fmla="*/ 1138238 h 1276350"/>
                    <a:gd name="connsiteX62" fmla="*/ 838200 w 1193006"/>
                    <a:gd name="connsiteY62" fmla="*/ 1152525 h 1276350"/>
                    <a:gd name="connsiteX63" fmla="*/ 814387 w 1193006"/>
                    <a:gd name="connsiteY63" fmla="*/ 1157288 h 1276350"/>
                    <a:gd name="connsiteX64" fmla="*/ 792956 w 1193006"/>
                    <a:gd name="connsiteY64" fmla="*/ 1157288 h 1276350"/>
                    <a:gd name="connsiteX65" fmla="*/ 778668 w 1193006"/>
                    <a:gd name="connsiteY65" fmla="*/ 1178719 h 1276350"/>
                    <a:gd name="connsiteX66" fmla="*/ 797718 w 1193006"/>
                    <a:gd name="connsiteY66" fmla="*/ 1202531 h 1276350"/>
                    <a:gd name="connsiteX67" fmla="*/ 807243 w 1193006"/>
                    <a:gd name="connsiteY67" fmla="*/ 1226344 h 1276350"/>
                    <a:gd name="connsiteX68" fmla="*/ 797718 w 1193006"/>
                    <a:gd name="connsiteY68" fmla="*/ 1247775 h 1276350"/>
                    <a:gd name="connsiteX69" fmla="*/ 769143 w 1193006"/>
                    <a:gd name="connsiteY69" fmla="*/ 1254919 h 1276350"/>
                    <a:gd name="connsiteX70" fmla="*/ 752475 w 1193006"/>
                    <a:gd name="connsiteY70" fmla="*/ 1235869 h 1276350"/>
                    <a:gd name="connsiteX71" fmla="*/ 714375 w 1193006"/>
                    <a:gd name="connsiteY71" fmla="*/ 1228725 h 1276350"/>
                    <a:gd name="connsiteX72" fmla="*/ 676275 w 1193006"/>
                    <a:gd name="connsiteY72" fmla="*/ 1238250 h 1276350"/>
                    <a:gd name="connsiteX73" fmla="*/ 647700 w 1193006"/>
                    <a:gd name="connsiteY73" fmla="*/ 1243013 h 1276350"/>
                    <a:gd name="connsiteX74" fmla="*/ 635793 w 1193006"/>
                    <a:gd name="connsiteY74" fmla="*/ 1276350 h 1276350"/>
                    <a:gd name="connsiteX75" fmla="*/ 631031 w 1193006"/>
                    <a:gd name="connsiteY75" fmla="*/ 1252538 h 1276350"/>
                    <a:gd name="connsiteX76" fmla="*/ 588168 w 1193006"/>
                    <a:gd name="connsiteY76" fmla="*/ 1262062 h 1276350"/>
                    <a:gd name="connsiteX77" fmla="*/ 564356 w 1193006"/>
                    <a:gd name="connsiteY77" fmla="*/ 1245394 h 1276350"/>
                    <a:gd name="connsiteX78" fmla="*/ 585787 w 1193006"/>
                    <a:gd name="connsiteY78" fmla="*/ 1216819 h 1276350"/>
                    <a:gd name="connsiteX79" fmla="*/ 583406 w 1193006"/>
                    <a:gd name="connsiteY79" fmla="*/ 1204913 h 1276350"/>
                    <a:gd name="connsiteX80" fmla="*/ 569118 w 1193006"/>
                    <a:gd name="connsiteY80" fmla="*/ 1176337 h 1276350"/>
                    <a:gd name="connsiteX81" fmla="*/ 583406 w 1193006"/>
                    <a:gd name="connsiteY81" fmla="*/ 1133475 h 1276350"/>
                    <a:gd name="connsiteX82" fmla="*/ 571500 w 1193006"/>
                    <a:gd name="connsiteY82" fmla="*/ 1085851 h 1276350"/>
                    <a:gd name="connsiteX83" fmla="*/ 581025 w 1193006"/>
                    <a:gd name="connsiteY83" fmla="*/ 1069181 h 1276350"/>
                    <a:gd name="connsiteX84" fmla="*/ 595312 w 1193006"/>
                    <a:gd name="connsiteY84" fmla="*/ 1031081 h 1276350"/>
                    <a:gd name="connsiteX85" fmla="*/ 595312 w 1193006"/>
                    <a:gd name="connsiteY85" fmla="*/ 1002506 h 1276350"/>
                    <a:gd name="connsiteX86" fmla="*/ 576262 w 1193006"/>
                    <a:gd name="connsiteY86" fmla="*/ 978694 h 1276350"/>
                    <a:gd name="connsiteX87" fmla="*/ 590550 w 1193006"/>
                    <a:gd name="connsiteY87" fmla="*/ 945356 h 1276350"/>
                    <a:gd name="connsiteX88" fmla="*/ 588168 w 1193006"/>
                    <a:gd name="connsiteY88" fmla="*/ 897731 h 1276350"/>
                    <a:gd name="connsiteX89" fmla="*/ 571500 w 1193006"/>
                    <a:gd name="connsiteY89" fmla="*/ 881063 h 1276350"/>
                    <a:gd name="connsiteX90" fmla="*/ 540543 w 1193006"/>
                    <a:gd name="connsiteY90" fmla="*/ 902494 h 1276350"/>
                    <a:gd name="connsiteX91" fmla="*/ 511968 w 1193006"/>
                    <a:gd name="connsiteY91" fmla="*/ 902494 h 1276350"/>
                    <a:gd name="connsiteX92" fmla="*/ 500062 w 1193006"/>
                    <a:gd name="connsiteY92" fmla="*/ 878681 h 1276350"/>
                    <a:gd name="connsiteX93" fmla="*/ 466725 w 1193006"/>
                    <a:gd name="connsiteY93" fmla="*/ 864393 h 1276350"/>
                    <a:gd name="connsiteX94" fmla="*/ 428625 w 1193006"/>
                    <a:gd name="connsiteY94" fmla="*/ 840581 h 1276350"/>
                    <a:gd name="connsiteX95" fmla="*/ 414337 w 1193006"/>
                    <a:gd name="connsiteY95" fmla="*/ 847725 h 1276350"/>
                    <a:gd name="connsiteX96" fmla="*/ 411956 w 1193006"/>
                    <a:gd name="connsiteY96" fmla="*/ 807244 h 1276350"/>
                    <a:gd name="connsiteX97" fmla="*/ 390525 w 1193006"/>
                    <a:gd name="connsiteY97" fmla="*/ 821531 h 1276350"/>
                    <a:gd name="connsiteX98" fmla="*/ 361950 w 1193006"/>
                    <a:gd name="connsiteY98" fmla="*/ 823913 h 1276350"/>
                    <a:gd name="connsiteX99" fmla="*/ 335756 w 1193006"/>
                    <a:gd name="connsiteY99" fmla="*/ 847725 h 1276350"/>
                    <a:gd name="connsiteX100" fmla="*/ 311943 w 1193006"/>
                    <a:gd name="connsiteY100" fmla="*/ 838200 h 1276350"/>
                    <a:gd name="connsiteX101" fmla="*/ 304800 w 1193006"/>
                    <a:gd name="connsiteY101" fmla="*/ 857250 h 1276350"/>
                    <a:gd name="connsiteX102" fmla="*/ 321468 w 1193006"/>
                    <a:gd name="connsiteY102" fmla="*/ 890588 h 1276350"/>
                    <a:gd name="connsiteX103" fmla="*/ 304800 w 1193006"/>
                    <a:gd name="connsiteY103" fmla="*/ 919162 h 1276350"/>
                    <a:gd name="connsiteX104" fmla="*/ 276224 w 1193006"/>
                    <a:gd name="connsiteY104" fmla="*/ 959644 h 1276350"/>
                    <a:gd name="connsiteX105" fmla="*/ 259556 w 1193006"/>
                    <a:gd name="connsiteY105" fmla="*/ 973931 h 1276350"/>
                    <a:gd name="connsiteX106" fmla="*/ 245268 w 1193006"/>
                    <a:gd name="connsiteY106" fmla="*/ 952500 h 1276350"/>
                    <a:gd name="connsiteX107" fmla="*/ 259556 w 1193006"/>
                    <a:gd name="connsiteY107" fmla="*/ 916781 h 1276350"/>
                    <a:gd name="connsiteX108" fmla="*/ 242887 w 1193006"/>
                    <a:gd name="connsiteY108" fmla="*/ 895350 h 1276350"/>
                    <a:gd name="connsiteX109" fmla="*/ 221456 w 1193006"/>
                    <a:gd name="connsiteY109" fmla="*/ 878681 h 1276350"/>
                    <a:gd name="connsiteX110" fmla="*/ 197643 w 1193006"/>
                    <a:gd name="connsiteY110" fmla="*/ 890588 h 1276350"/>
                    <a:gd name="connsiteX111" fmla="*/ 142875 w 1193006"/>
                    <a:gd name="connsiteY111" fmla="*/ 897731 h 1276350"/>
                    <a:gd name="connsiteX112" fmla="*/ 109537 w 1193006"/>
                    <a:gd name="connsiteY112" fmla="*/ 897731 h 1276350"/>
                    <a:gd name="connsiteX113" fmla="*/ 73818 w 1193006"/>
                    <a:gd name="connsiteY113" fmla="*/ 907256 h 1276350"/>
                    <a:gd name="connsiteX114" fmla="*/ 35718 w 1193006"/>
                    <a:gd name="connsiteY114" fmla="*/ 933450 h 1276350"/>
                    <a:gd name="connsiteX115" fmla="*/ 19050 w 1193006"/>
                    <a:gd name="connsiteY115" fmla="*/ 933450 h 1276350"/>
                    <a:gd name="connsiteX116" fmla="*/ 19050 w 1193006"/>
                    <a:gd name="connsiteY116" fmla="*/ 912019 h 1276350"/>
                    <a:gd name="connsiteX117" fmla="*/ 0 w 1193006"/>
                    <a:gd name="connsiteY117" fmla="*/ 881063 h 1276350"/>
                    <a:gd name="connsiteX118" fmla="*/ 4762 w 1193006"/>
                    <a:gd name="connsiteY118" fmla="*/ 854869 h 1276350"/>
                    <a:gd name="connsiteX119" fmla="*/ 19050 w 1193006"/>
                    <a:gd name="connsiteY119" fmla="*/ 850106 h 1276350"/>
                    <a:gd name="connsiteX120" fmla="*/ 59531 w 1193006"/>
                    <a:gd name="connsiteY120" fmla="*/ 840581 h 1276350"/>
                    <a:gd name="connsiteX121" fmla="*/ 71437 w 1193006"/>
                    <a:gd name="connsiteY121" fmla="*/ 823913 h 1276350"/>
                    <a:gd name="connsiteX122" fmla="*/ 88106 w 1193006"/>
                    <a:gd name="connsiteY122" fmla="*/ 807244 h 1276350"/>
                    <a:gd name="connsiteX123" fmla="*/ 107156 w 1193006"/>
                    <a:gd name="connsiteY123" fmla="*/ 778669 h 1276350"/>
                    <a:gd name="connsiteX124" fmla="*/ 109537 w 1193006"/>
                    <a:gd name="connsiteY124" fmla="*/ 750094 h 1276350"/>
                    <a:gd name="connsiteX125" fmla="*/ 140493 w 1193006"/>
                    <a:gd name="connsiteY125" fmla="*/ 740569 h 1276350"/>
                    <a:gd name="connsiteX126" fmla="*/ 171450 w 1193006"/>
                    <a:gd name="connsiteY126" fmla="*/ 721519 h 1276350"/>
                    <a:gd name="connsiteX127" fmla="*/ 176212 w 1193006"/>
                    <a:gd name="connsiteY127" fmla="*/ 690563 h 1276350"/>
                    <a:gd name="connsiteX128" fmla="*/ 154781 w 1193006"/>
                    <a:gd name="connsiteY128" fmla="*/ 681038 h 1276350"/>
                    <a:gd name="connsiteX129" fmla="*/ 142875 w 1193006"/>
                    <a:gd name="connsiteY129" fmla="*/ 664369 h 1276350"/>
                    <a:gd name="connsiteX130" fmla="*/ 150018 w 1193006"/>
                    <a:gd name="connsiteY130" fmla="*/ 621506 h 1276350"/>
                    <a:gd name="connsiteX131" fmla="*/ 164306 w 1193006"/>
                    <a:gd name="connsiteY131" fmla="*/ 590550 h 1276350"/>
                    <a:gd name="connsiteX132" fmla="*/ 169068 w 1193006"/>
                    <a:gd name="connsiteY132" fmla="*/ 566738 h 1276350"/>
                    <a:gd name="connsiteX133" fmla="*/ 190500 w 1193006"/>
                    <a:gd name="connsiteY133" fmla="*/ 566738 h 1276350"/>
                    <a:gd name="connsiteX134" fmla="*/ 196451 w 1193006"/>
                    <a:gd name="connsiteY134" fmla="*/ 564988 h 1276350"/>
                    <a:gd name="connsiteX135" fmla="*/ 195262 w 1193006"/>
                    <a:gd name="connsiteY135" fmla="*/ 564356 h 1276350"/>
                    <a:gd name="connsiteX136" fmla="*/ 197643 w 1193006"/>
                    <a:gd name="connsiteY136" fmla="*/ 542925 h 1276350"/>
                    <a:gd name="connsiteX137" fmla="*/ 233362 w 1193006"/>
                    <a:gd name="connsiteY137" fmla="*/ 528638 h 1276350"/>
                    <a:gd name="connsiteX138" fmla="*/ 245268 w 1193006"/>
                    <a:gd name="connsiteY138" fmla="*/ 500063 h 1276350"/>
                    <a:gd name="connsiteX139" fmla="*/ 233362 w 1193006"/>
                    <a:gd name="connsiteY139" fmla="*/ 473869 h 1276350"/>
                    <a:gd name="connsiteX140" fmla="*/ 233362 w 1193006"/>
                    <a:gd name="connsiteY140" fmla="*/ 440531 h 1276350"/>
                    <a:gd name="connsiteX141" fmla="*/ 242887 w 1193006"/>
                    <a:gd name="connsiteY141" fmla="*/ 395288 h 1276350"/>
                    <a:gd name="connsiteX142" fmla="*/ 233362 w 1193006"/>
                    <a:gd name="connsiteY142" fmla="*/ 359569 h 1276350"/>
                    <a:gd name="connsiteX143" fmla="*/ 207168 w 1193006"/>
                    <a:gd name="connsiteY143" fmla="*/ 345281 h 1276350"/>
                    <a:gd name="connsiteX144" fmla="*/ 188118 w 1193006"/>
                    <a:gd name="connsiteY144" fmla="*/ 314325 h 1276350"/>
                    <a:gd name="connsiteX145" fmla="*/ 188118 w 1193006"/>
                    <a:gd name="connsiteY145" fmla="*/ 283369 h 1276350"/>
                    <a:gd name="connsiteX146" fmla="*/ 188118 w 1193006"/>
                    <a:gd name="connsiteY146" fmla="*/ 269081 h 1276350"/>
                    <a:gd name="connsiteX147" fmla="*/ 161925 w 1193006"/>
                    <a:gd name="connsiteY147" fmla="*/ 254794 h 1276350"/>
                    <a:gd name="connsiteX148" fmla="*/ 173831 w 1193006"/>
                    <a:gd name="connsiteY148" fmla="*/ 238125 h 1276350"/>
                    <a:gd name="connsiteX149" fmla="*/ 180975 w 1193006"/>
                    <a:gd name="connsiteY149" fmla="*/ 250031 h 1276350"/>
                    <a:gd name="connsiteX150" fmla="*/ 202406 w 1193006"/>
                    <a:gd name="connsiteY150" fmla="*/ 254794 h 1276350"/>
                    <a:gd name="connsiteX151" fmla="*/ 230981 w 1193006"/>
                    <a:gd name="connsiteY151" fmla="*/ 257175 h 1276350"/>
                    <a:gd name="connsiteX152" fmla="*/ 247650 w 1193006"/>
                    <a:gd name="connsiteY152" fmla="*/ 252413 h 1276350"/>
                    <a:gd name="connsiteX153" fmla="*/ 261937 w 1193006"/>
                    <a:gd name="connsiteY153" fmla="*/ 261938 h 1276350"/>
                    <a:gd name="connsiteX154" fmla="*/ 295275 w 1193006"/>
                    <a:gd name="connsiteY154" fmla="*/ 252413 h 1276350"/>
                    <a:gd name="connsiteX155" fmla="*/ 319087 w 1193006"/>
                    <a:gd name="connsiteY155" fmla="*/ 252413 h 1276350"/>
                    <a:gd name="connsiteX156" fmla="*/ 342900 w 1193006"/>
                    <a:gd name="connsiteY156" fmla="*/ 257175 h 1276350"/>
                    <a:gd name="connsiteX157" fmla="*/ 359568 w 1193006"/>
                    <a:gd name="connsiteY157" fmla="*/ 276225 h 1276350"/>
                    <a:gd name="connsiteX158" fmla="*/ 385762 w 1193006"/>
                    <a:gd name="connsiteY158" fmla="*/ 276225 h 1276350"/>
                    <a:gd name="connsiteX159" fmla="*/ 423862 w 1193006"/>
                    <a:gd name="connsiteY159" fmla="*/ 273844 h 1276350"/>
                    <a:gd name="connsiteX160" fmla="*/ 442912 w 1193006"/>
                    <a:gd name="connsiteY160" fmla="*/ 257175 h 1276350"/>
                    <a:gd name="connsiteX161" fmla="*/ 450056 w 1193006"/>
                    <a:gd name="connsiteY161" fmla="*/ 240506 h 1276350"/>
                    <a:gd name="connsiteX162" fmla="*/ 433387 w 1193006"/>
                    <a:gd name="connsiteY162" fmla="*/ 230981 h 1276350"/>
                    <a:gd name="connsiteX163" fmla="*/ 435768 w 1193006"/>
                    <a:gd name="connsiteY163" fmla="*/ 221456 h 1276350"/>
                    <a:gd name="connsiteX164" fmla="*/ 442912 w 1193006"/>
                    <a:gd name="connsiteY164" fmla="*/ 223838 h 1276350"/>
                    <a:gd name="connsiteX165" fmla="*/ 469106 w 1193006"/>
                    <a:gd name="connsiteY165" fmla="*/ 221456 h 1276350"/>
                    <a:gd name="connsiteX166" fmla="*/ 478631 w 1193006"/>
                    <a:gd name="connsiteY166" fmla="*/ 192881 h 1276350"/>
                    <a:gd name="connsiteX167" fmla="*/ 478631 w 1193006"/>
                    <a:gd name="connsiteY167" fmla="*/ 171450 h 1276350"/>
                    <a:gd name="connsiteX168" fmla="*/ 471487 w 1193006"/>
                    <a:gd name="connsiteY168" fmla="*/ 145256 h 1276350"/>
                    <a:gd name="connsiteX169" fmla="*/ 473868 w 1193006"/>
                    <a:gd name="connsiteY169" fmla="*/ 128588 h 1276350"/>
                    <a:gd name="connsiteX170" fmla="*/ 497681 w 1193006"/>
                    <a:gd name="connsiteY170" fmla="*/ 126206 h 1276350"/>
                    <a:gd name="connsiteX171" fmla="*/ 523875 w 1193006"/>
                    <a:gd name="connsiteY171" fmla="*/ 128588 h 1276350"/>
                    <a:gd name="connsiteX172" fmla="*/ 545306 w 1193006"/>
                    <a:gd name="connsiteY172" fmla="*/ 126206 h 1276350"/>
                    <a:gd name="connsiteX173" fmla="*/ 573881 w 1193006"/>
                    <a:gd name="connsiteY173" fmla="*/ 90488 h 1276350"/>
                    <a:gd name="connsiteX174" fmla="*/ 585787 w 1193006"/>
                    <a:gd name="connsiteY174" fmla="*/ 90488 h 1276350"/>
                    <a:gd name="connsiteX175" fmla="*/ 581025 w 1193006"/>
                    <a:gd name="connsiteY175" fmla="*/ 150019 h 1276350"/>
                    <a:gd name="connsiteX176" fmla="*/ 578643 w 1193006"/>
                    <a:gd name="connsiteY176" fmla="*/ 183356 h 1276350"/>
                    <a:gd name="connsiteX177" fmla="*/ 585787 w 1193006"/>
                    <a:gd name="connsiteY177" fmla="*/ 214313 h 1276350"/>
                    <a:gd name="connsiteX178" fmla="*/ 600075 w 1193006"/>
                    <a:gd name="connsiteY178" fmla="*/ 216694 h 1276350"/>
                    <a:gd name="connsiteX179" fmla="*/ 607218 w 1193006"/>
                    <a:gd name="connsiteY179" fmla="*/ 202406 h 1276350"/>
                    <a:gd name="connsiteX180" fmla="*/ 614362 w 1193006"/>
                    <a:gd name="connsiteY180" fmla="*/ 221456 h 1276350"/>
                    <a:gd name="connsiteX181" fmla="*/ 616743 w 1193006"/>
                    <a:gd name="connsiteY181" fmla="*/ 261938 h 1276350"/>
                    <a:gd name="connsiteX182" fmla="*/ 602456 w 1193006"/>
                    <a:gd name="connsiteY182" fmla="*/ 300038 h 1276350"/>
                    <a:gd name="connsiteX183" fmla="*/ 607218 w 1193006"/>
                    <a:gd name="connsiteY183" fmla="*/ 326231 h 1276350"/>
                    <a:gd name="connsiteX184" fmla="*/ 623887 w 1193006"/>
                    <a:gd name="connsiteY184" fmla="*/ 376238 h 1276350"/>
                    <a:gd name="connsiteX185" fmla="*/ 631031 w 1193006"/>
                    <a:gd name="connsiteY185" fmla="*/ 411956 h 1276350"/>
                    <a:gd name="connsiteX186" fmla="*/ 642937 w 1193006"/>
                    <a:gd name="connsiteY186" fmla="*/ 438150 h 1276350"/>
                    <a:gd name="connsiteX187" fmla="*/ 657225 w 1193006"/>
                    <a:gd name="connsiteY187" fmla="*/ 428625 h 1276350"/>
                    <a:gd name="connsiteX188" fmla="*/ 645318 w 1193006"/>
                    <a:gd name="connsiteY188" fmla="*/ 395288 h 1276350"/>
                    <a:gd name="connsiteX189" fmla="*/ 652462 w 1193006"/>
                    <a:gd name="connsiteY189" fmla="*/ 359569 h 1276350"/>
                    <a:gd name="connsiteX190" fmla="*/ 645318 w 1193006"/>
                    <a:gd name="connsiteY190" fmla="*/ 323850 h 1276350"/>
                    <a:gd name="connsiteX191" fmla="*/ 633412 w 1193006"/>
                    <a:gd name="connsiteY191" fmla="*/ 290513 h 1276350"/>
                    <a:gd name="connsiteX192" fmla="*/ 633412 w 1193006"/>
                    <a:gd name="connsiteY192" fmla="*/ 266700 h 1276350"/>
                    <a:gd name="connsiteX193" fmla="*/ 645318 w 1193006"/>
                    <a:gd name="connsiteY193" fmla="*/ 257175 h 1276350"/>
                    <a:gd name="connsiteX194" fmla="*/ 647700 w 1193006"/>
                    <a:gd name="connsiteY194" fmla="*/ 228600 h 1276350"/>
                    <a:gd name="connsiteX195" fmla="*/ 669131 w 1193006"/>
                    <a:gd name="connsiteY195" fmla="*/ 216694 h 1276350"/>
                    <a:gd name="connsiteX196" fmla="*/ 666750 w 1193006"/>
                    <a:gd name="connsiteY196" fmla="*/ 197644 h 1276350"/>
                    <a:gd name="connsiteX197" fmla="*/ 631031 w 1193006"/>
                    <a:gd name="connsiteY197" fmla="*/ 192881 h 1276350"/>
                    <a:gd name="connsiteX198" fmla="*/ 631031 w 1193006"/>
                    <a:gd name="connsiteY198" fmla="*/ 173831 h 1276350"/>
                    <a:gd name="connsiteX199" fmla="*/ 647700 w 1193006"/>
                    <a:gd name="connsiteY199" fmla="*/ 152400 h 1276350"/>
                    <a:gd name="connsiteX200" fmla="*/ 678656 w 1193006"/>
                    <a:gd name="connsiteY200" fmla="*/ 123825 h 1276350"/>
                    <a:gd name="connsiteX201" fmla="*/ 700087 w 1193006"/>
                    <a:gd name="connsiteY201" fmla="*/ 100013 h 1276350"/>
                    <a:gd name="connsiteX202" fmla="*/ 681037 w 1193006"/>
                    <a:gd name="connsiteY202" fmla="*/ 90488 h 1276350"/>
                    <a:gd name="connsiteX203" fmla="*/ 711993 w 1193006"/>
                    <a:gd name="connsiteY203" fmla="*/ 54769 h 1276350"/>
                    <a:gd name="connsiteX204" fmla="*/ 723900 w 1193006"/>
                    <a:gd name="connsiteY204" fmla="*/ 28575 h 1276350"/>
                    <a:gd name="connsiteX205" fmla="*/ 752475 w 1193006"/>
                    <a:gd name="connsiteY205" fmla="*/ 16669 h 1276350"/>
                    <a:gd name="connsiteX206" fmla="*/ 778668 w 1193006"/>
                    <a:gd name="connsiteY206" fmla="*/ 2381 h 1276350"/>
                    <a:gd name="connsiteX207" fmla="*/ 797718 w 1193006"/>
                    <a:gd name="connsiteY207" fmla="*/ 9525 h 1276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Lst>
                  <a:rect l="l" t="t" r="r" b="b"/>
                  <a:pathLst>
                    <a:path w="1193006" h="1276350">
                      <a:moveTo>
                        <a:pt x="823912" y="0"/>
                      </a:moveTo>
                      <a:lnTo>
                        <a:pt x="850106" y="7144"/>
                      </a:lnTo>
                      <a:lnTo>
                        <a:pt x="881062" y="28575"/>
                      </a:lnTo>
                      <a:lnTo>
                        <a:pt x="907256" y="100013"/>
                      </a:lnTo>
                      <a:lnTo>
                        <a:pt x="933450" y="109538"/>
                      </a:lnTo>
                      <a:lnTo>
                        <a:pt x="935831" y="135731"/>
                      </a:lnTo>
                      <a:lnTo>
                        <a:pt x="947737" y="164306"/>
                      </a:lnTo>
                      <a:lnTo>
                        <a:pt x="942975" y="202406"/>
                      </a:lnTo>
                      <a:lnTo>
                        <a:pt x="940593" y="223838"/>
                      </a:lnTo>
                      <a:lnTo>
                        <a:pt x="957262" y="240506"/>
                      </a:lnTo>
                      <a:lnTo>
                        <a:pt x="976312" y="278606"/>
                      </a:lnTo>
                      <a:lnTo>
                        <a:pt x="959643" y="302419"/>
                      </a:lnTo>
                      <a:lnTo>
                        <a:pt x="969168" y="323850"/>
                      </a:lnTo>
                      <a:lnTo>
                        <a:pt x="954881" y="347663"/>
                      </a:lnTo>
                      <a:lnTo>
                        <a:pt x="928687" y="345281"/>
                      </a:lnTo>
                      <a:lnTo>
                        <a:pt x="912018" y="354806"/>
                      </a:lnTo>
                      <a:lnTo>
                        <a:pt x="897731" y="364331"/>
                      </a:lnTo>
                      <a:lnTo>
                        <a:pt x="914400" y="385763"/>
                      </a:lnTo>
                      <a:lnTo>
                        <a:pt x="912018" y="423863"/>
                      </a:lnTo>
                      <a:lnTo>
                        <a:pt x="919162" y="433388"/>
                      </a:lnTo>
                      <a:lnTo>
                        <a:pt x="940593" y="438150"/>
                      </a:lnTo>
                      <a:lnTo>
                        <a:pt x="957262" y="442913"/>
                      </a:lnTo>
                      <a:lnTo>
                        <a:pt x="957262" y="466725"/>
                      </a:lnTo>
                      <a:lnTo>
                        <a:pt x="969168" y="485775"/>
                      </a:lnTo>
                      <a:lnTo>
                        <a:pt x="990600" y="511969"/>
                      </a:lnTo>
                      <a:lnTo>
                        <a:pt x="1009650" y="523875"/>
                      </a:lnTo>
                      <a:lnTo>
                        <a:pt x="1014412" y="542925"/>
                      </a:lnTo>
                      <a:lnTo>
                        <a:pt x="1004887" y="559594"/>
                      </a:lnTo>
                      <a:lnTo>
                        <a:pt x="1023937" y="583406"/>
                      </a:lnTo>
                      <a:lnTo>
                        <a:pt x="1059656" y="607219"/>
                      </a:lnTo>
                      <a:lnTo>
                        <a:pt x="1064418" y="616744"/>
                      </a:lnTo>
                      <a:lnTo>
                        <a:pt x="1062037" y="642938"/>
                      </a:lnTo>
                      <a:lnTo>
                        <a:pt x="1069181" y="669131"/>
                      </a:lnTo>
                      <a:lnTo>
                        <a:pt x="1095375" y="704850"/>
                      </a:lnTo>
                      <a:lnTo>
                        <a:pt x="1093107" y="705527"/>
                      </a:lnTo>
                      <a:lnTo>
                        <a:pt x="1116806" y="709613"/>
                      </a:lnTo>
                      <a:lnTo>
                        <a:pt x="1159668" y="709613"/>
                      </a:lnTo>
                      <a:lnTo>
                        <a:pt x="1188243" y="707231"/>
                      </a:lnTo>
                      <a:lnTo>
                        <a:pt x="1190625" y="731044"/>
                      </a:lnTo>
                      <a:lnTo>
                        <a:pt x="1181100" y="752475"/>
                      </a:lnTo>
                      <a:lnTo>
                        <a:pt x="1185862" y="785813"/>
                      </a:lnTo>
                      <a:lnTo>
                        <a:pt x="1193006" y="819150"/>
                      </a:lnTo>
                      <a:lnTo>
                        <a:pt x="1169193" y="833438"/>
                      </a:lnTo>
                      <a:lnTo>
                        <a:pt x="1152525" y="842963"/>
                      </a:lnTo>
                      <a:lnTo>
                        <a:pt x="1140618" y="869156"/>
                      </a:lnTo>
                      <a:lnTo>
                        <a:pt x="1128712" y="885825"/>
                      </a:lnTo>
                      <a:lnTo>
                        <a:pt x="1095375" y="912019"/>
                      </a:lnTo>
                      <a:lnTo>
                        <a:pt x="1088231" y="940594"/>
                      </a:lnTo>
                      <a:lnTo>
                        <a:pt x="1057275" y="942975"/>
                      </a:lnTo>
                      <a:lnTo>
                        <a:pt x="1045368" y="966788"/>
                      </a:lnTo>
                      <a:lnTo>
                        <a:pt x="1012031" y="973931"/>
                      </a:lnTo>
                      <a:lnTo>
                        <a:pt x="990600" y="1000125"/>
                      </a:lnTo>
                      <a:lnTo>
                        <a:pt x="957263" y="1016794"/>
                      </a:lnTo>
                      <a:lnTo>
                        <a:pt x="931068" y="1000125"/>
                      </a:lnTo>
                      <a:lnTo>
                        <a:pt x="904875" y="1023937"/>
                      </a:lnTo>
                      <a:cubicBezTo>
                        <a:pt x="892969" y="1023937"/>
                        <a:pt x="873522" y="1021954"/>
                        <a:pt x="869156" y="1023938"/>
                      </a:cubicBezTo>
                      <a:cubicBezTo>
                        <a:pt x="864790" y="1025922"/>
                        <a:pt x="876697" y="1031875"/>
                        <a:pt x="878681" y="1035844"/>
                      </a:cubicBezTo>
                      <a:cubicBezTo>
                        <a:pt x="880665" y="1039813"/>
                        <a:pt x="880268" y="1043781"/>
                        <a:pt x="881062" y="1047750"/>
                      </a:cubicBezTo>
                      <a:lnTo>
                        <a:pt x="866775" y="1078706"/>
                      </a:lnTo>
                      <a:lnTo>
                        <a:pt x="847725" y="1090613"/>
                      </a:lnTo>
                      <a:lnTo>
                        <a:pt x="838200" y="1112044"/>
                      </a:lnTo>
                      <a:lnTo>
                        <a:pt x="847725" y="1138238"/>
                      </a:lnTo>
                      <a:lnTo>
                        <a:pt x="838200" y="1152525"/>
                      </a:lnTo>
                      <a:lnTo>
                        <a:pt x="814387" y="1157288"/>
                      </a:lnTo>
                      <a:lnTo>
                        <a:pt x="792956" y="1157288"/>
                      </a:lnTo>
                      <a:lnTo>
                        <a:pt x="778668" y="1178719"/>
                      </a:lnTo>
                      <a:lnTo>
                        <a:pt x="797718" y="1202531"/>
                      </a:lnTo>
                      <a:lnTo>
                        <a:pt x="807243" y="1226344"/>
                      </a:lnTo>
                      <a:lnTo>
                        <a:pt x="797718" y="1247775"/>
                      </a:lnTo>
                      <a:lnTo>
                        <a:pt x="769143" y="1254919"/>
                      </a:lnTo>
                      <a:lnTo>
                        <a:pt x="752475" y="1235869"/>
                      </a:lnTo>
                      <a:lnTo>
                        <a:pt x="714375" y="1228725"/>
                      </a:lnTo>
                      <a:lnTo>
                        <a:pt x="676275" y="1238250"/>
                      </a:lnTo>
                      <a:lnTo>
                        <a:pt x="647700" y="1243013"/>
                      </a:lnTo>
                      <a:lnTo>
                        <a:pt x="635793" y="1276350"/>
                      </a:lnTo>
                      <a:lnTo>
                        <a:pt x="631031" y="1252538"/>
                      </a:lnTo>
                      <a:cubicBezTo>
                        <a:pt x="616743" y="1255713"/>
                        <a:pt x="604838" y="1246981"/>
                        <a:pt x="588168" y="1262062"/>
                      </a:cubicBezTo>
                      <a:lnTo>
                        <a:pt x="564356" y="1245394"/>
                      </a:lnTo>
                      <a:lnTo>
                        <a:pt x="585787" y="1216819"/>
                      </a:lnTo>
                      <a:lnTo>
                        <a:pt x="583406" y="1204913"/>
                      </a:lnTo>
                      <a:lnTo>
                        <a:pt x="569118" y="1176337"/>
                      </a:lnTo>
                      <a:lnTo>
                        <a:pt x="583406" y="1133475"/>
                      </a:lnTo>
                      <a:lnTo>
                        <a:pt x="571500" y="1085851"/>
                      </a:lnTo>
                      <a:lnTo>
                        <a:pt x="581025" y="1069181"/>
                      </a:lnTo>
                      <a:lnTo>
                        <a:pt x="595312" y="1031081"/>
                      </a:lnTo>
                      <a:lnTo>
                        <a:pt x="595312" y="1002506"/>
                      </a:lnTo>
                      <a:lnTo>
                        <a:pt x="576262" y="978694"/>
                      </a:lnTo>
                      <a:lnTo>
                        <a:pt x="590550" y="945356"/>
                      </a:lnTo>
                      <a:lnTo>
                        <a:pt x="588168" y="897731"/>
                      </a:lnTo>
                      <a:lnTo>
                        <a:pt x="571500" y="881063"/>
                      </a:lnTo>
                      <a:lnTo>
                        <a:pt x="540543" y="902494"/>
                      </a:lnTo>
                      <a:lnTo>
                        <a:pt x="511968" y="902494"/>
                      </a:lnTo>
                      <a:lnTo>
                        <a:pt x="500062" y="878681"/>
                      </a:lnTo>
                      <a:lnTo>
                        <a:pt x="466725" y="864393"/>
                      </a:lnTo>
                      <a:lnTo>
                        <a:pt x="428625" y="840581"/>
                      </a:lnTo>
                      <a:lnTo>
                        <a:pt x="414337" y="847725"/>
                      </a:lnTo>
                      <a:lnTo>
                        <a:pt x="411956" y="807244"/>
                      </a:lnTo>
                      <a:lnTo>
                        <a:pt x="390525" y="821531"/>
                      </a:lnTo>
                      <a:lnTo>
                        <a:pt x="361950" y="823913"/>
                      </a:lnTo>
                      <a:lnTo>
                        <a:pt x="335756" y="847725"/>
                      </a:lnTo>
                      <a:lnTo>
                        <a:pt x="311943" y="838200"/>
                      </a:lnTo>
                      <a:lnTo>
                        <a:pt x="304800" y="857250"/>
                      </a:lnTo>
                      <a:lnTo>
                        <a:pt x="321468" y="890588"/>
                      </a:lnTo>
                      <a:lnTo>
                        <a:pt x="304800" y="919162"/>
                      </a:lnTo>
                      <a:lnTo>
                        <a:pt x="276224" y="959644"/>
                      </a:lnTo>
                      <a:lnTo>
                        <a:pt x="259556" y="973931"/>
                      </a:lnTo>
                      <a:lnTo>
                        <a:pt x="245268" y="952500"/>
                      </a:lnTo>
                      <a:lnTo>
                        <a:pt x="259556" y="916781"/>
                      </a:lnTo>
                      <a:lnTo>
                        <a:pt x="242887" y="895350"/>
                      </a:lnTo>
                      <a:lnTo>
                        <a:pt x="221456" y="878681"/>
                      </a:lnTo>
                      <a:lnTo>
                        <a:pt x="197643" y="890588"/>
                      </a:lnTo>
                      <a:lnTo>
                        <a:pt x="142875" y="897731"/>
                      </a:lnTo>
                      <a:lnTo>
                        <a:pt x="109537" y="897731"/>
                      </a:lnTo>
                      <a:lnTo>
                        <a:pt x="73818" y="907256"/>
                      </a:lnTo>
                      <a:lnTo>
                        <a:pt x="35718" y="933450"/>
                      </a:lnTo>
                      <a:lnTo>
                        <a:pt x="19050" y="933450"/>
                      </a:lnTo>
                      <a:lnTo>
                        <a:pt x="19050" y="912019"/>
                      </a:lnTo>
                      <a:lnTo>
                        <a:pt x="0" y="881063"/>
                      </a:lnTo>
                      <a:lnTo>
                        <a:pt x="4762" y="854869"/>
                      </a:lnTo>
                      <a:lnTo>
                        <a:pt x="19050" y="850106"/>
                      </a:lnTo>
                      <a:lnTo>
                        <a:pt x="59531" y="840581"/>
                      </a:lnTo>
                      <a:lnTo>
                        <a:pt x="71437" y="823913"/>
                      </a:lnTo>
                      <a:lnTo>
                        <a:pt x="88106" y="807244"/>
                      </a:lnTo>
                      <a:lnTo>
                        <a:pt x="107156" y="778669"/>
                      </a:lnTo>
                      <a:lnTo>
                        <a:pt x="109537" y="750094"/>
                      </a:lnTo>
                      <a:lnTo>
                        <a:pt x="140493" y="740569"/>
                      </a:lnTo>
                      <a:lnTo>
                        <a:pt x="171450" y="721519"/>
                      </a:lnTo>
                      <a:lnTo>
                        <a:pt x="176212" y="690563"/>
                      </a:lnTo>
                      <a:lnTo>
                        <a:pt x="154781" y="681038"/>
                      </a:lnTo>
                      <a:lnTo>
                        <a:pt x="142875" y="664369"/>
                      </a:lnTo>
                      <a:lnTo>
                        <a:pt x="150018" y="621506"/>
                      </a:lnTo>
                      <a:lnTo>
                        <a:pt x="164306" y="590550"/>
                      </a:lnTo>
                      <a:lnTo>
                        <a:pt x="169068" y="566738"/>
                      </a:lnTo>
                      <a:lnTo>
                        <a:pt x="190500" y="566738"/>
                      </a:lnTo>
                      <a:lnTo>
                        <a:pt x="196451" y="564988"/>
                      </a:lnTo>
                      <a:lnTo>
                        <a:pt x="195262" y="564356"/>
                      </a:lnTo>
                      <a:lnTo>
                        <a:pt x="197643" y="542925"/>
                      </a:lnTo>
                      <a:lnTo>
                        <a:pt x="233362" y="528638"/>
                      </a:lnTo>
                      <a:lnTo>
                        <a:pt x="245268" y="500063"/>
                      </a:lnTo>
                      <a:lnTo>
                        <a:pt x="233362" y="473869"/>
                      </a:lnTo>
                      <a:lnTo>
                        <a:pt x="233362" y="440531"/>
                      </a:lnTo>
                      <a:lnTo>
                        <a:pt x="242887" y="395288"/>
                      </a:lnTo>
                      <a:lnTo>
                        <a:pt x="233362" y="359569"/>
                      </a:lnTo>
                      <a:lnTo>
                        <a:pt x="207168" y="345281"/>
                      </a:lnTo>
                      <a:lnTo>
                        <a:pt x="188118" y="314325"/>
                      </a:lnTo>
                      <a:lnTo>
                        <a:pt x="188118" y="283369"/>
                      </a:lnTo>
                      <a:lnTo>
                        <a:pt x="188118" y="269081"/>
                      </a:lnTo>
                      <a:lnTo>
                        <a:pt x="161925" y="254794"/>
                      </a:lnTo>
                      <a:lnTo>
                        <a:pt x="173831" y="238125"/>
                      </a:lnTo>
                      <a:lnTo>
                        <a:pt x="180975" y="250031"/>
                      </a:lnTo>
                      <a:lnTo>
                        <a:pt x="202406" y="254794"/>
                      </a:lnTo>
                      <a:lnTo>
                        <a:pt x="230981" y="257175"/>
                      </a:lnTo>
                      <a:lnTo>
                        <a:pt x="247650" y="252413"/>
                      </a:lnTo>
                      <a:lnTo>
                        <a:pt x="261937" y="261938"/>
                      </a:lnTo>
                      <a:lnTo>
                        <a:pt x="295275" y="252413"/>
                      </a:lnTo>
                      <a:lnTo>
                        <a:pt x="319087" y="252413"/>
                      </a:lnTo>
                      <a:lnTo>
                        <a:pt x="342900" y="257175"/>
                      </a:lnTo>
                      <a:lnTo>
                        <a:pt x="359568" y="276225"/>
                      </a:lnTo>
                      <a:lnTo>
                        <a:pt x="385762" y="276225"/>
                      </a:lnTo>
                      <a:lnTo>
                        <a:pt x="423862" y="273844"/>
                      </a:lnTo>
                      <a:lnTo>
                        <a:pt x="442912" y="257175"/>
                      </a:lnTo>
                      <a:lnTo>
                        <a:pt x="450056" y="240506"/>
                      </a:lnTo>
                      <a:lnTo>
                        <a:pt x="433387" y="230981"/>
                      </a:lnTo>
                      <a:lnTo>
                        <a:pt x="435768" y="221456"/>
                      </a:lnTo>
                      <a:lnTo>
                        <a:pt x="442912" y="223838"/>
                      </a:lnTo>
                      <a:lnTo>
                        <a:pt x="469106" y="221456"/>
                      </a:lnTo>
                      <a:lnTo>
                        <a:pt x="478631" y="192881"/>
                      </a:lnTo>
                      <a:lnTo>
                        <a:pt x="478631" y="171450"/>
                      </a:lnTo>
                      <a:lnTo>
                        <a:pt x="471487" y="145256"/>
                      </a:lnTo>
                      <a:lnTo>
                        <a:pt x="473868" y="128588"/>
                      </a:lnTo>
                      <a:lnTo>
                        <a:pt x="497681" y="126206"/>
                      </a:lnTo>
                      <a:lnTo>
                        <a:pt x="523875" y="128588"/>
                      </a:lnTo>
                      <a:lnTo>
                        <a:pt x="545306" y="126206"/>
                      </a:lnTo>
                      <a:lnTo>
                        <a:pt x="573881" y="90488"/>
                      </a:lnTo>
                      <a:lnTo>
                        <a:pt x="585787" y="90488"/>
                      </a:lnTo>
                      <a:lnTo>
                        <a:pt x="581025" y="150019"/>
                      </a:lnTo>
                      <a:lnTo>
                        <a:pt x="578643" y="183356"/>
                      </a:lnTo>
                      <a:lnTo>
                        <a:pt x="585787" y="214313"/>
                      </a:lnTo>
                      <a:lnTo>
                        <a:pt x="600075" y="216694"/>
                      </a:lnTo>
                      <a:lnTo>
                        <a:pt x="607218" y="202406"/>
                      </a:lnTo>
                      <a:lnTo>
                        <a:pt x="614362" y="221456"/>
                      </a:lnTo>
                      <a:lnTo>
                        <a:pt x="616743" y="261938"/>
                      </a:lnTo>
                      <a:lnTo>
                        <a:pt x="602456" y="300038"/>
                      </a:lnTo>
                      <a:lnTo>
                        <a:pt x="607218" y="326231"/>
                      </a:lnTo>
                      <a:lnTo>
                        <a:pt x="623887" y="376238"/>
                      </a:lnTo>
                      <a:lnTo>
                        <a:pt x="631031" y="411956"/>
                      </a:lnTo>
                      <a:lnTo>
                        <a:pt x="642937" y="438150"/>
                      </a:lnTo>
                      <a:lnTo>
                        <a:pt x="657225" y="428625"/>
                      </a:lnTo>
                      <a:lnTo>
                        <a:pt x="645318" y="395288"/>
                      </a:lnTo>
                      <a:lnTo>
                        <a:pt x="652462" y="359569"/>
                      </a:lnTo>
                      <a:lnTo>
                        <a:pt x="645318" y="323850"/>
                      </a:lnTo>
                      <a:lnTo>
                        <a:pt x="633412" y="290513"/>
                      </a:lnTo>
                      <a:lnTo>
                        <a:pt x="633412" y="266700"/>
                      </a:lnTo>
                      <a:lnTo>
                        <a:pt x="645318" y="257175"/>
                      </a:lnTo>
                      <a:lnTo>
                        <a:pt x="647700" y="228600"/>
                      </a:lnTo>
                      <a:lnTo>
                        <a:pt x="669131" y="216694"/>
                      </a:lnTo>
                      <a:lnTo>
                        <a:pt x="666750" y="197644"/>
                      </a:lnTo>
                      <a:lnTo>
                        <a:pt x="631031" y="192881"/>
                      </a:lnTo>
                      <a:lnTo>
                        <a:pt x="631031" y="173831"/>
                      </a:lnTo>
                      <a:lnTo>
                        <a:pt x="647700" y="152400"/>
                      </a:lnTo>
                      <a:lnTo>
                        <a:pt x="678656" y="123825"/>
                      </a:lnTo>
                      <a:lnTo>
                        <a:pt x="700087" y="100013"/>
                      </a:lnTo>
                      <a:lnTo>
                        <a:pt x="681037" y="90488"/>
                      </a:lnTo>
                      <a:lnTo>
                        <a:pt x="711993" y="54769"/>
                      </a:lnTo>
                      <a:lnTo>
                        <a:pt x="723900" y="28575"/>
                      </a:lnTo>
                      <a:lnTo>
                        <a:pt x="752475" y="16669"/>
                      </a:lnTo>
                      <a:lnTo>
                        <a:pt x="778668" y="2381"/>
                      </a:lnTo>
                      <a:lnTo>
                        <a:pt x="797718" y="9525"/>
                      </a:lnTo>
                      <a:close/>
                    </a:path>
                  </a:pathLst>
                </a:cu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700">
                    <a:ln>
                      <a:solidFill>
                        <a:schemeClr val="accent1">
                          <a:alpha val="0"/>
                        </a:schemeClr>
                      </a:solidFill>
                    </a:ln>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26" name="여주군">
                  <a:extLst>
                    <a:ext uri="{FF2B5EF4-FFF2-40B4-BE49-F238E27FC236}">
                      <a16:creationId xmlns:a16="http://schemas.microsoft.com/office/drawing/2014/main" id="{859B87C2-2449-6742-C179-09337B9B7736}"/>
                    </a:ext>
                  </a:extLst>
                </p:cNvPr>
                <p:cNvSpPr/>
                <p:nvPr/>
              </p:nvSpPr>
              <p:spPr>
                <a:xfrm>
                  <a:off x="6293640" y="3955262"/>
                  <a:ext cx="1426367" cy="1471615"/>
                </a:xfrm>
                <a:custGeom>
                  <a:avLst/>
                  <a:gdLst>
                    <a:gd name="connsiteX0" fmla="*/ 88106 w 1426369"/>
                    <a:gd name="connsiteY0" fmla="*/ 0 h 1471613"/>
                    <a:gd name="connsiteX1" fmla="*/ 89842 w 1426369"/>
                    <a:gd name="connsiteY1" fmla="*/ 744 h 1471613"/>
                    <a:gd name="connsiteX2" fmla="*/ 90487 w 1426369"/>
                    <a:gd name="connsiteY2" fmla="*/ 0 h 1471613"/>
                    <a:gd name="connsiteX3" fmla="*/ 90895 w 1426369"/>
                    <a:gd name="connsiteY3" fmla="*/ 1195 h 1471613"/>
                    <a:gd name="connsiteX4" fmla="*/ 121444 w 1426369"/>
                    <a:gd name="connsiteY4" fmla="*/ 14288 h 1471613"/>
                    <a:gd name="connsiteX5" fmla="*/ 164306 w 1426369"/>
                    <a:gd name="connsiteY5" fmla="*/ 21432 h 1471613"/>
                    <a:gd name="connsiteX6" fmla="*/ 183356 w 1426369"/>
                    <a:gd name="connsiteY6" fmla="*/ 23813 h 1471613"/>
                    <a:gd name="connsiteX7" fmla="*/ 209550 w 1426369"/>
                    <a:gd name="connsiteY7" fmla="*/ 45244 h 1471613"/>
                    <a:gd name="connsiteX8" fmla="*/ 226219 w 1426369"/>
                    <a:gd name="connsiteY8" fmla="*/ 52388 h 1471613"/>
                    <a:gd name="connsiteX9" fmla="*/ 257175 w 1426369"/>
                    <a:gd name="connsiteY9" fmla="*/ 61913 h 1471613"/>
                    <a:gd name="connsiteX10" fmla="*/ 271462 w 1426369"/>
                    <a:gd name="connsiteY10" fmla="*/ 88107 h 1471613"/>
                    <a:gd name="connsiteX11" fmla="*/ 309562 w 1426369"/>
                    <a:gd name="connsiteY11" fmla="*/ 73819 h 1471613"/>
                    <a:gd name="connsiteX12" fmla="*/ 321469 w 1426369"/>
                    <a:gd name="connsiteY12" fmla="*/ 50007 h 1471613"/>
                    <a:gd name="connsiteX13" fmla="*/ 333375 w 1426369"/>
                    <a:gd name="connsiteY13" fmla="*/ 28575 h 1471613"/>
                    <a:gd name="connsiteX14" fmla="*/ 354806 w 1426369"/>
                    <a:gd name="connsiteY14" fmla="*/ 33338 h 1471613"/>
                    <a:gd name="connsiteX15" fmla="*/ 385762 w 1426369"/>
                    <a:gd name="connsiteY15" fmla="*/ 35719 h 1471613"/>
                    <a:gd name="connsiteX16" fmla="*/ 404812 w 1426369"/>
                    <a:gd name="connsiteY16" fmla="*/ 14288 h 1471613"/>
                    <a:gd name="connsiteX17" fmla="*/ 419100 w 1426369"/>
                    <a:gd name="connsiteY17" fmla="*/ 11907 h 1471613"/>
                    <a:gd name="connsiteX18" fmla="*/ 471487 w 1426369"/>
                    <a:gd name="connsiteY18" fmla="*/ 52388 h 1471613"/>
                    <a:gd name="connsiteX19" fmla="*/ 490537 w 1426369"/>
                    <a:gd name="connsiteY19" fmla="*/ 66675 h 1471613"/>
                    <a:gd name="connsiteX20" fmla="*/ 497681 w 1426369"/>
                    <a:gd name="connsiteY20" fmla="*/ 123825 h 1471613"/>
                    <a:gd name="connsiteX21" fmla="*/ 538162 w 1426369"/>
                    <a:gd name="connsiteY21" fmla="*/ 142875 h 1471613"/>
                    <a:gd name="connsiteX22" fmla="*/ 569119 w 1426369"/>
                    <a:gd name="connsiteY22" fmla="*/ 152400 h 1471613"/>
                    <a:gd name="connsiteX23" fmla="*/ 597694 w 1426369"/>
                    <a:gd name="connsiteY23" fmla="*/ 130969 h 1471613"/>
                    <a:gd name="connsiteX24" fmla="*/ 628650 w 1426369"/>
                    <a:gd name="connsiteY24" fmla="*/ 123825 h 1471613"/>
                    <a:gd name="connsiteX25" fmla="*/ 681037 w 1426369"/>
                    <a:gd name="connsiteY25" fmla="*/ 123825 h 1471613"/>
                    <a:gd name="connsiteX26" fmla="*/ 726281 w 1426369"/>
                    <a:gd name="connsiteY26" fmla="*/ 109538 h 1471613"/>
                    <a:gd name="connsiteX27" fmla="*/ 738187 w 1426369"/>
                    <a:gd name="connsiteY27" fmla="*/ 88107 h 1471613"/>
                    <a:gd name="connsiteX28" fmla="*/ 742950 w 1426369"/>
                    <a:gd name="connsiteY28" fmla="*/ 85725 h 1471613"/>
                    <a:gd name="connsiteX29" fmla="*/ 814387 w 1426369"/>
                    <a:gd name="connsiteY29" fmla="*/ 102394 h 1471613"/>
                    <a:gd name="connsiteX30" fmla="*/ 833437 w 1426369"/>
                    <a:gd name="connsiteY30" fmla="*/ 130969 h 1471613"/>
                    <a:gd name="connsiteX31" fmla="*/ 869156 w 1426369"/>
                    <a:gd name="connsiteY31" fmla="*/ 123825 h 1471613"/>
                    <a:gd name="connsiteX32" fmla="*/ 897731 w 1426369"/>
                    <a:gd name="connsiteY32" fmla="*/ 119063 h 1471613"/>
                    <a:gd name="connsiteX33" fmla="*/ 921544 w 1426369"/>
                    <a:gd name="connsiteY33" fmla="*/ 135732 h 1471613"/>
                    <a:gd name="connsiteX34" fmla="*/ 926306 w 1426369"/>
                    <a:gd name="connsiteY34" fmla="*/ 164307 h 1471613"/>
                    <a:gd name="connsiteX35" fmla="*/ 952500 w 1426369"/>
                    <a:gd name="connsiteY35" fmla="*/ 169069 h 1471613"/>
                    <a:gd name="connsiteX36" fmla="*/ 990600 w 1426369"/>
                    <a:gd name="connsiteY36" fmla="*/ 140494 h 1471613"/>
                    <a:gd name="connsiteX37" fmla="*/ 995362 w 1426369"/>
                    <a:gd name="connsiteY37" fmla="*/ 109538 h 1471613"/>
                    <a:gd name="connsiteX38" fmla="*/ 1004887 w 1426369"/>
                    <a:gd name="connsiteY38" fmla="*/ 104775 h 1471613"/>
                    <a:gd name="connsiteX39" fmla="*/ 1031081 w 1426369"/>
                    <a:gd name="connsiteY39" fmla="*/ 121444 h 1471613"/>
                    <a:gd name="connsiteX40" fmla="*/ 1042987 w 1426369"/>
                    <a:gd name="connsiteY40" fmla="*/ 140494 h 1471613"/>
                    <a:gd name="connsiteX41" fmla="*/ 1085850 w 1426369"/>
                    <a:gd name="connsiteY41" fmla="*/ 119063 h 1471613"/>
                    <a:gd name="connsiteX42" fmla="*/ 1109662 w 1426369"/>
                    <a:gd name="connsiteY42" fmla="*/ 123825 h 1471613"/>
                    <a:gd name="connsiteX43" fmla="*/ 1088231 w 1426369"/>
                    <a:gd name="connsiteY43" fmla="*/ 159544 h 1471613"/>
                    <a:gd name="connsiteX44" fmla="*/ 1092994 w 1426369"/>
                    <a:gd name="connsiteY44" fmla="*/ 188119 h 1471613"/>
                    <a:gd name="connsiteX45" fmla="*/ 1131094 w 1426369"/>
                    <a:gd name="connsiteY45" fmla="*/ 188119 h 1471613"/>
                    <a:gd name="connsiteX46" fmla="*/ 1147762 w 1426369"/>
                    <a:gd name="connsiteY46" fmla="*/ 164307 h 1471613"/>
                    <a:gd name="connsiteX47" fmla="*/ 1173956 w 1426369"/>
                    <a:gd name="connsiteY47" fmla="*/ 150019 h 1471613"/>
                    <a:gd name="connsiteX48" fmla="*/ 1193006 w 1426369"/>
                    <a:gd name="connsiteY48" fmla="*/ 142875 h 1471613"/>
                    <a:gd name="connsiteX49" fmla="*/ 1207294 w 1426369"/>
                    <a:gd name="connsiteY49" fmla="*/ 164307 h 1471613"/>
                    <a:gd name="connsiteX50" fmla="*/ 1209675 w 1426369"/>
                    <a:gd name="connsiteY50" fmla="*/ 188119 h 1471613"/>
                    <a:gd name="connsiteX51" fmla="*/ 1181100 w 1426369"/>
                    <a:gd name="connsiteY51" fmla="*/ 216694 h 1471613"/>
                    <a:gd name="connsiteX52" fmla="*/ 1169194 w 1426369"/>
                    <a:gd name="connsiteY52" fmla="*/ 233363 h 1471613"/>
                    <a:gd name="connsiteX53" fmla="*/ 1157287 w 1426369"/>
                    <a:gd name="connsiteY53" fmla="*/ 283369 h 1471613"/>
                    <a:gd name="connsiteX54" fmla="*/ 1164431 w 1426369"/>
                    <a:gd name="connsiteY54" fmla="*/ 321469 h 1471613"/>
                    <a:gd name="connsiteX55" fmla="*/ 1195387 w 1426369"/>
                    <a:gd name="connsiteY55" fmla="*/ 335757 h 1471613"/>
                    <a:gd name="connsiteX56" fmla="*/ 1214437 w 1426369"/>
                    <a:gd name="connsiteY56" fmla="*/ 319088 h 1471613"/>
                    <a:gd name="connsiteX57" fmla="*/ 1269206 w 1426369"/>
                    <a:gd name="connsiteY57" fmla="*/ 307182 h 1471613"/>
                    <a:gd name="connsiteX58" fmla="*/ 1290637 w 1426369"/>
                    <a:gd name="connsiteY58" fmla="*/ 307182 h 1471613"/>
                    <a:gd name="connsiteX59" fmla="*/ 1343025 w 1426369"/>
                    <a:gd name="connsiteY59" fmla="*/ 340519 h 1471613"/>
                    <a:gd name="connsiteX60" fmla="*/ 1373981 w 1426369"/>
                    <a:gd name="connsiteY60" fmla="*/ 352425 h 1471613"/>
                    <a:gd name="connsiteX61" fmla="*/ 1397794 w 1426369"/>
                    <a:gd name="connsiteY61" fmla="*/ 345282 h 1471613"/>
                    <a:gd name="connsiteX62" fmla="*/ 1388269 w 1426369"/>
                    <a:gd name="connsiteY62" fmla="*/ 395288 h 1471613"/>
                    <a:gd name="connsiteX63" fmla="*/ 1393031 w 1426369"/>
                    <a:gd name="connsiteY63" fmla="*/ 416719 h 1471613"/>
                    <a:gd name="connsiteX64" fmla="*/ 1383506 w 1426369"/>
                    <a:gd name="connsiteY64" fmla="*/ 435769 h 1471613"/>
                    <a:gd name="connsiteX65" fmla="*/ 1388269 w 1426369"/>
                    <a:gd name="connsiteY65" fmla="*/ 469107 h 1471613"/>
                    <a:gd name="connsiteX66" fmla="*/ 1412081 w 1426369"/>
                    <a:gd name="connsiteY66" fmla="*/ 497682 h 1471613"/>
                    <a:gd name="connsiteX67" fmla="*/ 1388269 w 1426369"/>
                    <a:gd name="connsiteY67" fmla="*/ 519113 h 1471613"/>
                    <a:gd name="connsiteX68" fmla="*/ 1407319 w 1426369"/>
                    <a:gd name="connsiteY68" fmla="*/ 547688 h 1471613"/>
                    <a:gd name="connsiteX69" fmla="*/ 1423987 w 1426369"/>
                    <a:gd name="connsiteY69" fmla="*/ 592932 h 1471613"/>
                    <a:gd name="connsiteX70" fmla="*/ 1420231 w 1426369"/>
                    <a:gd name="connsiteY70" fmla="*/ 621104 h 1471613"/>
                    <a:gd name="connsiteX71" fmla="*/ 1426369 w 1426369"/>
                    <a:gd name="connsiteY71" fmla="*/ 647700 h 1471613"/>
                    <a:gd name="connsiteX72" fmla="*/ 1423987 w 1426369"/>
                    <a:gd name="connsiteY72" fmla="*/ 664369 h 1471613"/>
                    <a:gd name="connsiteX73" fmla="*/ 1400175 w 1426369"/>
                    <a:gd name="connsiteY73" fmla="*/ 650082 h 1471613"/>
                    <a:gd name="connsiteX74" fmla="*/ 1383506 w 1426369"/>
                    <a:gd name="connsiteY74" fmla="*/ 661988 h 1471613"/>
                    <a:gd name="connsiteX75" fmla="*/ 1366837 w 1426369"/>
                    <a:gd name="connsiteY75" fmla="*/ 666750 h 1471613"/>
                    <a:gd name="connsiteX76" fmla="*/ 1352550 w 1426369"/>
                    <a:gd name="connsiteY76" fmla="*/ 669132 h 1471613"/>
                    <a:gd name="connsiteX77" fmla="*/ 1350169 w 1426369"/>
                    <a:gd name="connsiteY77" fmla="*/ 700088 h 1471613"/>
                    <a:gd name="connsiteX78" fmla="*/ 1376362 w 1426369"/>
                    <a:gd name="connsiteY78" fmla="*/ 723900 h 1471613"/>
                    <a:gd name="connsiteX79" fmla="*/ 1381125 w 1426369"/>
                    <a:gd name="connsiteY79" fmla="*/ 745332 h 1471613"/>
                    <a:gd name="connsiteX80" fmla="*/ 1388269 w 1426369"/>
                    <a:gd name="connsiteY80" fmla="*/ 776288 h 1471613"/>
                    <a:gd name="connsiteX81" fmla="*/ 1400175 w 1426369"/>
                    <a:gd name="connsiteY81" fmla="*/ 797719 h 1471613"/>
                    <a:gd name="connsiteX82" fmla="*/ 1404937 w 1426369"/>
                    <a:gd name="connsiteY82" fmla="*/ 826294 h 1471613"/>
                    <a:gd name="connsiteX83" fmla="*/ 1390650 w 1426369"/>
                    <a:gd name="connsiteY83" fmla="*/ 862013 h 1471613"/>
                    <a:gd name="connsiteX84" fmla="*/ 1364456 w 1426369"/>
                    <a:gd name="connsiteY84" fmla="*/ 900113 h 1471613"/>
                    <a:gd name="connsiteX85" fmla="*/ 1343025 w 1426369"/>
                    <a:gd name="connsiteY85" fmla="*/ 935832 h 1471613"/>
                    <a:gd name="connsiteX86" fmla="*/ 1343025 w 1426369"/>
                    <a:gd name="connsiteY86" fmla="*/ 959644 h 1471613"/>
                    <a:gd name="connsiteX87" fmla="*/ 1345406 w 1426369"/>
                    <a:gd name="connsiteY87" fmla="*/ 988219 h 1471613"/>
                    <a:gd name="connsiteX88" fmla="*/ 1347787 w 1426369"/>
                    <a:gd name="connsiteY88" fmla="*/ 1016794 h 1471613"/>
                    <a:gd name="connsiteX89" fmla="*/ 1359694 w 1426369"/>
                    <a:gd name="connsiteY89" fmla="*/ 1038225 h 1471613"/>
                    <a:gd name="connsiteX90" fmla="*/ 1352550 w 1426369"/>
                    <a:gd name="connsiteY90" fmla="*/ 1069182 h 1471613"/>
                    <a:gd name="connsiteX91" fmla="*/ 1333500 w 1426369"/>
                    <a:gd name="connsiteY91" fmla="*/ 1081088 h 1471613"/>
                    <a:gd name="connsiteX92" fmla="*/ 1304925 w 1426369"/>
                    <a:gd name="connsiteY92" fmla="*/ 1092994 h 1471613"/>
                    <a:gd name="connsiteX93" fmla="*/ 1295400 w 1426369"/>
                    <a:gd name="connsiteY93" fmla="*/ 1121569 h 1471613"/>
                    <a:gd name="connsiteX94" fmla="*/ 1290637 w 1426369"/>
                    <a:gd name="connsiteY94" fmla="*/ 1152525 h 1471613"/>
                    <a:gd name="connsiteX95" fmla="*/ 1276350 w 1426369"/>
                    <a:gd name="connsiteY95" fmla="*/ 1193007 h 1471613"/>
                    <a:gd name="connsiteX96" fmla="*/ 1276350 w 1426369"/>
                    <a:gd name="connsiteY96" fmla="*/ 1235869 h 1471613"/>
                    <a:gd name="connsiteX97" fmla="*/ 1254918 w 1426369"/>
                    <a:gd name="connsiteY97" fmla="*/ 1243012 h 1471613"/>
                    <a:gd name="connsiteX98" fmla="*/ 1228725 w 1426369"/>
                    <a:gd name="connsiteY98" fmla="*/ 1231107 h 1471613"/>
                    <a:gd name="connsiteX99" fmla="*/ 1209675 w 1426369"/>
                    <a:gd name="connsiteY99" fmla="*/ 1271588 h 1471613"/>
                    <a:gd name="connsiteX100" fmla="*/ 1188244 w 1426369"/>
                    <a:gd name="connsiteY100" fmla="*/ 1293019 h 1471613"/>
                    <a:gd name="connsiteX101" fmla="*/ 1178719 w 1426369"/>
                    <a:gd name="connsiteY101" fmla="*/ 1321594 h 1471613"/>
                    <a:gd name="connsiteX102" fmla="*/ 1173956 w 1426369"/>
                    <a:gd name="connsiteY102" fmla="*/ 1371600 h 1471613"/>
                    <a:gd name="connsiteX103" fmla="*/ 1152525 w 1426369"/>
                    <a:gd name="connsiteY103" fmla="*/ 1388269 h 1471613"/>
                    <a:gd name="connsiteX104" fmla="*/ 1143000 w 1426369"/>
                    <a:gd name="connsiteY104" fmla="*/ 1404938 h 1471613"/>
                    <a:gd name="connsiteX105" fmla="*/ 1150144 w 1426369"/>
                    <a:gd name="connsiteY105" fmla="*/ 1443038 h 1471613"/>
                    <a:gd name="connsiteX106" fmla="*/ 1116806 w 1426369"/>
                    <a:gd name="connsiteY106" fmla="*/ 1471613 h 1471613"/>
                    <a:gd name="connsiteX107" fmla="*/ 1088231 w 1426369"/>
                    <a:gd name="connsiteY107" fmla="*/ 1459707 h 1471613"/>
                    <a:gd name="connsiteX108" fmla="*/ 1057275 w 1426369"/>
                    <a:gd name="connsiteY108" fmla="*/ 1464469 h 1471613"/>
                    <a:gd name="connsiteX109" fmla="*/ 1045369 w 1426369"/>
                    <a:gd name="connsiteY109" fmla="*/ 1445419 h 1471613"/>
                    <a:gd name="connsiteX110" fmla="*/ 1014412 w 1426369"/>
                    <a:gd name="connsiteY110" fmla="*/ 1435894 h 1471613"/>
                    <a:gd name="connsiteX111" fmla="*/ 1000125 w 1426369"/>
                    <a:gd name="connsiteY111" fmla="*/ 1404938 h 1471613"/>
                    <a:gd name="connsiteX112" fmla="*/ 959644 w 1426369"/>
                    <a:gd name="connsiteY112" fmla="*/ 1388269 h 1471613"/>
                    <a:gd name="connsiteX113" fmla="*/ 907256 w 1426369"/>
                    <a:gd name="connsiteY113" fmla="*/ 1369219 h 1471613"/>
                    <a:gd name="connsiteX114" fmla="*/ 902494 w 1426369"/>
                    <a:gd name="connsiteY114" fmla="*/ 1359694 h 1471613"/>
                    <a:gd name="connsiteX115" fmla="*/ 919162 w 1426369"/>
                    <a:gd name="connsiteY115" fmla="*/ 1338263 h 1471613"/>
                    <a:gd name="connsiteX116" fmla="*/ 914400 w 1426369"/>
                    <a:gd name="connsiteY116" fmla="*/ 1309688 h 1471613"/>
                    <a:gd name="connsiteX117" fmla="*/ 881062 w 1426369"/>
                    <a:gd name="connsiteY117" fmla="*/ 1304925 h 1471613"/>
                    <a:gd name="connsiteX118" fmla="*/ 852487 w 1426369"/>
                    <a:gd name="connsiteY118" fmla="*/ 1323975 h 1471613"/>
                    <a:gd name="connsiteX119" fmla="*/ 842962 w 1426369"/>
                    <a:gd name="connsiteY119" fmla="*/ 1309688 h 1471613"/>
                    <a:gd name="connsiteX120" fmla="*/ 838200 w 1426369"/>
                    <a:gd name="connsiteY120" fmla="*/ 1283494 h 1471613"/>
                    <a:gd name="connsiteX121" fmla="*/ 831056 w 1426369"/>
                    <a:gd name="connsiteY121" fmla="*/ 1269207 h 1471613"/>
                    <a:gd name="connsiteX122" fmla="*/ 809625 w 1426369"/>
                    <a:gd name="connsiteY122" fmla="*/ 1262063 h 1471613"/>
                    <a:gd name="connsiteX123" fmla="*/ 795337 w 1426369"/>
                    <a:gd name="connsiteY123" fmla="*/ 1226344 h 1471613"/>
                    <a:gd name="connsiteX124" fmla="*/ 773906 w 1426369"/>
                    <a:gd name="connsiteY124" fmla="*/ 1200150 h 1471613"/>
                    <a:gd name="connsiteX125" fmla="*/ 757237 w 1426369"/>
                    <a:gd name="connsiteY125" fmla="*/ 1181100 h 1471613"/>
                    <a:gd name="connsiteX126" fmla="*/ 738187 w 1426369"/>
                    <a:gd name="connsiteY126" fmla="*/ 1195388 h 1471613"/>
                    <a:gd name="connsiteX127" fmla="*/ 707231 w 1426369"/>
                    <a:gd name="connsiteY127" fmla="*/ 1202532 h 1471613"/>
                    <a:gd name="connsiteX128" fmla="*/ 678656 w 1426369"/>
                    <a:gd name="connsiteY128" fmla="*/ 1195388 h 1471613"/>
                    <a:gd name="connsiteX129" fmla="*/ 659606 w 1426369"/>
                    <a:gd name="connsiteY129" fmla="*/ 1228725 h 1471613"/>
                    <a:gd name="connsiteX130" fmla="*/ 678656 w 1426369"/>
                    <a:gd name="connsiteY130" fmla="*/ 1259682 h 1471613"/>
                    <a:gd name="connsiteX131" fmla="*/ 676275 w 1426369"/>
                    <a:gd name="connsiteY131" fmla="*/ 1283494 h 1471613"/>
                    <a:gd name="connsiteX132" fmla="*/ 654844 w 1426369"/>
                    <a:gd name="connsiteY132" fmla="*/ 1262063 h 1471613"/>
                    <a:gd name="connsiteX133" fmla="*/ 635794 w 1426369"/>
                    <a:gd name="connsiteY133" fmla="*/ 1238250 h 1471613"/>
                    <a:gd name="connsiteX134" fmla="*/ 616744 w 1426369"/>
                    <a:gd name="connsiteY134" fmla="*/ 1233488 h 1471613"/>
                    <a:gd name="connsiteX135" fmla="*/ 597694 w 1426369"/>
                    <a:gd name="connsiteY135" fmla="*/ 1254919 h 1471613"/>
                    <a:gd name="connsiteX136" fmla="*/ 573881 w 1426369"/>
                    <a:gd name="connsiteY136" fmla="*/ 1257300 h 1471613"/>
                    <a:gd name="connsiteX137" fmla="*/ 542925 w 1426369"/>
                    <a:gd name="connsiteY137" fmla="*/ 1259682 h 1471613"/>
                    <a:gd name="connsiteX138" fmla="*/ 507206 w 1426369"/>
                    <a:gd name="connsiteY138" fmla="*/ 1276350 h 1471613"/>
                    <a:gd name="connsiteX139" fmla="*/ 476250 w 1426369"/>
                    <a:gd name="connsiteY139" fmla="*/ 1238250 h 1471613"/>
                    <a:gd name="connsiteX140" fmla="*/ 471487 w 1426369"/>
                    <a:gd name="connsiteY140" fmla="*/ 1226344 h 1471613"/>
                    <a:gd name="connsiteX141" fmla="*/ 495300 w 1426369"/>
                    <a:gd name="connsiteY141" fmla="*/ 1200150 h 1471613"/>
                    <a:gd name="connsiteX142" fmla="*/ 514350 w 1426369"/>
                    <a:gd name="connsiteY142" fmla="*/ 1162050 h 1471613"/>
                    <a:gd name="connsiteX143" fmla="*/ 526256 w 1426369"/>
                    <a:gd name="connsiteY143" fmla="*/ 1138238 h 1471613"/>
                    <a:gd name="connsiteX144" fmla="*/ 523875 w 1426369"/>
                    <a:gd name="connsiteY144" fmla="*/ 1102519 h 1471613"/>
                    <a:gd name="connsiteX145" fmla="*/ 516731 w 1426369"/>
                    <a:gd name="connsiteY145" fmla="*/ 1054894 h 1471613"/>
                    <a:gd name="connsiteX146" fmla="*/ 507206 w 1426369"/>
                    <a:gd name="connsiteY146" fmla="*/ 1004888 h 1471613"/>
                    <a:gd name="connsiteX147" fmla="*/ 504825 w 1426369"/>
                    <a:gd name="connsiteY147" fmla="*/ 973932 h 1471613"/>
                    <a:gd name="connsiteX148" fmla="*/ 511969 w 1426369"/>
                    <a:gd name="connsiteY148" fmla="*/ 959644 h 1471613"/>
                    <a:gd name="connsiteX149" fmla="*/ 540544 w 1426369"/>
                    <a:gd name="connsiteY149" fmla="*/ 945357 h 1471613"/>
                    <a:gd name="connsiteX150" fmla="*/ 554831 w 1426369"/>
                    <a:gd name="connsiteY150" fmla="*/ 907257 h 1471613"/>
                    <a:gd name="connsiteX151" fmla="*/ 540544 w 1426369"/>
                    <a:gd name="connsiteY151" fmla="*/ 883444 h 1471613"/>
                    <a:gd name="connsiteX152" fmla="*/ 521494 w 1426369"/>
                    <a:gd name="connsiteY152" fmla="*/ 845344 h 1471613"/>
                    <a:gd name="connsiteX153" fmla="*/ 516731 w 1426369"/>
                    <a:gd name="connsiteY153" fmla="*/ 785813 h 1471613"/>
                    <a:gd name="connsiteX154" fmla="*/ 533400 w 1426369"/>
                    <a:gd name="connsiteY154" fmla="*/ 742950 h 1471613"/>
                    <a:gd name="connsiteX155" fmla="*/ 554831 w 1426369"/>
                    <a:gd name="connsiteY155" fmla="*/ 716757 h 1471613"/>
                    <a:gd name="connsiteX156" fmla="*/ 573881 w 1426369"/>
                    <a:gd name="connsiteY156" fmla="*/ 676275 h 1471613"/>
                    <a:gd name="connsiteX157" fmla="*/ 578644 w 1426369"/>
                    <a:gd name="connsiteY157" fmla="*/ 621507 h 1471613"/>
                    <a:gd name="connsiteX158" fmla="*/ 557212 w 1426369"/>
                    <a:gd name="connsiteY158" fmla="*/ 597694 h 1471613"/>
                    <a:gd name="connsiteX159" fmla="*/ 531019 w 1426369"/>
                    <a:gd name="connsiteY159" fmla="*/ 592932 h 1471613"/>
                    <a:gd name="connsiteX160" fmla="*/ 521494 w 1426369"/>
                    <a:gd name="connsiteY160" fmla="*/ 578644 h 1471613"/>
                    <a:gd name="connsiteX161" fmla="*/ 497681 w 1426369"/>
                    <a:gd name="connsiteY161" fmla="*/ 561975 h 1471613"/>
                    <a:gd name="connsiteX162" fmla="*/ 509587 w 1426369"/>
                    <a:gd name="connsiteY162" fmla="*/ 547688 h 1471613"/>
                    <a:gd name="connsiteX163" fmla="*/ 504825 w 1426369"/>
                    <a:gd name="connsiteY163" fmla="*/ 523875 h 1471613"/>
                    <a:gd name="connsiteX164" fmla="*/ 483394 w 1426369"/>
                    <a:gd name="connsiteY164" fmla="*/ 514350 h 1471613"/>
                    <a:gd name="connsiteX165" fmla="*/ 464344 w 1426369"/>
                    <a:gd name="connsiteY165" fmla="*/ 507207 h 1471613"/>
                    <a:gd name="connsiteX166" fmla="*/ 457200 w 1426369"/>
                    <a:gd name="connsiteY166" fmla="*/ 476250 h 1471613"/>
                    <a:gd name="connsiteX167" fmla="*/ 431006 w 1426369"/>
                    <a:gd name="connsiteY167" fmla="*/ 464344 h 1471613"/>
                    <a:gd name="connsiteX168" fmla="*/ 397669 w 1426369"/>
                    <a:gd name="connsiteY168" fmla="*/ 476250 h 1471613"/>
                    <a:gd name="connsiteX169" fmla="*/ 385762 w 1426369"/>
                    <a:gd name="connsiteY169" fmla="*/ 457200 h 1471613"/>
                    <a:gd name="connsiteX170" fmla="*/ 366712 w 1426369"/>
                    <a:gd name="connsiteY170" fmla="*/ 459582 h 1471613"/>
                    <a:gd name="connsiteX171" fmla="*/ 352425 w 1426369"/>
                    <a:gd name="connsiteY171" fmla="*/ 447675 h 1471613"/>
                    <a:gd name="connsiteX172" fmla="*/ 342900 w 1426369"/>
                    <a:gd name="connsiteY172" fmla="*/ 426244 h 1471613"/>
                    <a:gd name="connsiteX173" fmla="*/ 311944 w 1426369"/>
                    <a:gd name="connsiteY173" fmla="*/ 390525 h 1471613"/>
                    <a:gd name="connsiteX174" fmla="*/ 297656 w 1426369"/>
                    <a:gd name="connsiteY174" fmla="*/ 366713 h 1471613"/>
                    <a:gd name="connsiteX175" fmla="*/ 264319 w 1426369"/>
                    <a:gd name="connsiteY175" fmla="*/ 361950 h 1471613"/>
                    <a:gd name="connsiteX176" fmla="*/ 238125 w 1426369"/>
                    <a:gd name="connsiteY176" fmla="*/ 378619 h 1471613"/>
                    <a:gd name="connsiteX177" fmla="*/ 223837 w 1426369"/>
                    <a:gd name="connsiteY177" fmla="*/ 373857 h 1471613"/>
                    <a:gd name="connsiteX178" fmla="*/ 195262 w 1426369"/>
                    <a:gd name="connsiteY178" fmla="*/ 402432 h 1471613"/>
                    <a:gd name="connsiteX179" fmla="*/ 171450 w 1426369"/>
                    <a:gd name="connsiteY179" fmla="*/ 392907 h 1471613"/>
                    <a:gd name="connsiteX180" fmla="*/ 188119 w 1426369"/>
                    <a:gd name="connsiteY180" fmla="*/ 376238 h 1471613"/>
                    <a:gd name="connsiteX181" fmla="*/ 180975 w 1426369"/>
                    <a:gd name="connsiteY181" fmla="*/ 352425 h 1471613"/>
                    <a:gd name="connsiteX182" fmla="*/ 169069 w 1426369"/>
                    <a:gd name="connsiteY182" fmla="*/ 307182 h 1471613"/>
                    <a:gd name="connsiteX183" fmla="*/ 176212 w 1426369"/>
                    <a:gd name="connsiteY183" fmla="*/ 290513 h 1471613"/>
                    <a:gd name="connsiteX184" fmla="*/ 183356 w 1426369"/>
                    <a:gd name="connsiteY184" fmla="*/ 266700 h 1471613"/>
                    <a:gd name="connsiteX185" fmla="*/ 173831 w 1426369"/>
                    <a:gd name="connsiteY185" fmla="*/ 238125 h 1471613"/>
                    <a:gd name="connsiteX186" fmla="*/ 142875 w 1426369"/>
                    <a:gd name="connsiteY186" fmla="*/ 242888 h 1471613"/>
                    <a:gd name="connsiteX187" fmla="*/ 100012 w 1426369"/>
                    <a:gd name="connsiteY187" fmla="*/ 242888 h 1471613"/>
                    <a:gd name="connsiteX188" fmla="*/ 73819 w 1426369"/>
                    <a:gd name="connsiteY188" fmla="*/ 242888 h 1471613"/>
                    <a:gd name="connsiteX189" fmla="*/ 59531 w 1426369"/>
                    <a:gd name="connsiteY189" fmla="*/ 216694 h 1471613"/>
                    <a:gd name="connsiteX190" fmla="*/ 50006 w 1426369"/>
                    <a:gd name="connsiteY190" fmla="*/ 192882 h 1471613"/>
                    <a:gd name="connsiteX191" fmla="*/ 57150 w 1426369"/>
                    <a:gd name="connsiteY191" fmla="*/ 166688 h 1471613"/>
                    <a:gd name="connsiteX192" fmla="*/ 47625 w 1426369"/>
                    <a:gd name="connsiteY192" fmla="*/ 145257 h 1471613"/>
                    <a:gd name="connsiteX193" fmla="*/ 21431 w 1426369"/>
                    <a:gd name="connsiteY193" fmla="*/ 128588 h 1471613"/>
                    <a:gd name="connsiteX194" fmla="*/ 0 w 1426369"/>
                    <a:gd name="connsiteY194" fmla="*/ 119063 h 1471613"/>
                    <a:gd name="connsiteX195" fmla="*/ 0 w 1426369"/>
                    <a:gd name="connsiteY195" fmla="*/ 92869 h 1471613"/>
                    <a:gd name="connsiteX196" fmla="*/ 19050 w 1426369"/>
                    <a:gd name="connsiteY196" fmla="*/ 71438 h 1471613"/>
                    <a:gd name="connsiteX197" fmla="*/ 26194 w 1426369"/>
                    <a:gd name="connsiteY197" fmla="*/ 52388 h 1471613"/>
                    <a:gd name="connsiteX198" fmla="*/ 33337 w 1426369"/>
                    <a:gd name="connsiteY198" fmla="*/ 35719 h 1471613"/>
                    <a:gd name="connsiteX199" fmla="*/ 59531 w 1426369"/>
                    <a:gd name="connsiteY199" fmla="*/ 35719 h 1471613"/>
                    <a:gd name="connsiteX200" fmla="*/ 87562 w 1426369"/>
                    <a:gd name="connsiteY200" fmla="*/ 3376 h 1471613"/>
                    <a:gd name="connsiteX0" fmla="*/ 88106 w 1426369"/>
                    <a:gd name="connsiteY0" fmla="*/ 0 h 1471613"/>
                    <a:gd name="connsiteX1" fmla="*/ 89842 w 1426369"/>
                    <a:gd name="connsiteY1" fmla="*/ 744 h 1471613"/>
                    <a:gd name="connsiteX2" fmla="*/ 90487 w 1426369"/>
                    <a:gd name="connsiteY2" fmla="*/ 0 h 1471613"/>
                    <a:gd name="connsiteX3" fmla="*/ 90895 w 1426369"/>
                    <a:gd name="connsiteY3" fmla="*/ 1195 h 1471613"/>
                    <a:gd name="connsiteX4" fmla="*/ 121444 w 1426369"/>
                    <a:gd name="connsiteY4" fmla="*/ 14288 h 1471613"/>
                    <a:gd name="connsiteX5" fmla="*/ 164306 w 1426369"/>
                    <a:gd name="connsiteY5" fmla="*/ 21432 h 1471613"/>
                    <a:gd name="connsiteX6" fmla="*/ 183356 w 1426369"/>
                    <a:gd name="connsiteY6" fmla="*/ 23813 h 1471613"/>
                    <a:gd name="connsiteX7" fmla="*/ 209550 w 1426369"/>
                    <a:gd name="connsiteY7" fmla="*/ 45244 h 1471613"/>
                    <a:gd name="connsiteX8" fmla="*/ 226219 w 1426369"/>
                    <a:gd name="connsiteY8" fmla="*/ 52388 h 1471613"/>
                    <a:gd name="connsiteX9" fmla="*/ 257175 w 1426369"/>
                    <a:gd name="connsiteY9" fmla="*/ 61913 h 1471613"/>
                    <a:gd name="connsiteX10" fmla="*/ 271462 w 1426369"/>
                    <a:gd name="connsiteY10" fmla="*/ 88107 h 1471613"/>
                    <a:gd name="connsiteX11" fmla="*/ 309562 w 1426369"/>
                    <a:gd name="connsiteY11" fmla="*/ 73819 h 1471613"/>
                    <a:gd name="connsiteX12" fmla="*/ 321469 w 1426369"/>
                    <a:gd name="connsiteY12" fmla="*/ 50007 h 1471613"/>
                    <a:gd name="connsiteX13" fmla="*/ 333375 w 1426369"/>
                    <a:gd name="connsiteY13" fmla="*/ 28575 h 1471613"/>
                    <a:gd name="connsiteX14" fmla="*/ 354806 w 1426369"/>
                    <a:gd name="connsiteY14" fmla="*/ 33338 h 1471613"/>
                    <a:gd name="connsiteX15" fmla="*/ 385762 w 1426369"/>
                    <a:gd name="connsiteY15" fmla="*/ 35719 h 1471613"/>
                    <a:gd name="connsiteX16" fmla="*/ 404812 w 1426369"/>
                    <a:gd name="connsiteY16" fmla="*/ 14288 h 1471613"/>
                    <a:gd name="connsiteX17" fmla="*/ 419100 w 1426369"/>
                    <a:gd name="connsiteY17" fmla="*/ 11907 h 1471613"/>
                    <a:gd name="connsiteX18" fmla="*/ 471487 w 1426369"/>
                    <a:gd name="connsiteY18" fmla="*/ 52388 h 1471613"/>
                    <a:gd name="connsiteX19" fmla="*/ 490537 w 1426369"/>
                    <a:gd name="connsiteY19" fmla="*/ 66675 h 1471613"/>
                    <a:gd name="connsiteX20" fmla="*/ 497681 w 1426369"/>
                    <a:gd name="connsiteY20" fmla="*/ 123825 h 1471613"/>
                    <a:gd name="connsiteX21" fmla="*/ 538162 w 1426369"/>
                    <a:gd name="connsiteY21" fmla="*/ 142875 h 1471613"/>
                    <a:gd name="connsiteX22" fmla="*/ 569119 w 1426369"/>
                    <a:gd name="connsiteY22" fmla="*/ 152400 h 1471613"/>
                    <a:gd name="connsiteX23" fmla="*/ 597694 w 1426369"/>
                    <a:gd name="connsiteY23" fmla="*/ 130969 h 1471613"/>
                    <a:gd name="connsiteX24" fmla="*/ 628650 w 1426369"/>
                    <a:gd name="connsiteY24" fmla="*/ 123825 h 1471613"/>
                    <a:gd name="connsiteX25" fmla="*/ 681037 w 1426369"/>
                    <a:gd name="connsiteY25" fmla="*/ 123825 h 1471613"/>
                    <a:gd name="connsiteX26" fmla="*/ 726281 w 1426369"/>
                    <a:gd name="connsiteY26" fmla="*/ 109538 h 1471613"/>
                    <a:gd name="connsiteX27" fmla="*/ 738187 w 1426369"/>
                    <a:gd name="connsiteY27" fmla="*/ 88107 h 1471613"/>
                    <a:gd name="connsiteX28" fmla="*/ 742950 w 1426369"/>
                    <a:gd name="connsiteY28" fmla="*/ 85725 h 1471613"/>
                    <a:gd name="connsiteX29" fmla="*/ 814387 w 1426369"/>
                    <a:gd name="connsiteY29" fmla="*/ 102394 h 1471613"/>
                    <a:gd name="connsiteX30" fmla="*/ 833437 w 1426369"/>
                    <a:gd name="connsiteY30" fmla="*/ 130969 h 1471613"/>
                    <a:gd name="connsiteX31" fmla="*/ 869156 w 1426369"/>
                    <a:gd name="connsiteY31" fmla="*/ 123825 h 1471613"/>
                    <a:gd name="connsiteX32" fmla="*/ 897731 w 1426369"/>
                    <a:gd name="connsiteY32" fmla="*/ 119063 h 1471613"/>
                    <a:gd name="connsiteX33" fmla="*/ 921544 w 1426369"/>
                    <a:gd name="connsiteY33" fmla="*/ 135732 h 1471613"/>
                    <a:gd name="connsiteX34" fmla="*/ 926306 w 1426369"/>
                    <a:gd name="connsiteY34" fmla="*/ 164307 h 1471613"/>
                    <a:gd name="connsiteX35" fmla="*/ 952500 w 1426369"/>
                    <a:gd name="connsiteY35" fmla="*/ 169069 h 1471613"/>
                    <a:gd name="connsiteX36" fmla="*/ 990600 w 1426369"/>
                    <a:gd name="connsiteY36" fmla="*/ 140494 h 1471613"/>
                    <a:gd name="connsiteX37" fmla="*/ 995362 w 1426369"/>
                    <a:gd name="connsiteY37" fmla="*/ 109538 h 1471613"/>
                    <a:gd name="connsiteX38" fmla="*/ 1004887 w 1426369"/>
                    <a:gd name="connsiteY38" fmla="*/ 104775 h 1471613"/>
                    <a:gd name="connsiteX39" fmla="*/ 1031081 w 1426369"/>
                    <a:gd name="connsiteY39" fmla="*/ 121444 h 1471613"/>
                    <a:gd name="connsiteX40" fmla="*/ 1042987 w 1426369"/>
                    <a:gd name="connsiteY40" fmla="*/ 140494 h 1471613"/>
                    <a:gd name="connsiteX41" fmla="*/ 1085850 w 1426369"/>
                    <a:gd name="connsiteY41" fmla="*/ 119063 h 1471613"/>
                    <a:gd name="connsiteX42" fmla="*/ 1109662 w 1426369"/>
                    <a:gd name="connsiteY42" fmla="*/ 123825 h 1471613"/>
                    <a:gd name="connsiteX43" fmla="*/ 1088231 w 1426369"/>
                    <a:gd name="connsiteY43" fmla="*/ 159544 h 1471613"/>
                    <a:gd name="connsiteX44" fmla="*/ 1092994 w 1426369"/>
                    <a:gd name="connsiteY44" fmla="*/ 188119 h 1471613"/>
                    <a:gd name="connsiteX45" fmla="*/ 1131094 w 1426369"/>
                    <a:gd name="connsiteY45" fmla="*/ 188119 h 1471613"/>
                    <a:gd name="connsiteX46" fmla="*/ 1147762 w 1426369"/>
                    <a:gd name="connsiteY46" fmla="*/ 164307 h 1471613"/>
                    <a:gd name="connsiteX47" fmla="*/ 1173956 w 1426369"/>
                    <a:gd name="connsiteY47" fmla="*/ 150019 h 1471613"/>
                    <a:gd name="connsiteX48" fmla="*/ 1193006 w 1426369"/>
                    <a:gd name="connsiteY48" fmla="*/ 142875 h 1471613"/>
                    <a:gd name="connsiteX49" fmla="*/ 1207294 w 1426369"/>
                    <a:gd name="connsiteY49" fmla="*/ 164307 h 1471613"/>
                    <a:gd name="connsiteX50" fmla="*/ 1209675 w 1426369"/>
                    <a:gd name="connsiteY50" fmla="*/ 188119 h 1471613"/>
                    <a:gd name="connsiteX51" fmla="*/ 1176338 w 1426369"/>
                    <a:gd name="connsiteY51" fmla="*/ 207169 h 1471613"/>
                    <a:gd name="connsiteX52" fmla="*/ 1169194 w 1426369"/>
                    <a:gd name="connsiteY52" fmla="*/ 233363 h 1471613"/>
                    <a:gd name="connsiteX53" fmla="*/ 1157287 w 1426369"/>
                    <a:gd name="connsiteY53" fmla="*/ 283369 h 1471613"/>
                    <a:gd name="connsiteX54" fmla="*/ 1164431 w 1426369"/>
                    <a:gd name="connsiteY54" fmla="*/ 321469 h 1471613"/>
                    <a:gd name="connsiteX55" fmla="*/ 1195387 w 1426369"/>
                    <a:gd name="connsiteY55" fmla="*/ 335757 h 1471613"/>
                    <a:gd name="connsiteX56" fmla="*/ 1214437 w 1426369"/>
                    <a:gd name="connsiteY56" fmla="*/ 319088 h 1471613"/>
                    <a:gd name="connsiteX57" fmla="*/ 1269206 w 1426369"/>
                    <a:gd name="connsiteY57" fmla="*/ 307182 h 1471613"/>
                    <a:gd name="connsiteX58" fmla="*/ 1290637 w 1426369"/>
                    <a:gd name="connsiteY58" fmla="*/ 307182 h 1471613"/>
                    <a:gd name="connsiteX59" fmla="*/ 1343025 w 1426369"/>
                    <a:gd name="connsiteY59" fmla="*/ 340519 h 1471613"/>
                    <a:gd name="connsiteX60" fmla="*/ 1373981 w 1426369"/>
                    <a:gd name="connsiteY60" fmla="*/ 352425 h 1471613"/>
                    <a:gd name="connsiteX61" fmla="*/ 1397794 w 1426369"/>
                    <a:gd name="connsiteY61" fmla="*/ 345282 h 1471613"/>
                    <a:gd name="connsiteX62" fmla="*/ 1388269 w 1426369"/>
                    <a:gd name="connsiteY62" fmla="*/ 395288 h 1471613"/>
                    <a:gd name="connsiteX63" fmla="*/ 1393031 w 1426369"/>
                    <a:gd name="connsiteY63" fmla="*/ 416719 h 1471613"/>
                    <a:gd name="connsiteX64" fmla="*/ 1383506 w 1426369"/>
                    <a:gd name="connsiteY64" fmla="*/ 435769 h 1471613"/>
                    <a:gd name="connsiteX65" fmla="*/ 1388269 w 1426369"/>
                    <a:gd name="connsiteY65" fmla="*/ 469107 h 1471613"/>
                    <a:gd name="connsiteX66" fmla="*/ 1412081 w 1426369"/>
                    <a:gd name="connsiteY66" fmla="*/ 497682 h 1471613"/>
                    <a:gd name="connsiteX67" fmla="*/ 1388269 w 1426369"/>
                    <a:gd name="connsiteY67" fmla="*/ 519113 h 1471613"/>
                    <a:gd name="connsiteX68" fmla="*/ 1407319 w 1426369"/>
                    <a:gd name="connsiteY68" fmla="*/ 547688 h 1471613"/>
                    <a:gd name="connsiteX69" fmla="*/ 1423987 w 1426369"/>
                    <a:gd name="connsiteY69" fmla="*/ 592932 h 1471613"/>
                    <a:gd name="connsiteX70" fmla="*/ 1420231 w 1426369"/>
                    <a:gd name="connsiteY70" fmla="*/ 621104 h 1471613"/>
                    <a:gd name="connsiteX71" fmla="*/ 1426369 w 1426369"/>
                    <a:gd name="connsiteY71" fmla="*/ 647700 h 1471613"/>
                    <a:gd name="connsiteX72" fmla="*/ 1423987 w 1426369"/>
                    <a:gd name="connsiteY72" fmla="*/ 664369 h 1471613"/>
                    <a:gd name="connsiteX73" fmla="*/ 1400175 w 1426369"/>
                    <a:gd name="connsiteY73" fmla="*/ 650082 h 1471613"/>
                    <a:gd name="connsiteX74" fmla="*/ 1383506 w 1426369"/>
                    <a:gd name="connsiteY74" fmla="*/ 661988 h 1471613"/>
                    <a:gd name="connsiteX75" fmla="*/ 1366837 w 1426369"/>
                    <a:gd name="connsiteY75" fmla="*/ 666750 h 1471613"/>
                    <a:gd name="connsiteX76" fmla="*/ 1352550 w 1426369"/>
                    <a:gd name="connsiteY76" fmla="*/ 669132 h 1471613"/>
                    <a:gd name="connsiteX77" fmla="*/ 1350169 w 1426369"/>
                    <a:gd name="connsiteY77" fmla="*/ 700088 h 1471613"/>
                    <a:gd name="connsiteX78" fmla="*/ 1376362 w 1426369"/>
                    <a:gd name="connsiteY78" fmla="*/ 723900 h 1471613"/>
                    <a:gd name="connsiteX79" fmla="*/ 1381125 w 1426369"/>
                    <a:gd name="connsiteY79" fmla="*/ 745332 h 1471613"/>
                    <a:gd name="connsiteX80" fmla="*/ 1388269 w 1426369"/>
                    <a:gd name="connsiteY80" fmla="*/ 776288 h 1471613"/>
                    <a:gd name="connsiteX81" fmla="*/ 1400175 w 1426369"/>
                    <a:gd name="connsiteY81" fmla="*/ 797719 h 1471613"/>
                    <a:gd name="connsiteX82" fmla="*/ 1404937 w 1426369"/>
                    <a:gd name="connsiteY82" fmla="*/ 826294 h 1471613"/>
                    <a:gd name="connsiteX83" fmla="*/ 1390650 w 1426369"/>
                    <a:gd name="connsiteY83" fmla="*/ 862013 h 1471613"/>
                    <a:gd name="connsiteX84" fmla="*/ 1364456 w 1426369"/>
                    <a:gd name="connsiteY84" fmla="*/ 900113 h 1471613"/>
                    <a:gd name="connsiteX85" fmla="*/ 1343025 w 1426369"/>
                    <a:gd name="connsiteY85" fmla="*/ 935832 h 1471613"/>
                    <a:gd name="connsiteX86" fmla="*/ 1343025 w 1426369"/>
                    <a:gd name="connsiteY86" fmla="*/ 959644 h 1471613"/>
                    <a:gd name="connsiteX87" fmla="*/ 1345406 w 1426369"/>
                    <a:gd name="connsiteY87" fmla="*/ 988219 h 1471613"/>
                    <a:gd name="connsiteX88" fmla="*/ 1347787 w 1426369"/>
                    <a:gd name="connsiteY88" fmla="*/ 1016794 h 1471613"/>
                    <a:gd name="connsiteX89" fmla="*/ 1359694 w 1426369"/>
                    <a:gd name="connsiteY89" fmla="*/ 1038225 h 1471613"/>
                    <a:gd name="connsiteX90" fmla="*/ 1352550 w 1426369"/>
                    <a:gd name="connsiteY90" fmla="*/ 1069182 h 1471613"/>
                    <a:gd name="connsiteX91" fmla="*/ 1333500 w 1426369"/>
                    <a:gd name="connsiteY91" fmla="*/ 1081088 h 1471613"/>
                    <a:gd name="connsiteX92" fmla="*/ 1304925 w 1426369"/>
                    <a:gd name="connsiteY92" fmla="*/ 1092994 h 1471613"/>
                    <a:gd name="connsiteX93" fmla="*/ 1295400 w 1426369"/>
                    <a:gd name="connsiteY93" fmla="*/ 1121569 h 1471613"/>
                    <a:gd name="connsiteX94" fmla="*/ 1290637 w 1426369"/>
                    <a:gd name="connsiteY94" fmla="*/ 1152525 h 1471613"/>
                    <a:gd name="connsiteX95" fmla="*/ 1276350 w 1426369"/>
                    <a:gd name="connsiteY95" fmla="*/ 1193007 h 1471613"/>
                    <a:gd name="connsiteX96" fmla="*/ 1276350 w 1426369"/>
                    <a:gd name="connsiteY96" fmla="*/ 1235869 h 1471613"/>
                    <a:gd name="connsiteX97" fmla="*/ 1254918 w 1426369"/>
                    <a:gd name="connsiteY97" fmla="*/ 1243012 h 1471613"/>
                    <a:gd name="connsiteX98" fmla="*/ 1228725 w 1426369"/>
                    <a:gd name="connsiteY98" fmla="*/ 1231107 h 1471613"/>
                    <a:gd name="connsiteX99" fmla="*/ 1209675 w 1426369"/>
                    <a:gd name="connsiteY99" fmla="*/ 1271588 h 1471613"/>
                    <a:gd name="connsiteX100" fmla="*/ 1188244 w 1426369"/>
                    <a:gd name="connsiteY100" fmla="*/ 1293019 h 1471613"/>
                    <a:gd name="connsiteX101" fmla="*/ 1178719 w 1426369"/>
                    <a:gd name="connsiteY101" fmla="*/ 1321594 h 1471613"/>
                    <a:gd name="connsiteX102" fmla="*/ 1173956 w 1426369"/>
                    <a:gd name="connsiteY102" fmla="*/ 1371600 h 1471613"/>
                    <a:gd name="connsiteX103" fmla="*/ 1152525 w 1426369"/>
                    <a:gd name="connsiteY103" fmla="*/ 1388269 h 1471613"/>
                    <a:gd name="connsiteX104" fmla="*/ 1143000 w 1426369"/>
                    <a:gd name="connsiteY104" fmla="*/ 1404938 h 1471613"/>
                    <a:gd name="connsiteX105" fmla="*/ 1150144 w 1426369"/>
                    <a:gd name="connsiteY105" fmla="*/ 1443038 h 1471613"/>
                    <a:gd name="connsiteX106" fmla="*/ 1116806 w 1426369"/>
                    <a:gd name="connsiteY106" fmla="*/ 1471613 h 1471613"/>
                    <a:gd name="connsiteX107" fmla="*/ 1088231 w 1426369"/>
                    <a:gd name="connsiteY107" fmla="*/ 1459707 h 1471613"/>
                    <a:gd name="connsiteX108" fmla="*/ 1057275 w 1426369"/>
                    <a:gd name="connsiteY108" fmla="*/ 1464469 h 1471613"/>
                    <a:gd name="connsiteX109" fmla="*/ 1045369 w 1426369"/>
                    <a:gd name="connsiteY109" fmla="*/ 1445419 h 1471613"/>
                    <a:gd name="connsiteX110" fmla="*/ 1014412 w 1426369"/>
                    <a:gd name="connsiteY110" fmla="*/ 1435894 h 1471613"/>
                    <a:gd name="connsiteX111" fmla="*/ 1000125 w 1426369"/>
                    <a:gd name="connsiteY111" fmla="*/ 1404938 h 1471613"/>
                    <a:gd name="connsiteX112" fmla="*/ 959644 w 1426369"/>
                    <a:gd name="connsiteY112" fmla="*/ 1388269 h 1471613"/>
                    <a:gd name="connsiteX113" fmla="*/ 907256 w 1426369"/>
                    <a:gd name="connsiteY113" fmla="*/ 1369219 h 1471613"/>
                    <a:gd name="connsiteX114" fmla="*/ 902494 w 1426369"/>
                    <a:gd name="connsiteY114" fmla="*/ 1359694 h 1471613"/>
                    <a:gd name="connsiteX115" fmla="*/ 919162 w 1426369"/>
                    <a:gd name="connsiteY115" fmla="*/ 1338263 h 1471613"/>
                    <a:gd name="connsiteX116" fmla="*/ 914400 w 1426369"/>
                    <a:gd name="connsiteY116" fmla="*/ 1309688 h 1471613"/>
                    <a:gd name="connsiteX117" fmla="*/ 881062 w 1426369"/>
                    <a:gd name="connsiteY117" fmla="*/ 1304925 h 1471613"/>
                    <a:gd name="connsiteX118" fmla="*/ 852487 w 1426369"/>
                    <a:gd name="connsiteY118" fmla="*/ 1323975 h 1471613"/>
                    <a:gd name="connsiteX119" fmla="*/ 842962 w 1426369"/>
                    <a:gd name="connsiteY119" fmla="*/ 1309688 h 1471613"/>
                    <a:gd name="connsiteX120" fmla="*/ 838200 w 1426369"/>
                    <a:gd name="connsiteY120" fmla="*/ 1283494 h 1471613"/>
                    <a:gd name="connsiteX121" fmla="*/ 831056 w 1426369"/>
                    <a:gd name="connsiteY121" fmla="*/ 1269207 h 1471613"/>
                    <a:gd name="connsiteX122" fmla="*/ 809625 w 1426369"/>
                    <a:gd name="connsiteY122" fmla="*/ 1262063 h 1471613"/>
                    <a:gd name="connsiteX123" fmla="*/ 795337 w 1426369"/>
                    <a:gd name="connsiteY123" fmla="*/ 1226344 h 1471613"/>
                    <a:gd name="connsiteX124" fmla="*/ 773906 w 1426369"/>
                    <a:gd name="connsiteY124" fmla="*/ 1200150 h 1471613"/>
                    <a:gd name="connsiteX125" fmla="*/ 757237 w 1426369"/>
                    <a:gd name="connsiteY125" fmla="*/ 1181100 h 1471613"/>
                    <a:gd name="connsiteX126" fmla="*/ 738187 w 1426369"/>
                    <a:gd name="connsiteY126" fmla="*/ 1195388 h 1471613"/>
                    <a:gd name="connsiteX127" fmla="*/ 707231 w 1426369"/>
                    <a:gd name="connsiteY127" fmla="*/ 1202532 h 1471613"/>
                    <a:gd name="connsiteX128" fmla="*/ 678656 w 1426369"/>
                    <a:gd name="connsiteY128" fmla="*/ 1195388 h 1471613"/>
                    <a:gd name="connsiteX129" fmla="*/ 659606 w 1426369"/>
                    <a:gd name="connsiteY129" fmla="*/ 1228725 h 1471613"/>
                    <a:gd name="connsiteX130" fmla="*/ 678656 w 1426369"/>
                    <a:gd name="connsiteY130" fmla="*/ 1259682 h 1471613"/>
                    <a:gd name="connsiteX131" fmla="*/ 676275 w 1426369"/>
                    <a:gd name="connsiteY131" fmla="*/ 1283494 h 1471613"/>
                    <a:gd name="connsiteX132" fmla="*/ 654844 w 1426369"/>
                    <a:gd name="connsiteY132" fmla="*/ 1262063 h 1471613"/>
                    <a:gd name="connsiteX133" fmla="*/ 635794 w 1426369"/>
                    <a:gd name="connsiteY133" fmla="*/ 1238250 h 1471613"/>
                    <a:gd name="connsiteX134" fmla="*/ 616744 w 1426369"/>
                    <a:gd name="connsiteY134" fmla="*/ 1233488 h 1471613"/>
                    <a:gd name="connsiteX135" fmla="*/ 597694 w 1426369"/>
                    <a:gd name="connsiteY135" fmla="*/ 1254919 h 1471613"/>
                    <a:gd name="connsiteX136" fmla="*/ 573881 w 1426369"/>
                    <a:gd name="connsiteY136" fmla="*/ 1257300 h 1471613"/>
                    <a:gd name="connsiteX137" fmla="*/ 542925 w 1426369"/>
                    <a:gd name="connsiteY137" fmla="*/ 1259682 h 1471613"/>
                    <a:gd name="connsiteX138" fmla="*/ 507206 w 1426369"/>
                    <a:gd name="connsiteY138" fmla="*/ 1276350 h 1471613"/>
                    <a:gd name="connsiteX139" fmla="*/ 476250 w 1426369"/>
                    <a:gd name="connsiteY139" fmla="*/ 1238250 h 1471613"/>
                    <a:gd name="connsiteX140" fmla="*/ 471487 w 1426369"/>
                    <a:gd name="connsiteY140" fmla="*/ 1226344 h 1471613"/>
                    <a:gd name="connsiteX141" fmla="*/ 495300 w 1426369"/>
                    <a:gd name="connsiteY141" fmla="*/ 1200150 h 1471613"/>
                    <a:gd name="connsiteX142" fmla="*/ 514350 w 1426369"/>
                    <a:gd name="connsiteY142" fmla="*/ 1162050 h 1471613"/>
                    <a:gd name="connsiteX143" fmla="*/ 526256 w 1426369"/>
                    <a:gd name="connsiteY143" fmla="*/ 1138238 h 1471613"/>
                    <a:gd name="connsiteX144" fmla="*/ 523875 w 1426369"/>
                    <a:gd name="connsiteY144" fmla="*/ 1102519 h 1471613"/>
                    <a:gd name="connsiteX145" fmla="*/ 516731 w 1426369"/>
                    <a:gd name="connsiteY145" fmla="*/ 1054894 h 1471613"/>
                    <a:gd name="connsiteX146" fmla="*/ 507206 w 1426369"/>
                    <a:gd name="connsiteY146" fmla="*/ 1004888 h 1471613"/>
                    <a:gd name="connsiteX147" fmla="*/ 504825 w 1426369"/>
                    <a:gd name="connsiteY147" fmla="*/ 973932 h 1471613"/>
                    <a:gd name="connsiteX148" fmla="*/ 511969 w 1426369"/>
                    <a:gd name="connsiteY148" fmla="*/ 959644 h 1471613"/>
                    <a:gd name="connsiteX149" fmla="*/ 540544 w 1426369"/>
                    <a:gd name="connsiteY149" fmla="*/ 945357 h 1471613"/>
                    <a:gd name="connsiteX150" fmla="*/ 554831 w 1426369"/>
                    <a:gd name="connsiteY150" fmla="*/ 907257 h 1471613"/>
                    <a:gd name="connsiteX151" fmla="*/ 540544 w 1426369"/>
                    <a:gd name="connsiteY151" fmla="*/ 883444 h 1471613"/>
                    <a:gd name="connsiteX152" fmla="*/ 521494 w 1426369"/>
                    <a:gd name="connsiteY152" fmla="*/ 845344 h 1471613"/>
                    <a:gd name="connsiteX153" fmla="*/ 516731 w 1426369"/>
                    <a:gd name="connsiteY153" fmla="*/ 785813 h 1471613"/>
                    <a:gd name="connsiteX154" fmla="*/ 533400 w 1426369"/>
                    <a:gd name="connsiteY154" fmla="*/ 742950 h 1471613"/>
                    <a:gd name="connsiteX155" fmla="*/ 554831 w 1426369"/>
                    <a:gd name="connsiteY155" fmla="*/ 716757 h 1471613"/>
                    <a:gd name="connsiteX156" fmla="*/ 573881 w 1426369"/>
                    <a:gd name="connsiteY156" fmla="*/ 676275 h 1471613"/>
                    <a:gd name="connsiteX157" fmla="*/ 578644 w 1426369"/>
                    <a:gd name="connsiteY157" fmla="*/ 621507 h 1471613"/>
                    <a:gd name="connsiteX158" fmla="*/ 557212 w 1426369"/>
                    <a:gd name="connsiteY158" fmla="*/ 597694 h 1471613"/>
                    <a:gd name="connsiteX159" fmla="*/ 531019 w 1426369"/>
                    <a:gd name="connsiteY159" fmla="*/ 592932 h 1471613"/>
                    <a:gd name="connsiteX160" fmla="*/ 521494 w 1426369"/>
                    <a:gd name="connsiteY160" fmla="*/ 578644 h 1471613"/>
                    <a:gd name="connsiteX161" fmla="*/ 497681 w 1426369"/>
                    <a:gd name="connsiteY161" fmla="*/ 561975 h 1471613"/>
                    <a:gd name="connsiteX162" fmla="*/ 509587 w 1426369"/>
                    <a:gd name="connsiteY162" fmla="*/ 547688 h 1471613"/>
                    <a:gd name="connsiteX163" fmla="*/ 504825 w 1426369"/>
                    <a:gd name="connsiteY163" fmla="*/ 523875 h 1471613"/>
                    <a:gd name="connsiteX164" fmla="*/ 483394 w 1426369"/>
                    <a:gd name="connsiteY164" fmla="*/ 514350 h 1471613"/>
                    <a:gd name="connsiteX165" fmla="*/ 464344 w 1426369"/>
                    <a:gd name="connsiteY165" fmla="*/ 507207 h 1471613"/>
                    <a:gd name="connsiteX166" fmla="*/ 457200 w 1426369"/>
                    <a:gd name="connsiteY166" fmla="*/ 476250 h 1471613"/>
                    <a:gd name="connsiteX167" fmla="*/ 431006 w 1426369"/>
                    <a:gd name="connsiteY167" fmla="*/ 464344 h 1471613"/>
                    <a:gd name="connsiteX168" fmla="*/ 397669 w 1426369"/>
                    <a:gd name="connsiteY168" fmla="*/ 476250 h 1471613"/>
                    <a:gd name="connsiteX169" fmla="*/ 385762 w 1426369"/>
                    <a:gd name="connsiteY169" fmla="*/ 457200 h 1471613"/>
                    <a:gd name="connsiteX170" fmla="*/ 366712 w 1426369"/>
                    <a:gd name="connsiteY170" fmla="*/ 459582 h 1471613"/>
                    <a:gd name="connsiteX171" fmla="*/ 352425 w 1426369"/>
                    <a:gd name="connsiteY171" fmla="*/ 447675 h 1471613"/>
                    <a:gd name="connsiteX172" fmla="*/ 342900 w 1426369"/>
                    <a:gd name="connsiteY172" fmla="*/ 426244 h 1471613"/>
                    <a:gd name="connsiteX173" fmla="*/ 311944 w 1426369"/>
                    <a:gd name="connsiteY173" fmla="*/ 390525 h 1471613"/>
                    <a:gd name="connsiteX174" fmla="*/ 297656 w 1426369"/>
                    <a:gd name="connsiteY174" fmla="*/ 366713 h 1471613"/>
                    <a:gd name="connsiteX175" fmla="*/ 264319 w 1426369"/>
                    <a:gd name="connsiteY175" fmla="*/ 361950 h 1471613"/>
                    <a:gd name="connsiteX176" fmla="*/ 238125 w 1426369"/>
                    <a:gd name="connsiteY176" fmla="*/ 378619 h 1471613"/>
                    <a:gd name="connsiteX177" fmla="*/ 223837 w 1426369"/>
                    <a:gd name="connsiteY177" fmla="*/ 373857 h 1471613"/>
                    <a:gd name="connsiteX178" fmla="*/ 195262 w 1426369"/>
                    <a:gd name="connsiteY178" fmla="*/ 402432 h 1471613"/>
                    <a:gd name="connsiteX179" fmla="*/ 171450 w 1426369"/>
                    <a:gd name="connsiteY179" fmla="*/ 392907 h 1471613"/>
                    <a:gd name="connsiteX180" fmla="*/ 188119 w 1426369"/>
                    <a:gd name="connsiteY180" fmla="*/ 376238 h 1471613"/>
                    <a:gd name="connsiteX181" fmla="*/ 180975 w 1426369"/>
                    <a:gd name="connsiteY181" fmla="*/ 352425 h 1471613"/>
                    <a:gd name="connsiteX182" fmla="*/ 169069 w 1426369"/>
                    <a:gd name="connsiteY182" fmla="*/ 307182 h 1471613"/>
                    <a:gd name="connsiteX183" fmla="*/ 176212 w 1426369"/>
                    <a:gd name="connsiteY183" fmla="*/ 290513 h 1471613"/>
                    <a:gd name="connsiteX184" fmla="*/ 183356 w 1426369"/>
                    <a:gd name="connsiteY184" fmla="*/ 266700 h 1471613"/>
                    <a:gd name="connsiteX185" fmla="*/ 173831 w 1426369"/>
                    <a:gd name="connsiteY185" fmla="*/ 238125 h 1471613"/>
                    <a:gd name="connsiteX186" fmla="*/ 142875 w 1426369"/>
                    <a:gd name="connsiteY186" fmla="*/ 242888 h 1471613"/>
                    <a:gd name="connsiteX187" fmla="*/ 100012 w 1426369"/>
                    <a:gd name="connsiteY187" fmla="*/ 242888 h 1471613"/>
                    <a:gd name="connsiteX188" fmla="*/ 73819 w 1426369"/>
                    <a:gd name="connsiteY188" fmla="*/ 242888 h 1471613"/>
                    <a:gd name="connsiteX189" fmla="*/ 59531 w 1426369"/>
                    <a:gd name="connsiteY189" fmla="*/ 216694 h 1471613"/>
                    <a:gd name="connsiteX190" fmla="*/ 50006 w 1426369"/>
                    <a:gd name="connsiteY190" fmla="*/ 192882 h 1471613"/>
                    <a:gd name="connsiteX191" fmla="*/ 57150 w 1426369"/>
                    <a:gd name="connsiteY191" fmla="*/ 166688 h 1471613"/>
                    <a:gd name="connsiteX192" fmla="*/ 47625 w 1426369"/>
                    <a:gd name="connsiteY192" fmla="*/ 145257 h 1471613"/>
                    <a:gd name="connsiteX193" fmla="*/ 21431 w 1426369"/>
                    <a:gd name="connsiteY193" fmla="*/ 128588 h 1471613"/>
                    <a:gd name="connsiteX194" fmla="*/ 0 w 1426369"/>
                    <a:gd name="connsiteY194" fmla="*/ 119063 h 1471613"/>
                    <a:gd name="connsiteX195" fmla="*/ 0 w 1426369"/>
                    <a:gd name="connsiteY195" fmla="*/ 92869 h 1471613"/>
                    <a:gd name="connsiteX196" fmla="*/ 19050 w 1426369"/>
                    <a:gd name="connsiteY196" fmla="*/ 71438 h 1471613"/>
                    <a:gd name="connsiteX197" fmla="*/ 26194 w 1426369"/>
                    <a:gd name="connsiteY197" fmla="*/ 52388 h 1471613"/>
                    <a:gd name="connsiteX198" fmla="*/ 33337 w 1426369"/>
                    <a:gd name="connsiteY198" fmla="*/ 35719 h 1471613"/>
                    <a:gd name="connsiteX199" fmla="*/ 59531 w 1426369"/>
                    <a:gd name="connsiteY199" fmla="*/ 35719 h 1471613"/>
                    <a:gd name="connsiteX200" fmla="*/ 87562 w 1426369"/>
                    <a:gd name="connsiteY200" fmla="*/ 3376 h 1471613"/>
                    <a:gd name="connsiteX201" fmla="*/ 88106 w 1426369"/>
                    <a:gd name="connsiteY201" fmla="*/ 0 h 1471613"/>
                    <a:gd name="connsiteX0" fmla="*/ 88106 w 1426369"/>
                    <a:gd name="connsiteY0" fmla="*/ 0 h 1471613"/>
                    <a:gd name="connsiteX1" fmla="*/ 89842 w 1426369"/>
                    <a:gd name="connsiteY1" fmla="*/ 744 h 1471613"/>
                    <a:gd name="connsiteX2" fmla="*/ 90487 w 1426369"/>
                    <a:gd name="connsiteY2" fmla="*/ 0 h 1471613"/>
                    <a:gd name="connsiteX3" fmla="*/ 90895 w 1426369"/>
                    <a:gd name="connsiteY3" fmla="*/ 1195 h 1471613"/>
                    <a:gd name="connsiteX4" fmla="*/ 121444 w 1426369"/>
                    <a:gd name="connsiteY4" fmla="*/ 14288 h 1471613"/>
                    <a:gd name="connsiteX5" fmla="*/ 164306 w 1426369"/>
                    <a:gd name="connsiteY5" fmla="*/ 21432 h 1471613"/>
                    <a:gd name="connsiteX6" fmla="*/ 183356 w 1426369"/>
                    <a:gd name="connsiteY6" fmla="*/ 23813 h 1471613"/>
                    <a:gd name="connsiteX7" fmla="*/ 209550 w 1426369"/>
                    <a:gd name="connsiteY7" fmla="*/ 45244 h 1471613"/>
                    <a:gd name="connsiteX8" fmla="*/ 226219 w 1426369"/>
                    <a:gd name="connsiteY8" fmla="*/ 52388 h 1471613"/>
                    <a:gd name="connsiteX9" fmla="*/ 257175 w 1426369"/>
                    <a:gd name="connsiteY9" fmla="*/ 61913 h 1471613"/>
                    <a:gd name="connsiteX10" fmla="*/ 271462 w 1426369"/>
                    <a:gd name="connsiteY10" fmla="*/ 88107 h 1471613"/>
                    <a:gd name="connsiteX11" fmla="*/ 309562 w 1426369"/>
                    <a:gd name="connsiteY11" fmla="*/ 73819 h 1471613"/>
                    <a:gd name="connsiteX12" fmla="*/ 321469 w 1426369"/>
                    <a:gd name="connsiteY12" fmla="*/ 50007 h 1471613"/>
                    <a:gd name="connsiteX13" fmla="*/ 333375 w 1426369"/>
                    <a:gd name="connsiteY13" fmla="*/ 28575 h 1471613"/>
                    <a:gd name="connsiteX14" fmla="*/ 354806 w 1426369"/>
                    <a:gd name="connsiteY14" fmla="*/ 33338 h 1471613"/>
                    <a:gd name="connsiteX15" fmla="*/ 385762 w 1426369"/>
                    <a:gd name="connsiteY15" fmla="*/ 35719 h 1471613"/>
                    <a:gd name="connsiteX16" fmla="*/ 404812 w 1426369"/>
                    <a:gd name="connsiteY16" fmla="*/ 14288 h 1471613"/>
                    <a:gd name="connsiteX17" fmla="*/ 419100 w 1426369"/>
                    <a:gd name="connsiteY17" fmla="*/ 11907 h 1471613"/>
                    <a:gd name="connsiteX18" fmla="*/ 471487 w 1426369"/>
                    <a:gd name="connsiteY18" fmla="*/ 52388 h 1471613"/>
                    <a:gd name="connsiteX19" fmla="*/ 490537 w 1426369"/>
                    <a:gd name="connsiteY19" fmla="*/ 66675 h 1471613"/>
                    <a:gd name="connsiteX20" fmla="*/ 497681 w 1426369"/>
                    <a:gd name="connsiteY20" fmla="*/ 123825 h 1471613"/>
                    <a:gd name="connsiteX21" fmla="*/ 535780 w 1426369"/>
                    <a:gd name="connsiteY21" fmla="*/ 150019 h 1471613"/>
                    <a:gd name="connsiteX22" fmla="*/ 569119 w 1426369"/>
                    <a:gd name="connsiteY22" fmla="*/ 152400 h 1471613"/>
                    <a:gd name="connsiteX23" fmla="*/ 597694 w 1426369"/>
                    <a:gd name="connsiteY23" fmla="*/ 130969 h 1471613"/>
                    <a:gd name="connsiteX24" fmla="*/ 628650 w 1426369"/>
                    <a:gd name="connsiteY24" fmla="*/ 123825 h 1471613"/>
                    <a:gd name="connsiteX25" fmla="*/ 681037 w 1426369"/>
                    <a:gd name="connsiteY25" fmla="*/ 123825 h 1471613"/>
                    <a:gd name="connsiteX26" fmla="*/ 726281 w 1426369"/>
                    <a:gd name="connsiteY26" fmla="*/ 109538 h 1471613"/>
                    <a:gd name="connsiteX27" fmla="*/ 738187 w 1426369"/>
                    <a:gd name="connsiteY27" fmla="*/ 88107 h 1471613"/>
                    <a:gd name="connsiteX28" fmla="*/ 742950 w 1426369"/>
                    <a:gd name="connsiteY28" fmla="*/ 85725 h 1471613"/>
                    <a:gd name="connsiteX29" fmla="*/ 814387 w 1426369"/>
                    <a:gd name="connsiteY29" fmla="*/ 102394 h 1471613"/>
                    <a:gd name="connsiteX30" fmla="*/ 833437 w 1426369"/>
                    <a:gd name="connsiteY30" fmla="*/ 130969 h 1471613"/>
                    <a:gd name="connsiteX31" fmla="*/ 869156 w 1426369"/>
                    <a:gd name="connsiteY31" fmla="*/ 123825 h 1471613"/>
                    <a:gd name="connsiteX32" fmla="*/ 897731 w 1426369"/>
                    <a:gd name="connsiteY32" fmla="*/ 119063 h 1471613"/>
                    <a:gd name="connsiteX33" fmla="*/ 921544 w 1426369"/>
                    <a:gd name="connsiteY33" fmla="*/ 135732 h 1471613"/>
                    <a:gd name="connsiteX34" fmla="*/ 926306 w 1426369"/>
                    <a:gd name="connsiteY34" fmla="*/ 164307 h 1471613"/>
                    <a:gd name="connsiteX35" fmla="*/ 952500 w 1426369"/>
                    <a:gd name="connsiteY35" fmla="*/ 169069 h 1471613"/>
                    <a:gd name="connsiteX36" fmla="*/ 990600 w 1426369"/>
                    <a:gd name="connsiteY36" fmla="*/ 140494 h 1471613"/>
                    <a:gd name="connsiteX37" fmla="*/ 995362 w 1426369"/>
                    <a:gd name="connsiteY37" fmla="*/ 109538 h 1471613"/>
                    <a:gd name="connsiteX38" fmla="*/ 1004887 w 1426369"/>
                    <a:gd name="connsiteY38" fmla="*/ 104775 h 1471613"/>
                    <a:gd name="connsiteX39" fmla="*/ 1031081 w 1426369"/>
                    <a:gd name="connsiteY39" fmla="*/ 121444 h 1471613"/>
                    <a:gd name="connsiteX40" fmla="*/ 1042987 w 1426369"/>
                    <a:gd name="connsiteY40" fmla="*/ 140494 h 1471613"/>
                    <a:gd name="connsiteX41" fmla="*/ 1085850 w 1426369"/>
                    <a:gd name="connsiteY41" fmla="*/ 119063 h 1471613"/>
                    <a:gd name="connsiteX42" fmla="*/ 1109662 w 1426369"/>
                    <a:gd name="connsiteY42" fmla="*/ 123825 h 1471613"/>
                    <a:gd name="connsiteX43" fmla="*/ 1088231 w 1426369"/>
                    <a:gd name="connsiteY43" fmla="*/ 159544 h 1471613"/>
                    <a:gd name="connsiteX44" fmla="*/ 1092994 w 1426369"/>
                    <a:gd name="connsiteY44" fmla="*/ 188119 h 1471613"/>
                    <a:gd name="connsiteX45" fmla="*/ 1131094 w 1426369"/>
                    <a:gd name="connsiteY45" fmla="*/ 188119 h 1471613"/>
                    <a:gd name="connsiteX46" fmla="*/ 1147762 w 1426369"/>
                    <a:gd name="connsiteY46" fmla="*/ 164307 h 1471613"/>
                    <a:gd name="connsiteX47" fmla="*/ 1173956 w 1426369"/>
                    <a:gd name="connsiteY47" fmla="*/ 150019 h 1471613"/>
                    <a:gd name="connsiteX48" fmla="*/ 1193006 w 1426369"/>
                    <a:gd name="connsiteY48" fmla="*/ 142875 h 1471613"/>
                    <a:gd name="connsiteX49" fmla="*/ 1207294 w 1426369"/>
                    <a:gd name="connsiteY49" fmla="*/ 164307 h 1471613"/>
                    <a:gd name="connsiteX50" fmla="*/ 1209675 w 1426369"/>
                    <a:gd name="connsiteY50" fmla="*/ 188119 h 1471613"/>
                    <a:gd name="connsiteX51" fmla="*/ 1176338 w 1426369"/>
                    <a:gd name="connsiteY51" fmla="*/ 207169 h 1471613"/>
                    <a:gd name="connsiteX52" fmla="*/ 1169194 w 1426369"/>
                    <a:gd name="connsiteY52" fmla="*/ 233363 h 1471613"/>
                    <a:gd name="connsiteX53" fmla="*/ 1157287 w 1426369"/>
                    <a:gd name="connsiteY53" fmla="*/ 283369 h 1471613"/>
                    <a:gd name="connsiteX54" fmla="*/ 1164431 w 1426369"/>
                    <a:gd name="connsiteY54" fmla="*/ 321469 h 1471613"/>
                    <a:gd name="connsiteX55" fmla="*/ 1195387 w 1426369"/>
                    <a:gd name="connsiteY55" fmla="*/ 335757 h 1471613"/>
                    <a:gd name="connsiteX56" fmla="*/ 1214437 w 1426369"/>
                    <a:gd name="connsiteY56" fmla="*/ 319088 h 1471613"/>
                    <a:gd name="connsiteX57" fmla="*/ 1269206 w 1426369"/>
                    <a:gd name="connsiteY57" fmla="*/ 307182 h 1471613"/>
                    <a:gd name="connsiteX58" fmla="*/ 1290637 w 1426369"/>
                    <a:gd name="connsiteY58" fmla="*/ 307182 h 1471613"/>
                    <a:gd name="connsiteX59" fmla="*/ 1343025 w 1426369"/>
                    <a:gd name="connsiteY59" fmla="*/ 340519 h 1471613"/>
                    <a:gd name="connsiteX60" fmla="*/ 1373981 w 1426369"/>
                    <a:gd name="connsiteY60" fmla="*/ 352425 h 1471613"/>
                    <a:gd name="connsiteX61" fmla="*/ 1397794 w 1426369"/>
                    <a:gd name="connsiteY61" fmla="*/ 345282 h 1471613"/>
                    <a:gd name="connsiteX62" fmla="*/ 1388269 w 1426369"/>
                    <a:gd name="connsiteY62" fmla="*/ 395288 h 1471613"/>
                    <a:gd name="connsiteX63" fmla="*/ 1393031 w 1426369"/>
                    <a:gd name="connsiteY63" fmla="*/ 416719 h 1471613"/>
                    <a:gd name="connsiteX64" fmla="*/ 1383506 w 1426369"/>
                    <a:gd name="connsiteY64" fmla="*/ 435769 h 1471613"/>
                    <a:gd name="connsiteX65" fmla="*/ 1388269 w 1426369"/>
                    <a:gd name="connsiteY65" fmla="*/ 469107 h 1471613"/>
                    <a:gd name="connsiteX66" fmla="*/ 1412081 w 1426369"/>
                    <a:gd name="connsiteY66" fmla="*/ 497682 h 1471613"/>
                    <a:gd name="connsiteX67" fmla="*/ 1388269 w 1426369"/>
                    <a:gd name="connsiteY67" fmla="*/ 519113 h 1471613"/>
                    <a:gd name="connsiteX68" fmla="*/ 1407319 w 1426369"/>
                    <a:gd name="connsiteY68" fmla="*/ 547688 h 1471613"/>
                    <a:gd name="connsiteX69" fmla="*/ 1423987 w 1426369"/>
                    <a:gd name="connsiteY69" fmla="*/ 592932 h 1471613"/>
                    <a:gd name="connsiteX70" fmla="*/ 1420231 w 1426369"/>
                    <a:gd name="connsiteY70" fmla="*/ 621104 h 1471613"/>
                    <a:gd name="connsiteX71" fmla="*/ 1426369 w 1426369"/>
                    <a:gd name="connsiteY71" fmla="*/ 647700 h 1471613"/>
                    <a:gd name="connsiteX72" fmla="*/ 1423987 w 1426369"/>
                    <a:gd name="connsiteY72" fmla="*/ 664369 h 1471613"/>
                    <a:gd name="connsiteX73" fmla="*/ 1400175 w 1426369"/>
                    <a:gd name="connsiteY73" fmla="*/ 650082 h 1471613"/>
                    <a:gd name="connsiteX74" fmla="*/ 1383506 w 1426369"/>
                    <a:gd name="connsiteY74" fmla="*/ 661988 h 1471613"/>
                    <a:gd name="connsiteX75" fmla="*/ 1366837 w 1426369"/>
                    <a:gd name="connsiteY75" fmla="*/ 666750 h 1471613"/>
                    <a:gd name="connsiteX76" fmla="*/ 1352550 w 1426369"/>
                    <a:gd name="connsiteY76" fmla="*/ 669132 h 1471613"/>
                    <a:gd name="connsiteX77" fmla="*/ 1350169 w 1426369"/>
                    <a:gd name="connsiteY77" fmla="*/ 700088 h 1471613"/>
                    <a:gd name="connsiteX78" fmla="*/ 1376362 w 1426369"/>
                    <a:gd name="connsiteY78" fmla="*/ 723900 h 1471613"/>
                    <a:gd name="connsiteX79" fmla="*/ 1381125 w 1426369"/>
                    <a:gd name="connsiteY79" fmla="*/ 745332 h 1471613"/>
                    <a:gd name="connsiteX80" fmla="*/ 1388269 w 1426369"/>
                    <a:gd name="connsiteY80" fmla="*/ 776288 h 1471613"/>
                    <a:gd name="connsiteX81" fmla="*/ 1400175 w 1426369"/>
                    <a:gd name="connsiteY81" fmla="*/ 797719 h 1471613"/>
                    <a:gd name="connsiteX82" fmla="*/ 1404937 w 1426369"/>
                    <a:gd name="connsiteY82" fmla="*/ 826294 h 1471613"/>
                    <a:gd name="connsiteX83" fmla="*/ 1390650 w 1426369"/>
                    <a:gd name="connsiteY83" fmla="*/ 862013 h 1471613"/>
                    <a:gd name="connsiteX84" fmla="*/ 1364456 w 1426369"/>
                    <a:gd name="connsiteY84" fmla="*/ 900113 h 1471613"/>
                    <a:gd name="connsiteX85" fmla="*/ 1343025 w 1426369"/>
                    <a:gd name="connsiteY85" fmla="*/ 935832 h 1471613"/>
                    <a:gd name="connsiteX86" fmla="*/ 1343025 w 1426369"/>
                    <a:gd name="connsiteY86" fmla="*/ 959644 h 1471613"/>
                    <a:gd name="connsiteX87" fmla="*/ 1345406 w 1426369"/>
                    <a:gd name="connsiteY87" fmla="*/ 988219 h 1471613"/>
                    <a:gd name="connsiteX88" fmla="*/ 1347787 w 1426369"/>
                    <a:gd name="connsiteY88" fmla="*/ 1016794 h 1471613"/>
                    <a:gd name="connsiteX89" fmla="*/ 1359694 w 1426369"/>
                    <a:gd name="connsiteY89" fmla="*/ 1038225 h 1471613"/>
                    <a:gd name="connsiteX90" fmla="*/ 1352550 w 1426369"/>
                    <a:gd name="connsiteY90" fmla="*/ 1069182 h 1471613"/>
                    <a:gd name="connsiteX91" fmla="*/ 1333500 w 1426369"/>
                    <a:gd name="connsiteY91" fmla="*/ 1081088 h 1471613"/>
                    <a:gd name="connsiteX92" fmla="*/ 1304925 w 1426369"/>
                    <a:gd name="connsiteY92" fmla="*/ 1092994 h 1471613"/>
                    <a:gd name="connsiteX93" fmla="*/ 1295400 w 1426369"/>
                    <a:gd name="connsiteY93" fmla="*/ 1121569 h 1471613"/>
                    <a:gd name="connsiteX94" fmla="*/ 1290637 w 1426369"/>
                    <a:gd name="connsiteY94" fmla="*/ 1152525 h 1471613"/>
                    <a:gd name="connsiteX95" fmla="*/ 1276350 w 1426369"/>
                    <a:gd name="connsiteY95" fmla="*/ 1193007 h 1471613"/>
                    <a:gd name="connsiteX96" fmla="*/ 1276350 w 1426369"/>
                    <a:gd name="connsiteY96" fmla="*/ 1235869 h 1471613"/>
                    <a:gd name="connsiteX97" fmla="*/ 1254918 w 1426369"/>
                    <a:gd name="connsiteY97" fmla="*/ 1243012 h 1471613"/>
                    <a:gd name="connsiteX98" fmla="*/ 1228725 w 1426369"/>
                    <a:gd name="connsiteY98" fmla="*/ 1231107 h 1471613"/>
                    <a:gd name="connsiteX99" fmla="*/ 1209675 w 1426369"/>
                    <a:gd name="connsiteY99" fmla="*/ 1271588 h 1471613"/>
                    <a:gd name="connsiteX100" fmla="*/ 1188244 w 1426369"/>
                    <a:gd name="connsiteY100" fmla="*/ 1293019 h 1471613"/>
                    <a:gd name="connsiteX101" fmla="*/ 1178719 w 1426369"/>
                    <a:gd name="connsiteY101" fmla="*/ 1321594 h 1471613"/>
                    <a:gd name="connsiteX102" fmla="*/ 1173956 w 1426369"/>
                    <a:gd name="connsiteY102" fmla="*/ 1371600 h 1471613"/>
                    <a:gd name="connsiteX103" fmla="*/ 1152525 w 1426369"/>
                    <a:gd name="connsiteY103" fmla="*/ 1388269 h 1471613"/>
                    <a:gd name="connsiteX104" fmla="*/ 1143000 w 1426369"/>
                    <a:gd name="connsiteY104" fmla="*/ 1404938 h 1471613"/>
                    <a:gd name="connsiteX105" fmla="*/ 1150144 w 1426369"/>
                    <a:gd name="connsiteY105" fmla="*/ 1443038 h 1471613"/>
                    <a:gd name="connsiteX106" fmla="*/ 1116806 w 1426369"/>
                    <a:gd name="connsiteY106" fmla="*/ 1471613 h 1471613"/>
                    <a:gd name="connsiteX107" fmla="*/ 1088231 w 1426369"/>
                    <a:gd name="connsiteY107" fmla="*/ 1459707 h 1471613"/>
                    <a:gd name="connsiteX108" fmla="*/ 1057275 w 1426369"/>
                    <a:gd name="connsiteY108" fmla="*/ 1464469 h 1471613"/>
                    <a:gd name="connsiteX109" fmla="*/ 1045369 w 1426369"/>
                    <a:gd name="connsiteY109" fmla="*/ 1445419 h 1471613"/>
                    <a:gd name="connsiteX110" fmla="*/ 1014412 w 1426369"/>
                    <a:gd name="connsiteY110" fmla="*/ 1435894 h 1471613"/>
                    <a:gd name="connsiteX111" fmla="*/ 1000125 w 1426369"/>
                    <a:gd name="connsiteY111" fmla="*/ 1404938 h 1471613"/>
                    <a:gd name="connsiteX112" fmla="*/ 959644 w 1426369"/>
                    <a:gd name="connsiteY112" fmla="*/ 1388269 h 1471613"/>
                    <a:gd name="connsiteX113" fmla="*/ 907256 w 1426369"/>
                    <a:gd name="connsiteY113" fmla="*/ 1369219 h 1471613"/>
                    <a:gd name="connsiteX114" fmla="*/ 902494 w 1426369"/>
                    <a:gd name="connsiteY114" fmla="*/ 1359694 h 1471613"/>
                    <a:gd name="connsiteX115" fmla="*/ 919162 w 1426369"/>
                    <a:gd name="connsiteY115" fmla="*/ 1338263 h 1471613"/>
                    <a:gd name="connsiteX116" fmla="*/ 914400 w 1426369"/>
                    <a:gd name="connsiteY116" fmla="*/ 1309688 h 1471613"/>
                    <a:gd name="connsiteX117" fmla="*/ 881062 w 1426369"/>
                    <a:gd name="connsiteY117" fmla="*/ 1304925 h 1471613"/>
                    <a:gd name="connsiteX118" fmla="*/ 852487 w 1426369"/>
                    <a:gd name="connsiteY118" fmla="*/ 1323975 h 1471613"/>
                    <a:gd name="connsiteX119" fmla="*/ 842962 w 1426369"/>
                    <a:gd name="connsiteY119" fmla="*/ 1309688 h 1471613"/>
                    <a:gd name="connsiteX120" fmla="*/ 838200 w 1426369"/>
                    <a:gd name="connsiteY120" fmla="*/ 1283494 h 1471613"/>
                    <a:gd name="connsiteX121" fmla="*/ 831056 w 1426369"/>
                    <a:gd name="connsiteY121" fmla="*/ 1269207 h 1471613"/>
                    <a:gd name="connsiteX122" fmla="*/ 809625 w 1426369"/>
                    <a:gd name="connsiteY122" fmla="*/ 1262063 h 1471613"/>
                    <a:gd name="connsiteX123" fmla="*/ 795337 w 1426369"/>
                    <a:gd name="connsiteY123" fmla="*/ 1226344 h 1471613"/>
                    <a:gd name="connsiteX124" fmla="*/ 773906 w 1426369"/>
                    <a:gd name="connsiteY124" fmla="*/ 1200150 h 1471613"/>
                    <a:gd name="connsiteX125" fmla="*/ 757237 w 1426369"/>
                    <a:gd name="connsiteY125" fmla="*/ 1181100 h 1471613"/>
                    <a:gd name="connsiteX126" fmla="*/ 738187 w 1426369"/>
                    <a:gd name="connsiteY126" fmla="*/ 1195388 h 1471613"/>
                    <a:gd name="connsiteX127" fmla="*/ 707231 w 1426369"/>
                    <a:gd name="connsiteY127" fmla="*/ 1202532 h 1471613"/>
                    <a:gd name="connsiteX128" fmla="*/ 678656 w 1426369"/>
                    <a:gd name="connsiteY128" fmla="*/ 1195388 h 1471613"/>
                    <a:gd name="connsiteX129" fmla="*/ 659606 w 1426369"/>
                    <a:gd name="connsiteY129" fmla="*/ 1228725 h 1471613"/>
                    <a:gd name="connsiteX130" fmla="*/ 678656 w 1426369"/>
                    <a:gd name="connsiteY130" fmla="*/ 1259682 h 1471613"/>
                    <a:gd name="connsiteX131" fmla="*/ 676275 w 1426369"/>
                    <a:gd name="connsiteY131" fmla="*/ 1283494 h 1471613"/>
                    <a:gd name="connsiteX132" fmla="*/ 654844 w 1426369"/>
                    <a:gd name="connsiteY132" fmla="*/ 1262063 h 1471613"/>
                    <a:gd name="connsiteX133" fmla="*/ 635794 w 1426369"/>
                    <a:gd name="connsiteY133" fmla="*/ 1238250 h 1471613"/>
                    <a:gd name="connsiteX134" fmla="*/ 616744 w 1426369"/>
                    <a:gd name="connsiteY134" fmla="*/ 1233488 h 1471613"/>
                    <a:gd name="connsiteX135" fmla="*/ 597694 w 1426369"/>
                    <a:gd name="connsiteY135" fmla="*/ 1254919 h 1471613"/>
                    <a:gd name="connsiteX136" fmla="*/ 573881 w 1426369"/>
                    <a:gd name="connsiteY136" fmla="*/ 1257300 h 1471613"/>
                    <a:gd name="connsiteX137" fmla="*/ 542925 w 1426369"/>
                    <a:gd name="connsiteY137" fmla="*/ 1259682 h 1471613"/>
                    <a:gd name="connsiteX138" fmla="*/ 507206 w 1426369"/>
                    <a:gd name="connsiteY138" fmla="*/ 1276350 h 1471613"/>
                    <a:gd name="connsiteX139" fmla="*/ 476250 w 1426369"/>
                    <a:gd name="connsiteY139" fmla="*/ 1238250 h 1471613"/>
                    <a:gd name="connsiteX140" fmla="*/ 471487 w 1426369"/>
                    <a:gd name="connsiteY140" fmla="*/ 1226344 h 1471613"/>
                    <a:gd name="connsiteX141" fmla="*/ 495300 w 1426369"/>
                    <a:gd name="connsiteY141" fmla="*/ 1200150 h 1471613"/>
                    <a:gd name="connsiteX142" fmla="*/ 514350 w 1426369"/>
                    <a:gd name="connsiteY142" fmla="*/ 1162050 h 1471613"/>
                    <a:gd name="connsiteX143" fmla="*/ 526256 w 1426369"/>
                    <a:gd name="connsiteY143" fmla="*/ 1138238 h 1471613"/>
                    <a:gd name="connsiteX144" fmla="*/ 523875 w 1426369"/>
                    <a:gd name="connsiteY144" fmla="*/ 1102519 h 1471613"/>
                    <a:gd name="connsiteX145" fmla="*/ 516731 w 1426369"/>
                    <a:gd name="connsiteY145" fmla="*/ 1054894 h 1471613"/>
                    <a:gd name="connsiteX146" fmla="*/ 507206 w 1426369"/>
                    <a:gd name="connsiteY146" fmla="*/ 1004888 h 1471613"/>
                    <a:gd name="connsiteX147" fmla="*/ 504825 w 1426369"/>
                    <a:gd name="connsiteY147" fmla="*/ 973932 h 1471613"/>
                    <a:gd name="connsiteX148" fmla="*/ 511969 w 1426369"/>
                    <a:gd name="connsiteY148" fmla="*/ 959644 h 1471613"/>
                    <a:gd name="connsiteX149" fmla="*/ 540544 w 1426369"/>
                    <a:gd name="connsiteY149" fmla="*/ 945357 h 1471613"/>
                    <a:gd name="connsiteX150" fmla="*/ 554831 w 1426369"/>
                    <a:gd name="connsiteY150" fmla="*/ 907257 h 1471613"/>
                    <a:gd name="connsiteX151" fmla="*/ 540544 w 1426369"/>
                    <a:gd name="connsiteY151" fmla="*/ 883444 h 1471613"/>
                    <a:gd name="connsiteX152" fmla="*/ 521494 w 1426369"/>
                    <a:gd name="connsiteY152" fmla="*/ 845344 h 1471613"/>
                    <a:gd name="connsiteX153" fmla="*/ 516731 w 1426369"/>
                    <a:gd name="connsiteY153" fmla="*/ 785813 h 1471613"/>
                    <a:gd name="connsiteX154" fmla="*/ 533400 w 1426369"/>
                    <a:gd name="connsiteY154" fmla="*/ 742950 h 1471613"/>
                    <a:gd name="connsiteX155" fmla="*/ 554831 w 1426369"/>
                    <a:gd name="connsiteY155" fmla="*/ 716757 h 1471613"/>
                    <a:gd name="connsiteX156" fmla="*/ 573881 w 1426369"/>
                    <a:gd name="connsiteY156" fmla="*/ 676275 h 1471613"/>
                    <a:gd name="connsiteX157" fmla="*/ 578644 w 1426369"/>
                    <a:gd name="connsiteY157" fmla="*/ 621507 h 1471613"/>
                    <a:gd name="connsiteX158" fmla="*/ 557212 w 1426369"/>
                    <a:gd name="connsiteY158" fmla="*/ 597694 h 1471613"/>
                    <a:gd name="connsiteX159" fmla="*/ 531019 w 1426369"/>
                    <a:gd name="connsiteY159" fmla="*/ 592932 h 1471613"/>
                    <a:gd name="connsiteX160" fmla="*/ 521494 w 1426369"/>
                    <a:gd name="connsiteY160" fmla="*/ 578644 h 1471613"/>
                    <a:gd name="connsiteX161" fmla="*/ 497681 w 1426369"/>
                    <a:gd name="connsiteY161" fmla="*/ 561975 h 1471613"/>
                    <a:gd name="connsiteX162" fmla="*/ 509587 w 1426369"/>
                    <a:gd name="connsiteY162" fmla="*/ 547688 h 1471613"/>
                    <a:gd name="connsiteX163" fmla="*/ 504825 w 1426369"/>
                    <a:gd name="connsiteY163" fmla="*/ 523875 h 1471613"/>
                    <a:gd name="connsiteX164" fmla="*/ 483394 w 1426369"/>
                    <a:gd name="connsiteY164" fmla="*/ 514350 h 1471613"/>
                    <a:gd name="connsiteX165" fmla="*/ 464344 w 1426369"/>
                    <a:gd name="connsiteY165" fmla="*/ 507207 h 1471613"/>
                    <a:gd name="connsiteX166" fmla="*/ 457200 w 1426369"/>
                    <a:gd name="connsiteY166" fmla="*/ 476250 h 1471613"/>
                    <a:gd name="connsiteX167" fmla="*/ 431006 w 1426369"/>
                    <a:gd name="connsiteY167" fmla="*/ 464344 h 1471613"/>
                    <a:gd name="connsiteX168" fmla="*/ 397669 w 1426369"/>
                    <a:gd name="connsiteY168" fmla="*/ 476250 h 1471613"/>
                    <a:gd name="connsiteX169" fmla="*/ 385762 w 1426369"/>
                    <a:gd name="connsiteY169" fmla="*/ 457200 h 1471613"/>
                    <a:gd name="connsiteX170" fmla="*/ 366712 w 1426369"/>
                    <a:gd name="connsiteY170" fmla="*/ 459582 h 1471613"/>
                    <a:gd name="connsiteX171" fmla="*/ 352425 w 1426369"/>
                    <a:gd name="connsiteY171" fmla="*/ 447675 h 1471613"/>
                    <a:gd name="connsiteX172" fmla="*/ 342900 w 1426369"/>
                    <a:gd name="connsiteY172" fmla="*/ 426244 h 1471613"/>
                    <a:gd name="connsiteX173" fmla="*/ 311944 w 1426369"/>
                    <a:gd name="connsiteY173" fmla="*/ 390525 h 1471613"/>
                    <a:gd name="connsiteX174" fmla="*/ 297656 w 1426369"/>
                    <a:gd name="connsiteY174" fmla="*/ 366713 h 1471613"/>
                    <a:gd name="connsiteX175" fmla="*/ 264319 w 1426369"/>
                    <a:gd name="connsiteY175" fmla="*/ 361950 h 1471613"/>
                    <a:gd name="connsiteX176" fmla="*/ 238125 w 1426369"/>
                    <a:gd name="connsiteY176" fmla="*/ 378619 h 1471613"/>
                    <a:gd name="connsiteX177" fmla="*/ 223837 w 1426369"/>
                    <a:gd name="connsiteY177" fmla="*/ 373857 h 1471613"/>
                    <a:gd name="connsiteX178" fmla="*/ 195262 w 1426369"/>
                    <a:gd name="connsiteY178" fmla="*/ 402432 h 1471613"/>
                    <a:gd name="connsiteX179" fmla="*/ 171450 w 1426369"/>
                    <a:gd name="connsiteY179" fmla="*/ 392907 h 1471613"/>
                    <a:gd name="connsiteX180" fmla="*/ 188119 w 1426369"/>
                    <a:gd name="connsiteY180" fmla="*/ 376238 h 1471613"/>
                    <a:gd name="connsiteX181" fmla="*/ 180975 w 1426369"/>
                    <a:gd name="connsiteY181" fmla="*/ 352425 h 1471613"/>
                    <a:gd name="connsiteX182" fmla="*/ 169069 w 1426369"/>
                    <a:gd name="connsiteY182" fmla="*/ 307182 h 1471613"/>
                    <a:gd name="connsiteX183" fmla="*/ 176212 w 1426369"/>
                    <a:gd name="connsiteY183" fmla="*/ 290513 h 1471613"/>
                    <a:gd name="connsiteX184" fmla="*/ 183356 w 1426369"/>
                    <a:gd name="connsiteY184" fmla="*/ 266700 h 1471613"/>
                    <a:gd name="connsiteX185" fmla="*/ 173831 w 1426369"/>
                    <a:gd name="connsiteY185" fmla="*/ 238125 h 1471613"/>
                    <a:gd name="connsiteX186" fmla="*/ 142875 w 1426369"/>
                    <a:gd name="connsiteY186" fmla="*/ 242888 h 1471613"/>
                    <a:gd name="connsiteX187" fmla="*/ 100012 w 1426369"/>
                    <a:gd name="connsiteY187" fmla="*/ 242888 h 1471613"/>
                    <a:gd name="connsiteX188" fmla="*/ 73819 w 1426369"/>
                    <a:gd name="connsiteY188" fmla="*/ 242888 h 1471613"/>
                    <a:gd name="connsiteX189" fmla="*/ 59531 w 1426369"/>
                    <a:gd name="connsiteY189" fmla="*/ 216694 h 1471613"/>
                    <a:gd name="connsiteX190" fmla="*/ 50006 w 1426369"/>
                    <a:gd name="connsiteY190" fmla="*/ 192882 h 1471613"/>
                    <a:gd name="connsiteX191" fmla="*/ 57150 w 1426369"/>
                    <a:gd name="connsiteY191" fmla="*/ 166688 h 1471613"/>
                    <a:gd name="connsiteX192" fmla="*/ 47625 w 1426369"/>
                    <a:gd name="connsiteY192" fmla="*/ 145257 h 1471613"/>
                    <a:gd name="connsiteX193" fmla="*/ 21431 w 1426369"/>
                    <a:gd name="connsiteY193" fmla="*/ 128588 h 1471613"/>
                    <a:gd name="connsiteX194" fmla="*/ 0 w 1426369"/>
                    <a:gd name="connsiteY194" fmla="*/ 119063 h 1471613"/>
                    <a:gd name="connsiteX195" fmla="*/ 0 w 1426369"/>
                    <a:gd name="connsiteY195" fmla="*/ 92869 h 1471613"/>
                    <a:gd name="connsiteX196" fmla="*/ 19050 w 1426369"/>
                    <a:gd name="connsiteY196" fmla="*/ 71438 h 1471613"/>
                    <a:gd name="connsiteX197" fmla="*/ 26194 w 1426369"/>
                    <a:gd name="connsiteY197" fmla="*/ 52388 h 1471613"/>
                    <a:gd name="connsiteX198" fmla="*/ 33337 w 1426369"/>
                    <a:gd name="connsiteY198" fmla="*/ 35719 h 1471613"/>
                    <a:gd name="connsiteX199" fmla="*/ 59531 w 1426369"/>
                    <a:gd name="connsiteY199" fmla="*/ 35719 h 1471613"/>
                    <a:gd name="connsiteX200" fmla="*/ 87562 w 1426369"/>
                    <a:gd name="connsiteY200" fmla="*/ 3376 h 1471613"/>
                    <a:gd name="connsiteX201" fmla="*/ 88106 w 1426369"/>
                    <a:gd name="connsiteY201" fmla="*/ 0 h 1471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Lst>
                  <a:rect l="l" t="t" r="r" b="b"/>
                  <a:pathLst>
                    <a:path w="1426369" h="1471613">
                      <a:moveTo>
                        <a:pt x="88106" y="0"/>
                      </a:moveTo>
                      <a:lnTo>
                        <a:pt x="89842" y="744"/>
                      </a:lnTo>
                      <a:lnTo>
                        <a:pt x="90487" y="0"/>
                      </a:lnTo>
                      <a:lnTo>
                        <a:pt x="90895" y="1195"/>
                      </a:lnTo>
                      <a:lnTo>
                        <a:pt x="121444" y="14288"/>
                      </a:lnTo>
                      <a:lnTo>
                        <a:pt x="164306" y="21432"/>
                      </a:lnTo>
                      <a:lnTo>
                        <a:pt x="183356" y="23813"/>
                      </a:lnTo>
                      <a:lnTo>
                        <a:pt x="209550" y="45244"/>
                      </a:lnTo>
                      <a:lnTo>
                        <a:pt x="226219" y="52388"/>
                      </a:lnTo>
                      <a:lnTo>
                        <a:pt x="257175" y="61913"/>
                      </a:lnTo>
                      <a:lnTo>
                        <a:pt x="271462" y="88107"/>
                      </a:lnTo>
                      <a:lnTo>
                        <a:pt x="309562" y="73819"/>
                      </a:lnTo>
                      <a:lnTo>
                        <a:pt x="321469" y="50007"/>
                      </a:lnTo>
                      <a:lnTo>
                        <a:pt x="333375" y="28575"/>
                      </a:lnTo>
                      <a:lnTo>
                        <a:pt x="354806" y="33338"/>
                      </a:lnTo>
                      <a:lnTo>
                        <a:pt x="385762" y="35719"/>
                      </a:lnTo>
                      <a:lnTo>
                        <a:pt x="404812" y="14288"/>
                      </a:lnTo>
                      <a:lnTo>
                        <a:pt x="419100" y="11907"/>
                      </a:lnTo>
                      <a:lnTo>
                        <a:pt x="471487" y="52388"/>
                      </a:lnTo>
                      <a:lnTo>
                        <a:pt x="490537" y="66675"/>
                      </a:lnTo>
                      <a:lnTo>
                        <a:pt x="497681" y="123825"/>
                      </a:lnTo>
                      <a:lnTo>
                        <a:pt x="535780" y="150019"/>
                      </a:lnTo>
                      <a:lnTo>
                        <a:pt x="569119" y="152400"/>
                      </a:lnTo>
                      <a:lnTo>
                        <a:pt x="597694" y="130969"/>
                      </a:lnTo>
                      <a:lnTo>
                        <a:pt x="628650" y="123825"/>
                      </a:lnTo>
                      <a:lnTo>
                        <a:pt x="681037" y="123825"/>
                      </a:lnTo>
                      <a:lnTo>
                        <a:pt x="726281" y="109538"/>
                      </a:lnTo>
                      <a:lnTo>
                        <a:pt x="738187" y="88107"/>
                      </a:lnTo>
                      <a:lnTo>
                        <a:pt x="742950" y="85725"/>
                      </a:lnTo>
                      <a:lnTo>
                        <a:pt x="814387" y="102394"/>
                      </a:lnTo>
                      <a:lnTo>
                        <a:pt x="833437" y="130969"/>
                      </a:lnTo>
                      <a:lnTo>
                        <a:pt x="869156" y="123825"/>
                      </a:lnTo>
                      <a:lnTo>
                        <a:pt x="897731" y="119063"/>
                      </a:lnTo>
                      <a:lnTo>
                        <a:pt x="921544" y="135732"/>
                      </a:lnTo>
                      <a:lnTo>
                        <a:pt x="926306" y="164307"/>
                      </a:lnTo>
                      <a:lnTo>
                        <a:pt x="952500" y="169069"/>
                      </a:lnTo>
                      <a:lnTo>
                        <a:pt x="990600" y="140494"/>
                      </a:lnTo>
                      <a:lnTo>
                        <a:pt x="995362" y="109538"/>
                      </a:lnTo>
                      <a:lnTo>
                        <a:pt x="1004887" y="104775"/>
                      </a:lnTo>
                      <a:lnTo>
                        <a:pt x="1031081" y="121444"/>
                      </a:lnTo>
                      <a:lnTo>
                        <a:pt x="1042987" y="140494"/>
                      </a:lnTo>
                      <a:lnTo>
                        <a:pt x="1085850" y="119063"/>
                      </a:lnTo>
                      <a:lnTo>
                        <a:pt x="1109662" y="123825"/>
                      </a:lnTo>
                      <a:lnTo>
                        <a:pt x="1088231" y="159544"/>
                      </a:lnTo>
                      <a:lnTo>
                        <a:pt x="1092994" y="188119"/>
                      </a:lnTo>
                      <a:lnTo>
                        <a:pt x="1131094" y="188119"/>
                      </a:lnTo>
                      <a:lnTo>
                        <a:pt x="1147762" y="164307"/>
                      </a:lnTo>
                      <a:lnTo>
                        <a:pt x="1173956" y="150019"/>
                      </a:lnTo>
                      <a:lnTo>
                        <a:pt x="1193006" y="142875"/>
                      </a:lnTo>
                      <a:lnTo>
                        <a:pt x="1207294" y="164307"/>
                      </a:lnTo>
                      <a:lnTo>
                        <a:pt x="1209675" y="188119"/>
                      </a:lnTo>
                      <a:lnTo>
                        <a:pt x="1176338" y="207169"/>
                      </a:lnTo>
                      <a:lnTo>
                        <a:pt x="1169194" y="233363"/>
                      </a:lnTo>
                      <a:lnTo>
                        <a:pt x="1157287" y="283369"/>
                      </a:lnTo>
                      <a:lnTo>
                        <a:pt x="1164431" y="321469"/>
                      </a:lnTo>
                      <a:lnTo>
                        <a:pt x="1195387" y="335757"/>
                      </a:lnTo>
                      <a:lnTo>
                        <a:pt x="1214437" y="319088"/>
                      </a:lnTo>
                      <a:lnTo>
                        <a:pt x="1269206" y="307182"/>
                      </a:lnTo>
                      <a:lnTo>
                        <a:pt x="1290637" y="307182"/>
                      </a:lnTo>
                      <a:lnTo>
                        <a:pt x="1343025" y="340519"/>
                      </a:lnTo>
                      <a:lnTo>
                        <a:pt x="1373981" y="352425"/>
                      </a:lnTo>
                      <a:lnTo>
                        <a:pt x="1397794" y="345282"/>
                      </a:lnTo>
                      <a:lnTo>
                        <a:pt x="1388269" y="395288"/>
                      </a:lnTo>
                      <a:lnTo>
                        <a:pt x="1393031" y="416719"/>
                      </a:lnTo>
                      <a:lnTo>
                        <a:pt x="1383506" y="435769"/>
                      </a:lnTo>
                      <a:lnTo>
                        <a:pt x="1388269" y="469107"/>
                      </a:lnTo>
                      <a:lnTo>
                        <a:pt x="1412081" y="497682"/>
                      </a:lnTo>
                      <a:lnTo>
                        <a:pt x="1388269" y="519113"/>
                      </a:lnTo>
                      <a:lnTo>
                        <a:pt x="1407319" y="547688"/>
                      </a:lnTo>
                      <a:lnTo>
                        <a:pt x="1423987" y="592932"/>
                      </a:lnTo>
                      <a:lnTo>
                        <a:pt x="1420231" y="621104"/>
                      </a:lnTo>
                      <a:lnTo>
                        <a:pt x="1426369" y="647700"/>
                      </a:lnTo>
                      <a:lnTo>
                        <a:pt x="1423987" y="664369"/>
                      </a:lnTo>
                      <a:lnTo>
                        <a:pt x="1400175" y="650082"/>
                      </a:lnTo>
                      <a:lnTo>
                        <a:pt x="1383506" y="661988"/>
                      </a:lnTo>
                      <a:lnTo>
                        <a:pt x="1366837" y="666750"/>
                      </a:lnTo>
                      <a:lnTo>
                        <a:pt x="1352550" y="669132"/>
                      </a:lnTo>
                      <a:lnTo>
                        <a:pt x="1350169" y="700088"/>
                      </a:lnTo>
                      <a:lnTo>
                        <a:pt x="1376362" y="723900"/>
                      </a:lnTo>
                      <a:lnTo>
                        <a:pt x="1381125" y="745332"/>
                      </a:lnTo>
                      <a:lnTo>
                        <a:pt x="1388269" y="776288"/>
                      </a:lnTo>
                      <a:lnTo>
                        <a:pt x="1400175" y="797719"/>
                      </a:lnTo>
                      <a:lnTo>
                        <a:pt x="1404937" y="826294"/>
                      </a:lnTo>
                      <a:lnTo>
                        <a:pt x="1390650" y="862013"/>
                      </a:lnTo>
                      <a:lnTo>
                        <a:pt x="1364456" y="900113"/>
                      </a:lnTo>
                      <a:lnTo>
                        <a:pt x="1343025" y="935832"/>
                      </a:lnTo>
                      <a:lnTo>
                        <a:pt x="1343025" y="959644"/>
                      </a:lnTo>
                      <a:lnTo>
                        <a:pt x="1345406" y="988219"/>
                      </a:lnTo>
                      <a:lnTo>
                        <a:pt x="1347787" y="1016794"/>
                      </a:lnTo>
                      <a:lnTo>
                        <a:pt x="1359694" y="1038225"/>
                      </a:lnTo>
                      <a:lnTo>
                        <a:pt x="1352550" y="1069182"/>
                      </a:lnTo>
                      <a:lnTo>
                        <a:pt x="1333500" y="1081088"/>
                      </a:lnTo>
                      <a:lnTo>
                        <a:pt x="1304925" y="1092994"/>
                      </a:lnTo>
                      <a:lnTo>
                        <a:pt x="1295400" y="1121569"/>
                      </a:lnTo>
                      <a:lnTo>
                        <a:pt x="1290637" y="1152525"/>
                      </a:lnTo>
                      <a:lnTo>
                        <a:pt x="1276350" y="1193007"/>
                      </a:lnTo>
                      <a:cubicBezTo>
                        <a:pt x="1276350" y="1207294"/>
                        <a:pt x="1279922" y="1227535"/>
                        <a:pt x="1276350" y="1235869"/>
                      </a:cubicBezTo>
                      <a:cubicBezTo>
                        <a:pt x="1272778" y="1244203"/>
                        <a:pt x="1262855" y="1243806"/>
                        <a:pt x="1254918" y="1243012"/>
                      </a:cubicBezTo>
                      <a:cubicBezTo>
                        <a:pt x="1246981" y="1242218"/>
                        <a:pt x="1235869" y="1229519"/>
                        <a:pt x="1228725" y="1231107"/>
                      </a:cubicBezTo>
                      <a:lnTo>
                        <a:pt x="1209675" y="1271588"/>
                      </a:lnTo>
                      <a:lnTo>
                        <a:pt x="1188244" y="1293019"/>
                      </a:lnTo>
                      <a:lnTo>
                        <a:pt x="1178719" y="1321594"/>
                      </a:lnTo>
                      <a:lnTo>
                        <a:pt x="1173956" y="1371600"/>
                      </a:lnTo>
                      <a:lnTo>
                        <a:pt x="1152525" y="1388269"/>
                      </a:lnTo>
                      <a:lnTo>
                        <a:pt x="1143000" y="1404938"/>
                      </a:lnTo>
                      <a:lnTo>
                        <a:pt x="1150144" y="1443038"/>
                      </a:lnTo>
                      <a:lnTo>
                        <a:pt x="1116806" y="1471613"/>
                      </a:lnTo>
                      <a:lnTo>
                        <a:pt x="1088231" y="1459707"/>
                      </a:lnTo>
                      <a:lnTo>
                        <a:pt x="1057275" y="1464469"/>
                      </a:lnTo>
                      <a:lnTo>
                        <a:pt x="1045369" y="1445419"/>
                      </a:lnTo>
                      <a:lnTo>
                        <a:pt x="1014412" y="1435894"/>
                      </a:lnTo>
                      <a:lnTo>
                        <a:pt x="1000125" y="1404938"/>
                      </a:lnTo>
                      <a:lnTo>
                        <a:pt x="959644" y="1388269"/>
                      </a:lnTo>
                      <a:lnTo>
                        <a:pt x="907256" y="1369219"/>
                      </a:lnTo>
                      <a:lnTo>
                        <a:pt x="902494" y="1359694"/>
                      </a:lnTo>
                      <a:lnTo>
                        <a:pt x="919162" y="1338263"/>
                      </a:lnTo>
                      <a:lnTo>
                        <a:pt x="914400" y="1309688"/>
                      </a:lnTo>
                      <a:lnTo>
                        <a:pt x="881062" y="1304925"/>
                      </a:lnTo>
                      <a:lnTo>
                        <a:pt x="852487" y="1323975"/>
                      </a:lnTo>
                      <a:lnTo>
                        <a:pt x="842962" y="1309688"/>
                      </a:lnTo>
                      <a:lnTo>
                        <a:pt x="838200" y="1283494"/>
                      </a:lnTo>
                      <a:lnTo>
                        <a:pt x="831056" y="1269207"/>
                      </a:lnTo>
                      <a:lnTo>
                        <a:pt x="809625" y="1262063"/>
                      </a:lnTo>
                      <a:lnTo>
                        <a:pt x="795337" y="1226344"/>
                      </a:lnTo>
                      <a:lnTo>
                        <a:pt x="773906" y="1200150"/>
                      </a:lnTo>
                      <a:lnTo>
                        <a:pt x="757237" y="1181100"/>
                      </a:lnTo>
                      <a:lnTo>
                        <a:pt x="738187" y="1195388"/>
                      </a:lnTo>
                      <a:lnTo>
                        <a:pt x="707231" y="1202532"/>
                      </a:lnTo>
                      <a:lnTo>
                        <a:pt x="678656" y="1195388"/>
                      </a:lnTo>
                      <a:lnTo>
                        <a:pt x="659606" y="1228725"/>
                      </a:lnTo>
                      <a:lnTo>
                        <a:pt x="678656" y="1259682"/>
                      </a:lnTo>
                      <a:lnTo>
                        <a:pt x="676275" y="1283494"/>
                      </a:lnTo>
                      <a:lnTo>
                        <a:pt x="654844" y="1262063"/>
                      </a:lnTo>
                      <a:lnTo>
                        <a:pt x="635794" y="1238250"/>
                      </a:lnTo>
                      <a:lnTo>
                        <a:pt x="616744" y="1233488"/>
                      </a:lnTo>
                      <a:lnTo>
                        <a:pt x="597694" y="1254919"/>
                      </a:lnTo>
                      <a:lnTo>
                        <a:pt x="573881" y="1257300"/>
                      </a:lnTo>
                      <a:lnTo>
                        <a:pt x="542925" y="1259682"/>
                      </a:lnTo>
                      <a:lnTo>
                        <a:pt x="507206" y="1276350"/>
                      </a:lnTo>
                      <a:lnTo>
                        <a:pt x="476250" y="1238250"/>
                      </a:lnTo>
                      <a:lnTo>
                        <a:pt x="471487" y="1226344"/>
                      </a:lnTo>
                      <a:lnTo>
                        <a:pt x="495300" y="1200150"/>
                      </a:lnTo>
                      <a:lnTo>
                        <a:pt x="514350" y="1162050"/>
                      </a:lnTo>
                      <a:lnTo>
                        <a:pt x="526256" y="1138238"/>
                      </a:lnTo>
                      <a:lnTo>
                        <a:pt x="523875" y="1102519"/>
                      </a:lnTo>
                      <a:lnTo>
                        <a:pt x="516731" y="1054894"/>
                      </a:lnTo>
                      <a:lnTo>
                        <a:pt x="507206" y="1004888"/>
                      </a:lnTo>
                      <a:lnTo>
                        <a:pt x="504825" y="973932"/>
                      </a:lnTo>
                      <a:lnTo>
                        <a:pt x="511969" y="959644"/>
                      </a:lnTo>
                      <a:lnTo>
                        <a:pt x="540544" y="945357"/>
                      </a:lnTo>
                      <a:lnTo>
                        <a:pt x="554831" y="907257"/>
                      </a:lnTo>
                      <a:lnTo>
                        <a:pt x="540544" y="883444"/>
                      </a:lnTo>
                      <a:lnTo>
                        <a:pt x="521494" y="845344"/>
                      </a:lnTo>
                      <a:lnTo>
                        <a:pt x="516731" y="785813"/>
                      </a:lnTo>
                      <a:lnTo>
                        <a:pt x="533400" y="742950"/>
                      </a:lnTo>
                      <a:lnTo>
                        <a:pt x="554831" y="716757"/>
                      </a:lnTo>
                      <a:lnTo>
                        <a:pt x="573881" y="676275"/>
                      </a:lnTo>
                      <a:lnTo>
                        <a:pt x="578644" y="621507"/>
                      </a:lnTo>
                      <a:lnTo>
                        <a:pt x="557212" y="597694"/>
                      </a:lnTo>
                      <a:lnTo>
                        <a:pt x="531019" y="592932"/>
                      </a:lnTo>
                      <a:lnTo>
                        <a:pt x="521494" y="578644"/>
                      </a:lnTo>
                      <a:lnTo>
                        <a:pt x="497681" y="561975"/>
                      </a:lnTo>
                      <a:lnTo>
                        <a:pt x="509587" y="547688"/>
                      </a:lnTo>
                      <a:lnTo>
                        <a:pt x="504825" y="523875"/>
                      </a:lnTo>
                      <a:lnTo>
                        <a:pt x="483394" y="514350"/>
                      </a:lnTo>
                      <a:lnTo>
                        <a:pt x="464344" y="507207"/>
                      </a:lnTo>
                      <a:lnTo>
                        <a:pt x="457200" y="476250"/>
                      </a:lnTo>
                      <a:lnTo>
                        <a:pt x="431006" y="464344"/>
                      </a:lnTo>
                      <a:lnTo>
                        <a:pt x="397669" y="476250"/>
                      </a:lnTo>
                      <a:lnTo>
                        <a:pt x="385762" y="457200"/>
                      </a:lnTo>
                      <a:lnTo>
                        <a:pt x="366712" y="459582"/>
                      </a:lnTo>
                      <a:lnTo>
                        <a:pt x="352425" y="447675"/>
                      </a:lnTo>
                      <a:lnTo>
                        <a:pt x="342900" y="426244"/>
                      </a:lnTo>
                      <a:lnTo>
                        <a:pt x="311944" y="390525"/>
                      </a:lnTo>
                      <a:lnTo>
                        <a:pt x="297656" y="366713"/>
                      </a:lnTo>
                      <a:lnTo>
                        <a:pt x="264319" y="361950"/>
                      </a:lnTo>
                      <a:lnTo>
                        <a:pt x="238125" y="378619"/>
                      </a:lnTo>
                      <a:lnTo>
                        <a:pt x="223837" y="373857"/>
                      </a:lnTo>
                      <a:lnTo>
                        <a:pt x="195262" y="402432"/>
                      </a:lnTo>
                      <a:lnTo>
                        <a:pt x="171450" y="392907"/>
                      </a:lnTo>
                      <a:lnTo>
                        <a:pt x="188119" y="376238"/>
                      </a:lnTo>
                      <a:lnTo>
                        <a:pt x="180975" y="352425"/>
                      </a:lnTo>
                      <a:lnTo>
                        <a:pt x="169069" y="307182"/>
                      </a:lnTo>
                      <a:lnTo>
                        <a:pt x="176212" y="290513"/>
                      </a:lnTo>
                      <a:lnTo>
                        <a:pt x="183356" y="266700"/>
                      </a:lnTo>
                      <a:lnTo>
                        <a:pt x="173831" y="238125"/>
                      </a:lnTo>
                      <a:lnTo>
                        <a:pt x="142875" y="242888"/>
                      </a:lnTo>
                      <a:lnTo>
                        <a:pt x="100012" y="242888"/>
                      </a:lnTo>
                      <a:lnTo>
                        <a:pt x="73819" y="242888"/>
                      </a:lnTo>
                      <a:lnTo>
                        <a:pt x="59531" y="216694"/>
                      </a:lnTo>
                      <a:lnTo>
                        <a:pt x="50006" y="192882"/>
                      </a:lnTo>
                      <a:lnTo>
                        <a:pt x="57150" y="166688"/>
                      </a:lnTo>
                      <a:lnTo>
                        <a:pt x="47625" y="145257"/>
                      </a:lnTo>
                      <a:lnTo>
                        <a:pt x="21431" y="128588"/>
                      </a:lnTo>
                      <a:lnTo>
                        <a:pt x="0" y="119063"/>
                      </a:lnTo>
                      <a:lnTo>
                        <a:pt x="0" y="92869"/>
                      </a:lnTo>
                      <a:lnTo>
                        <a:pt x="19050" y="71438"/>
                      </a:lnTo>
                      <a:lnTo>
                        <a:pt x="26194" y="52388"/>
                      </a:lnTo>
                      <a:lnTo>
                        <a:pt x="33337" y="35719"/>
                      </a:lnTo>
                      <a:lnTo>
                        <a:pt x="59531" y="35719"/>
                      </a:lnTo>
                      <a:lnTo>
                        <a:pt x="87562" y="3376"/>
                      </a:lnTo>
                      <a:lnTo>
                        <a:pt x="88106" y="0"/>
                      </a:lnTo>
                      <a:close/>
                    </a:path>
                  </a:pathLst>
                </a:cu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700">
                    <a:ln>
                      <a:solidFill>
                        <a:schemeClr val="accent1">
                          <a:alpha val="0"/>
                        </a:schemeClr>
                      </a:solidFill>
                    </a:ln>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27" name="이천시">
                  <a:extLst>
                    <a:ext uri="{FF2B5EF4-FFF2-40B4-BE49-F238E27FC236}">
                      <a16:creationId xmlns:a16="http://schemas.microsoft.com/office/drawing/2014/main" id="{4A9A63F8-4AC7-208D-2422-8E71A3A5030C}"/>
                    </a:ext>
                  </a:extLst>
                </p:cNvPr>
                <p:cNvSpPr/>
                <p:nvPr/>
              </p:nvSpPr>
              <p:spPr>
                <a:xfrm>
                  <a:off x="6029323" y="4338645"/>
                  <a:ext cx="1188244" cy="1547814"/>
                </a:xfrm>
                <a:custGeom>
                  <a:avLst/>
                  <a:gdLst>
                    <a:gd name="connsiteX0" fmla="*/ 540544 w 1188244"/>
                    <a:gd name="connsiteY0" fmla="*/ 0 h 1547812"/>
                    <a:gd name="connsiteX1" fmla="*/ 559594 w 1188244"/>
                    <a:gd name="connsiteY1" fmla="*/ 19050 h 1547812"/>
                    <a:gd name="connsiteX2" fmla="*/ 595313 w 1188244"/>
                    <a:gd name="connsiteY2" fmla="*/ 54768 h 1547812"/>
                    <a:gd name="connsiteX3" fmla="*/ 611981 w 1188244"/>
                    <a:gd name="connsiteY3" fmla="*/ 88106 h 1547812"/>
                    <a:gd name="connsiteX4" fmla="*/ 633413 w 1188244"/>
                    <a:gd name="connsiteY4" fmla="*/ 100012 h 1547812"/>
                    <a:gd name="connsiteX5" fmla="*/ 642938 w 1188244"/>
                    <a:gd name="connsiteY5" fmla="*/ 100012 h 1547812"/>
                    <a:gd name="connsiteX6" fmla="*/ 657225 w 1188244"/>
                    <a:gd name="connsiteY6" fmla="*/ 111918 h 1547812"/>
                    <a:gd name="connsiteX7" fmla="*/ 685800 w 1188244"/>
                    <a:gd name="connsiteY7" fmla="*/ 102393 h 1547812"/>
                    <a:gd name="connsiteX8" fmla="*/ 702469 w 1188244"/>
                    <a:gd name="connsiteY8" fmla="*/ 107156 h 1547812"/>
                    <a:gd name="connsiteX9" fmla="*/ 711994 w 1188244"/>
                    <a:gd name="connsiteY9" fmla="*/ 130968 h 1547812"/>
                    <a:gd name="connsiteX10" fmla="*/ 723900 w 1188244"/>
                    <a:gd name="connsiteY10" fmla="*/ 150018 h 1547812"/>
                    <a:gd name="connsiteX11" fmla="*/ 745331 w 1188244"/>
                    <a:gd name="connsiteY11" fmla="*/ 152400 h 1547812"/>
                    <a:gd name="connsiteX12" fmla="*/ 754856 w 1188244"/>
                    <a:gd name="connsiteY12" fmla="*/ 164306 h 1547812"/>
                    <a:gd name="connsiteX13" fmla="*/ 738188 w 1188244"/>
                    <a:gd name="connsiteY13" fmla="*/ 173831 h 1547812"/>
                    <a:gd name="connsiteX14" fmla="*/ 742950 w 1188244"/>
                    <a:gd name="connsiteY14" fmla="*/ 197643 h 1547812"/>
                    <a:gd name="connsiteX15" fmla="*/ 771525 w 1188244"/>
                    <a:gd name="connsiteY15" fmla="*/ 221456 h 1547812"/>
                    <a:gd name="connsiteX16" fmla="*/ 797719 w 1188244"/>
                    <a:gd name="connsiteY16" fmla="*/ 235743 h 1547812"/>
                    <a:gd name="connsiteX17" fmla="*/ 821531 w 1188244"/>
                    <a:gd name="connsiteY17" fmla="*/ 242887 h 1547812"/>
                    <a:gd name="connsiteX18" fmla="*/ 819150 w 1188244"/>
                    <a:gd name="connsiteY18" fmla="*/ 278606 h 1547812"/>
                    <a:gd name="connsiteX19" fmla="*/ 809625 w 1188244"/>
                    <a:gd name="connsiteY19" fmla="*/ 314325 h 1547812"/>
                    <a:gd name="connsiteX20" fmla="*/ 788194 w 1188244"/>
                    <a:gd name="connsiteY20" fmla="*/ 338137 h 1547812"/>
                    <a:gd name="connsiteX21" fmla="*/ 773906 w 1188244"/>
                    <a:gd name="connsiteY21" fmla="*/ 347662 h 1547812"/>
                    <a:gd name="connsiteX22" fmla="*/ 762000 w 1188244"/>
                    <a:gd name="connsiteY22" fmla="*/ 390525 h 1547812"/>
                    <a:gd name="connsiteX23" fmla="*/ 759619 w 1188244"/>
                    <a:gd name="connsiteY23" fmla="*/ 431006 h 1547812"/>
                    <a:gd name="connsiteX24" fmla="*/ 762000 w 1188244"/>
                    <a:gd name="connsiteY24" fmla="*/ 461962 h 1547812"/>
                    <a:gd name="connsiteX25" fmla="*/ 776288 w 1188244"/>
                    <a:gd name="connsiteY25" fmla="*/ 492918 h 1547812"/>
                    <a:gd name="connsiteX26" fmla="*/ 790575 w 1188244"/>
                    <a:gd name="connsiteY26" fmla="*/ 521493 h 1547812"/>
                    <a:gd name="connsiteX27" fmla="*/ 790575 w 1188244"/>
                    <a:gd name="connsiteY27" fmla="*/ 554831 h 1547812"/>
                    <a:gd name="connsiteX28" fmla="*/ 769144 w 1188244"/>
                    <a:gd name="connsiteY28" fmla="*/ 564356 h 1547812"/>
                    <a:gd name="connsiteX29" fmla="*/ 742950 w 1188244"/>
                    <a:gd name="connsiteY29" fmla="*/ 588168 h 1547812"/>
                    <a:gd name="connsiteX30" fmla="*/ 754856 w 1188244"/>
                    <a:gd name="connsiteY30" fmla="*/ 633412 h 1547812"/>
                    <a:gd name="connsiteX31" fmla="*/ 766763 w 1188244"/>
                    <a:gd name="connsiteY31" fmla="*/ 752475 h 1547812"/>
                    <a:gd name="connsiteX32" fmla="*/ 757238 w 1188244"/>
                    <a:gd name="connsiteY32" fmla="*/ 785812 h 1547812"/>
                    <a:gd name="connsiteX33" fmla="*/ 719138 w 1188244"/>
                    <a:gd name="connsiteY33" fmla="*/ 831056 h 1547812"/>
                    <a:gd name="connsiteX34" fmla="*/ 714375 w 1188244"/>
                    <a:gd name="connsiteY34" fmla="*/ 864393 h 1547812"/>
                    <a:gd name="connsiteX35" fmla="*/ 733425 w 1188244"/>
                    <a:gd name="connsiteY35" fmla="*/ 881062 h 1547812"/>
                    <a:gd name="connsiteX36" fmla="*/ 752475 w 1188244"/>
                    <a:gd name="connsiteY36" fmla="*/ 914400 h 1547812"/>
                    <a:gd name="connsiteX37" fmla="*/ 788194 w 1188244"/>
                    <a:gd name="connsiteY37" fmla="*/ 909637 h 1547812"/>
                    <a:gd name="connsiteX38" fmla="*/ 821531 w 1188244"/>
                    <a:gd name="connsiteY38" fmla="*/ 892968 h 1547812"/>
                    <a:gd name="connsiteX39" fmla="*/ 864394 w 1188244"/>
                    <a:gd name="connsiteY39" fmla="*/ 897731 h 1547812"/>
                    <a:gd name="connsiteX40" fmla="*/ 892969 w 1188244"/>
                    <a:gd name="connsiteY40" fmla="*/ 878681 h 1547812"/>
                    <a:gd name="connsiteX41" fmla="*/ 923925 w 1188244"/>
                    <a:gd name="connsiteY41" fmla="*/ 919162 h 1547812"/>
                    <a:gd name="connsiteX42" fmla="*/ 950119 w 1188244"/>
                    <a:gd name="connsiteY42" fmla="*/ 919162 h 1547812"/>
                    <a:gd name="connsiteX43" fmla="*/ 969169 w 1188244"/>
                    <a:gd name="connsiteY43" fmla="*/ 890587 h 1547812"/>
                    <a:gd name="connsiteX44" fmla="*/ 966788 w 1188244"/>
                    <a:gd name="connsiteY44" fmla="*/ 866775 h 1547812"/>
                    <a:gd name="connsiteX45" fmla="*/ 950119 w 1188244"/>
                    <a:gd name="connsiteY45" fmla="*/ 840581 h 1547812"/>
                    <a:gd name="connsiteX46" fmla="*/ 959644 w 1188244"/>
                    <a:gd name="connsiteY46" fmla="*/ 838200 h 1547812"/>
                    <a:gd name="connsiteX47" fmla="*/ 988219 w 1188244"/>
                    <a:gd name="connsiteY47" fmla="*/ 840581 h 1547812"/>
                    <a:gd name="connsiteX48" fmla="*/ 1016794 w 1188244"/>
                    <a:gd name="connsiteY48" fmla="*/ 828675 h 1547812"/>
                    <a:gd name="connsiteX49" fmla="*/ 1042988 w 1188244"/>
                    <a:gd name="connsiteY49" fmla="*/ 852487 h 1547812"/>
                    <a:gd name="connsiteX50" fmla="*/ 1047750 w 1188244"/>
                    <a:gd name="connsiteY50" fmla="*/ 881062 h 1547812"/>
                    <a:gd name="connsiteX51" fmla="*/ 1073944 w 1188244"/>
                    <a:gd name="connsiteY51" fmla="*/ 907256 h 1547812"/>
                    <a:gd name="connsiteX52" fmla="*/ 1083469 w 1188244"/>
                    <a:gd name="connsiteY52" fmla="*/ 907256 h 1547812"/>
                    <a:gd name="connsiteX53" fmla="*/ 1095375 w 1188244"/>
                    <a:gd name="connsiteY53" fmla="*/ 952500 h 1547812"/>
                    <a:gd name="connsiteX54" fmla="*/ 1116806 w 1188244"/>
                    <a:gd name="connsiteY54" fmla="*/ 964406 h 1547812"/>
                    <a:gd name="connsiteX55" fmla="*/ 1145381 w 1188244"/>
                    <a:gd name="connsiteY55" fmla="*/ 950118 h 1547812"/>
                    <a:gd name="connsiteX56" fmla="*/ 1159669 w 1188244"/>
                    <a:gd name="connsiteY56" fmla="*/ 945356 h 1547812"/>
                    <a:gd name="connsiteX57" fmla="*/ 1164431 w 1188244"/>
                    <a:gd name="connsiteY57" fmla="*/ 957262 h 1547812"/>
                    <a:gd name="connsiteX58" fmla="*/ 1140619 w 1188244"/>
                    <a:gd name="connsiteY58" fmla="*/ 981075 h 1547812"/>
                    <a:gd name="connsiteX59" fmla="*/ 1143000 w 1188244"/>
                    <a:gd name="connsiteY59" fmla="*/ 997743 h 1547812"/>
                    <a:gd name="connsiteX60" fmla="*/ 1166813 w 1188244"/>
                    <a:gd name="connsiteY60" fmla="*/ 1031081 h 1547812"/>
                    <a:gd name="connsiteX61" fmla="*/ 1188244 w 1188244"/>
                    <a:gd name="connsiteY61" fmla="*/ 1062037 h 1547812"/>
                    <a:gd name="connsiteX62" fmla="*/ 1173956 w 1188244"/>
                    <a:gd name="connsiteY62" fmla="*/ 1107281 h 1547812"/>
                    <a:gd name="connsiteX63" fmla="*/ 1169194 w 1188244"/>
                    <a:gd name="connsiteY63" fmla="*/ 1154906 h 1547812"/>
                    <a:gd name="connsiteX64" fmla="*/ 1185863 w 1188244"/>
                    <a:gd name="connsiteY64" fmla="*/ 1185862 h 1547812"/>
                    <a:gd name="connsiteX65" fmla="*/ 1176338 w 1188244"/>
                    <a:gd name="connsiteY65" fmla="*/ 1204912 h 1547812"/>
                    <a:gd name="connsiteX66" fmla="*/ 1183481 w 1188244"/>
                    <a:gd name="connsiteY66" fmla="*/ 1233487 h 1547812"/>
                    <a:gd name="connsiteX67" fmla="*/ 1176338 w 1188244"/>
                    <a:gd name="connsiteY67" fmla="*/ 1266825 h 1547812"/>
                    <a:gd name="connsiteX68" fmla="*/ 1126331 w 1188244"/>
                    <a:gd name="connsiteY68" fmla="*/ 1297781 h 1547812"/>
                    <a:gd name="connsiteX69" fmla="*/ 1076325 w 1188244"/>
                    <a:gd name="connsiteY69" fmla="*/ 1323975 h 1547812"/>
                    <a:gd name="connsiteX70" fmla="*/ 1050131 w 1188244"/>
                    <a:gd name="connsiteY70" fmla="*/ 1316831 h 1547812"/>
                    <a:gd name="connsiteX71" fmla="*/ 1047750 w 1188244"/>
                    <a:gd name="connsiteY71" fmla="*/ 1340643 h 1547812"/>
                    <a:gd name="connsiteX72" fmla="*/ 1069181 w 1188244"/>
                    <a:gd name="connsiteY72" fmla="*/ 1378743 h 1547812"/>
                    <a:gd name="connsiteX73" fmla="*/ 1064419 w 1188244"/>
                    <a:gd name="connsiteY73" fmla="*/ 1412081 h 1547812"/>
                    <a:gd name="connsiteX74" fmla="*/ 1031081 w 1188244"/>
                    <a:gd name="connsiteY74" fmla="*/ 1393031 h 1547812"/>
                    <a:gd name="connsiteX75" fmla="*/ 1012031 w 1188244"/>
                    <a:gd name="connsiteY75" fmla="*/ 1385887 h 1547812"/>
                    <a:gd name="connsiteX76" fmla="*/ 995363 w 1188244"/>
                    <a:gd name="connsiteY76" fmla="*/ 1385887 h 1547812"/>
                    <a:gd name="connsiteX77" fmla="*/ 969169 w 1188244"/>
                    <a:gd name="connsiteY77" fmla="*/ 1371600 h 1547812"/>
                    <a:gd name="connsiteX78" fmla="*/ 952500 w 1188244"/>
                    <a:gd name="connsiteY78" fmla="*/ 1381125 h 1547812"/>
                    <a:gd name="connsiteX79" fmla="*/ 916781 w 1188244"/>
                    <a:gd name="connsiteY79" fmla="*/ 1428750 h 1547812"/>
                    <a:gd name="connsiteX80" fmla="*/ 909638 w 1188244"/>
                    <a:gd name="connsiteY80" fmla="*/ 1447800 h 1547812"/>
                    <a:gd name="connsiteX81" fmla="*/ 909638 w 1188244"/>
                    <a:gd name="connsiteY81" fmla="*/ 1471612 h 1547812"/>
                    <a:gd name="connsiteX82" fmla="*/ 921544 w 1188244"/>
                    <a:gd name="connsiteY82" fmla="*/ 1500187 h 1547812"/>
                    <a:gd name="connsiteX83" fmla="*/ 871538 w 1188244"/>
                    <a:gd name="connsiteY83" fmla="*/ 1547812 h 1547812"/>
                    <a:gd name="connsiteX84" fmla="*/ 859631 w 1188244"/>
                    <a:gd name="connsiteY84" fmla="*/ 1526381 h 1547812"/>
                    <a:gd name="connsiteX85" fmla="*/ 809625 w 1188244"/>
                    <a:gd name="connsiteY85" fmla="*/ 1497805 h 1547812"/>
                    <a:gd name="connsiteX86" fmla="*/ 783431 w 1188244"/>
                    <a:gd name="connsiteY86" fmla="*/ 1473993 h 1547812"/>
                    <a:gd name="connsiteX87" fmla="*/ 735806 w 1188244"/>
                    <a:gd name="connsiteY87" fmla="*/ 1469231 h 1547812"/>
                    <a:gd name="connsiteX88" fmla="*/ 728663 w 1188244"/>
                    <a:gd name="connsiteY88" fmla="*/ 1459706 h 1547812"/>
                    <a:gd name="connsiteX89" fmla="*/ 697706 w 1188244"/>
                    <a:gd name="connsiteY89" fmla="*/ 1473993 h 1547812"/>
                    <a:gd name="connsiteX90" fmla="*/ 697706 w 1188244"/>
                    <a:gd name="connsiteY90" fmla="*/ 1502568 h 1547812"/>
                    <a:gd name="connsiteX91" fmla="*/ 647700 w 1188244"/>
                    <a:gd name="connsiteY91" fmla="*/ 1516856 h 1547812"/>
                    <a:gd name="connsiteX92" fmla="*/ 619125 w 1188244"/>
                    <a:gd name="connsiteY92" fmla="*/ 1495425 h 1547812"/>
                    <a:gd name="connsiteX93" fmla="*/ 611981 w 1188244"/>
                    <a:gd name="connsiteY93" fmla="*/ 1490662 h 1547812"/>
                    <a:gd name="connsiteX94" fmla="*/ 671513 w 1188244"/>
                    <a:gd name="connsiteY94" fmla="*/ 1471612 h 1547812"/>
                    <a:gd name="connsiteX95" fmla="*/ 702469 w 1188244"/>
                    <a:gd name="connsiteY95" fmla="*/ 1435893 h 1547812"/>
                    <a:gd name="connsiteX96" fmla="*/ 720620 w 1188244"/>
                    <a:gd name="connsiteY96" fmla="*/ 1397576 h 1547812"/>
                    <a:gd name="connsiteX97" fmla="*/ 719138 w 1188244"/>
                    <a:gd name="connsiteY97" fmla="*/ 1397793 h 1547812"/>
                    <a:gd name="connsiteX98" fmla="*/ 728663 w 1188244"/>
                    <a:gd name="connsiteY98" fmla="*/ 1378743 h 1547812"/>
                    <a:gd name="connsiteX99" fmla="*/ 728663 w 1188244"/>
                    <a:gd name="connsiteY99" fmla="*/ 1357312 h 1547812"/>
                    <a:gd name="connsiteX100" fmla="*/ 731044 w 1188244"/>
                    <a:gd name="connsiteY100" fmla="*/ 1302543 h 1547812"/>
                    <a:gd name="connsiteX101" fmla="*/ 714375 w 1188244"/>
                    <a:gd name="connsiteY101" fmla="*/ 1266825 h 1547812"/>
                    <a:gd name="connsiteX102" fmla="*/ 723900 w 1188244"/>
                    <a:gd name="connsiteY102" fmla="*/ 1266825 h 1547812"/>
                    <a:gd name="connsiteX103" fmla="*/ 726281 w 1188244"/>
                    <a:gd name="connsiteY103" fmla="*/ 1247775 h 1547812"/>
                    <a:gd name="connsiteX104" fmla="*/ 721519 w 1188244"/>
                    <a:gd name="connsiteY104" fmla="*/ 1219200 h 1547812"/>
                    <a:gd name="connsiteX105" fmla="*/ 697706 w 1188244"/>
                    <a:gd name="connsiteY105" fmla="*/ 1219200 h 1547812"/>
                    <a:gd name="connsiteX106" fmla="*/ 678656 w 1188244"/>
                    <a:gd name="connsiteY106" fmla="*/ 1207293 h 1547812"/>
                    <a:gd name="connsiteX107" fmla="*/ 669131 w 1188244"/>
                    <a:gd name="connsiteY107" fmla="*/ 1166812 h 1547812"/>
                    <a:gd name="connsiteX108" fmla="*/ 659606 w 1188244"/>
                    <a:gd name="connsiteY108" fmla="*/ 1133475 h 1547812"/>
                    <a:gd name="connsiteX109" fmla="*/ 638175 w 1188244"/>
                    <a:gd name="connsiteY109" fmla="*/ 1128712 h 1547812"/>
                    <a:gd name="connsiteX110" fmla="*/ 619125 w 1188244"/>
                    <a:gd name="connsiteY110" fmla="*/ 1128712 h 1547812"/>
                    <a:gd name="connsiteX111" fmla="*/ 571500 w 1188244"/>
                    <a:gd name="connsiteY111" fmla="*/ 1116806 h 1547812"/>
                    <a:gd name="connsiteX112" fmla="*/ 531019 w 1188244"/>
                    <a:gd name="connsiteY112" fmla="*/ 1102518 h 1547812"/>
                    <a:gd name="connsiteX113" fmla="*/ 500063 w 1188244"/>
                    <a:gd name="connsiteY113" fmla="*/ 1100137 h 1547812"/>
                    <a:gd name="connsiteX114" fmla="*/ 485775 w 1188244"/>
                    <a:gd name="connsiteY114" fmla="*/ 1088231 h 1547812"/>
                    <a:gd name="connsiteX115" fmla="*/ 469106 w 1188244"/>
                    <a:gd name="connsiteY115" fmla="*/ 1047750 h 1547812"/>
                    <a:gd name="connsiteX116" fmla="*/ 450056 w 1188244"/>
                    <a:gd name="connsiteY116" fmla="*/ 1026318 h 1547812"/>
                    <a:gd name="connsiteX117" fmla="*/ 423863 w 1188244"/>
                    <a:gd name="connsiteY117" fmla="*/ 1007268 h 1547812"/>
                    <a:gd name="connsiteX118" fmla="*/ 407194 w 1188244"/>
                    <a:gd name="connsiteY118" fmla="*/ 1016793 h 1547812"/>
                    <a:gd name="connsiteX119" fmla="*/ 385763 w 1188244"/>
                    <a:gd name="connsiteY119" fmla="*/ 1016793 h 1547812"/>
                    <a:gd name="connsiteX120" fmla="*/ 364331 w 1188244"/>
                    <a:gd name="connsiteY120" fmla="*/ 1000125 h 1547812"/>
                    <a:gd name="connsiteX121" fmla="*/ 328613 w 1188244"/>
                    <a:gd name="connsiteY121" fmla="*/ 1000125 h 1547812"/>
                    <a:gd name="connsiteX122" fmla="*/ 316706 w 1188244"/>
                    <a:gd name="connsiteY122" fmla="*/ 973931 h 1547812"/>
                    <a:gd name="connsiteX123" fmla="*/ 316706 w 1188244"/>
                    <a:gd name="connsiteY123" fmla="*/ 950118 h 1547812"/>
                    <a:gd name="connsiteX124" fmla="*/ 321469 w 1188244"/>
                    <a:gd name="connsiteY124" fmla="*/ 931068 h 1547812"/>
                    <a:gd name="connsiteX125" fmla="*/ 326231 w 1188244"/>
                    <a:gd name="connsiteY125" fmla="*/ 897731 h 1547812"/>
                    <a:gd name="connsiteX126" fmla="*/ 321469 w 1188244"/>
                    <a:gd name="connsiteY126" fmla="*/ 847725 h 1547812"/>
                    <a:gd name="connsiteX127" fmla="*/ 297656 w 1188244"/>
                    <a:gd name="connsiteY127" fmla="*/ 842962 h 1547812"/>
                    <a:gd name="connsiteX128" fmla="*/ 280988 w 1188244"/>
                    <a:gd name="connsiteY128" fmla="*/ 859631 h 1547812"/>
                    <a:gd name="connsiteX129" fmla="*/ 245269 w 1188244"/>
                    <a:gd name="connsiteY129" fmla="*/ 859631 h 1547812"/>
                    <a:gd name="connsiteX130" fmla="*/ 209550 w 1188244"/>
                    <a:gd name="connsiteY130" fmla="*/ 850106 h 1547812"/>
                    <a:gd name="connsiteX131" fmla="*/ 171450 w 1188244"/>
                    <a:gd name="connsiteY131" fmla="*/ 847725 h 1547812"/>
                    <a:gd name="connsiteX132" fmla="*/ 173831 w 1188244"/>
                    <a:gd name="connsiteY132" fmla="*/ 826293 h 1547812"/>
                    <a:gd name="connsiteX133" fmla="*/ 188119 w 1188244"/>
                    <a:gd name="connsiteY133" fmla="*/ 812006 h 1547812"/>
                    <a:gd name="connsiteX134" fmla="*/ 190500 w 1188244"/>
                    <a:gd name="connsiteY134" fmla="*/ 792956 h 1547812"/>
                    <a:gd name="connsiteX135" fmla="*/ 154781 w 1188244"/>
                    <a:gd name="connsiteY135" fmla="*/ 745331 h 1547812"/>
                    <a:gd name="connsiteX136" fmla="*/ 130969 w 1188244"/>
                    <a:gd name="connsiteY136" fmla="*/ 745331 h 1547812"/>
                    <a:gd name="connsiteX137" fmla="*/ 114300 w 1188244"/>
                    <a:gd name="connsiteY137" fmla="*/ 766762 h 1547812"/>
                    <a:gd name="connsiteX138" fmla="*/ 97631 w 1188244"/>
                    <a:gd name="connsiteY138" fmla="*/ 754856 h 1547812"/>
                    <a:gd name="connsiteX139" fmla="*/ 78581 w 1188244"/>
                    <a:gd name="connsiteY139" fmla="*/ 745331 h 1547812"/>
                    <a:gd name="connsiteX140" fmla="*/ 59531 w 1188244"/>
                    <a:gd name="connsiteY140" fmla="*/ 738187 h 1547812"/>
                    <a:gd name="connsiteX141" fmla="*/ 40481 w 1188244"/>
                    <a:gd name="connsiteY141" fmla="*/ 721518 h 1547812"/>
                    <a:gd name="connsiteX142" fmla="*/ 26194 w 1188244"/>
                    <a:gd name="connsiteY142" fmla="*/ 678656 h 1547812"/>
                    <a:gd name="connsiteX143" fmla="*/ 0 w 1188244"/>
                    <a:gd name="connsiteY143" fmla="*/ 669131 h 1547812"/>
                    <a:gd name="connsiteX144" fmla="*/ 19050 w 1188244"/>
                    <a:gd name="connsiteY144" fmla="*/ 635793 h 1547812"/>
                    <a:gd name="connsiteX145" fmla="*/ 19050 w 1188244"/>
                    <a:gd name="connsiteY145" fmla="*/ 592931 h 1547812"/>
                    <a:gd name="connsiteX146" fmla="*/ 11906 w 1188244"/>
                    <a:gd name="connsiteY146" fmla="*/ 573881 h 1547812"/>
                    <a:gd name="connsiteX147" fmla="*/ 14288 w 1188244"/>
                    <a:gd name="connsiteY147" fmla="*/ 547687 h 1547812"/>
                    <a:gd name="connsiteX148" fmla="*/ 26194 w 1188244"/>
                    <a:gd name="connsiteY148" fmla="*/ 528637 h 1547812"/>
                    <a:gd name="connsiteX149" fmla="*/ 26194 w 1188244"/>
                    <a:gd name="connsiteY149" fmla="*/ 519112 h 1547812"/>
                    <a:gd name="connsiteX150" fmla="*/ 21431 w 1188244"/>
                    <a:gd name="connsiteY150" fmla="*/ 497681 h 1547812"/>
                    <a:gd name="connsiteX151" fmla="*/ 42863 w 1188244"/>
                    <a:gd name="connsiteY151" fmla="*/ 481012 h 1547812"/>
                    <a:gd name="connsiteX152" fmla="*/ 42863 w 1188244"/>
                    <a:gd name="connsiteY152" fmla="*/ 457200 h 1547812"/>
                    <a:gd name="connsiteX153" fmla="*/ 30956 w 1188244"/>
                    <a:gd name="connsiteY153" fmla="*/ 438150 h 1547812"/>
                    <a:gd name="connsiteX154" fmla="*/ 54769 w 1188244"/>
                    <a:gd name="connsiteY154" fmla="*/ 421481 h 1547812"/>
                    <a:gd name="connsiteX155" fmla="*/ 69056 w 1188244"/>
                    <a:gd name="connsiteY155" fmla="*/ 400050 h 1547812"/>
                    <a:gd name="connsiteX156" fmla="*/ 59531 w 1188244"/>
                    <a:gd name="connsiteY156" fmla="*/ 369094 h 1547812"/>
                    <a:gd name="connsiteX157" fmla="*/ 45244 w 1188244"/>
                    <a:gd name="connsiteY157" fmla="*/ 357187 h 1547812"/>
                    <a:gd name="connsiteX158" fmla="*/ 40481 w 1188244"/>
                    <a:gd name="connsiteY158" fmla="*/ 342900 h 1547812"/>
                    <a:gd name="connsiteX159" fmla="*/ 64294 w 1188244"/>
                    <a:gd name="connsiteY159" fmla="*/ 338137 h 1547812"/>
                    <a:gd name="connsiteX160" fmla="*/ 100013 w 1188244"/>
                    <a:gd name="connsiteY160" fmla="*/ 319087 h 1547812"/>
                    <a:gd name="connsiteX161" fmla="*/ 104775 w 1188244"/>
                    <a:gd name="connsiteY161" fmla="*/ 300037 h 1547812"/>
                    <a:gd name="connsiteX162" fmla="*/ 92869 w 1188244"/>
                    <a:gd name="connsiteY162" fmla="*/ 283368 h 1547812"/>
                    <a:gd name="connsiteX163" fmla="*/ 90488 w 1188244"/>
                    <a:gd name="connsiteY163" fmla="*/ 273843 h 1547812"/>
                    <a:gd name="connsiteX164" fmla="*/ 102394 w 1188244"/>
                    <a:gd name="connsiteY164" fmla="*/ 266700 h 1547812"/>
                    <a:gd name="connsiteX165" fmla="*/ 121444 w 1188244"/>
                    <a:gd name="connsiteY165" fmla="*/ 254793 h 1547812"/>
                    <a:gd name="connsiteX166" fmla="*/ 119063 w 1188244"/>
                    <a:gd name="connsiteY166" fmla="*/ 245268 h 1547812"/>
                    <a:gd name="connsiteX167" fmla="*/ 133350 w 1188244"/>
                    <a:gd name="connsiteY167" fmla="*/ 230981 h 1547812"/>
                    <a:gd name="connsiteX168" fmla="*/ 138113 w 1188244"/>
                    <a:gd name="connsiteY168" fmla="*/ 209550 h 1547812"/>
                    <a:gd name="connsiteX169" fmla="*/ 150019 w 1188244"/>
                    <a:gd name="connsiteY169" fmla="*/ 214312 h 1547812"/>
                    <a:gd name="connsiteX170" fmla="*/ 166688 w 1188244"/>
                    <a:gd name="connsiteY170" fmla="*/ 197643 h 1547812"/>
                    <a:gd name="connsiteX171" fmla="*/ 190500 w 1188244"/>
                    <a:gd name="connsiteY171" fmla="*/ 202406 h 1547812"/>
                    <a:gd name="connsiteX172" fmla="*/ 202406 w 1188244"/>
                    <a:gd name="connsiteY172" fmla="*/ 197643 h 1547812"/>
                    <a:gd name="connsiteX173" fmla="*/ 223838 w 1188244"/>
                    <a:gd name="connsiteY173" fmla="*/ 190500 h 1547812"/>
                    <a:gd name="connsiteX174" fmla="*/ 257175 w 1188244"/>
                    <a:gd name="connsiteY174" fmla="*/ 159543 h 1547812"/>
                    <a:gd name="connsiteX175" fmla="*/ 288131 w 1188244"/>
                    <a:gd name="connsiteY175" fmla="*/ 157162 h 1547812"/>
                    <a:gd name="connsiteX176" fmla="*/ 307181 w 1188244"/>
                    <a:gd name="connsiteY176" fmla="*/ 130968 h 1547812"/>
                    <a:gd name="connsiteX177" fmla="*/ 326231 w 1188244"/>
                    <a:gd name="connsiteY177" fmla="*/ 130968 h 1547812"/>
                    <a:gd name="connsiteX178" fmla="*/ 347663 w 1188244"/>
                    <a:gd name="connsiteY178" fmla="*/ 116681 h 1547812"/>
                    <a:gd name="connsiteX179" fmla="*/ 347663 w 1188244"/>
                    <a:gd name="connsiteY179" fmla="*/ 88106 h 1547812"/>
                    <a:gd name="connsiteX180" fmla="*/ 364331 w 1188244"/>
                    <a:gd name="connsiteY180" fmla="*/ 80962 h 1547812"/>
                    <a:gd name="connsiteX181" fmla="*/ 390525 w 1188244"/>
                    <a:gd name="connsiteY181" fmla="*/ 57150 h 1547812"/>
                    <a:gd name="connsiteX182" fmla="*/ 395288 w 1188244"/>
                    <a:gd name="connsiteY182" fmla="*/ 35718 h 1547812"/>
                    <a:gd name="connsiteX183" fmla="*/ 416719 w 1188244"/>
                    <a:gd name="connsiteY183" fmla="*/ 14287 h 1547812"/>
                    <a:gd name="connsiteX184" fmla="*/ 419100 w 1188244"/>
                    <a:gd name="connsiteY184" fmla="*/ 23812 h 1547812"/>
                    <a:gd name="connsiteX185" fmla="*/ 435769 w 1188244"/>
                    <a:gd name="connsiteY185" fmla="*/ 35718 h 1547812"/>
                    <a:gd name="connsiteX186" fmla="*/ 452438 w 1188244"/>
                    <a:gd name="connsiteY186" fmla="*/ 38100 h 1547812"/>
                    <a:gd name="connsiteX187" fmla="*/ 471488 w 1188244"/>
                    <a:gd name="connsiteY187" fmla="*/ 38100 h 1547812"/>
                    <a:gd name="connsiteX188" fmla="*/ 490538 w 1188244"/>
                    <a:gd name="connsiteY188" fmla="*/ 16668 h 1547812"/>
                    <a:gd name="connsiteX189" fmla="*/ 502444 w 1188244"/>
                    <a:gd name="connsiteY189" fmla="*/ 19050 h 1547812"/>
                    <a:gd name="connsiteX190" fmla="*/ 519113 w 1188244"/>
                    <a:gd name="connsiteY190" fmla="*/ 14287 h 1547812"/>
                    <a:gd name="connsiteX191" fmla="*/ 538163 w 1188244"/>
                    <a:gd name="connsiteY191" fmla="*/ 2381 h 1547812"/>
                    <a:gd name="connsiteX192" fmla="*/ 538426 w 1188244"/>
                    <a:gd name="connsiteY192" fmla="*/ 3833 h 1547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Lst>
                  <a:rect l="l" t="t" r="r" b="b"/>
                  <a:pathLst>
                    <a:path w="1188244" h="1547812">
                      <a:moveTo>
                        <a:pt x="540544" y="0"/>
                      </a:moveTo>
                      <a:lnTo>
                        <a:pt x="559594" y="19050"/>
                      </a:lnTo>
                      <a:lnTo>
                        <a:pt x="595313" y="54768"/>
                      </a:lnTo>
                      <a:lnTo>
                        <a:pt x="611981" y="88106"/>
                      </a:lnTo>
                      <a:lnTo>
                        <a:pt x="633413" y="100012"/>
                      </a:lnTo>
                      <a:lnTo>
                        <a:pt x="642938" y="100012"/>
                      </a:lnTo>
                      <a:lnTo>
                        <a:pt x="657225" y="111918"/>
                      </a:lnTo>
                      <a:lnTo>
                        <a:pt x="685800" y="102393"/>
                      </a:lnTo>
                      <a:lnTo>
                        <a:pt x="702469" y="107156"/>
                      </a:lnTo>
                      <a:lnTo>
                        <a:pt x="711994" y="130968"/>
                      </a:lnTo>
                      <a:lnTo>
                        <a:pt x="723900" y="150018"/>
                      </a:lnTo>
                      <a:lnTo>
                        <a:pt x="745331" y="152400"/>
                      </a:lnTo>
                      <a:lnTo>
                        <a:pt x="754856" y="164306"/>
                      </a:lnTo>
                      <a:lnTo>
                        <a:pt x="738188" y="173831"/>
                      </a:lnTo>
                      <a:lnTo>
                        <a:pt x="742950" y="197643"/>
                      </a:lnTo>
                      <a:lnTo>
                        <a:pt x="771525" y="221456"/>
                      </a:lnTo>
                      <a:lnTo>
                        <a:pt x="797719" y="235743"/>
                      </a:lnTo>
                      <a:lnTo>
                        <a:pt x="821531" y="242887"/>
                      </a:lnTo>
                      <a:lnTo>
                        <a:pt x="819150" y="278606"/>
                      </a:lnTo>
                      <a:lnTo>
                        <a:pt x="809625" y="314325"/>
                      </a:lnTo>
                      <a:lnTo>
                        <a:pt x="788194" y="338137"/>
                      </a:lnTo>
                      <a:lnTo>
                        <a:pt x="773906" y="347662"/>
                      </a:lnTo>
                      <a:lnTo>
                        <a:pt x="762000" y="390525"/>
                      </a:lnTo>
                      <a:lnTo>
                        <a:pt x="759619" y="431006"/>
                      </a:lnTo>
                      <a:lnTo>
                        <a:pt x="762000" y="461962"/>
                      </a:lnTo>
                      <a:lnTo>
                        <a:pt x="776288" y="492918"/>
                      </a:lnTo>
                      <a:lnTo>
                        <a:pt x="790575" y="521493"/>
                      </a:lnTo>
                      <a:lnTo>
                        <a:pt x="790575" y="554831"/>
                      </a:lnTo>
                      <a:lnTo>
                        <a:pt x="769144" y="564356"/>
                      </a:lnTo>
                      <a:lnTo>
                        <a:pt x="742950" y="588168"/>
                      </a:lnTo>
                      <a:lnTo>
                        <a:pt x="754856" y="633412"/>
                      </a:lnTo>
                      <a:lnTo>
                        <a:pt x="766763" y="752475"/>
                      </a:lnTo>
                      <a:lnTo>
                        <a:pt x="757238" y="785812"/>
                      </a:lnTo>
                      <a:lnTo>
                        <a:pt x="719138" y="831056"/>
                      </a:lnTo>
                      <a:lnTo>
                        <a:pt x="714375" y="864393"/>
                      </a:lnTo>
                      <a:lnTo>
                        <a:pt x="733425" y="881062"/>
                      </a:lnTo>
                      <a:lnTo>
                        <a:pt x="752475" y="914400"/>
                      </a:lnTo>
                      <a:lnTo>
                        <a:pt x="788194" y="909637"/>
                      </a:lnTo>
                      <a:lnTo>
                        <a:pt x="821531" y="892968"/>
                      </a:lnTo>
                      <a:lnTo>
                        <a:pt x="864394" y="897731"/>
                      </a:lnTo>
                      <a:lnTo>
                        <a:pt x="892969" y="878681"/>
                      </a:lnTo>
                      <a:lnTo>
                        <a:pt x="923925" y="919162"/>
                      </a:lnTo>
                      <a:lnTo>
                        <a:pt x="950119" y="919162"/>
                      </a:lnTo>
                      <a:lnTo>
                        <a:pt x="969169" y="890587"/>
                      </a:lnTo>
                      <a:lnTo>
                        <a:pt x="966788" y="866775"/>
                      </a:lnTo>
                      <a:lnTo>
                        <a:pt x="950119" y="840581"/>
                      </a:lnTo>
                      <a:lnTo>
                        <a:pt x="959644" y="838200"/>
                      </a:lnTo>
                      <a:lnTo>
                        <a:pt x="988219" y="840581"/>
                      </a:lnTo>
                      <a:lnTo>
                        <a:pt x="1016794" y="828675"/>
                      </a:lnTo>
                      <a:lnTo>
                        <a:pt x="1042988" y="852487"/>
                      </a:lnTo>
                      <a:lnTo>
                        <a:pt x="1047750" y="881062"/>
                      </a:lnTo>
                      <a:lnTo>
                        <a:pt x="1073944" y="907256"/>
                      </a:lnTo>
                      <a:lnTo>
                        <a:pt x="1083469" y="907256"/>
                      </a:lnTo>
                      <a:lnTo>
                        <a:pt x="1095375" y="952500"/>
                      </a:lnTo>
                      <a:lnTo>
                        <a:pt x="1116806" y="964406"/>
                      </a:lnTo>
                      <a:lnTo>
                        <a:pt x="1145381" y="950118"/>
                      </a:lnTo>
                      <a:lnTo>
                        <a:pt x="1159669" y="945356"/>
                      </a:lnTo>
                      <a:lnTo>
                        <a:pt x="1164431" y="957262"/>
                      </a:lnTo>
                      <a:lnTo>
                        <a:pt x="1140619" y="981075"/>
                      </a:lnTo>
                      <a:lnTo>
                        <a:pt x="1143000" y="997743"/>
                      </a:lnTo>
                      <a:lnTo>
                        <a:pt x="1166813" y="1031081"/>
                      </a:lnTo>
                      <a:lnTo>
                        <a:pt x="1188244" y="1062037"/>
                      </a:lnTo>
                      <a:lnTo>
                        <a:pt x="1173956" y="1107281"/>
                      </a:lnTo>
                      <a:lnTo>
                        <a:pt x="1169194" y="1154906"/>
                      </a:lnTo>
                      <a:lnTo>
                        <a:pt x="1185863" y="1185862"/>
                      </a:lnTo>
                      <a:lnTo>
                        <a:pt x="1176338" y="1204912"/>
                      </a:lnTo>
                      <a:lnTo>
                        <a:pt x="1183481" y="1233487"/>
                      </a:lnTo>
                      <a:lnTo>
                        <a:pt x="1176338" y="1266825"/>
                      </a:lnTo>
                      <a:lnTo>
                        <a:pt x="1126331" y="1297781"/>
                      </a:lnTo>
                      <a:lnTo>
                        <a:pt x="1076325" y="1323975"/>
                      </a:lnTo>
                      <a:lnTo>
                        <a:pt x="1050131" y="1316831"/>
                      </a:lnTo>
                      <a:lnTo>
                        <a:pt x="1047750" y="1340643"/>
                      </a:lnTo>
                      <a:lnTo>
                        <a:pt x="1069181" y="1378743"/>
                      </a:lnTo>
                      <a:lnTo>
                        <a:pt x="1064419" y="1412081"/>
                      </a:lnTo>
                      <a:lnTo>
                        <a:pt x="1031081" y="1393031"/>
                      </a:lnTo>
                      <a:lnTo>
                        <a:pt x="1012031" y="1385887"/>
                      </a:lnTo>
                      <a:lnTo>
                        <a:pt x="995363" y="1385887"/>
                      </a:lnTo>
                      <a:lnTo>
                        <a:pt x="969169" y="1371600"/>
                      </a:lnTo>
                      <a:lnTo>
                        <a:pt x="952500" y="1381125"/>
                      </a:lnTo>
                      <a:lnTo>
                        <a:pt x="916781" y="1428750"/>
                      </a:lnTo>
                      <a:lnTo>
                        <a:pt x="909638" y="1447800"/>
                      </a:lnTo>
                      <a:lnTo>
                        <a:pt x="909638" y="1471612"/>
                      </a:lnTo>
                      <a:lnTo>
                        <a:pt x="921544" y="1500187"/>
                      </a:lnTo>
                      <a:lnTo>
                        <a:pt x="871538" y="1547812"/>
                      </a:lnTo>
                      <a:lnTo>
                        <a:pt x="859631" y="1526381"/>
                      </a:lnTo>
                      <a:lnTo>
                        <a:pt x="809625" y="1497805"/>
                      </a:lnTo>
                      <a:lnTo>
                        <a:pt x="783431" y="1473993"/>
                      </a:lnTo>
                      <a:lnTo>
                        <a:pt x="735806" y="1469231"/>
                      </a:lnTo>
                      <a:lnTo>
                        <a:pt x="728663" y="1459706"/>
                      </a:lnTo>
                      <a:lnTo>
                        <a:pt x="697706" y="1473993"/>
                      </a:lnTo>
                      <a:lnTo>
                        <a:pt x="697706" y="1502568"/>
                      </a:lnTo>
                      <a:lnTo>
                        <a:pt x="647700" y="1516856"/>
                      </a:lnTo>
                      <a:lnTo>
                        <a:pt x="619125" y="1495425"/>
                      </a:lnTo>
                      <a:lnTo>
                        <a:pt x="611981" y="1490662"/>
                      </a:lnTo>
                      <a:lnTo>
                        <a:pt x="671513" y="1471612"/>
                      </a:lnTo>
                      <a:lnTo>
                        <a:pt x="702469" y="1435893"/>
                      </a:lnTo>
                      <a:lnTo>
                        <a:pt x="720620" y="1397576"/>
                      </a:lnTo>
                      <a:lnTo>
                        <a:pt x="719138" y="1397793"/>
                      </a:lnTo>
                      <a:lnTo>
                        <a:pt x="728663" y="1378743"/>
                      </a:lnTo>
                      <a:lnTo>
                        <a:pt x="728663" y="1357312"/>
                      </a:lnTo>
                      <a:cubicBezTo>
                        <a:pt x="729457" y="1339056"/>
                        <a:pt x="730250" y="1320799"/>
                        <a:pt x="731044" y="1302543"/>
                      </a:cubicBezTo>
                      <a:lnTo>
                        <a:pt x="714375" y="1266825"/>
                      </a:lnTo>
                      <a:lnTo>
                        <a:pt x="723900" y="1266825"/>
                      </a:lnTo>
                      <a:lnTo>
                        <a:pt x="726281" y="1247775"/>
                      </a:lnTo>
                      <a:lnTo>
                        <a:pt x="721519" y="1219200"/>
                      </a:lnTo>
                      <a:lnTo>
                        <a:pt x="697706" y="1219200"/>
                      </a:lnTo>
                      <a:lnTo>
                        <a:pt x="678656" y="1207293"/>
                      </a:lnTo>
                      <a:lnTo>
                        <a:pt x="669131" y="1166812"/>
                      </a:lnTo>
                      <a:lnTo>
                        <a:pt x="659606" y="1133475"/>
                      </a:lnTo>
                      <a:lnTo>
                        <a:pt x="638175" y="1128712"/>
                      </a:lnTo>
                      <a:lnTo>
                        <a:pt x="619125" y="1128712"/>
                      </a:lnTo>
                      <a:lnTo>
                        <a:pt x="571500" y="1116806"/>
                      </a:lnTo>
                      <a:lnTo>
                        <a:pt x="531019" y="1102518"/>
                      </a:lnTo>
                      <a:lnTo>
                        <a:pt x="500063" y="1100137"/>
                      </a:lnTo>
                      <a:lnTo>
                        <a:pt x="485775" y="1088231"/>
                      </a:lnTo>
                      <a:lnTo>
                        <a:pt x="469106" y="1047750"/>
                      </a:lnTo>
                      <a:lnTo>
                        <a:pt x="450056" y="1026318"/>
                      </a:lnTo>
                      <a:lnTo>
                        <a:pt x="423863" y="1007268"/>
                      </a:lnTo>
                      <a:lnTo>
                        <a:pt x="407194" y="1016793"/>
                      </a:lnTo>
                      <a:lnTo>
                        <a:pt x="385763" y="1016793"/>
                      </a:lnTo>
                      <a:lnTo>
                        <a:pt x="364331" y="1000125"/>
                      </a:lnTo>
                      <a:lnTo>
                        <a:pt x="328613" y="1000125"/>
                      </a:lnTo>
                      <a:lnTo>
                        <a:pt x="316706" y="973931"/>
                      </a:lnTo>
                      <a:lnTo>
                        <a:pt x="316706" y="950118"/>
                      </a:lnTo>
                      <a:lnTo>
                        <a:pt x="321469" y="931068"/>
                      </a:lnTo>
                      <a:lnTo>
                        <a:pt x="326231" y="897731"/>
                      </a:lnTo>
                      <a:lnTo>
                        <a:pt x="321469" y="847725"/>
                      </a:lnTo>
                      <a:lnTo>
                        <a:pt x="297656" y="842962"/>
                      </a:lnTo>
                      <a:lnTo>
                        <a:pt x="280988" y="859631"/>
                      </a:lnTo>
                      <a:lnTo>
                        <a:pt x="245269" y="859631"/>
                      </a:lnTo>
                      <a:lnTo>
                        <a:pt x="209550" y="850106"/>
                      </a:lnTo>
                      <a:lnTo>
                        <a:pt x="171450" y="847725"/>
                      </a:lnTo>
                      <a:lnTo>
                        <a:pt x="173831" y="826293"/>
                      </a:lnTo>
                      <a:lnTo>
                        <a:pt x="188119" y="812006"/>
                      </a:lnTo>
                      <a:lnTo>
                        <a:pt x="190500" y="792956"/>
                      </a:lnTo>
                      <a:lnTo>
                        <a:pt x="154781" y="745331"/>
                      </a:lnTo>
                      <a:lnTo>
                        <a:pt x="130969" y="745331"/>
                      </a:lnTo>
                      <a:lnTo>
                        <a:pt x="114300" y="766762"/>
                      </a:lnTo>
                      <a:lnTo>
                        <a:pt x="97631" y="754856"/>
                      </a:lnTo>
                      <a:lnTo>
                        <a:pt x="78581" y="745331"/>
                      </a:lnTo>
                      <a:lnTo>
                        <a:pt x="59531" y="738187"/>
                      </a:lnTo>
                      <a:lnTo>
                        <a:pt x="40481" y="721518"/>
                      </a:lnTo>
                      <a:lnTo>
                        <a:pt x="26194" y="678656"/>
                      </a:lnTo>
                      <a:lnTo>
                        <a:pt x="0" y="669131"/>
                      </a:lnTo>
                      <a:lnTo>
                        <a:pt x="19050" y="635793"/>
                      </a:lnTo>
                      <a:lnTo>
                        <a:pt x="19050" y="592931"/>
                      </a:lnTo>
                      <a:lnTo>
                        <a:pt x="11906" y="573881"/>
                      </a:lnTo>
                      <a:lnTo>
                        <a:pt x="14288" y="547687"/>
                      </a:lnTo>
                      <a:lnTo>
                        <a:pt x="26194" y="528637"/>
                      </a:lnTo>
                      <a:lnTo>
                        <a:pt x="26194" y="519112"/>
                      </a:lnTo>
                      <a:lnTo>
                        <a:pt x="21431" y="497681"/>
                      </a:lnTo>
                      <a:lnTo>
                        <a:pt x="42863" y="481012"/>
                      </a:lnTo>
                      <a:lnTo>
                        <a:pt x="42863" y="457200"/>
                      </a:lnTo>
                      <a:lnTo>
                        <a:pt x="30956" y="438150"/>
                      </a:lnTo>
                      <a:lnTo>
                        <a:pt x="54769" y="421481"/>
                      </a:lnTo>
                      <a:lnTo>
                        <a:pt x="69056" y="400050"/>
                      </a:lnTo>
                      <a:lnTo>
                        <a:pt x="59531" y="369094"/>
                      </a:lnTo>
                      <a:lnTo>
                        <a:pt x="45244" y="357187"/>
                      </a:lnTo>
                      <a:cubicBezTo>
                        <a:pt x="43656" y="352425"/>
                        <a:pt x="37306" y="346075"/>
                        <a:pt x="40481" y="342900"/>
                      </a:cubicBezTo>
                      <a:cubicBezTo>
                        <a:pt x="43656" y="339725"/>
                        <a:pt x="56356" y="339725"/>
                        <a:pt x="64294" y="338137"/>
                      </a:cubicBezTo>
                      <a:lnTo>
                        <a:pt x="100013" y="319087"/>
                      </a:lnTo>
                      <a:lnTo>
                        <a:pt x="104775" y="300037"/>
                      </a:lnTo>
                      <a:lnTo>
                        <a:pt x="92869" y="283368"/>
                      </a:lnTo>
                      <a:lnTo>
                        <a:pt x="90488" y="273843"/>
                      </a:lnTo>
                      <a:lnTo>
                        <a:pt x="102394" y="266700"/>
                      </a:lnTo>
                      <a:lnTo>
                        <a:pt x="121444" y="254793"/>
                      </a:lnTo>
                      <a:lnTo>
                        <a:pt x="119063" y="245268"/>
                      </a:lnTo>
                      <a:lnTo>
                        <a:pt x="133350" y="230981"/>
                      </a:lnTo>
                      <a:lnTo>
                        <a:pt x="138113" y="209550"/>
                      </a:lnTo>
                      <a:lnTo>
                        <a:pt x="150019" y="214312"/>
                      </a:lnTo>
                      <a:lnTo>
                        <a:pt x="166688" y="197643"/>
                      </a:lnTo>
                      <a:lnTo>
                        <a:pt x="190500" y="202406"/>
                      </a:lnTo>
                      <a:lnTo>
                        <a:pt x="202406" y="197643"/>
                      </a:lnTo>
                      <a:lnTo>
                        <a:pt x="223838" y="190500"/>
                      </a:lnTo>
                      <a:lnTo>
                        <a:pt x="257175" y="159543"/>
                      </a:lnTo>
                      <a:lnTo>
                        <a:pt x="288131" y="157162"/>
                      </a:lnTo>
                      <a:lnTo>
                        <a:pt x="307181" y="130968"/>
                      </a:lnTo>
                      <a:lnTo>
                        <a:pt x="326231" y="130968"/>
                      </a:lnTo>
                      <a:lnTo>
                        <a:pt x="347663" y="116681"/>
                      </a:lnTo>
                      <a:lnTo>
                        <a:pt x="347663" y="88106"/>
                      </a:lnTo>
                      <a:lnTo>
                        <a:pt x="364331" y="80962"/>
                      </a:lnTo>
                      <a:lnTo>
                        <a:pt x="390525" y="57150"/>
                      </a:lnTo>
                      <a:lnTo>
                        <a:pt x="395288" y="35718"/>
                      </a:lnTo>
                      <a:lnTo>
                        <a:pt x="416719" y="14287"/>
                      </a:lnTo>
                      <a:lnTo>
                        <a:pt x="419100" y="23812"/>
                      </a:lnTo>
                      <a:lnTo>
                        <a:pt x="435769" y="35718"/>
                      </a:lnTo>
                      <a:lnTo>
                        <a:pt x="452438" y="38100"/>
                      </a:lnTo>
                      <a:lnTo>
                        <a:pt x="471488" y="38100"/>
                      </a:lnTo>
                      <a:lnTo>
                        <a:pt x="490538" y="16668"/>
                      </a:lnTo>
                      <a:lnTo>
                        <a:pt x="502444" y="19050"/>
                      </a:lnTo>
                      <a:lnTo>
                        <a:pt x="519113" y="14287"/>
                      </a:lnTo>
                      <a:lnTo>
                        <a:pt x="538163" y="2381"/>
                      </a:lnTo>
                      <a:lnTo>
                        <a:pt x="538426" y="3833"/>
                      </a:lnTo>
                      <a:close/>
                    </a:path>
                  </a:pathLst>
                </a:cu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700">
                    <a:ln>
                      <a:solidFill>
                        <a:schemeClr val="accent1">
                          <a:alpha val="0"/>
                        </a:schemeClr>
                      </a:solidFill>
                    </a:ln>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28" name="용인시">
                  <a:extLst>
                    <a:ext uri="{FF2B5EF4-FFF2-40B4-BE49-F238E27FC236}">
                      <a16:creationId xmlns:a16="http://schemas.microsoft.com/office/drawing/2014/main" id="{B842B8E5-3F19-3E96-220D-9432FFD4CF0B}"/>
                    </a:ext>
                  </a:extLst>
                </p:cNvPr>
                <p:cNvSpPr/>
                <p:nvPr/>
              </p:nvSpPr>
              <p:spPr>
                <a:xfrm>
                  <a:off x="4819647" y="4286257"/>
                  <a:ext cx="1564482" cy="1371603"/>
                </a:xfrm>
                <a:custGeom>
                  <a:avLst/>
                  <a:gdLst>
                    <a:gd name="connsiteX0" fmla="*/ 35719 w 1564481"/>
                    <a:gd name="connsiteY0" fmla="*/ 0 h 1371600"/>
                    <a:gd name="connsiteX1" fmla="*/ 80963 w 1564481"/>
                    <a:gd name="connsiteY1" fmla="*/ 14288 h 1371600"/>
                    <a:gd name="connsiteX2" fmla="*/ 109538 w 1564481"/>
                    <a:gd name="connsiteY2" fmla="*/ 38100 h 1371600"/>
                    <a:gd name="connsiteX3" fmla="*/ 114300 w 1564481"/>
                    <a:gd name="connsiteY3" fmla="*/ 61913 h 1371600"/>
                    <a:gd name="connsiteX4" fmla="*/ 135731 w 1564481"/>
                    <a:gd name="connsiteY4" fmla="*/ 64294 h 1371600"/>
                    <a:gd name="connsiteX5" fmla="*/ 152400 w 1564481"/>
                    <a:gd name="connsiteY5" fmla="*/ 57150 h 1371600"/>
                    <a:gd name="connsiteX6" fmla="*/ 188119 w 1564481"/>
                    <a:gd name="connsiteY6" fmla="*/ 76200 h 1371600"/>
                    <a:gd name="connsiteX7" fmla="*/ 204788 w 1564481"/>
                    <a:gd name="connsiteY7" fmla="*/ 109538 h 1371600"/>
                    <a:gd name="connsiteX8" fmla="*/ 233363 w 1564481"/>
                    <a:gd name="connsiteY8" fmla="*/ 111919 h 1371600"/>
                    <a:gd name="connsiteX9" fmla="*/ 247650 w 1564481"/>
                    <a:gd name="connsiteY9" fmla="*/ 109538 h 1371600"/>
                    <a:gd name="connsiteX10" fmla="*/ 290513 w 1564481"/>
                    <a:gd name="connsiteY10" fmla="*/ 138113 h 1371600"/>
                    <a:gd name="connsiteX11" fmla="*/ 311944 w 1564481"/>
                    <a:gd name="connsiteY11" fmla="*/ 157163 h 1371600"/>
                    <a:gd name="connsiteX12" fmla="*/ 345281 w 1564481"/>
                    <a:gd name="connsiteY12" fmla="*/ 188119 h 1371600"/>
                    <a:gd name="connsiteX13" fmla="*/ 392906 w 1564481"/>
                    <a:gd name="connsiteY13" fmla="*/ 183356 h 1371600"/>
                    <a:gd name="connsiteX14" fmla="*/ 428625 w 1564481"/>
                    <a:gd name="connsiteY14" fmla="*/ 166688 h 1371600"/>
                    <a:gd name="connsiteX15" fmla="*/ 454819 w 1564481"/>
                    <a:gd name="connsiteY15" fmla="*/ 166688 h 1371600"/>
                    <a:gd name="connsiteX16" fmla="*/ 477494 w 1564481"/>
                    <a:gd name="connsiteY16" fmla="*/ 173903 h 1371600"/>
                    <a:gd name="connsiteX17" fmla="*/ 533400 w 1564481"/>
                    <a:gd name="connsiteY17" fmla="*/ 152401 h 1371600"/>
                    <a:gd name="connsiteX18" fmla="*/ 547688 w 1564481"/>
                    <a:gd name="connsiteY18" fmla="*/ 135732 h 1371600"/>
                    <a:gd name="connsiteX19" fmla="*/ 583406 w 1564481"/>
                    <a:gd name="connsiteY19" fmla="*/ 140494 h 1371600"/>
                    <a:gd name="connsiteX20" fmla="*/ 614363 w 1564481"/>
                    <a:gd name="connsiteY20" fmla="*/ 135732 h 1371600"/>
                    <a:gd name="connsiteX21" fmla="*/ 640556 w 1564481"/>
                    <a:gd name="connsiteY21" fmla="*/ 133350 h 1371600"/>
                    <a:gd name="connsiteX22" fmla="*/ 659606 w 1564481"/>
                    <a:gd name="connsiteY22" fmla="*/ 123825 h 1371600"/>
                    <a:gd name="connsiteX23" fmla="*/ 676275 w 1564481"/>
                    <a:gd name="connsiteY23" fmla="*/ 140494 h 1371600"/>
                    <a:gd name="connsiteX24" fmla="*/ 666750 w 1564481"/>
                    <a:gd name="connsiteY24" fmla="*/ 159544 h 1371600"/>
                    <a:gd name="connsiteX25" fmla="*/ 671513 w 1564481"/>
                    <a:gd name="connsiteY25" fmla="*/ 188119 h 1371600"/>
                    <a:gd name="connsiteX26" fmla="*/ 692944 w 1564481"/>
                    <a:gd name="connsiteY26" fmla="*/ 211931 h 1371600"/>
                    <a:gd name="connsiteX27" fmla="*/ 726281 w 1564481"/>
                    <a:gd name="connsiteY27" fmla="*/ 200025 h 1371600"/>
                    <a:gd name="connsiteX28" fmla="*/ 757238 w 1564481"/>
                    <a:gd name="connsiteY28" fmla="*/ 161925 h 1371600"/>
                    <a:gd name="connsiteX29" fmla="*/ 781050 w 1564481"/>
                    <a:gd name="connsiteY29" fmla="*/ 128588 h 1371600"/>
                    <a:gd name="connsiteX30" fmla="*/ 790575 w 1564481"/>
                    <a:gd name="connsiteY30" fmla="*/ 109538 h 1371600"/>
                    <a:gd name="connsiteX31" fmla="*/ 771525 w 1564481"/>
                    <a:gd name="connsiteY31" fmla="*/ 83344 h 1371600"/>
                    <a:gd name="connsiteX32" fmla="*/ 800100 w 1564481"/>
                    <a:gd name="connsiteY32" fmla="*/ 78581 h 1371600"/>
                    <a:gd name="connsiteX33" fmla="*/ 816769 w 1564481"/>
                    <a:gd name="connsiteY33" fmla="*/ 64294 h 1371600"/>
                    <a:gd name="connsiteX34" fmla="*/ 840581 w 1564481"/>
                    <a:gd name="connsiteY34" fmla="*/ 90488 h 1371600"/>
                    <a:gd name="connsiteX35" fmla="*/ 864394 w 1564481"/>
                    <a:gd name="connsiteY35" fmla="*/ 85725 h 1371600"/>
                    <a:gd name="connsiteX36" fmla="*/ 883444 w 1564481"/>
                    <a:gd name="connsiteY36" fmla="*/ 85725 h 1371600"/>
                    <a:gd name="connsiteX37" fmla="*/ 912019 w 1564481"/>
                    <a:gd name="connsiteY37" fmla="*/ 109538 h 1371600"/>
                    <a:gd name="connsiteX38" fmla="*/ 931069 w 1564481"/>
                    <a:gd name="connsiteY38" fmla="*/ 114300 h 1371600"/>
                    <a:gd name="connsiteX39" fmla="*/ 935831 w 1564481"/>
                    <a:gd name="connsiteY39" fmla="*/ 140494 h 1371600"/>
                    <a:gd name="connsiteX40" fmla="*/ 966788 w 1564481"/>
                    <a:gd name="connsiteY40" fmla="*/ 152400 h 1371600"/>
                    <a:gd name="connsiteX41" fmla="*/ 1004888 w 1564481"/>
                    <a:gd name="connsiteY41" fmla="*/ 128588 h 1371600"/>
                    <a:gd name="connsiteX42" fmla="*/ 1012031 w 1564481"/>
                    <a:gd name="connsiteY42" fmla="*/ 133350 h 1371600"/>
                    <a:gd name="connsiteX43" fmla="*/ 1019175 w 1564481"/>
                    <a:gd name="connsiteY43" fmla="*/ 159544 h 1371600"/>
                    <a:gd name="connsiteX44" fmla="*/ 997744 w 1564481"/>
                    <a:gd name="connsiteY44" fmla="*/ 190500 h 1371600"/>
                    <a:gd name="connsiteX45" fmla="*/ 1002506 w 1564481"/>
                    <a:gd name="connsiteY45" fmla="*/ 204788 h 1371600"/>
                    <a:gd name="connsiteX46" fmla="*/ 1012031 w 1564481"/>
                    <a:gd name="connsiteY46" fmla="*/ 221456 h 1371600"/>
                    <a:gd name="connsiteX47" fmla="*/ 1014413 w 1564481"/>
                    <a:gd name="connsiteY47" fmla="*/ 273844 h 1371600"/>
                    <a:gd name="connsiteX48" fmla="*/ 997744 w 1564481"/>
                    <a:gd name="connsiteY48" fmla="*/ 302419 h 1371600"/>
                    <a:gd name="connsiteX49" fmla="*/ 1000125 w 1564481"/>
                    <a:gd name="connsiteY49" fmla="*/ 330994 h 1371600"/>
                    <a:gd name="connsiteX50" fmla="*/ 1002506 w 1564481"/>
                    <a:gd name="connsiteY50" fmla="*/ 359569 h 1371600"/>
                    <a:gd name="connsiteX51" fmla="*/ 1000125 w 1564481"/>
                    <a:gd name="connsiteY51" fmla="*/ 385763 h 1371600"/>
                    <a:gd name="connsiteX52" fmla="*/ 992981 w 1564481"/>
                    <a:gd name="connsiteY52" fmla="*/ 407194 h 1371600"/>
                    <a:gd name="connsiteX53" fmla="*/ 1004888 w 1564481"/>
                    <a:gd name="connsiteY53" fmla="*/ 431006 h 1371600"/>
                    <a:gd name="connsiteX54" fmla="*/ 988219 w 1564481"/>
                    <a:gd name="connsiteY54" fmla="*/ 459581 h 1371600"/>
                    <a:gd name="connsiteX55" fmla="*/ 988219 w 1564481"/>
                    <a:gd name="connsiteY55" fmla="*/ 481013 h 1371600"/>
                    <a:gd name="connsiteX56" fmla="*/ 1023938 w 1564481"/>
                    <a:gd name="connsiteY56" fmla="*/ 500063 h 1371600"/>
                    <a:gd name="connsiteX57" fmla="*/ 1057275 w 1564481"/>
                    <a:gd name="connsiteY57" fmla="*/ 492919 h 1371600"/>
                    <a:gd name="connsiteX58" fmla="*/ 1066800 w 1564481"/>
                    <a:gd name="connsiteY58" fmla="*/ 514350 h 1371600"/>
                    <a:gd name="connsiteX59" fmla="*/ 1081088 w 1564481"/>
                    <a:gd name="connsiteY59" fmla="*/ 514350 h 1371600"/>
                    <a:gd name="connsiteX60" fmla="*/ 1095375 w 1564481"/>
                    <a:gd name="connsiteY60" fmla="*/ 507206 h 1371600"/>
                    <a:gd name="connsiteX61" fmla="*/ 1104900 w 1564481"/>
                    <a:gd name="connsiteY61" fmla="*/ 488156 h 1371600"/>
                    <a:gd name="connsiteX62" fmla="*/ 1128713 w 1564481"/>
                    <a:gd name="connsiteY62" fmla="*/ 476250 h 1371600"/>
                    <a:gd name="connsiteX63" fmla="*/ 1157288 w 1564481"/>
                    <a:gd name="connsiteY63" fmla="*/ 473869 h 1371600"/>
                    <a:gd name="connsiteX64" fmla="*/ 1171575 w 1564481"/>
                    <a:gd name="connsiteY64" fmla="*/ 473869 h 1371600"/>
                    <a:gd name="connsiteX65" fmla="*/ 1193006 w 1564481"/>
                    <a:gd name="connsiteY65" fmla="*/ 485775 h 1371600"/>
                    <a:gd name="connsiteX66" fmla="*/ 1212056 w 1564481"/>
                    <a:gd name="connsiteY66" fmla="*/ 495300 h 1371600"/>
                    <a:gd name="connsiteX67" fmla="*/ 1223962 w 1564481"/>
                    <a:gd name="connsiteY67" fmla="*/ 509588 h 1371600"/>
                    <a:gd name="connsiteX68" fmla="*/ 1228725 w 1564481"/>
                    <a:gd name="connsiteY68" fmla="*/ 519113 h 1371600"/>
                    <a:gd name="connsiteX69" fmla="*/ 1216819 w 1564481"/>
                    <a:gd name="connsiteY69" fmla="*/ 531019 h 1371600"/>
                    <a:gd name="connsiteX70" fmla="*/ 1209675 w 1564481"/>
                    <a:gd name="connsiteY70" fmla="*/ 550069 h 1371600"/>
                    <a:gd name="connsiteX71" fmla="*/ 1209675 w 1564481"/>
                    <a:gd name="connsiteY71" fmla="*/ 566738 h 1371600"/>
                    <a:gd name="connsiteX72" fmla="*/ 1193006 w 1564481"/>
                    <a:gd name="connsiteY72" fmla="*/ 607219 h 1371600"/>
                    <a:gd name="connsiteX73" fmla="*/ 1200150 w 1564481"/>
                    <a:gd name="connsiteY73" fmla="*/ 631031 h 1371600"/>
                    <a:gd name="connsiteX74" fmla="*/ 1209675 w 1564481"/>
                    <a:gd name="connsiteY74" fmla="*/ 661988 h 1371600"/>
                    <a:gd name="connsiteX75" fmla="*/ 1207294 w 1564481"/>
                    <a:gd name="connsiteY75" fmla="*/ 685800 h 1371600"/>
                    <a:gd name="connsiteX76" fmla="*/ 1188244 w 1564481"/>
                    <a:gd name="connsiteY76" fmla="*/ 714375 h 1371600"/>
                    <a:gd name="connsiteX77" fmla="*/ 1195388 w 1564481"/>
                    <a:gd name="connsiteY77" fmla="*/ 745331 h 1371600"/>
                    <a:gd name="connsiteX78" fmla="*/ 1216819 w 1564481"/>
                    <a:gd name="connsiteY78" fmla="*/ 750094 h 1371600"/>
                    <a:gd name="connsiteX79" fmla="*/ 1238250 w 1564481"/>
                    <a:gd name="connsiteY79" fmla="*/ 792956 h 1371600"/>
                    <a:gd name="connsiteX80" fmla="*/ 1264444 w 1564481"/>
                    <a:gd name="connsiteY80" fmla="*/ 812006 h 1371600"/>
                    <a:gd name="connsiteX81" fmla="*/ 1309688 w 1564481"/>
                    <a:gd name="connsiteY81" fmla="*/ 833438 h 1371600"/>
                    <a:gd name="connsiteX82" fmla="*/ 1335881 w 1564481"/>
                    <a:gd name="connsiteY82" fmla="*/ 838200 h 1371600"/>
                    <a:gd name="connsiteX83" fmla="*/ 1347788 w 1564481"/>
                    <a:gd name="connsiteY83" fmla="*/ 823913 h 1371600"/>
                    <a:gd name="connsiteX84" fmla="*/ 1354931 w 1564481"/>
                    <a:gd name="connsiteY84" fmla="*/ 819150 h 1371600"/>
                    <a:gd name="connsiteX85" fmla="*/ 1378744 w 1564481"/>
                    <a:gd name="connsiteY85" fmla="*/ 847725 h 1371600"/>
                    <a:gd name="connsiteX86" fmla="*/ 1366838 w 1564481"/>
                    <a:gd name="connsiteY86" fmla="*/ 871538 h 1371600"/>
                    <a:gd name="connsiteX87" fmla="*/ 1359695 w 1564481"/>
                    <a:gd name="connsiteY87" fmla="*/ 897731 h 1371600"/>
                    <a:gd name="connsiteX88" fmla="*/ 1378744 w 1564481"/>
                    <a:gd name="connsiteY88" fmla="*/ 919163 h 1371600"/>
                    <a:gd name="connsiteX89" fmla="*/ 1450181 w 1564481"/>
                    <a:gd name="connsiteY89" fmla="*/ 933450 h 1371600"/>
                    <a:gd name="connsiteX90" fmla="*/ 1485900 w 1564481"/>
                    <a:gd name="connsiteY90" fmla="*/ 935831 h 1371600"/>
                    <a:gd name="connsiteX91" fmla="*/ 1512094 w 1564481"/>
                    <a:gd name="connsiteY91" fmla="*/ 921544 h 1371600"/>
                    <a:gd name="connsiteX92" fmla="*/ 1519238 w 1564481"/>
                    <a:gd name="connsiteY92" fmla="*/ 928688 h 1371600"/>
                    <a:gd name="connsiteX93" fmla="*/ 1512094 w 1564481"/>
                    <a:gd name="connsiteY93" fmla="*/ 978694 h 1371600"/>
                    <a:gd name="connsiteX94" fmla="*/ 1507331 w 1564481"/>
                    <a:gd name="connsiteY94" fmla="*/ 1002506 h 1371600"/>
                    <a:gd name="connsiteX95" fmla="*/ 1509713 w 1564481"/>
                    <a:gd name="connsiteY95" fmla="*/ 1023938 h 1371600"/>
                    <a:gd name="connsiteX96" fmla="*/ 1514475 w 1564481"/>
                    <a:gd name="connsiteY96" fmla="*/ 1035844 h 1371600"/>
                    <a:gd name="connsiteX97" fmla="*/ 1507343 w 1564481"/>
                    <a:gd name="connsiteY97" fmla="*/ 1033591 h 1371600"/>
                    <a:gd name="connsiteX98" fmla="*/ 1509713 w 1564481"/>
                    <a:gd name="connsiteY98" fmla="*/ 1059656 h 1371600"/>
                    <a:gd name="connsiteX99" fmla="*/ 1533525 w 1564481"/>
                    <a:gd name="connsiteY99" fmla="*/ 1069181 h 1371600"/>
                    <a:gd name="connsiteX100" fmla="*/ 1550194 w 1564481"/>
                    <a:gd name="connsiteY100" fmla="*/ 1069181 h 1371600"/>
                    <a:gd name="connsiteX101" fmla="*/ 1562100 w 1564481"/>
                    <a:gd name="connsiteY101" fmla="*/ 1076325 h 1371600"/>
                    <a:gd name="connsiteX102" fmla="*/ 1564481 w 1564481"/>
                    <a:gd name="connsiteY102" fmla="*/ 1095375 h 1371600"/>
                    <a:gd name="connsiteX103" fmla="*/ 1562100 w 1564481"/>
                    <a:gd name="connsiteY103" fmla="*/ 1123950 h 1371600"/>
                    <a:gd name="connsiteX104" fmla="*/ 1554956 w 1564481"/>
                    <a:gd name="connsiteY104" fmla="*/ 1147763 h 1371600"/>
                    <a:gd name="connsiteX105" fmla="*/ 1550194 w 1564481"/>
                    <a:gd name="connsiteY105" fmla="*/ 1176338 h 1371600"/>
                    <a:gd name="connsiteX106" fmla="*/ 1526381 w 1564481"/>
                    <a:gd name="connsiteY106" fmla="*/ 1188244 h 1371600"/>
                    <a:gd name="connsiteX107" fmla="*/ 1507331 w 1564481"/>
                    <a:gd name="connsiteY107" fmla="*/ 1214438 h 1371600"/>
                    <a:gd name="connsiteX108" fmla="*/ 1519238 w 1564481"/>
                    <a:gd name="connsiteY108" fmla="*/ 1247775 h 1371600"/>
                    <a:gd name="connsiteX109" fmla="*/ 1545431 w 1564481"/>
                    <a:gd name="connsiteY109" fmla="*/ 1247775 h 1371600"/>
                    <a:gd name="connsiteX110" fmla="*/ 1564481 w 1564481"/>
                    <a:gd name="connsiteY110" fmla="*/ 1254919 h 1371600"/>
                    <a:gd name="connsiteX111" fmla="*/ 1554956 w 1564481"/>
                    <a:gd name="connsiteY111" fmla="*/ 1269206 h 1371600"/>
                    <a:gd name="connsiteX112" fmla="*/ 1543050 w 1564481"/>
                    <a:gd name="connsiteY112" fmla="*/ 1283494 h 1371600"/>
                    <a:gd name="connsiteX113" fmla="*/ 1554956 w 1564481"/>
                    <a:gd name="connsiteY113" fmla="*/ 1309688 h 1371600"/>
                    <a:gd name="connsiteX114" fmla="*/ 1528763 w 1564481"/>
                    <a:gd name="connsiteY114" fmla="*/ 1312069 h 1371600"/>
                    <a:gd name="connsiteX115" fmla="*/ 1533525 w 1564481"/>
                    <a:gd name="connsiteY115" fmla="*/ 1340644 h 1371600"/>
                    <a:gd name="connsiteX116" fmla="*/ 1526381 w 1564481"/>
                    <a:gd name="connsiteY116" fmla="*/ 1350169 h 1371600"/>
                    <a:gd name="connsiteX117" fmla="*/ 1504950 w 1564481"/>
                    <a:gd name="connsiteY117" fmla="*/ 1333500 h 1371600"/>
                    <a:gd name="connsiteX118" fmla="*/ 1488281 w 1564481"/>
                    <a:gd name="connsiteY118" fmla="*/ 1338263 h 1371600"/>
                    <a:gd name="connsiteX119" fmla="*/ 1485900 w 1564481"/>
                    <a:gd name="connsiteY119" fmla="*/ 1314450 h 1371600"/>
                    <a:gd name="connsiteX120" fmla="*/ 1473994 w 1564481"/>
                    <a:gd name="connsiteY120" fmla="*/ 1290638 h 1371600"/>
                    <a:gd name="connsiteX121" fmla="*/ 1457325 w 1564481"/>
                    <a:gd name="connsiteY121" fmla="*/ 1264444 h 1371600"/>
                    <a:gd name="connsiteX122" fmla="*/ 1428750 w 1564481"/>
                    <a:gd name="connsiteY122" fmla="*/ 1257300 h 1371600"/>
                    <a:gd name="connsiteX123" fmla="*/ 1407319 w 1564481"/>
                    <a:gd name="connsiteY123" fmla="*/ 1264444 h 1371600"/>
                    <a:gd name="connsiteX124" fmla="*/ 1376363 w 1564481"/>
                    <a:gd name="connsiteY124" fmla="*/ 1276350 h 1371600"/>
                    <a:gd name="connsiteX125" fmla="*/ 1331119 w 1564481"/>
                    <a:gd name="connsiteY125" fmla="*/ 1262063 h 1371600"/>
                    <a:gd name="connsiteX126" fmla="*/ 1300163 w 1564481"/>
                    <a:gd name="connsiteY126" fmla="*/ 1269206 h 1371600"/>
                    <a:gd name="connsiteX127" fmla="*/ 1281113 w 1564481"/>
                    <a:gd name="connsiteY127" fmla="*/ 1285875 h 1371600"/>
                    <a:gd name="connsiteX128" fmla="*/ 1262063 w 1564481"/>
                    <a:gd name="connsiteY128" fmla="*/ 1276350 h 1371600"/>
                    <a:gd name="connsiteX129" fmla="*/ 1257300 w 1564481"/>
                    <a:gd name="connsiteY129" fmla="*/ 1254919 h 1371600"/>
                    <a:gd name="connsiteX130" fmla="*/ 1233488 w 1564481"/>
                    <a:gd name="connsiteY130" fmla="*/ 1245394 h 1371600"/>
                    <a:gd name="connsiteX131" fmla="*/ 1214438 w 1564481"/>
                    <a:gd name="connsiteY131" fmla="*/ 1219200 h 1371600"/>
                    <a:gd name="connsiteX132" fmla="*/ 1200150 w 1564481"/>
                    <a:gd name="connsiteY132" fmla="*/ 1204913 h 1371600"/>
                    <a:gd name="connsiteX133" fmla="*/ 1176338 w 1564481"/>
                    <a:gd name="connsiteY133" fmla="*/ 1212056 h 1371600"/>
                    <a:gd name="connsiteX134" fmla="*/ 1159669 w 1564481"/>
                    <a:gd name="connsiteY134" fmla="*/ 1238250 h 1371600"/>
                    <a:gd name="connsiteX135" fmla="*/ 1143000 w 1564481"/>
                    <a:gd name="connsiteY135" fmla="*/ 1243013 h 1371600"/>
                    <a:gd name="connsiteX136" fmla="*/ 1121569 w 1564481"/>
                    <a:gd name="connsiteY136" fmla="*/ 1273969 h 1371600"/>
                    <a:gd name="connsiteX137" fmla="*/ 1095375 w 1564481"/>
                    <a:gd name="connsiteY137" fmla="*/ 1245394 h 1371600"/>
                    <a:gd name="connsiteX138" fmla="*/ 1092994 w 1564481"/>
                    <a:gd name="connsiteY138" fmla="*/ 1221581 h 1371600"/>
                    <a:gd name="connsiteX139" fmla="*/ 1073944 w 1564481"/>
                    <a:gd name="connsiteY139" fmla="*/ 1197769 h 1371600"/>
                    <a:gd name="connsiteX140" fmla="*/ 1052513 w 1564481"/>
                    <a:gd name="connsiteY140" fmla="*/ 1154906 h 1371600"/>
                    <a:gd name="connsiteX141" fmla="*/ 1026319 w 1564481"/>
                    <a:gd name="connsiteY141" fmla="*/ 1143000 h 1371600"/>
                    <a:gd name="connsiteX142" fmla="*/ 992981 w 1564481"/>
                    <a:gd name="connsiteY142" fmla="*/ 1138238 h 1371600"/>
                    <a:gd name="connsiteX143" fmla="*/ 985838 w 1564481"/>
                    <a:gd name="connsiteY143" fmla="*/ 1121569 h 1371600"/>
                    <a:gd name="connsiteX144" fmla="*/ 990600 w 1564481"/>
                    <a:gd name="connsiteY144" fmla="*/ 1097756 h 1371600"/>
                    <a:gd name="connsiteX145" fmla="*/ 976313 w 1564481"/>
                    <a:gd name="connsiteY145" fmla="*/ 1081088 h 1371600"/>
                    <a:gd name="connsiteX146" fmla="*/ 981075 w 1564481"/>
                    <a:gd name="connsiteY146" fmla="*/ 1045369 h 1371600"/>
                    <a:gd name="connsiteX147" fmla="*/ 962025 w 1564481"/>
                    <a:gd name="connsiteY147" fmla="*/ 1033463 h 1371600"/>
                    <a:gd name="connsiteX148" fmla="*/ 933450 w 1564481"/>
                    <a:gd name="connsiteY148" fmla="*/ 1035844 h 1371600"/>
                    <a:gd name="connsiteX149" fmla="*/ 916781 w 1564481"/>
                    <a:gd name="connsiteY149" fmla="*/ 1042988 h 1371600"/>
                    <a:gd name="connsiteX150" fmla="*/ 897731 w 1564481"/>
                    <a:gd name="connsiteY150" fmla="*/ 1069181 h 1371600"/>
                    <a:gd name="connsiteX151" fmla="*/ 881063 w 1564481"/>
                    <a:gd name="connsiteY151" fmla="*/ 1097756 h 1371600"/>
                    <a:gd name="connsiteX152" fmla="*/ 888206 w 1564481"/>
                    <a:gd name="connsiteY152" fmla="*/ 1123950 h 1371600"/>
                    <a:gd name="connsiteX153" fmla="*/ 869156 w 1564481"/>
                    <a:gd name="connsiteY153" fmla="*/ 1150144 h 1371600"/>
                    <a:gd name="connsiteX154" fmla="*/ 883444 w 1564481"/>
                    <a:gd name="connsiteY154" fmla="*/ 1171575 h 1371600"/>
                    <a:gd name="connsiteX155" fmla="*/ 878681 w 1564481"/>
                    <a:gd name="connsiteY155" fmla="*/ 1190625 h 1371600"/>
                    <a:gd name="connsiteX156" fmla="*/ 840581 w 1564481"/>
                    <a:gd name="connsiteY156" fmla="*/ 1193006 h 1371600"/>
                    <a:gd name="connsiteX157" fmla="*/ 821531 w 1564481"/>
                    <a:gd name="connsiteY157" fmla="*/ 1214438 h 1371600"/>
                    <a:gd name="connsiteX158" fmla="*/ 800100 w 1564481"/>
                    <a:gd name="connsiteY158" fmla="*/ 1216819 h 1371600"/>
                    <a:gd name="connsiteX159" fmla="*/ 781050 w 1564481"/>
                    <a:gd name="connsiteY159" fmla="*/ 1235869 h 1371600"/>
                    <a:gd name="connsiteX160" fmla="*/ 754856 w 1564481"/>
                    <a:gd name="connsiteY160" fmla="*/ 1245394 h 1371600"/>
                    <a:gd name="connsiteX161" fmla="*/ 733425 w 1564481"/>
                    <a:gd name="connsiteY161" fmla="*/ 1238250 h 1371600"/>
                    <a:gd name="connsiteX162" fmla="*/ 709613 w 1564481"/>
                    <a:gd name="connsiteY162" fmla="*/ 1252538 h 1371600"/>
                    <a:gd name="connsiteX163" fmla="*/ 714375 w 1564481"/>
                    <a:gd name="connsiteY163" fmla="*/ 1285875 h 1371600"/>
                    <a:gd name="connsiteX164" fmla="*/ 690563 w 1564481"/>
                    <a:gd name="connsiteY164" fmla="*/ 1302544 h 1371600"/>
                    <a:gd name="connsiteX165" fmla="*/ 673894 w 1564481"/>
                    <a:gd name="connsiteY165" fmla="*/ 1338263 h 1371600"/>
                    <a:gd name="connsiteX166" fmla="*/ 631031 w 1564481"/>
                    <a:gd name="connsiteY166" fmla="*/ 1371600 h 1371600"/>
                    <a:gd name="connsiteX167" fmla="*/ 604838 w 1564481"/>
                    <a:gd name="connsiteY167" fmla="*/ 1354931 h 1371600"/>
                    <a:gd name="connsiteX168" fmla="*/ 581025 w 1564481"/>
                    <a:gd name="connsiteY168" fmla="*/ 1366838 h 1371600"/>
                    <a:gd name="connsiteX169" fmla="*/ 554831 w 1564481"/>
                    <a:gd name="connsiteY169" fmla="*/ 1354931 h 1371600"/>
                    <a:gd name="connsiteX170" fmla="*/ 523875 w 1564481"/>
                    <a:gd name="connsiteY170" fmla="*/ 1345406 h 1371600"/>
                    <a:gd name="connsiteX171" fmla="*/ 495300 w 1564481"/>
                    <a:gd name="connsiteY171" fmla="*/ 1338263 h 1371600"/>
                    <a:gd name="connsiteX172" fmla="*/ 461963 w 1564481"/>
                    <a:gd name="connsiteY172" fmla="*/ 1359694 h 1371600"/>
                    <a:gd name="connsiteX173" fmla="*/ 452438 w 1564481"/>
                    <a:gd name="connsiteY173" fmla="*/ 1352550 h 1371600"/>
                    <a:gd name="connsiteX174" fmla="*/ 438150 w 1564481"/>
                    <a:gd name="connsiteY174" fmla="*/ 1338263 h 1371600"/>
                    <a:gd name="connsiteX175" fmla="*/ 407194 w 1564481"/>
                    <a:gd name="connsiteY175" fmla="*/ 1350169 h 1371600"/>
                    <a:gd name="connsiteX176" fmla="*/ 397669 w 1564481"/>
                    <a:gd name="connsiteY176" fmla="*/ 1333500 h 1371600"/>
                    <a:gd name="connsiteX177" fmla="*/ 378619 w 1564481"/>
                    <a:gd name="connsiteY177" fmla="*/ 1271588 h 1371600"/>
                    <a:gd name="connsiteX178" fmla="*/ 359569 w 1564481"/>
                    <a:gd name="connsiteY178" fmla="*/ 1228725 h 1371600"/>
                    <a:gd name="connsiteX179" fmla="*/ 352425 w 1564481"/>
                    <a:gd name="connsiteY179" fmla="*/ 1207294 h 1371600"/>
                    <a:gd name="connsiteX180" fmla="*/ 369094 w 1564481"/>
                    <a:gd name="connsiteY180" fmla="*/ 1190625 h 1371600"/>
                    <a:gd name="connsiteX181" fmla="*/ 390525 w 1564481"/>
                    <a:gd name="connsiteY181" fmla="*/ 1190625 h 1371600"/>
                    <a:gd name="connsiteX182" fmla="*/ 404813 w 1564481"/>
                    <a:gd name="connsiteY182" fmla="*/ 1154906 h 1371600"/>
                    <a:gd name="connsiteX183" fmla="*/ 402431 w 1564481"/>
                    <a:gd name="connsiteY183" fmla="*/ 1133475 h 1371600"/>
                    <a:gd name="connsiteX184" fmla="*/ 402431 w 1564481"/>
                    <a:gd name="connsiteY184" fmla="*/ 1114425 h 1371600"/>
                    <a:gd name="connsiteX185" fmla="*/ 428625 w 1564481"/>
                    <a:gd name="connsiteY185" fmla="*/ 1102519 h 1371600"/>
                    <a:gd name="connsiteX186" fmla="*/ 440531 w 1564481"/>
                    <a:gd name="connsiteY186" fmla="*/ 1071563 h 1371600"/>
                    <a:gd name="connsiteX187" fmla="*/ 438150 w 1564481"/>
                    <a:gd name="connsiteY187" fmla="*/ 1050131 h 1371600"/>
                    <a:gd name="connsiteX188" fmla="*/ 428625 w 1564481"/>
                    <a:gd name="connsiteY188" fmla="*/ 1028700 h 1371600"/>
                    <a:gd name="connsiteX189" fmla="*/ 447675 w 1564481"/>
                    <a:gd name="connsiteY189" fmla="*/ 1002506 h 1371600"/>
                    <a:gd name="connsiteX190" fmla="*/ 457200 w 1564481"/>
                    <a:gd name="connsiteY190" fmla="*/ 997744 h 1371600"/>
                    <a:gd name="connsiteX191" fmla="*/ 490538 w 1564481"/>
                    <a:gd name="connsiteY191" fmla="*/ 995363 h 1371600"/>
                    <a:gd name="connsiteX192" fmla="*/ 514350 w 1564481"/>
                    <a:gd name="connsiteY192" fmla="*/ 981075 h 1371600"/>
                    <a:gd name="connsiteX193" fmla="*/ 526256 w 1564481"/>
                    <a:gd name="connsiteY193" fmla="*/ 964406 h 1371600"/>
                    <a:gd name="connsiteX194" fmla="*/ 554831 w 1564481"/>
                    <a:gd name="connsiteY194" fmla="*/ 942975 h 1371600"/>
                    <a:gd name="connsiteX195" fmla="*/ 557213 w 1564481"/>
                    <a:gd name="connsiteY195" fmla="*/ 921544 h 1371600"/>
                    <a:gd name="connsiteX196" fmla="*/ 557213 w 1564481"/>
                    <a:gd name="connsiteY196" fmla="*/ 883444 h 1371600"/>
                    <a:gd name="connsiteX197" fmla="*/ 554831 w 1564481"/>
                    <a:gd name="connsiteY197" fmla="*/ 854869 h 1371600"/>
                    <a:gd name="connsiteX198" fmla="*/ 528638 w 1564481"/>
                    <a:gd name="connsiteY198" fmla="*/ 831056 h 1371600"/>
                    <a:gd name="connsiteX199" fmla="*/ 542925 w 1564481"/>
                    <a:gd name="connsiteY199" fmla="*/ 807244 h 1371600"/>
                    <a:gd name="connsiteX200" fmla="*/ 538163 w 1564481"/>
                    <a:gd name="connsiteY200" fmla="*/ 778669 h 1371600"/>
                    <a:gd name="connsiteX201" fmla="*/ 521494 w 1564481"/>
                    <a:gd name="connsiteY201" fmla="*/ 757238 h 1371600"/>
                    <a:gd name="connsiteX202" fmla="*/ 516731 w 1564481"/>
                    <a:gd name="connsiteY202" fmla="*/ 731044 h 1371600"/>
                    <a:gd name="connsiteX203" fmla="*/ 517420 w 1564481"/>
                    <a:gd name="connsiteY203" fmla="*/ 730183 h 1371600"/>
                    <a:gd name="connsiteX204" fmla="*/ 488156 w 1564481"/>
                    <a:gd name="connsiteY204" fmla="*/ 726281 h 1371600"/>
                    <a:gd name="connsiteX205" fmla="*/ 447675 w 1564481"/>
                    <a:gd name="connsiteY205" fmla="*/ 750094 h 1371600"/>
                    <a:gd name="connsiteX206" fmla="*/ 423863 w 1564481"/>
                    <a:gd name="connsiteY206" fmla="*/ 723900 h 1371600"/>
                    <a:gd name="connsiteX207" fmla="*/ 361950 w 1564481"/>
                    <a:gd name="connsiteY207" fmla="*/ 726281 h 1371600"/>
                    <a:gd name="connsiteX208" fmla="*/ 300038 w 1564481"/>
                    <a:gd name="connsiteY208" fmla="*/ 721519 h 1371600"/>
                    <a:gd name="connsiteX209" fmla="*/ 261938 w 1564481"/>
                    <a:gd name="connsiteY209" fmla="*/ 742950 h 1371600"/>
                    <a:gd name="connsiteX210" fmla="*/ 221456 w 1564481"/>
                    <a:gd name="connsiteY210" fmla="*/ 707231 h 1371600"/>
                    <a:gd name="connsiteX211" fmla="*/ 219075 w 1564481"/>
                    <a:gd name="connsiteY211" fmla="*/ 681038 h 1371600"/>
                    <a:gd name="connsiteX212" fmla="*/ 197644 w 1564481"/>
                    <a:gd name="connsiteY212" fmla="*/ 685800 h 1371600"/>
                    <a:gd name="connsiteX213" fmla="*/ 183356 w 1564481"/>
                    <a:gd name="connsiteY213" fmla="*/ 642938 h 1371600"/>
                    <a:gd name="connsiteX214" fmla="*/ 190500 w 1564481"/>
                    <a:gd name="connsiteY214" fmla="*/ 616744 h 1371600"/>
                    <a:gd name="connsiteX215" fmla="*/ 230981 w 1564481"/>
                    <a:gd name="connsiteY215" fmla="*/ 614363 h 1371600"/>
                    <a:gd name="connsiteX216" fmla="*/ 245269 w 1564481"/>
                    <a:gd name="connsiteY216" fmla="*/ 590550 h 1371600"/>
                    <a:gd name="connsiteX217" fmla="*/ 257175 w 1564481"/>
                    <a:gd name="connsiteY217" fmla="*/ 535781 h 1371600"/>
                    <a:gd name="connsiteX218" fmla="*/ 264319 w 1564481"/>
                    <a:gd name="connsiteY218" fmla="*/ 507206 h 1371600"/>
                    <a:gd name="connsiteX219" fmla="*/ 247650 w 1564481"/>
                    <a:gd name="connsiteY219" fmla="*/ 476250 h 1371600"/>
                    <a:gd name="connsiteX220" fmla="*/ 226219 w 1564481"/>
                    <a:gd name="connsiteY220" fmla="*/ 495300 h 1371600"/>
                    <a:gd name="connsiteX221" fmla="*/ 195263 w 1564481"/>
                    <a:gd name="connsiteY221" fmla="*/ 495300 h 1371600"/>
                    <a:gd name="connsiteX222" fmla="*/ 183356 w 1564481"/>
                    <a:gd name="connsiteY222" fmla="*/ 471488 h 1371600"/>
                    <a:gd name="connsiteX223" fmla="*/ 211931 w 1564481"/>
                    <a:gd name="connsiteY223" fmla="*/ 438150 h 1371600"/>
                    <a:gd name="connsiteX224" fmla="*/ 252413 w 1564481"/>
                    <a:gd name="connsiteY224" fmla="*/ 426244 h 1371600"/>
                    <a:gd name="connsiteX225" fmla="*/ 269081 w 1564481"/>
                    <a:gd name="connsiteY225" fmla="*/ 400050 h 1371600"/>
                    <a:gd name="connsiteX226" fmla="*/ 271463 w 1564481"/>
                    <a:gd name="connsiteY226" fmla="*/ 361950 h 1371600"/>
                    <a:gd name="connsiteX227" fmla="*/ 274908 w 1564481"/>
                    <a:gd name="connsiteY227" fmla="*/ 346791 h 1371600"/>
                    <a:gd name="connsiteX228" fmla="*/ 250031 w 1564481"/>
                    <a:gd name="connsiteY228" fmla="*/ 338138 h 1371600"/>
                    <a:gd name="connsiteX229" fmla="*/ 219075 w 1564481"/>
                    <a:gd name="connsiteY229" fmla="*/ 354806 h 1371600"/>
                    <a:gd name="connsiteX230" fmla="*/ 190500 w 1564481"/>
                    <a:gd name="connsiteY230" fmla="*/ 338138 h 1371600"/>
                    <a:gd name="connsiteX231" fmla="*/ 169069 w 1564481"/>
                    <a:gd name="connsiteY231" fmla="*/ 369094 h 1371600"/>
                    <a:gd name="connsiteX232" fmla="*/ 152400 w 1564481"/>
                    <a:gd name="connsiteY232" fmla="*/ 359569 h 1371600"/>
                    <a:gd name="connsiteX233" fmla="*/ 154781 w 1564481"/>
                    <a:gd name="connsiteY233" fmla="*/ 330994 h 1371600"/>
                    <a:gd name="connsiteX234" fmla="*/ 171450 w 1564481"/>
                    <a:gd name="connsiteY234" fmla="*/ 300038 h 1371600"/>
                    <a:gd name="connsiteX235" fmla="*/ 154781 w 1564481"/>
                    <a:gd name="connsiteY235" fmla="*/ 266700 h 1371600"/>
                    <a:gd name="connsiteX236" fmla="*/ 135731 w 1564481"/>
                    <a:gd name="connsiteY236" fmla="*/ 245269 h 1371600"/>
                    <a:gd name="connsiteX237" fmla="*/ 109538 w 1564481"/>
                    <a:gd name="connsiteY237" fmla="*/ 250031 h 1371600"/>
                    <a:gd name="connsiteX238" fmla="*/ 78581 w 1564481"/>
                    <a:gd name="connsiteY238" fmla="*/ 230981 h 1371600"/>
                    <a:gd name="connsiteX239" fmla="*/ 69056 w 1564481"/>
                    <a:gd name="connsiteY239" fmla="*/ 197644 h 1371600"/>
                    <a:gd name="connsiteX240" fmla="*/ 52388 w 1564481"/>
                    <a:gd name="connsiteY240" fmla="*/ 169069 h 1371600"/>
                    <a:gd name="connsiteX241" fmla="*/ 52388 w 1564481"/>
                    <a:gd name="connsiteY241" fmla="*/ 150019 h 1371600"/>
                    <a:gd name="connsiteX242" fmla="*/ 54769 w 1564481"/>
                    <a:gd name="connsiteY242" fmla="*/ 128588 h 1371600"/>
                    <a:gd name="connsiteX243" fmla="*/ 50006 w 1564481"/>
                    <a:gd name="connsiteY243" fmla="*/ 107156 h 1371600"/>
                    <a:gd name="connsiteX244" fmla="*/ 14288 w 1564481"/>
                    <a:gd name="connsiteY244" fmla="*/ 90488 h 1371600"/>
                    <a:gd name="connsiteX245" fmla="*/ 0 w 1564481"/>
                    <a:gd name="connsiteY245" fmla="*/ 85725 h 1371600"/>
                    <a:gd name="connsiteX246" fmla="*/ 0 w 1564481"/>
                    <a:gd name="connsiteY246" fmla="*/ 64294 h 1371600"/>
                    <a:gd name="connsiteX247" fmla="*/ 26194 w 1564481"/>
                    <a:gd name="connsiteY247" fmla="*/ 38100 h 1371600"/>
                    <a:gd name="connsiteX248" fmla="*/ 35719 w 1564481"/>
                    <a:gd name="connsiteY248" fmla="*/ 9525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Lst>
                  <a:rect l="l" t="t" r="r" b="b"/>
                  <a:pathLst>
                    <a:path w="1564481" h="1371600">
                      <a:moveTo>
                        <a:pt x="35719" y="0"/>
                      </a:moveTo>
                      <a:lnTo>
                        <a:pt x="80963" y="14288"/>
                      </a:lnTo>
                      <a:lnTo>
                        <a:pt x="109538" y="38100"/>
                      </a:lnTo>
                      <a:lnTo>
                        <a:pt x="114300" y="61913"/>
                      </a:lnTo>
                      <a:lnTo>
                        <a:pt x="135731" y="64294"/>
                      </a:lnTo>
                      <a:lnTo>
                        <a:pt x="152400" y="57150"/>
                      </a:lnTo>
                      <a:lnTo>
                        <a:pt x="188119" y="76200"/>
                      </a:lnTo>
                      <a:lnTo>
                        <a:pt x="204788" y="109538"/>
                      </a:lnTo>
                      <a:lnTo>
                        <a:pt x="233363" y="111919"/>
                      </a:lnTo>
                      <a:lnTo>
                        <a:pt x="247650" y="109538"/>
                      </a:lnTo>
                      <a:lnTo>
                        <a:pt x="290513" y="138113"/>
                      </a:lnTo>
                      <a:lnTo>
                        <a:pt x="311944" y="157163"/>
                      </a:lnTo>
                      <a:lnTo>
                        <a:pt x="345281" y="188119"/>
                      </a:lnTo>
                      <a:lnTo>
                        <a:pt x="392906" y="183356"/>
                      </a:lnTo>
                      <a:lnTo>
                        <a:pt x="428625" y="166688"/>
                      </a:lnTo>
                      <a:lnTo>
                        <a:pt x="454819" y="166688"/>
                      </a:lnTo>
                      <a:lnTo>
                        <a:pt x="477494" y="173903"/>
                      </a:lnTo>
                      <a:lnTo>
                        <a:pt x="533400" y="152401"/>
                      </a:lnTo>
                      <a:lnTo>
                        <a:pt x="547688" y="135732"/>
                      </a:lnTo>
                      <a:lnTo>
                        <a:pt x="583406" y="140494"/>
                      </a:lnTo>
                      <a:lnTo>
                        <a:pt x="614363" y="135732"/>
                      </a:lnTo>
                      <a:lnTo>
                        <a:pt x="640556" y="133350"/>
                      </a:lnTo>
                      <a:lnTo>
                        <a:pt x="659606" y="123825"/>
                      </a:lnTo>
                      <a:lnTo>
                        <a:pt x="676275" y="140494"/>
                      </a:lnTo>
                      <a:lnTo>
                        <a:pt x="666750" y="159544"/>
                      </a:lnTo>
                      <a:lnTo>
                        <a:pt x="671513" y="188119"/>
                      </a:lnTo>
                      <a:lnTo>
                        <a:pt x="692944" y="211931"/>
                      </a:lnTo>
                      <a:lnTo>
                        <a:pt x="726281" y="200025"/>
                      </a:lnTo>
                      <a:lnTo>
                        <a:pt x="757238" y="161925"/>
                      </a:lnTo>
                      <a:lnTo>
                        <a:pt x="781050" y="128588"/>
                      </a:lnTo>
                      <a:lnTo>
                        <a:pt x="790575" y="109538"/>
                      </a:lnTo>
                      <a:lnTo>
                        <a:pt x="771525" y="83344"/>
                      </a:lnTo>
                      <a:lnTo>
                        <a:pt x="800100" y="78581"/>
                      </a:lnTo>
                      <a:lnTo>
                        <a:pt x="816769" y="64294"/>
                      </a:lnTo>
                      <a:lnTo>
                        <a:pt x="840581" y="90488"/>
                      </a:lnTo>
                      <a:lnTo>
                        <a:pt x="864394" y="85725"/>
                      </a:lnTo>
                      <a:lnTo>
                        <a:pt x="883444" y="85725"/>
                      </a:lnTo>
                      <a:lnTo>
                        <a:pt x="912019" y="109538"/>
                      </a:lnTo>
                      <a:lnTo>
                        <a:pt x="931069" y="114300"/>
                      </a:lnTo>
                      <a:lnTo>
                        <a:pt x="935831" y="140494"/>
                      </a:lnTo>
                      <a:lnTo>
                        <a:pt x="966788" y="152400"/>
                      </a:lnTo>
                      <a:lnTo>
                        <a:pt x="1004888" y="128588"/>
                      </a:lnTo>
                      <a:lnTo>
                        <a:pt x="1012031" y="133350"/>
                      </a:lnTo>
                      <a:lnTo>
                        <a:pt x="1019175" y="159544"/>
                      </a:lnTo>
                      <a:lnTo>
                        <a:pt x="997744" y="190500"/>
                      </a:lnTo>
                      <a:lnTo>
                        <a:pt x="1002506" y="204788"/>
                      </a:lnTo>
                      <a:lnTo>
                        <a:pt x="1012031" y="221456"/>
                      </a:lnTo>
                      <a:lnTo>
                        <a:pt x="1014413" y="273844"/>
                      </a:lnTo>
                      <a:lnTo>
                        <a:pt x="997744" y="302419"/>
                      </a:lnTo>
                      <a:lnTo>
                        <a:pt x="1000125" y="330994"/>
                      </a:lnTo>
                      <a:lnTo>
                        <a:pt x="1002506" y="359569"/>
                      </a:lnTo>
                      <a:lnTo>
                        <a:pt x="1000125" y="385763"/>
                      </a:lnTo>
                      <a:lnTo>
                        <a:pt x="992981" y="407194"/>
                      </a:lnTo>
                      <a:lnTo>
                        <a:pt x="1004888" y="431006"/>
                      </a:lnTo>
                      <a:lnTo>
                        <a:pt x="988219" y="459581"/>
                      </a:lnTo>
                      <a:lnTo>
                        <a:pt x="988219" y="481013"/>
                      </a:lnTo>
                      <a:lnTo>
                        <a:pt x="1023938" y="500063"/>
                      </a:lnTo>
                      <a:lnTo>
                        <a:pt x="1057275" y="492919"/>
                      </a:lnTo>
                      <a:lnTo>
                        <a:pt x="1066800" y="514350"/>
                      </a:lnTo>
                      <a:lnTo>
                        <a:pt x="1081088" y="514350"/>
                      </a:lnTo>
                      <a:lnTo>
                        <a:pt x="1095375" y="507206"/>
                      </a:lnTo>
                      <a:lnTo>
                        <a:pt x="1104900" y="488156"/>
                      </a:lnTo>
                      <a:lnTo>
                        <a:pt x="1128713" y="476250"/>
                      </a:lnTo>
                      <a:lnTo>
                        <a:pt x="1157288" y="473869"/>
                      </a:lnTo>
                      <a:lnTo>
                        <a:pt x="1171575" y="473869"/>
                      </a:lnTo>
                      <a:lnTo>
                        <a:pt x="1193006" y="485775"/>
                      </a:lnTo>
                      <a:lnTo>
                        <a:pt x="1212056" y="495300"/>
                      </a:lnTo>
                      <a:lnTo>
                        <a:pt x="1223962" y="509588"/>
                      </a:lnTo>
                      <a:lnTo>
                        <a:pt x="1228725" y="519113"/>
                      </a:lnTo>
                      <a:lnTo>
                        <a:pt x="1216819" y="531019"/>
                      </a:lnTo>
                      <a:lnTo>
                        <a:pt x="1209675" y="550069"/>
                      </a:lnTo>
                      <a:lnTo>
                        <a:pt x="1209675" y="566738"/>
                      </a:lnTo>
                      <a:lnTo>
                        <a:pt x="1193006" y="607219"/>
                      </a:lnTo>
                      <a:lnTo>
                        <a:pt x="1200150" y="631031"/>
                      </a:lnTo>
                      <a:lnTo>
                        <a:pt x="1209675" y="661988"/>
                      </a:lnTo>
                      <a:lnTo>
                        <a:pt x="1207294" y="685800"/>
                      </a:lnTo>
                      <a:lnTo>
                        <a:pt x="1188244" y="714375"/>
                      </a:lnTo>
                      <a:lnTo>
                        <a:pt x="1195388" y="745331"/>
                      </a:lnTo>
                      <a:lnTo>
                        <a:pt x="1216819" y="750094"/>
                      </a:lnTo>
                      <a:lnTo>
                        <a:pt x="1238250" y="792956"/>
                      </a:lnTo>
                      <a:lnTo>
                        <a:pt x="1264444" y="812006"/>
                      </a:lnTo>
                      <a:lnTo>
                        <a:pt x="1309688" y="833438"/>
                      </a:lnTo>
                      <a:lnTo>
                        <a:pt x="1335881" y="838200"/>
                      </a:lnTo>
                      <a:lnTo>
                        <a:pt x="1347788" y="823913"/>
                      </a:lnTo>
                      <a:lnTo>
                        <a:pt x="1354931" y="819150"/>
                      </a:lnTo>
                      <a:lnTo>
                        <a:pt x="1378744" y="847725"/>
                      </a:lnTo>
                      <a:lnTo>
                        <a:pt x="1366838" y="871538"/>
                      </a:lnTo>
                      <a:lnTo>
                        <a:pt x="1359695" y="897731"/>
                      </a:lnTo>
                      <a:lnTo>
                        <a:pt x="1378744" y="919163"/>
                      </a:lnTo>
                      <a:lnTo>
                        <a:pt x="1450181" y="933450"/>
                      </a:lnTo>
                      <a:lnTo>
                        <a:pt x="1485900" y="935831"/>
                      </a:lnTo>
                      <a:lnTo>
                        <a:pt x="1512094" y="921544"/>
                      </a:lnTo>
                      <a:lnTo>
                        <a:pt x="1519238" y="928688"/>
                      </a:lnTo>
                      <a:lnTo>
                        <a:pt x="1512094" y="978694"/>
                      </a:lnTo>
                      <a:lnTo>
                        <a:pt x="1507331" y="1002506"/>
                      </a:lnTo>
                      <a:cubicBezTo>
                        <a:pt x="1508125" y="1009650"/>
                        <a:pt x="1508531" y="1016848"/>
                        <a:pt x="1509713" y="1023938"/>
                      </a:cubicBezTo>
                      <a:cubicBezTo>
                        <a:pt x="1510448" y="1028350"/>
                        <a:pt x="1512533" y="1031958"/>
                        <a:pt x="1514475" y="1035844"/>
                      </a:cubicBezTo>
                      <a:lnTo>
                        <a:pt x="1507343" y="1033591"/>
                      </a:lnTo>
                      <a:lnTo>
                        <a:pt x="1509713" y="1059656"/>
                      </a:lnTo>
                      <a:lnTo>
                        <a:pt x="1533525" y="1069181"/>
                      </a:lnTo>
                      <a:lnTo>
                        <a:pt x="1550194" y="1069181"/>
                      </a:lnTo>
                      <a:lnTo>
                        <a:pt x="1562100" y="1076325"/>
                      </a:lnTo>
                      <a:lnTo>
                        <a:pt x="1564481" y="1095375"/>
                      </a:lnTo>
                      <a:lnTo>
                        <a:pt x="1562100" y="1123950"/>
                      </a:lnTo>
                      <a:lnTo>
                        <a:pt x="1554956" y="1147763"/>
                      </a:lnTo>
                      <a:lnTo>
                        <a:pt x="1550194" y="1176338"/>
                      </a:lnTo>
                      <a:lnTo>
                        <a:pt x="1526381" y="1188244"/>
                      </a:lnTo>
                      <a:lnTo>
                        <a:pt x="1507331" y="1214438"/>
                      </a:lnTo>
                      <a:lnTo>
                        <a:pt x="1519238" y="1247775"/>
                      </a:lnTo>
                      <a:lnTo>
                        <a:pt x="1545431" y="1247775"/>
                      </a:lnTo>
                      <a:lnTo>
                        <a:pt x="1564481" y="1254919"/>
                      </a:lnTo>
                      <a:lnTo>
                        <a:pt x="1554956" y="1269206"/>
                      </a:lnTo>
                      <a:lnTo>
                        <a:pt x="1543050" y="1283494"/>
                      </a:lnTo>
                      <a:lnTo>
                        <a:pt x="1554956" y="1309688"/>
                      </a:lnTo>
                      <a:lnTo>
                        <a:pt x="1528763" y="1312069"/>
                      </a:lnTo>
                      <a:lnTo>
                        <a:pt x="1533525" y="1340644"/>
                      </a:lnTo>
                      <a:lnTo>
                        <a:pt x="1526381" y="1350169"/>
                      </a:lnTo>
                      <a:lnTo>
                        <a:pt x="1504950" y="1333500"/>
                      </a:lnTo>
                      <a:lnTo>
                        <a:pt x="1488281" y="1338263"/>
                      </a:lnTo>
                      <a:lnTo>
                        <a:pt x="1485900" y="1314450"/>
                      </a:lnTo>
                      <a:lnTo>
                        <a:pt x="1473994" y="1290638"/>
                      </a:lnTo>
                      <a:lnTo>
                        <a:pt x="1457325" y="1264444"/>
                      </a:lnTo>
                      <a:lnTo>
                        <a:pt x="1428750" y="1257300"/>
                      </a:lnTo>
                      <a:lnTo>
                        <a:pt x="1407319" y="1264444"/>
                      </a:lnTo>
                      <a:lnTo>
                        <a:pt x="1376363" y="1276350"/>
                      </a:lnTo>
                      <a:lnTo>
                        <a:pt x="1331119" y="1262063"/>
                      </a:lnTo>
                      <a:lnTo>
                        <a:pt x="1300163" y="1269206"/>
                      </a:lnTo>
                      <a:lnTo>
                        <a:pt x="1281113" y="1285875"/>
                      </a:lnTo>
                      <a:lnTo>
                        <a:pt x="1262063" y="1276350"/>
                      </a:lnTo>
                      <a:lnTo>
                        <a:pt x="1257300" y="1254919"/>
                      </a:lnTo>
                      <a:lnTo>
                        <a:pt x="1233488" y="1245394"/>
                      </a:lnTo>
                      <a:lnTo>
                        <a:pt x="1214438" y="1219200"/>
                      </a:lnTo>
                      <a:lnTo>
                        <a:pt x="1200150" y="1204913"/>
                      </a:lnTo>
                      <a:lnTo>
                        <a:pt x="1176338" y="1212056"/>
                      </a:lnTo>
                      <a:lnTo>
                        <a:pt x="1159669" y="1238250"/>
                      </a:lnTo>
                      <a:lnTo>
                        <a:pt x="1143000" y="1243013"/>
                      </a:lnTo>
                      <a:lnTo>
                        <a:pt x="1121569" y="1273969"/>
                      </a:lnTo>
                      <a:lnTo>
                        <a:pt x="1095375" y="1245394"/>
                      </a:lnTo>
                      <a:lnTo>
                        <a:pt x="1092994" y="1221581"/>
                      </a:lnTo>
                      <a:lnTo>
                        <a:pt x="1073944" y="1197769"/>
                      </a:lnTo>
                      <a:lnTo>
                        <a:pt x="1052513" y="1154906"/>
                      </a:lnTo>
                      <a:lnTo>
                        <a:pt x="1026319" y="1143000"/>
                      </a:lnTo>
                      <a:lnTo>
                        <a:pt x="992981" y="1138238"/>
                      </a:lnTo>
                      <a:lnTo>
                        <a:pt x="985838" y="1121569"/>
                      </a:lnTo>
                      <a:lnTo>
                        <a:pt x="990600" y="1097756"/>
                      </a:lnTo>
                      <a:lnTo>
                        <a:pt x="976313" y="1081088"/>
                      </a:lnTo>
                      <a:lnTo>
                        <a:pt x="981075" y="1045369"/>
                      </a:lnTo>
                      <a:lnTo>
                        <a:pt x="962025" y="1033463"/>
                      </a:lnTo>
                      <a:lnTo>
                        <a:pt x="933450" y="1035844"/>
                      </a:lnTo>
                      <a:lnTo>
                        <a:pt x="916781" y="1042988"/>
                      </a:lnTo>
                      <a:lnTo>
                        <a:pt x="897731" y="1069181"/>
                      </a:lnTo>
                      <a:lnTo>
                        <a:pt x="881063" y="1097756"/>
                      </a:lnTo>
                      <a:lnTo>
                        <a:pt x="888206" y="1123950"/>
                      </a:lnTo>
                      <a:lnTo>
                        <a:pt x="869156" y="1150144"/>
                      </a:lnTo>
                      <a:lnTo>
                        <a:pt x="883444" y="1171575"/>
                      </a:lnTo>
                      <a:lnTo>
                        <a:pt x="878681" y="1190625"/>
                      </a:lnTo>
                      <a:lnTo>
                        <a:pt x="840581" y="1193006"/>
                      </a:lnTo>
                      <a:lnTo>
                        <a:pt x="821531" y="1214438"/>
                      </a:lnTo>
                      <a:lnTo>
                        <a:pt x="800100" y="1216819"/>
                      </a:lnTo>
                      <a:lnTo>
                        <a:pt x="781050" y="1235869"/>
                      </a:lnTo>
                      <a:lnTo>
                        <a:pt x="754856" y="1245394"/>
                      </a:lnTo>
                      <a:lnTo>
                        <a:pt x="733425" y="1238250"/>
                      </a:lnTo>
                      <a:lnTo>
                        <a:pt x="709613" y="1252538"/>
                      </a:lnTo>
                      <a:lnTo>
                        <a:pt x="714375" y="1285875"/>
                      </a:lnTo>
                      <a:lnTo>
                        <a:pt x="690563" y="1302544"/>
                      </a:lnTo>
                      <a:lnTo>
                        <a:pt x="673894" y="1338263"/>
                      </a:lnTo>
                      <a:lnTo>
                        <a:pt x="631031" y="1371600"/>
                      </a:lnTo>
                      <a:lnTo>
                        <a:pt x="604838" y="1354931"/>
                      </a:lnTo>
                      <a:lnTo>
                        <a:pt x="581025" y="1366838"/>
                      </a:lnTo>
                      <a:lnTo>
                        <a:pt x="554831" y="1354931"/>
                      </a:lnTo>
                      <a:lnTo>
                        <a:pt x="523875" y="1345406"/>
                      </a:lnTo>
                      <a:lnTo>
                        <a:pt x="495300" y="1338263"/>
                      </a:lnTo>
                      <a:lnTo>
                        <a:pt x="461963" y="1359694"/>
                      </a:lnTo>
                      <a:lnTo>
                        <a:pt x="452438" y="1352550"/>
                      </a:lnTo>
                      <a:lnTo>
                        <a:pt x="438150" y="1338263"/>
                      </a:lnTo>
                      <a:lnTo>
                        <a:pt x="407194" y="1350169"/>
                      </a:lnTo>
                      <a:lnTo>
                        <a:pt x="397669" y="1333500"/>
                      </a:lnTo>
                      <a:lnTo>
                        <a:pt x="378619" y="1271588"/>
                      </a:lnTo>
                      <a:lnTo>
                        <a:pt x="359569" y="1228725"/>
                      </a:lnTo>
                      <a:lnTo>
                        <a:pt x="352425" y="1207294"/>
                      </a:lnTo>
                      <a:lnTo>
                        <a:pt x="369094" y="1190625"/>
                      </a:lnTo>
                      <a:lnTo>
                        <a:pt x="390525" y="1190625"/>
                      </a:lnTo>
                      <a:lnTo>
                        <a:pt x="404813" y="1154906"/>
                      </a:lnTo>
                      <a:lnTo>
                        <a:pt x="402431" y="1133475"/>
                      </a:lnTo>
                      <a:lnTo>
                        <a:pt x="402431" y="1114425"/>
                      </a:lnTo>
                      <a:lnTo>
                        <a:pt x="428625" y="1102519"/>
                      </a:lnTo>
                      <a:lnTo>
                        <a:pt x="440531" y="1071563"/>
                      </a:lnTo>
                      <a:lnTo>
                        <a:pt x="438150" y="1050131"/>
                      </a:lnTo>
                      <a:lnTo>
                        <a:pt x="428625" y="1028700"/>
                      </a:lnTo>
                      <a:lnTo>
                        <a:pt x="447675" y="1002506"/>
                      </a:lnTo>
                      <a:lnTo>
                        <a:pt x="457200" y="997744"/>
                      </a:lnTo>
                      <a:lnTo>
                        <a:pt x="490538" y="995363"/>
                      </a:lnTo>
                      <a:lnTo>
                        <a:pt x="514350" y="981075"/>
                      </a:lnTo>
                      <a:lnTo>
                        <a:pt x="526256" y="964406"/>
                      </a:lnTo>
                      <a:lnTo>
                        <a:pt x="554831" y="942975"/>
                      </a:lnTo>
                      <a:lnTo>
                        <a:pt x="557213" y="921544"/>
                      </a:lnTo>
                      <a:lnTo>
                        <a:pt x="557213" y="883444"/>
                      </a:lnTo>
                      <a:lnTo>
                        <a:pt x="554831" y="854869"/>
                      </a:lnTo>
                      <a:lnTo>
                        <a:pt x="528638" y="831056"/>
                      </a:lnTo>
                      <a:lnTo>
                        <a:pt x="542925" y="807244"/>
                      </a:lnTo>
                      <a:lnTo>
                        <a:pt x="538163" y="778669"/>
                      </a:lnTo>
                      <a:lnTo>
                        <a:pt x="521494" y="757238"/>
                      </a:lnTo>
                      <a:lnTo>
                        <a:pt x="516731" y="731044"/>
                      </a:lnTo>
                      <a:lnTo>
                        <a:pt x="517420" y="730183"/>
                      </a:lnTo>
                      <a:lnTo>
                        <a:pt x="488156" y="726281"/>
                      </a:lnTo>
                      <a:lnTo>
                        <a:pt x="447675" y="750094"/>
                      </a:lnTo>
                      <a:lnTo>
                        <a:pt x="423863" y="723900"/>
                      </a:lnTo>
                      <a:lnTo>
                        <a:pt x="361950" y="726281"/>
                      </a:lnTo>
                      <a:lnTo>
                        <a:pt x="300038" y="721519"/>
                      </a:lnTo>
                      <a:lnTo>
                        <a:pt x="261938" y="742950"/>
                      </a:lnTo>
                      <a:lnTo>
                        <a:pt x="221456" y="707231"/>
                      </a:lnTo>
                      <a:lnTo>
                        <a:pt x="219075" y="681038"/>
                      </a:lnTo>
                      <a:lnTo>
                        <a:pt x="197644" y="685800"/>
                      </a:lnTo>
                      <a:lnTo>
                        <a:pt x="183356" y="642938"/>
                      </a:lnTo>
                      <a:lnTo>
                        <a:pt x="190500" y="616744"/>
                      </a:lnTo>
                      <a:lnTo>
                        <a:pt x="230981" y="614363"/>
                      </a:lnTo>
                      <a:lnTo>
                        <a:pt x="245269" y="590550"/>
                      </a:lnTo>
                      <a:lnTo>
                        <a:pt x="257175" y="535781"/>
                      </a:lnTo>
                      <a:lnTo>
                        <a:pt x="264319" y="507206"/>
                      </a:lnTo>
                      <a:lnTo>
                        <a:pt x="247650" y="476250"/>
                      </a:lnTo>
                      <a:lnTo>
                        <a:pt x="226219" y="495300"/>
                      </a:lnTo>
                      <a:lnTo>
                        <a:pt x="195263" y="495300"/>
                      </a:lnTo>
                      <a:lnTo>
                        <a:pt x="183356" y="471488"/>
                      </a:lnTo>
                      <a:lnTo>
                        <a:pt x="211931" y="438150"/>
                      </a:lnTo>
                      <a:lnTo>
                        <a:pt x="252413" y="426244"/>
                      </a:lnTo>
                      <a:lnTo>
                        <a:pt x="269081" y="400050"/>
                      </a:lnTo>
                      <a:lnTo>
                        <a:pt x="271463" y="361950"/>
                      </a:lnTo>
                      <a:lnTo>
                        <a:pt x="274908" y="346791"/>
                      </a:lnTo>
                      <a:lnTo>
                        <a:pt x="250031" y="338138"/>
                      </a:lnTo>
                      <a:lnTo>
                        <a:pt x="219075" y="354806"/>
                      </a:lnTo>
                      <a:lnTo>
                        <a:pt x="190500" y="338138"/>
                      </a:lnTo>
                      <a:lnTo>
                        <a:pt x="169069" y="369094"/>
                      </a:lnTo>
                      <a:lnTo>
                        <a:pt x="152400" y="359569"/>
                      </a:lnTo>
                      <a:lnTo>
                        <a:pt x="154781" y="330994"/>
                      </a:lnTo>
                      <a:lnTo>
                        <a:pt x="171450" y="300038"/>
                      </a:lnTo>
                      <a:lnTo>
                        <a:pt x="154781" y="266700"/>
                      </a:lnTo>
                      <a:lnTo>
                        <a:pt x="135731" y="245269"/>
                      </a:lnTo>
                      <a:lnTo>
                        <a:pt x="109538" y="250031"/>
                      </a:lnTo>
                      <a:lnTo>
                        <a:pt x="78581" y="230981"/>
                      </a:lnTo>
                      <a:lnTo>
                        <a:pt x="69056" y="197644"/>
                      </a:lnTo>
                      <a:lnTo>
                        <a:pt x="52388" y="169069"/>
                      </a:lnTo>
                      <a:lnTo>
                        <a:pt x="52388" y="150019"/>
                      </a:lnTo>
                      <a:lnTo>
                        <a:pt x="54769" y="128588"/>
                      </a:lnTo>
                      <a:lnTo>
                        <a:pt x="50006" y="107156"/>
                      </a:lnTo>
                      <a:lnTo>
                        <a:pt x="14288" y="90488"/>
                      </a:lnTo>
                      <a:lnTo>
                        <a:pt x="0" y="85725"/>
                      </a:lnTo>
                      <a:lnTo>
                        <a:pt x="0" y="64294"/>
                      </a:lnTo>
                      <a:lnTo>
                        <a:pt x="26194" y="38100"/>
                      </a:lnTo>
                      <a:lnTo>
                        <a:pt x="35719" y="9525"/>
                      </a:lnTo>
                      <a:close/>
                    </a:path>
                  </a:pathLst>
                </a:cu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700">
                    <a:ln>
                      <a:solidFill>
                        <a:schemeClr val="accent1">
                          <a:alpha val="0"/>
                        </a:schemeClr>
                      </a:solidFill>
                    </a:ln>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29" name="성남시">
                  <a:extLst>
                    <a:ext uri="{FF2B5EF4-FFF2-40B4-BE49-F238E27FC236}">
                      <a16:creationId xmlns:a16="http://schemas.microsoft.com/office/drawing/2014/main" id="{5A6889ED-3C7E-C6E8-CF97-EFB40024A03B}"/>
                    </a:ext>
                  </a:extLst>
                </p:cNvPr>
                <p:cNvSpPr/>
                <p:nvPr/>
              </p:nvSpPr>
              <p:spPr>
                <a:xfrm>
                  <a:off x="4862513" y="3798094"/>
                  <a:ext cx="621505" cy="654844"/>
                </a:xfrm>
                <a:custGeom>
                  <a:avLst/>
                  <a:gdLst>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5243 w 621506"/>
                    <a:gd name="connsiteY16" fmla="*/ 359569 h 659606"/>
                    <a:gd name="connsiteX17" fmla="*/ 40481 w 621506"/>
                    <a:gd name="connsiteY17" fmla="*/ 335756 h 659606"/>
                    <a:gd name="connsiteX18" fmla="*/ 69056 w 621506"/>
                    <a:gd name="connsiteY18" fmla="*/ 300037 h 659606"/>
                    <a:gd name="connsiteX19" fmla="*/ 83343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30981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35743 w 621506"/>
                    <a:gd name="connsiteY27" fmla="*/ 161925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78581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83343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30981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35743 w 621506"/>
                    <a:gd name="connsiteY27" fmla="*/ 161925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78581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30981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35743 w 621506"/>
                    <a:gd name="connsiteY27" fmla="*/ 161925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78581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35743 w 621506"/>
                    <a:gd name="connsiteY27" fmla="*/ 161925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78581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35743 w 621506"/>
                    <a:gd name="connsiteY27" fmla="*/ 161925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78581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35743 w 621506"/>
                    <a:gd name="connsiteY27" fmla="*/ 161925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78581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78581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88106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88106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80962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80962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4349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80962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4349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80962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4349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80962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4349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47674 w 621506"/>
                    <a:gd name="connsiteY67" fmla="*/ 526256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80962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4349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47674 w 621506"/>
                    <a:gd name="connsiteY67" fmla="*/ 526256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76237 w 621506"/>
                    <a:gd name="connsiteY71" fmla="*/ 590549 h 659606"/>
                    <a:gd name="connsiteX72" fmla="*/ 395287 w 621506"/>
                    <a:gd name="connsiteY72" fmla="*/ 635794 h 659606"/>
                    <a:gd name="connsiteX0" fmla="*/ 395287 w 621506"/>
                    <a:gd name="connsiteY0" fmla="*/ 631031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80962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4349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47674 w 621506"/>
                    <a:gd name="connsiteY67" fmla="*/ 526256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76237 w 621506"/>
                    <a:gd name="connsiteY71" fmla="*/ 590549 h 659606"/>
                    <a:gd name="connsiteX72" fmla="*/ 395287 w 621506"/>
                    <a:gd name="connsiteY72" fmla="*/ 631031 h 659606"/>
                    <a:gd name="connsiteX0" fmla="*/ 395287 w 621506"/>
                    <a:gd name="connsiteY0" fmla="*/ 631031 h 654844"/>
                    <a:gd name="connsiteX1" fmla="*/ 347662 w 621506"/>
                    <a:gd name="connsiteY1" fmla="*/ 654844 h 654844"/>
                    <a:gd name="connsiteX2" fmla="*/ 314325 w 621506"/>
                    <a:gd name="connsiteY2" fmla="*/ 652462 h 654844"/>
                    <a:gd name="connsiteX3" fmla="*/ 280987 w 621506"/>
                    <a:gd name="connsiteY3" fmla="*/ 635794 h 654844"/>
                    <a:gd name="connsiteX4" fmla="*/ 261937 w 621506"/>
                    <a:gd name="connsiteY4" fmla="*/ 614362 h 654844"/>
                    <a:gd name="connsiteX5" fmla="*/ 221456 w 621506"/>
                    <a:gd name="connsiteY5" fmla="*/ 583406 h 654844"/>
                    <a:gd name="connsiteX6" fmla="*/ 178593 w 621506"/>
                    <a:gd name="connsiteY6" fmla="*/ 583406 h 654844"/>
                    <a:gd name="connsiteX7" fmla="*/ 164306 w 621506"/>
                    <a:gd name="connsiteY7" fmla="*/ 552450 h 654844"/>
                    <a:gd name="connsiteX8" fmla="*/ 126206 w 621506"/>
                    <a:gd name="connsiteY8" fmla="*/ 533400 h 654844"/>
                    <a:gd name="connsiteX9" fmla="*/ 85725 w 621506"/>
                    <a:gd name="connsiteY9" fmla="*/ 528637 h 654844"/>
                    <a:gd name="connsiteX10" fmla="*/ 66675 w 621506"/>
                    <a:gd name="connsiteY10" fmla="*/ 495300 h 654844"/>
                    <a:gd name="connsiteX11" fmla="*/ 19050 w 621506"/>
                    <a:gd name="connsiteY11" fmla="*/ 476250 h 654844"/>
                    <a:gd name="connsiteX12" fmla="*/ 0 w 621506"/>
                    <a:gd name="connsiteY12" fmla="*/ 476250 h 654844"/>
                    <a:gd name="connsiteX13" fmla="*/ 0 w 621506"/>
                    <a:gd name="connsiteY13" fmla="*/ 450056 h 654844"/>
                    <a:gd name="connsiteX14" fmla="*/ 28575 w 621506"/>
                    <a:gd name="connsiteY14" fmla="*/ 423862 h 654844"/>
                    <a:gd name="connsiteX15" fmla="*/ 40481 w 621506"/>
                    <a:gd name="connsiteY15" fmla="*/ 395287 h 654844"/>
                    <a:gd name="connsiteX16" fmla="*/ 40480 w 621506"/>
                    <a:gd name="connsiteY16" fmla="*/ 359569 h 654844"/>
                    <a:gd name="connsiteX17" fmla="*/ 40481 w 621506"/>
                    <a:gd name="connsiteY17" fmla="*/ 335756 h 654844"/>
                    <a:gd name="connsiteX18" fmla="*/ 69056 w 621506"/>
                    <a:gd name="connsiteY18" fmla="*/ 300037 h 654844"/>
                    <a:gd name="connsiteX19" fmla="*/ 71437 w 621506"/>
                    <a:gd name="connsiteY19" fmla="*/ 276225 h 654844"/>
                    <a:gd name="connsiteX20" fmla="*/ 50006 w 621506"/>
                    <a:gd name="connsiteY20" fmla="*/ 254794 h 654844"/>
                    <a:gd name="connsiteX21" fmla="*/ 50006 w 621506"/>
                    <a:gd name="connsiteY21" fmla="*/ 226219 h 654844"/>
                    <a:gd name="connsiteX22" fmla="*/ 57150 w 621506"/>
                    <a:gd name="connsiteY22" fmla="*/ 211931 h 654844"/>
                    <a:gd name="connsiteX23" fmla="*/ 85725 w 621506"/>
                    <a:gd name="connsiteY23" fmla="*/ 226218 h 654844"/>
                    <a:gd name="connsiteX24" fmla="*/ 145256 w 621506"/>
                    <a:gd name="connsiteY24" fmla="*/ 223837 h 654844"/>
                    <a:gd name="connsiteX25" fmla="*/ 164306 w 621506"/>
                    <a:gd name="connsiteY25" fmla="*/ 188119 h 654844"/>
                    <a:gd name="connsiteX26" fmla="*/ 176212 w 621506"/>
                    <a:gd name="connsiteY26" fmla="*/ 166687 h 654844"/>
                    <a:gd name="connsiteX27" fmla="*/ 226218 w 621506"/>
                    <a:gd name="connsiteY27" fmla="*/ 152400 h 654844"/>
                    <a:gd name="connsiteX28" fmla="*/ 238125 w 621506"/>
                    <a:gd name="connsiteY28" fmla="*/ 126206 h 654844"/>
                    <a:gd name="connsiteX29" fmla="*/ 233362 w 621506"/>
                    <a:gd name="connsiteY29" fmla="*/ 104775 h 654844"/>
                    <a:gd name="connsiteX30" fmla="*/ 238125 w 621506"/>
                    <a:gd name="connsiteY30" fmla="*/ 76200 h 654844"/>
                    <a:gd name="connsiteX31" fmla="*/ 257175 w 621506"/>
                    <a:gd name="connsiteY31" fmla="*/ 76200 h 654844"/>
                    <a:gd name="connsiteX32" fmla="*/ 278606 w 621506"/>
                    <a:gd name="connsiteY32" fmla="*/ 80962 h 654844"/>
                    <a:gd name="connsiteX33" fmla="*/ 295275 w 621506"/>
                    <a:gd name="connsiteY33" fmla="*/ 66675 h 654844"/>
                    <a:gd name="connsiteX34" fmla="*/ 321468 w 621506"/>
                    <a:gd name="connsiteY34" fmla="*/ 76200 h 654844"/>
                    <a:gd name="connsiteX35" fmla="*/ 347662 w 621506"/>
                    <a:gd name="connsiteY35" fmla="*/ 66675 h 654844"/>
                    <a:gd name="connsiteX36" fmla="*/ 354806 w 621506"/>
                    <a:gd name="connsiteY36" fmla="*/ 42862 h 654844"/>
                    <a:gd name="connsiteX37" fmla="*/ 378618 w 621506"/>
                    <a:gd name="connsiteY37" fmla="*/ 28575 h 654844"/>
                    <a:gd name="connsiteX38" fmla="*/ 402431 w 621506"/>
                    <a:gd name="connsiteY38" fmla="*/ 30956 h 654844"/>
                    <a:gd name="connsiteX39" fmla="*/ 421481 w 621506"/>
                    <a:gd name="connsiteY39" fmla="*/ 23812 h 654844"/>
                    <a:gd name="connsiteX40" fmla="*/ 409575 w 621506"/>
                    <a:gd name="connsiteY40" fmla="*/ 2381 h 654844"/>
                    <a:gd name="connsiteX41" fmla="*/ 416718 w 621506"/>
                    <a:gd name="connsiteY41" fmla="*/ 0 h 654844"/>
                    <a:gd name="connsiteX42" fmla="*/ 452437 w 621506"/>
                    <a:gd name="connsiteY42" fmla="*/ 4762 h 654844"/>
                    <a:gd name="connsiteX43" fmla="*/ 497681 w 621506"/>
                    <a:gd name="connsiteY43" fmla="*/ 19050 h 654844"/>
                    <a:gd name="connsiteX44" fmla="*/ 533400 w 621506"/>
                    <a:gd name="connsiteY44" fmla="*/ 26194 h 654844"/>
                    <a:gd name="connsiteX45" fmla="*/ 566737 w 621506"/>
                    <a:gd name="connsiteY45" fmla="*/ 14287 h 654844"/>
                    <a:gd name="connsiteX46" fmla="*/ 571500 w 621506"/>
                    <a:gd name="connsiteY46" fmla="*/ 38100 h 654844"/>
                    <a:gd name="connsiteX47" fmla="*/ 595312 w 621506"/>
                    <a:gd name="connsiteY47" fmla="*/ 59531 h 654844"/>
                    <a:gd name="connsiteX48" fmla="*/ 614362 w 621506"/>
                    <a:gd name="connsiteY48" fmla="*/ 83344 h 654844"/>
                    <a:gd name="connsiteX49" fmla="*/ 619125 w 621506"/>
                    <a:gd name="connsiteY49" fmla="*/ 109537 h 654844"/>
                    <a:gd name="connsiteX50" fmla="*/ 611981 w 621506"/>
                    <a:gd name="connsiteY50" fmla="*/ 133350 h 654844"/>
                    <a:gd name="connsiteX51" fmla="*/ 611981 w 621506"/>
                    <a:gd name="connsiteY51" fmla="*/ 183356 h 654844"/>
                    <a:gd name="connsiteX52" fmla="*/ 621506 w 621506"/>
                    <a:gd name="connsiteY52" fmla="*/ 209550 h 654844"/>
                    <a:gd name="connsiteX53" fmla="*/ 619125 w 621506"/>
                    <a:gd name="connsiteY53" fmla="*/ 226219 h 654844"/>
                    <a:gd name="connsiteX54" fmla="*/ 592931 w 621506"/>
                    <a:gd name="connsiteY54" fmla="*/ 233362 h 654844"/>
                    <a:gd name="connsiteX55" fmla="*/ 573881 w 621506"/>
                    <a:gd name="connsiteY55" fmla="*/ 242887 h 654844"/>
                    <a:gd name="connsiteX56" fmla="*/ 573881 w 621506"/>
                    <a:gd name="connsiteY56" fmla="*/ 252412 h 654844"/>
                    <a:gd name="connsiteX57" fmla="*/ 540543 w 621506"/>
                    <a:gd name="connsiteY57" fmla="*/ 254794 h 654844"/>
                    <a:gd name="connsiteX58" fmla="*/ 540543 w 621506"/>
                    <a:gd name="connsiteY58" fmla="*/ 280987 h 654844"/>
                    <a:gd name="connsiteX59" fmla="*/ 514349 w 621506"/>
                    <a:gd name="connsiteY59" fmla="*/ 354806 h 654844"/>
                    <a:gd name="connsiteX60" fmla="*/ 523875 w 621506"/>
                    <a:gd name="connsiteY60" fmla="*/ 383381 h 654844"/>
                    <a:gd name="connsiteX61" fmla="*/ 538162 w 621506"/>
                    <a:gd name="connsiteY61" fmla="*/ 402431 h 654844"/>
                    <a:gd name="connsiteX62" fmla="*/ 550068 w 621506"/>
                    <a:gd name="connsiteY62" fmla="*/ 414337 h 654844"/>
                    <a:gd name="connsiteX63" fmla="*/ 538162 w 621506"/>
                    <a:gd name="connsiteY63" fmla="*/ 433387 h 654844"/>
                    <a:gd name="connsiteX64" fmla="*/ 500062 w 621506"/>
                    <a:gd name="connsiteY64" fmla="*/ 438150 h 654844"/>
                    <a:gd name="connsiteX65" fmla="*/ 500062 w 621506"/>
                    <a:gd name="connsiteY65" fmla="*/ 438150 h 654844"/>
                    <a:gd name="connsiteX66" fmla="*/ 485775 w 621506"/>
                    <a:gd name="connsiteY66" fmla="*/ 478631 h 654844"/>
                    <a:gd name="connsiteX67" fmla="*/ 447674 w 621506"/>
                    <a:gd name="connsiteY67" fmla="*/ 526256 h 654844"/>
                    <a:gd name="connsiteX68" fmla="*/ 426243 w 621506"/>
                    <a:gd name="connsiteY68" fmla="*/ 540544 h 654844"/>
                    <a:gd name="connsiteX69" fmla="*/ 397668 w 621506"/>
                    <a:gd name="connsiteY69" fmla="*/ 540544 h 654844"/>
                    <a:gd name="connsiteX70" fmla="*/ 385762 w 621506"/>
                    <a:gd name="connsiteY70" fmla="*/ 554831 h 654844"/>
                    <a:gd name="connsiteX71" fmla="*/ 376237 w 621506"/>
                    <a:gd name="connsiteY71" fmla="*/ 590549 h 654844"/>
                    <a:gd name="connsiteX72" fmla="*/ 395287 w 621506"/>
                    <a:gd name="connsiteY72" fmla="*/ 631031 h 654844"/>
                    <a:gd name="connsiteX0" fmla="*/ 395287 w 621506"/>
                    <a:gd name="connsiteY0" fmla="*/ 631031 h 654844"/>
                    <a:gd name="connsiteX1" fmla="*/ 347662 w 621506"/>
                    <a:gd name="connsiteY1" fmla="*/ 654844 h 654844"/>
                    <a:gd name="connsiteX2" fmla="*/ 314325 w 621506"/>
                    <a:gd name="connsiteY2" fmla="*/ 652462 h 654844"/>
                    <a:gd name="connsiteX3" fmla="*/ 283368 w 621506"/>
                    <a:gd name="connsiteY3" fmla="*/ 628650 h 654844"/>
                    <a:gd name="connsiteX4" fmla="*/ 261937 w 621506"/>
                    <a:gd name="connsiteY4" fmla="*/ 614362 h 654844"/>
                    <a:gd name="connsiteX5" fmla="*/ 221456 w 621506"/>
                    <a:gd name="connsiteY5" fmla="*/ 583406 h 654844"/>
                    <a:gd name="connsiteX6" fmla="*/ 178593 w 621506"/>
                    <a:gd name="connsiteY6" fmla="*/ 583406 h 654844"/>
                    <a:gd name="connsiteX7" fmla="*/ 164306 w 621506"/>
                    <a:gd name="connsiteY7" fmla="*/ 552450 h 654844"/>
                    <a:gd name="connsiteX8" fmla="*/ 126206 w 621506"/>
                    <a:gd name="connsiteY8" fmla="*/ 533400 h 654844"/>
                    <a:gd name="connsiteX9" fmla="*/ 85725 w 621506"/>
                    <a:gd name="connsiteY9" fmla="*/ 528637 h 654844"/>
                    <a:gd name="connsiteX10" fmla="*/ 66675 w 621506"/>
                    <a:gd name="connsiteY10" fmla="*/ 495300 h 654844"/>
                    <a:gd name="connsiteX11" fmla="*/ 19050 w 621506"/>
                    <a:gd name="connsiteY11" fmla="*/ 476250 h 654844"/>
                    <a:gd name="connsiteX12" fmla="*/ 0 w 621506"/>
                    <a:gd name="connsiteY12" fmla="*/ 476250 h 654844"/>
                    <a:gd name="connsiteX13" fmla="*/ 0 w 621506"/>
                    <a:gd name="connsiteY13" fmla="*/ 450056 h 654844"/>
                    <a:gd name="connsiteX14" fmla="*/ 28575 w 621506"/>
                    <a:gd name="connsiteY14" fmla="*/ 423862 h 654844"/>
                    <a:gd name="connsiteX15" fmla="*/ 40481 w 621506"/>
                    <a:gd name="connsiteY15" fmla="*/ 395287 h 654844"/>
                    <a:gd name="connsiteX16" fmla="*/ 40480 w 621506"/>
                    <a:gd name="connsiteY16" fmla="*/ 359569 h 654844"/>
                    <a:gd name="connsiteX17" fmla="*/ 40481 w 621506"/>
                    <a:gd name="connsiteY17" fmla="*/ 335756 h 654844"/>
                    <a:gd name="connsiteX18" fmla="*/ 69056 w 621506"/>
                    <a:gd name="connsiteY18" fmla="*/ 300037 h 654844"/>
                    <a:gd name="connsiteX19" fmla="*/ 71437 w 621506"/>
                    <a:gd name="connsiteY19" fmla="*/ 276225 h 654844"/>
                    <a:gd name="connsiteX20" fmla="*/ 50006 w 621506"/>
                    <a:gd name="connsiteY20" fmla="*/ 254794 h 654844"/>
                    <a:gd name="connsiteX21" fmla="*/ 50006 w 621506"/>
                    <a:gd name="connsiteY21" fmla="*/ 226219 h 654844"/>
                    <a:gd name="connsiteX22" fmla="*/ 57150 w 621506"/>
                    <a:gd name="connsiteY22" fmla="*/ 211931 h 654844"/>
                    <a:gd name="connsiteX23" fmla="*/ 85725 w 621506"/>
                    <a:gd name="connsiteY23" fmla="*/ 226218 h 654844"/>
                    <a:gd name="connsiteX24" fmla="*/ 145256 w 621506"/>
                    <a:gd name="connsiteY24" fmla="*/ 223837 h 654844"/>
                    <a:gd name="connsiteX25" fmla="*/ 164306 w 621506"/>
                    <a:gd name="connsiteY25" fmla="*/ 188119 h 654844"/>
                    <a:gd name="connsiteX26" fmla="*/ 176212 w 621506"/>
                    <a:gd name="connsiteY26" fmla="*/ 166687 h 654844"/>
                    <a:gd name="connsiteX27" fmla="*/ 226218 w 621506"/>
                    <a:gd name="connsiteY27" fmla="*/ 152400 h 654844"/>
                    <a:gd name="connsiteX28" fmla="*/ 238125 w 621506"/>
                    <a:gd name="connsiteY28" fmla="*/ 126206 h 654844"/>
                    <a:gd name="connsiteX29" fmla="*/ 233362 w 621506"/>
                    <a:gd name="connsiteY29" fmla="*/ 104775 h 654844"/>
                    <a:gd name="connsiteX30" fmla="*/ 238125 w 621506"/>
                    <a:gd name="connsiteY30" fmla="*/ 76200 h 654844"/>
                    <a:gd name="connsiteX31" fmla="*/ 257175 w 621506"/>
                    <a:gd name="connsiteY31" fmla="*/ 76200 h 654844"/>
                    <a:gd name="connsiteX32" fmla="*/ 278606 w 621506"/>
                    <a:gd name="connsiteY32" fmla="*/ 80962 h 654844"/>
                    <a:gd name="connsiteX33" fmla="*/ 295275 w 621506"/>
                    <a:gd name="connsiteY33" fmla="*/ 66675 h 654844"/>
                    <a:gd name="connsiteX34" fmla="*/ 321468 w 621506"/>
                    <a:gd name="connsiteY34" fmla="*/ 76200 h 654844"/>
                    <a:gd name="connsiteX35" fmla="*/ 347662 w 621506"/>
                    <a:gd name="connsiteY35" fmla="*/ 66675 h 654844"/>
                    <a:gd name="connsiteX36" fmla="*/ 354806 w 621506"/>
                    <a:gd name="connsiteY36" fmla="*/ 42862 h 654844"/>
                    <a:gd name="connsiteX37" fmla="*/ 378618 w 621506"/>
                    <a:gd name="connsiteY37" fmla="*/ 28575 h 654844"/>
                    <a:gd name="connsiteX38" fmla="*/ 402431 w 621506"/>
                    <a:gd name="connsiteY38" fmla="*/ 30956 h 654844"/>
                    <a:gd name="connsiteX39" fmla="*/ 421481 w 621506"/>
                    <a:gd name="connsiteY39" fmla="*/ 23812 h 654844"/>
                    <a:gd name="connsiteX40" fmla="*/ 409575 w 621506"/>
                    <a:gd name="connsiteY40" fmla="*/ 2381 h 654844"/>
                    <a:gd name="connsiteX41" fmla="*/ 416718 w 621506"/>
                    <a:gd name="connsiteY41" fmla="*/ 0 h 654844"/>
                    <a:gd name="connsiteX42" fmla="*/ 452437 w 621506"/>
                    <a:gd name="connsiteY42" fmla="*/ 4762 h 654844"/>
                    <a:gd name="connsiteX43" fmla="*/ 497681 w 621506"/>
                    <a:gd name="connsiteY43" fmla="*/ 19050 h 654844"/>
                    <a:gd name="connsiteX44" fmla="*/ 533400 w 621506"/>
                    <a:gd name="connsiteY44" fmla="*/ 26194 h 654844"/>
                    <a:gd name="connsiteX45" fmla="*/ 566737 w 621506"/>
                    <a:gd name="connsiteY45" fmla="*/ 14287 h 654844"/>
                    <a:gd name="connsiteX46" fmla="*/ 571500 w 621506"/>
                    <a:gd name="connsiteY46" fmla="*/ 38100 h 654844"/>
                    <a:gd name="connsiteX47" fmla="*/ 595312 w 621506"/>
                    <a:gd name="connsiteY47" fmla="*/ 59531 h 654844"/>
                    <a:gd name="connsiteX48" fmla="*/ 614362 w 621506"/>
                    <a:gd name="connsiteY48" fmla="*/ 83344 h 654844"/>
                    <a:gd name="connsiteX49" fmla="*/ 619125 w 621506"/>
                    <a:gd name="connsiteY49" fmla="*/ 109537 h 654844"/>
                    <a:gd name="connsiteX50" fmla="*/ 611981 w 621506"/>
                    <a:gd name="connsiteY50" fmla="*/ 133350 h 654844"/>
                    <a:gd name="connsiteX51" fmla="*/ 611981 w 621506"/>
                    <a:gd name="connsiteY51" fmla="*/ 183356 h 654844"/>
                    <a:gd name="connsiteX52" fmla="*/ 621506 w 621506"/>
                    <a:gd name="connsiteY52" fmla="*/ 209550 h 654844"/>
                    <a:gd name="connsiteX53" fmla="*/ 619125 w 621506"/>
                    <a:gd name="connsiteY53" fmla="*/ 226219 h 654844"/>
                    <a:gd name="connsiteX54" fmla="*/ 592931 w 621506"/>
                    <a:gd name="connsiteY54" fmla="*/ 233362 h 654844"/>
                    <a:gd name="connsiteX55" fmla="*/ 573881 w 621506"/>
                    <a:gd name="connsiteY55" fmla="*/ 242887 h 654844"/>
                    <a:gd name="connsiteX56" fmla="*/ 573881 w 621506"/>
                    <a:gd name="connsiteY56" fmla="*/ 252412 h 654844"/>
                    <a:gd name="connsiteX57" fmla="*/ 540543 w 621506"/>
                    <a:gd name="connsiteY57" fmla="*/ 254794 h 654844"/>
                    <a:gd name="connsiteX58" fmla="*/ 540543 w 621506"/>
                    <a:gd name="connsiteY58" fmla="*/ 280987 h 654844"/>
                    <a:gd name="connsiteX59" fmla="*/ 514349 w 621506"/>
                    <a:gd name="connsiteY59" fmla="*/ 354806 h 654844"/>
                    <a:gd name="connsiteX60" fmla="*/ 523875 w 621506"/>
                    <a:gd name="connsiteY60" fmla="*/ 383381 h 654844"/>
                    <a:gd name="connsiteX61" fmla="*/ 538162 w 621506"/>
                    <a:gd name="connsiteY61" fmla="*/ 402431 h 654844"/>
                    <a:gd name="connsiteX62" fmla="*/ 550068 w 621506"/>
                    <a:gd name="connsiteY62" fmla="*/ 414337 h 654844"/>
                    <a:gd name="connsiteX63" fmla="*/ 538162 w 621506"/>
                    <a:gd name="connsiteY63" fmla="*/ 433387 h 654844"/>
                    <a:gd name="connsiteX64" fmla="*/ 500062 w 621506"/>
                    <a:gd name="connsiteY64" fmla="*/ 438150 h 654844"/>
                    <a:gd name="connsiteX65" fmla="*/ 500062 w 621506"/>
                    <a:gd name="connsiteY65" fmla="*/ 438150 h 654844"/>
                    <a:gd name="connsiteX66" fmla="*/ 485775 w 621506"/>
                    <a:gd name="connsiteY66" fmla="*/ 478631 h 654844"/>
                    <a:gd name="connsiteX67" fmla="*/ 447674 w 621506"/>
                    <a:gd name="connsiteY67" fmla="*/ 526256 h 654844"/>
                    <a:gd name="connsiteX68" fmla="*/ 426243 w 621506"/>
                    <a:gd name="connsiteY68" fmla="*/ 540544 h 654844"/>
                    <a:gd name="connsiteX69" fmla="*/ 397668 w 621506"/>
                    <a:gd name="connsiteY69" fmla="*/ 540544 h 654844"/>
                    <a:gd name="connsiteX70" fmla="*/ 385762 w 621506"/>
                    <a:gd name="connsiteY70" fmla="*/ 554831 h 654844"/>
                    <a:gd name="connsiteX71" fmla="*/ 376237 w 621506"/>
                    <a:gd name="connsiteY71" fmla="*/ 590549 h 654844"/>
                    <a:gd name="connsiteX72" fmla="*/ 395287 w 621506"/>
                    <a:gd name="connsiteY72" fmla="*/ 631031 h 654844"/>
                    <a:gd name="connsiteX0" fmla="*/ 395287 w 621506"/>
                    <a:gd name="connsiteY0" fmla="*/ 631031 h 654844"/>
                    <a:gd name="connsiteX1" fmla="*/ 347662 w 621506"/>
                    <a:gd name="connsiteY1" fmla="*/ 654844 h 654844"/>
                    <a:gd name="connsiteX2" fmla="*/ 314325 w 621506"/>
                    <a:gd name="connsiteY2" fmla="*/ 652462 h 654844"/>
                    <a:gd name="connsiteX3" fmla="*/ 283368 w 621506"/>
                    <a:gd name="connsiteY3" fmla="*/ 628650 h 654844"/>
                    <a:gd name="connsiteX4" fmla="*/ 264318 w 621506"/>
                    <a:gd name="connsiteY4" fmla="*/ 602456 h 654844"/>
                    <a:gd name="connsiteX5" fmla="*/ 221456 w 621506"/>
                    <a:gd name="connsiteY5" fmla="*/ 583406 h 654844"/>
                    <a:gd name="connsiteX6" fmla="*/ 178593 w 621506"/>
                    <a:gd name="connsiteY6" fmla="*/ 583406 h 654844"/>
                    <a:gd name="connsiteX7" fmla="*/ 164306 w 621506"/>
                    <a:gd name="connsiteY7" fmla="*/ 552450 h 654844"/>
                    <a:gd name="connsiteX8" fmla="*/ 126206 w 621506"/>
                    <a:gd name="connsiteY8" fmla="*/ 533400 h 654844"/>
                    <a:gd name="connsiteX9" fmla="*/ 85725 w 621506"/>
                    <a:gd name="connsiteY9" fmla="*/ 528637 h 654844"/>
                    <a:gd name="connsiteX10" fmla="*/ 66675 w 621506"/>
                    <a:gd name="connsiteY10" fmla="*/ 495300 h 654844"/>
                    <a:gd name="connsiteX11" fmla="*/ 19050 w 621506"/>
                    <a:gd name="connsiteY11" fmla="*/ 476250 h 654844"/>
                    <a:gd name="connsiteX12" fmla="*/ 0 w 621506"/>
                    <a:gd name="connsiteY12" fmla="*/ 476250 h 654844"/>
                    <a:gd name="connsiteX13" fmla="*/ 0 w 621506"/>
                    <a:gd name="connsiteY13" fmla="*/ 450056 h 654844"/>
                    <a:gd name="connsiteX14" fmla="*/ 28575 w 621506"/>
                    <a:gd name="connsiteY14" fmla="*/ 423862 h 654844"/>
                    <a:gd name="connsiteX15" fmla="*/ 40481 w 621506"/>
                    <a:gd name="connsiteY15" fmla="*/ 395287 h 654844"/>
                    <a:gd name="connsiteX16" fmla="*/ 40480 w 621506"/>
                    <a:gd name="connsiteY16" fmla="*/ 359569 h 654844"/>
                    <a:gd name="connsiteX17" fmla="*/ 40481 w 621506"/>
                    <a:gd name="connsiteY17" fmla="*/ 335756 h 654844"/>
                    <a:gd name="connsiteX18" fmla="*/ 69056 w 621506"/>
                    <a:gd name="connsiteY18" fmla="*/ 300037 h 654844"/>
                    <a:gd name="connsiteX19" fmla="*/ 71437 w 621506"/>
                    <a:gd name="connsiteY19" fmla="*/ 276225 h 654844"/>
                    <a:gd name="connsiteX20" fmla="*/ 50006 w 621506"/>
                    <a:gd name="connsiteY20" fmla="*/ 254794 h 654844"/>
                    <a:gd name="connsiteX21" fmla="*/ 50006 w 621506"/>
                    <a:gd name="connsiteY21" fmla="*/ 226219 h 654844"/>
                    <a:gd name="connsiteX22" fmla="*/ 57150 w 621506"/>
                    <a:gd name="connsiteY22" fmla="*/ 211931 h 654844"/>
                    <a:gd name="connsiteX23" fmla="*/ 85725 w 621506"/>
                    <a:gd name="connsiteY23" fmla="*/ 226218 h 654844"/>
                    <a:gd name="connsiteX24" fmla="*/ 145256 w 621506"/>
                    <a:gd name="connsiteY24" fmla="*/ 223837 h 654844"/>
                    <a:gd name="connsiteX25" fmla="*/ 164306 w 621506"/>
                    <a:gd name="connsiteY25" fmla="*/ 188119 h 654844"/>
                    <a:gd name="connsiteX26" fmla="*/ 176212 w 621506"/>
                    <a:gd name="connsiteY26" fmla="*/ 166687 h 654844"/>
                    <a:gd name="connsiteX27" fmla="*/ 226218 w 621506"/>
                    <a:gd name="connsiteY27" fmla="*/ 152400 h 654844"/>
                    <a:gd name="connsiteX28" fmla="*/ 238125 w 621506"/>
                    <a:gd name="connsiteY28" fmla="*/ 126206 h 654844"/>
                    <a:gd name="connsiteX29" fmla="*/ 233362 w 621506"/>
                    <a:gd name="connsiteY29" fmla="*/ 104775 h 654844"/>
                    <a:gd name="connsiteX30" fmla="*/ 238125 w 621506"/>
                    <a:gd name="connsiteY30" fmla="*/ 76200 h 654844"/>
                    <a:gd name="connsiteX31" fmla="*/ 257175 w 621506"/>
                    <a:gd name="connsiteY31" fmla="*/ 76200 h 654844"/>
                    <a:gd name="connsiteX32" fmla="*/ 278606 w 621506"/>
                    <a:gd name="connsiteY32" fmla="*/ 80962 h 654844"/>
                    <a:gd name="connsiteX33" fmla="*/ 295275 w 621506"/>
                    <a:gd name="connsiteY33" fmla="*/ 66675 h 654844"/>
                    <a:gd name="connsiteX34" fmla="*/ 321468 w 621506"/>
                    <a:gd name="connsiteY34" fmla="*/ 76200 h 654844"/>
                    <a:gd name="connsiteX35" fmla="*/ 347662 w 621506"/>
                    <a:gd name="connsiteY35" fmla="*/ 66675 h 654844"/>
                    <a:gd name="connsiteX36" fmla="*/ 354806 w 621506"/>
                    <a:gd name="connsiteY36" fmla="*/ 42862 h 654844"/>
                    <a:gd name="connsiteX37" fmla="*/ 378618 w 621506"/>
                    <a:gd name="connsiteY37" fmla="*/ 28575 h 654844"/>
                    <a:gd name="connsiteX38" fmla="*/ 402431 w 621506"/>
                    <a:gd name="connsiteY38" fmla="*/ 30956 h 654844"/>
                    <a:gd name="connsiteX39" fmla="*/ 421481 w 621506"/>
                    <a:gd name="connsiteY39" fmla="*/ 23812 h 654844"/>
                    <a:gd name="connsiteX40" fmla="*/ 409575 w 621506"/>
                    <a:gd name="connsiteY40" fmla="*/ 2381 h 654844"/>
                    <a:gd name="connsiteX41" fmla="*/ 416718 w 621506"/>
                    <a:gd name="connsiteY41" fmla="*/ 0 h 654844"/>
                    <a:gd name="connsiteX42" fmla="*/ 452437 w 621506"/>
                    <a:gd name="connsiteY42" fmla="*/ 4762 h 654844"/>
                    <a:gd name="connsiteX43" fmla="*/ 497681 w 621506"/>
                    <a:gd name="connsiteY43" fmla="*/ 19050 h 654844"/>
                    <a:gd name="connsiteX44" fmla="*/ 533400 w 621506"/>
                    <a:gd name="connsiteY44" fmla="*/ 26194 h 654844"/>
                    <a:gd name="connsiteX45" fmla="*/ 566737 w 621506"/>
                    <a:gd name="connsiteY45" fmla="*/ 14287 h 654844"/>
                    <a:gd name="connsiteX46" fmla="*/ 571500 w 621506"/>
                    <a:gd name="connsiteY46" fmla="*/ 38100 h 654844"/>
                    <a:gd name="connsiteX47" fmla="*/ 595312 w 621506"/>
                    <a:gd name="connsiteY47" fmla="*/ 59531 h 654844"/>
                    <a:gd name="connsiteX48" fmla="*/ 614362 w 621506"/>
                    <a:gd name="connsiteY48" fmla="*/ 83344 h 654844"/>
                    <a:gd name="connsiteX49" fmla="*/ 619125 w 621506"/>
                    <a:gd name="connsiteY49" fmla="*/ 109537 h 654844"/>
                    <a:gd name="connsiteX50" fmla="*/ 611981 w 621506"/>
                    <a:gd name="connsiteY50" fmla="*/ 133350 h 654844"/>
                    <a:gd name="connsiteX51" fmla="*/ 611981 w 621506"/>
                    <a:gd name="connsiteY51" fmla="*/ 183356 h 654844"/>
                    <a:gd name="connsiteX52" fmla="*/ 621506 w 621506"/>
                    <a:gd name="connsiteY52" fmla="*/ 209550 h 654844"/>
                    <a:gd name="connsiteX53" fmla="*/ 619125 w 621506"/>
                    <a:gd name="connsiteY53" fmla="*/ 226219 h 654844"/>
                    <a:gd name="connsiteX54" fmla="*/ 592931 w 621506"/>
                    <a:gd name="connsiteY54" fmla="*/ 233362 h 654844"/>
                    <a:gd name="connsiteX55" fmla="*/ 573881 w 621506"/>
                    <a:gd name="connsiteY55" fmla="*/ 242887 h 654844"/>
                    <a:gd name="connsiteX56" fmla="*/ 573881 w 621506"/>
                    <a:gd name="connsiteY56" fmla="*/ 252412 h 654844"/>
                    <a:gd name="connsiteX57" fmla="*/ 540543 w 621506"/>
                    <a:gd name="connsiteY57" fmla="*/ 254794 h 654844"/>
                    <a:gd name="connsiteX58" fmla="*/ 540543 w 621506"/>
                    <a:gd name="connsiteY58" fmla="*/ 280987 h 654844"/>
                    <a:gd name="connsiteX59" fmla="*/ 514349 w 621506"/>
                    <a:gd name="connsiteY59" fmla="*/ 354806 h 654844"/>
                    <a:gd name="connsiteX60" fmla="*/ 523875 w 621506"/>
                    <a:gd name="connsiteY60" fmla="*/ 383381 h 654844"/>
                    <a:gd name="connsiteX61" fmla="*/ 538162 w 621506"/>
                    <a:gd name="connsiteY61" fmla="*/ 402431 h 654844"/>
                    <a:gd name="connsiteX62" fmla="*/ 550068 w 621506"/>
                    <a:gd name="connsiteY62" fmla="*/ 414337 h 654844"/>
                    <a:gd name="connsiteX63" fmla="*/ 538162 w 621506"/>
                    <a:gd name="connsiteY63" fmla="*/ 433387 h 654844"/>
                    <a:gd name="connsiteX64" fmla="*/ 500062 w 621506"/>
                    <a:gd name="connsiteY64" fmla="*/ 438150 h 654844"/>
                    <a:gd name="connsiteX65" fmla="*/ 500062 w 621506"/>
                    <a:gd name="connsiteY65" fmla="*/ 438150 h 654844"/>
                    <a:gd name="connsiteX66" fmla="*/ 485775 w 621506"/>
                    <a:gd name="connsiteY66" fmla="*/ 478631 h 654844"/>
                    <a:gd name="connsiteX67" fmla="*/ 447674 w 621506"/>
                    <a:gd name="connsiteY67" fmla="*/ 526256 h 654844"/>
                    <a:gd name="connsiteX68" fmla="*/ 426243 w 621506"/>
                    <a:gd name="connsiteY68" fmla="*/ 540544 h 654844"/>
                    <a:gd name="connsiteX69" fmla="*/ 397668 w 621506"/>
                    <a:gd name="connsiteY69" fmla="*/ 540544 h 654844"/>
                    <a:gd name="connsiteX70" fmla="*/ 385762 w 621506"/>
                    <a:gd name="connsiteY70" fmla="*/ 554831 h 654844"/>
                    <a:gd name="connsiteX71" fmla="*/ 376237 w 621506"/>
                    <a:gd name="connsiteY71" fmla="*/ 590549 h 654844"/>
                    <a:gd name="connsiteX72" fmla="*/ 395287 w 621506"/>
                    <a:gd name="connsiteY72" fmla="*/ 631031 h 654844"/>
                    <a:gd name="connsiteX0" fmla="*/ 395287 w 621506"/>
                    <a:gd name="connsiteY0" fmla="*/ 631031 h 654844"/>
                    <a:gd name="connsiteX1" fmla="*/ 347662 w 621506"/>
                    <a:gd name="connsiteY1" fmla="*/ 654844 h 654844"/>
                    <a:gd name="connsiteX2" fmla="*/ 314325 w 621506"/>
                    <a:gd name="connsiteY2" fmla="*/ 652462 h 654844"/>
                    <a:gd name="connsiteX3" fmla="*/ 283368 w 621506"/>
                    <a:gd name="connsiteY3" fmla="*/ 628650 h 654844"/>
                    <a:gd name="connsiteX4" fmla="*/ 264318 w 621506"/>
                    <a:gd name="connsiteY4" fmla="*/ 602456 h 654844"/>
                    <a:gd name="connsiteX5" fmla="*/ 221456 w 621506"/>
                    <a:gd name="connsiteY5" fmla="*/ 583406 h 654844"/>
                    <a:gd name="connsiteX6" fmla="*/ 178593 w 621506"/>
                    <a:gd name="connsiteY6" fmla="*/ 583406 h 654844"/>
                    <a:gd name="connsiteX7" fmla="*/ 164306 w 621506"/>
                    <a:gd name="connsiteY7" fmla="*/ 552450 h 654844"/>
                    <a:gd name="connsiteX8" fmla="*/ 126206 w 621506"/>
                    <a:gd name="connsiteY8" fmla="*/ 533400 h 654844"/>
                    <a:gd name="connsiteX9" fmla="*/ 85725 w 621506"/>
                    <a:gd name="connsiteY9" fmla="*/ 528637 h 654844"/>
                    <a:gd name="connsiteX10" fmla="*/ 66675 w 621506"/>
                    <a:gd name="connsiteY10" fmla="*/ 495300 h 654844"/>
                    <a:gd name="connsiteX11" fmla="*/ 19050 w 621506"/>
                    <a:gd name="connsiteY11" fmla="*/ 476250 h 654844"/>
                    <a:gd name="connsiteX12" fmla="*/ 0 w 621506"/>
                    <a:gd name="connsiteY12" fmla="*/ 476250 h 654844"/>
                    <a:gd name="connsiteX13" fmla="*/ 0 w 621506"/>
                    <a:gd name="connsiteY13" fmla="*/ 450056 h 654844"/>
                    <a:gd name="connsiteX14" fmla="*/ 28575 w 621506"/>
                    <a:gd name="connsiteY14" fmla="*/ 423862 h 654844"/>
                    <a:gd name="connsiteX15" fmla="*/ 40481 w 621506"/>
                    <a:gd name="connsiteY15" fmla="*/ 395287 h 654844"/>
                    <a:gd name="connsiteX16" fmla="*/ 40480 w 621506"/>
                    <a:gd name="connsiteY16" fmla="*/ 359569 h 654844"/>
                    <a:gd name="connsiteX17" fmla="*/ 40481 w 621506"/>
                    <a:gd name="connsiteY17" fmla="*/ 335756 h 654844"/>
                    <a:gd name="connsiteX18" fmla="*/ 69056 w 621506"/>
                    <a:gd name="connsiteY18" fmla="*/ 300037 h 654844"/>
                    <a:gd name="connsiteX19" fmla="*/ 71437 w 621506"/>
                    <a:gd name="connsiteY19" fmla="*/ 276225 h 654844"/>
                    <a:gd name="connsiteX20" fmla="*/ 50006 w 621506"/>
                    <a:gd name="connsiteY20" fmla="*/ 254794 h 654844"/>
                    <a:gd name="connsiteX21" fmla="*/ 50006 w 621506"/>
                    <a:gd name="connsiteY21" fmla="*/ 226219 h 654844"/>
                    <a:gd name="connsiteX22" fmla="*/ 57150 w 621506"/>
                    <a:gd name="connsiteY22" fmla="*/ 211931 h 654844"/>
                    <a:gd name="connsiteX23" fmla="*/ 85725 w 621506"/>
                    <a:gd name="connsiteY23" fmla="*/ 226218 h 654844"/>
                    <a:gd name="connsiteX24" fmla="*/ 145256 w 621506"/>
                    <a:gd name="connsiteY24" fmla="*/ 223837 h 654844"/>
                    <a:gd name="connsiteX25" fmla="*/ 164306 w 621506"/>
                    <a:gd name="connsiteY25" fmla="*/ 188119 h 654844"/>
                    <a:gd name="connsiteX26" fmla="*/ 176212 w 621506"/>
                    <a:gd name="connsiteY26" fmla="*/ 166687 h 654844"/>
                    <a:gd name="connsiteX27" fmla="*/ 226218 w 621506"/>
                    <a:gd name="connsiteY27" fmla="*/ 152400 h 654844"/>
                    <a:gd name="connsiteX28" fmla="*/ 238125 w 621506"/>
                    <a:gd name="connsiteY28" fmla="*/ 126206 h 654844"/>
                    <a:gd name="connsiteX29" fmla="*/ 233362 w 621506"/>
                    <a:gd name="connsiteY29" fmla="*/ 104775 h 654844"/>
                    <a:gd name="connsiteX30" fmla="*/ 238125 w 621506"/>
                    <a:gd name="connsiteY30" fmla="*/ 76200 h 654844"/>
                    <a:gd name="connsiteX31" fmla="*/ 257175 w 621506"/>
                    <a:gd name="connsiteY31" fmla="*/ 76200 h 654844"/>
                    <a:gd name="connsiteX32" fmla="*/ 278606 w 621506"/>
                    <a:gd name="connsiteY32" fmla="*/ 80962 h 654844"/>
                    <a:gd name="connsiteX33" fmla="*/ 295275 w 621506"/>
                    <a:gd name="connsiteY33" fmla="*/ 66675 h 654844"/>
                    <a:gd name="connsiteX34" fmla="*/ 321468 w 621506"/>
                    <a:gd name="connsiteY34" fmla="*/ 76200 h 654844"/>
                    <a:gd name="connsiteX35" fmla="*/ 347662 w 621506"/>
                    <a:gd name="connsiteY35" fmla="*/ 66675 h 654844"/>
                    <a:gd name="connsiteX36" fmla="*/ 354806 w 621506"/>
                    <a:gd name="connsiteY36" fmla="*/ 42862 h 654844"/>
                    <a:gd name="connsiteX37" fmla="*/ 378618 w 621506"/>
                    <a:gd name="connsiteY37" fmla="*/ 28575 h 654844"/>
                    <a:gd name="connsiteX38" fmla="*/ 402431 w 621506"/>
                    <a:gd name="connsiteY38" fmla="*/ 30956 h 654844"/>
                    <a:gd name="connsiteX39" fmla="*/ 421481 w 621506"/>
                    <a:gd name="connsiteY39" fmla="*/ 23812 h 654844"/>
                    <a:gd name="connsiteX40" fmla="*/ 409575 w 621506"/>
                    <a:gd name="connsiteY40" fmla="*/ 2381 h 654844"/>
                    <a:gd name="connsiteX41" fmla="*/ 416718 w 621506"/>
                    <a:gd name="connsiteY41" fmla="*/ 0 h 654844"/>
                    <a:gd name="connsiteX42" fmla="*/ 452437 w 621506"/>
                    <a:gd name="connsiteY42" fmla="*/ 4762 h 654844"/>
                    <a:gd name="connsiteX43" fmla="*/ 497681 w 621506"/>
                    <a:gd name="connsiteY43" fmla="*/ 19050 h 654844"/>
                    <a:gd name="connsiteX44" fmla="*/ 533400 w 621506"/>
                    <a:gd name="connsiteY44" fmla="*/ 26194 h 654844"/>
                    <a:gd name="connsiteX45" fmla="*/ 566737 w 621506"/>
                    <a:gd name="connsiteY45" fmla="*/ 14287 h 654844"/>
                    <a:gd name="connsiteX46" fmla="*/ 571500 w 621506"/>
                    <a:gd name="connsiteY46" fmla="*/ 38100 h 654844"/>
                    <a:gd name="connsiteX47" fmla="*/ 595312 w 621506"/>
                    <a:gd name="connsiteY47" fmla="*/ 59531 h 654844"/>
                    <a:gd name="connsiteX48" fmla="*/ 614362 w 621506"/>
                    <a:gd name="connsiteY48" fmla="*/ 83344 h 654844"/>
                    <a:gd name="connsiteX49" fmla="*/ 619125 w 621506"/>
                    <a:gd name="connsiteY49" fmla="*/ 109537 h 654844"/>
                    <a:gd name="connsiteX50" fmla="*/ 611981 w 621506"/>
                    <a:gd name="connsiteY50" fmla="*/ 133350 h 654844"/>
                    <a:gd name="connsiteX51" fmla="*/ 611981 w 621506"/>
                    <a:gd name="connsiteY51" fmla="*/ 183356 h 654844"/>
                    <a:gd name="connsiteX52" fmla="*/ 621506 w 621506"/>
                    <a:gd name="connsiteY52" fmla="*/ 209550 h 654844"/>
                    <a:gd name="connsiteX53" fmla="*/ 619125 w 621506"/>
                    <a:gd name="connsiteY53" fmla="*/ 226219 h 654844"/>
                    <a:gd name="connsiteX54" fmla="*/ 592931 w 621506"/>
                    <a:gd name="connsiteY54" fmla="*/ 233362 h 654844"/>
                    <a:gd name="connsiteX55" fmla="*/ 573881 w 621506"/>
                    <a:gd name="connsiteY55" fmla="*/ 242887 h 654844"/>
                    <a:gd name="connsiteX56" fmla="*/ 573881 w 621506"/>
                    <a:gd name="connsiteY56" fmla="*/ 252412 h 654844"/>
                    <a:gd name="connsiteX57" fmla="*/ 540543 w 621506"/>
                    <a:gd name="connsiteY57" fmla="*/ 254794 h 654844"/>
                    <a:gd name="connsiteX58" fmla="*/ 540543 w 621506"/>
                    <a:gd name="connsiteY58" fmla="*/ 280987 h 654844"/>
                    <a:gd name="connsiteX59" fmla="*/ 514349 w 621506"/>
                    <a:gd name="connsiteY59" fmla="*/ 354806 h 654844"/>
                    <a:gd name="connsiteX60" fmla="*/ 523875 w 621506"/>
                    <a:gd name="connsiteY60" fmla="*/ 383381 h 654844"/>
                    <a:gd name="connsiteX61" fmla="*/ 538162 w 621506"/>
                    <a:gd name="connsiteY61" fmla="*/ 402431 h 654844"/>
                    <a:gd name="connsiteX62" fmla="*/ 550068 w 621506"/>
                    <a:gd name="connsiteY62" fmla="*/ 414337 h 654844"/>
                    <a:gd name="connsiteX63" fmla="*/ 538162 w 621506"/>
                    <a:gd name="connsiteY63" fmla="*/ 433387 h 654844"/>
                    <a:gd name="connsiteX64" fmla="*/ 500062 w 621506"/>
                    <a:gd name="connsiteY64" fmla="*/ 438150 h 654844"/>
                    <a:gd name="connsiteX65" fmla="*/ 500062 w 621506"/>
                    <a:gd name="connsiteY65" fmla="*/ 438150 h 654844"/>
                    <a:gd name="connsiteX66" fmla="*/ 485775 w 621506"/>
                    <a:gd name="connsiteY66" fmla="*/ 478631 h 654844"/>
                    <a:gd name="connsiteX67" fmla="*/ 447674 w 621506"/>
                    <a:gd name="connsiteY67" fmla="*/ 526256 h 654844"/>
                    <a:gd name="connsiteX68" fmla="*/ 426243 w 621506"/>
                    <a:gd name="connsiteY68" fmla="*/ 540544 h 654844"/>
                    <a:gd name="connsiteX69" fmla="*/ 397668 w 621506"/>
                    <a:gd name="connsiteY69" fmla="*/ 540544 h 654844"/>
                    <a:gd name="connsiteX70" fmla="*/ 385762 w 621506"/>
                    <a:gd name="connsiteY70" fmla="*/ 554831 h 654844"/>
                    <a:gd name="connsiteX71" fmla="*/ 376237 w 621506"/>
                    <a:gd name="connsiteY71" fmla="*/ 590549 h 654844"/>
                    <a:gd name="connsiteX72" fmla="*/ 395287 w 621506"/>
                    <a:gd name="connsiteY72" fmla="*/ 631031 h 654844"/>
                    <a:gd name="connsiteX0" fmla="*/ 395287 w 621506"/>
                    <a:gd name="connsiteY0" fmla="*/ 631031 h 654844"/>
                    <a:gd name="connsiteX1" fmla="*/ 347662 w 621506"/>
                    <a:gd name="connsiteY1" fmla="*/ 654844 h 654844"/>
                    <a:gd name="connsiteX2" fmla="*/ 314325 w 621506"/>
                    <a:gd name="connsiteY2" fmla="*/ 652462 h 654844"/>
                    <a:gd name="connsiteX3" fmla="*/ 283368 w 621506"/>
                    <a:gd name="connsiteY3" fmla="*/ 628650 h 654844"/>
                    <a:gd name="connsiteX4" fmla="*/ 264318 w 621506"/>
                    <a:gd name="connsiteY4" fmla="*/ 602456 h 654844"/>
                    <a:gd name="connsiteX5" fmla="*/ 221456 w 621506"/>
                    <a:gd name="connsiteY5" fmla="*/ 583406 h 654844"/>
                    <a:gd name="connsiteX6" fmla="*/ 178593 w 621506"/>
                    <a:gd name="connsiteY6" fmla="*/ 583406 h 654844"/>
                    <a:gd name="connsiteX7" fmla="*/ 164306 w 621506"/>
                    <a:gd name="connsiteY7" fmla="*/ 552450 h 654844"/>
                    <a:gd name="connsiteX8" fmla="*/ 126206 w 621506"/>
                    <a:gd name="connsiteY8" fmla="*/ 533400 h 654844"/>
                    <a:gd name="connsiteX9" fmla="*/ 85725 w 621506"/>
                    <a:gd name="connsiteY9" fmla="*/ 528637 h 654844"/>
                    <a:gd name="connsiteX10" fmla="*/ 66675 w 621506"/>
                    <a:gd name="connsiteY10" fmla="*/ 495300 h 654844"/>
                    <a:gd name="connsiteX11" fmla="*/ 19050 w 621506"/>
                    <a:gd name="connsiteY11" fmla="*/ 476250 h 654844"/>
                    <a:gd name="connsiteX12" fmla="*/ 0 w 621506"/>
                    <a:gd name="connsiteY12" fmla="*/ 476250 h 654844"/>
                    <a:gd name="connsiteX13" fmla="*/ 0 w 621506"/>
                    <a:gd name="connsiteY13" fmla="*/ 450056 h 654844"/>
                    <a:gd name="connsiteX14" fmla="*/ 28575 w 621506"/>
                    <a:gd name="connsiteY14" fmla="*/ 423862 h 654844"/>
                    <a:gd name="connsiteX15" fmla="*/ 40481 w 621506"/>
                    <a:gd name="connsiteY15" fmla="*/ 395287 h 654844"/>
                    <a:gd name="connsiteX16" fmla="*/ 40480 w 621506"/>
                    <a:gd name="connsiteY16" fmla="*/ 359569 h 654844"/>
                    <a:gd name="connsiteX17" fmla="*/ 40481 w 621506"/>
                    <a:gd name="connsiteY17" fmla="*/ 335756 h 654844"/>
                    <a:gd name="connsiteX18" fmla="*/ 69056 w 621506"/>
                    <a:gd name="connsiteY18" fmla="*/ 300037 h 654844"/>
                    <a:gd name="connsiteX19" fmla="*/ 71437 w 621506"/>
                    <a:gd name="connsiteY19" fmla="*/ 276225 h 654844"/>
                    <a:gd name="connsiteX20" fmla="*/ 50006 w 621506"/>
                    <a:gd name="connsiteY20" fmla="*/ 254794 h 654844"/>
                    <a:gd name="connsiteX21" fmla="*/ 50006 w 621506"/>
                    <a:gd name="connsiteY21" fmla="*/ 226219 h 654844"/>
                    <a:gd name="connsiteX22" fmla="*/ 57150 w 621506"/>
                    <a:gd name="connsiteY22" fmla="*/ 211931 h 654844"/>
                    <a:gd name="connsiteX23" fmla="*/ 85725 w 621506"/>
                    <a:gd name="connsiteY23" fmla="*/ 226218 h 654844"/>
                    <a:gd name="connsiteX24" fmla="*/ 145256 w 621506"/>
                    <a:gd name="connsiteY24" fmla="*/ 223837 h 654844"/>
                    <a:gd name="connsiteX25" fmla="*/ 164306 w 621506"/>
                    <a:gd name="connsiteY25" fmla="*/ 188119 h 654844"/>
                    <a:gd name="connsiteX26" fmla="*/ 176212 w 621506"/>
                    <a:gd name="connsiteY26" fmla="*/ 166687 h 654844"/>
                    <a:gd name="connsiteX27" fmla="*/ 226218 w 621506"/>
                    <a:gd name="connsiteY27" fmla="*/ 152400 h 654844"/>
                    <a:gd name="connsiteX28" fmla="*/ 238125 w 621506"/>
                    <a:gd name="connsiteY28" fmla="*/ 126206 h 654844"/>
                    <a:gd name="connsiteX29" fmla="*/ 233362 w 621506"/>
                    <a:gd name="connsiteY29" fmla="*/ 104775 h 654844"/>
                    <a:gd name="connsiteX30" fmla="*/ 238125 w 621506"/>
                    <a:gd name="connsiteY30" fmla="*/ 76200 h 654844"/>
                    <a:gd name="connsiteX31" fmla="*/ 257175 w 621506"/>
                    <a:gd name="connsiteY31" fmla="*/ 76200 h 654844"/>
                    <a:gd name="connsiteX32" fmla="*/ 278606 w 621506"/>
                    <a:gd name="connsiteY32" fmla="*/ 80962 h 654844"/>
                    <a:gd name="connsiteX33" fmla="*/ 295275 w 621506"/>
                    <a:gd name="connsiteY33" fmla="*/ 66675 h 654844"/>
                    <a:gd name="connsiteX34" fmla="*/ 321468 w 621506"/>
                    <a:gd name="connsiteY34" fmla="*/ 76200 h 654844"/>
                    <a:gd name="connsiteX35" fmla="*/ 347662 w 621506"/>
                    <a:gd name="connsiteY35" fmla="*/ 66675 h 654844"/>
                    <a:gd name="connsiteX36" fmla="*/ 354806 w 621506"/>
                    <a:gd name="connsiteY36" fmla="*/ 42862 h 654844"/>
                    <a:gd name="connsiteX37" fmla="*/ 378618 w 621506"/>
                    <a:gd name="connsiteY37" fmla="*/ 28575 h 654844"/>
                    <a:gd name="connsiteX38" fmla="*/ 402431 w 621506"/>
                    <a:gd name="connsiteY38" fmla="*/ 30956 h 654844"/>
                    <a:gd name="connsiteX39" fmla="*/ 421481 w 621506"/>
                    <a:gd name="connsiteY39" fmla="*/ 23812 h 654844"/>
                    <a:gd name="connsiteX40" fmla="*/ 409575 w 621506"/>
                    <a:gd name="connsiteY40" fmla="*/ 2381 h 654844"/>
                    <a:gd name="connsiteX41" fmla="*/ 416718 w 621506"/>
                    <a:gd name="connsiteY41" fmla="*/ 0 h 654844"/>
                    <a:gd name="connsiteX42" fmla="*/ 452437 w 621506"/>
                    <a:gd name="connsiteY42" fmla="*/ 4762 h 654844"/>
                    <a:gd name="connsiteX43" fmla="*/ 497681 w 621506"/>
                    <a:gd name="connsiteY43" fmla="*/ 19050 h 654844"/>
                    <a:gd name="connsiteX44" fmla="*/ 533400 w 621506"/>
                    <a:gd name="connsiteY44" fmla="*/ 26194 h 654844"/>
                    <a:gd name="connsiteX45" fmla="*/ 566737 w 621506"/>
                    <a:gd name="connsiteY45" fmla="*/ 14287 h 654844"/>
                    <a:gd name="connsiteX46" fmla="*/ 571500 w 621506"/>
                    <a:gd name="connsiteY46" fmla="*/ 38100 h 654844"/>
                    <a:gd name="connsiteX47" fmla="*/ 595312 w 621506"/>
                    <a:gd name="connsiteY47" fmla="*/ 59531 h 654844"/>
                    <a:gd name="connsiteX48" fmla="*/ 614362 w 621506"/>
                    <a:gd name="connsiteY48" fmla="*/ 83344 h 654844"/>
                    <a:gd name="connsiteX49" fmla="*/ 619125 w 621506"/>
                    <a:gd name="connsiteY49" fmla="*/ 109537 h 654844"/>
                    <a:gd name="connsiteX50" fmla="*/ 611981 w 621506"/>
                    <a:gd name="connsiteY50" fmla="*/ 133350 h 654844"/>
                    <a:gd name="connsiteX51" fmla="*/ 611981 w 621506"/>
                    <a:gd name="connsiteY51" fmla="*/ 183356 h 654844"/>
                    <a:gd name="connsiteX52" fmla="*/ 621506 w 621506"/>
                    <a:gd name="connsiteY52" fmla="*/ 209550 h 654844"/>
                    <a:gd name="connsiteX53" fmla="*/ 619125 w 621506"/>
                    <a:gd name="connsiteY53" fmla="*/ 226219 h 654844"/>
                    <a:gd name="connsiteX54" fmla="*/ 592931 w 621506"/>
                    <a:gd name="connsiteY54" fmla="*/ 233362 h 654844"/>
                    <a:gd name="connsiteX55" fmla="*/ 573881 w 621506"/>
                    <a:gd name="connsiteY55" fmla="*/ 242887 h 654844"/>
                    <a:gd name="connsiteX56" fmla="*/ 573881 w 621506"/>
                    <a:gd name="connsiteY56" fmla="*/ 252412 h 654844"/>
                    <a:gd name="connsiteX57" fmla="*/ 540543 w 621506"/>
                    <a:gd name="connsiteY57" fmla="*/ 254794 h 654844"/>
                    <a:gd name="connsiteX58" fmla="*/ 540543 w 621506"/>
                    <a:gd name="connsiteY58" fmla="*/ 280987 h 654844"/>
                    <a:gd name="connsiteX59" fmla="*/ 514349 w 621506"/>
                    <a:gd name="connsiteY59" fmla="*/ 354806 h 654844"/>
                    <a:gd name="connsiteX60" fmla="*/ 523875 w 621506"/>
                    <a:gd name="connsiteY60" fmla="*/ 383381 h 654844"/>
                    <a:gd name="connsiteX61" fmla="*/ 538162 w 621506"/>
                    <a:gd name="connsiteY61" fmla="*/ 402431 h 654844"/>
                    <a:gd name="connsiteX62" fmla="*/ 550068 w 621506"/>
                    <a:gd name="connsiteY62" fmla="*/ 414337 h 654844"/>
                    <a:gd name="connsiteX63" fmla="*/ 538162 w 621506"/>
                    <a:gd name="connsiteY63" fmla="*/ 433387 h 654844"/>
                    <a:gd name="connsiteX64" fmla="*/ 500062 w 621506"/>
                    <a:gd name="connsiteY64" fmla="*/ 438150 h 654844"/>
                    <a:gd name="connsiteX65" fmla="*/ 500062 w 621506"/>
                    <a:gd name="connsiteY65" fmla="*/ 438150 h 654844"/>
                    <a:gd name="connsiteX66" fmla="*/ 485775 w 621506"/>
                    <a:gd name="connsiteY66" fmla="*/ 478631 h 654844"/>
                    <a:gd name="connsiteX67" fmla="*/ 447674 w 621506"/>
                    <a:gd name="connsiteY67" fmla="*/ 526256 h 654844"/>
                    <a:gd name="connsiteX68" fmla="*/ 426243 w 621506"/>
                    <a:gd name="connsiteY68" fmla="*/ 540544 h 654844"/>
                    <a:gd name="connsiteX69" fmla="*/ 397668 w 621506"/>
                    <a:gd name="connsiteY69" fmla="*/ 540544 h 654844"/>
                    <a:gd name="connsiteX70" fmla="*/ 385762 w 621506"/>
                    <a:gd name="connsiteY70" fmla="*/ 554831 h 654844"/>
                    <a:gd name="connsiteX71" fmla="*/ 376237 w 621506"/>
                    <a:gd name="connsiteY71" fmla="*/ 590549 h 654844"/>
                    <a:gd name="connsiteX72" fmla="*/ 395287 w 621506"/>
                    <a:gd name="connsiteY72" fmla="*/ 631031 h 654844"/>
                    <a:gd name="connsiteX0" fmla="*/ 395287 w 621506"/>
                    <a:gd name="connsiteY0" fmla="*/ 631031 h 654844"/>
                    <a:gd name="connsiteX1" fmla="*/ 347662 w 621506"/>
                    <a:gd name="connsiteY1" fmla="*/ 654844 h 654844"/>
                    <a:gd name="connsiteX2" fmla="*/ 314325 w 621506"/>
                    <a:gd name="connsiteY2" fmla="*/ 652462 h 654844"/>
                    <a:gd name="connsiteX3" fmla="*/ 283368 w 621506"/>
                    <a:gd name="connsiteY3" fmla="*/ 628650 h 654844"/>
                    <a:gd name="connsiteX4" fmla="*/ 264318 w 621506"/>
                    <a:gd name="connsiteY4" fmla="*/ 602456 h 654844"/>
                    <a:gd name="connsiteX5" fmla="*/ 221456 w 621506"/>
                    <a:gd name="connsiteY5" fmla="*/ 583406 h 654844"/>
                    <a:gd name="connsiteX6" fmla="*/ 178593 w 621506"/>
                    <a:gd name="connsiteY6" fmla="*/ 583406 h 654844"/>
                    <a:gd name="connsiteX7" fmla="*/ 164306 w 621506"/>
                    <a:gd name="connsiteY7" fmla="*/ 552450 h 654844"/>
                    <a:gd name="connsiteX8" fmla="*/ 126206 w 621506"/>
                    <a:gd name="connsiteY8" fmla="*/ 533400 h 654844"/>
                    <a:gd name="connsiteX9" fmla="*/ 85725 w 621506"/>
                    <a:gd name="connsiteY9" fmla="*/ 528637 h 654844"/>
                    <a:gd name="connsiteX10" fmla="*/ 66675 w 621506"/>
                    <a:gd name="connsiteY10" fmla="*/ 495300 h 654844"/>
                    <a:gd name="connsiteX11" fmla="*/ 19050 w 621506"/>
                    <a:gd name="connsiteY11" fmla="*/ 476250 h 654844"/>
                    <a:gd name="connsiteX12" fmla="*/ 0 w 621506"/>
                    <a:gd name="connsiteY12" fmla="*/ 476250 h 654844"/>
                    <a:gd name="connsiteX13" fmla="*/ 0 w 621506"/>
                    <a:gd name="connsiteY13" fmla="*/ 450056 h 654844"/>
                    <a:gd name="connsiteX14" fmla="*/ 28575 w 621506"/>
                    <a:gd name="connsiteY14" fmla="*/ 423862 h 654844"/>
                    <a:gd name="connsiteX15" fmla="*/ 40481 w 621506"/>
                    <a:gd name="connsiteY15" fmla="*/ 395287 h 654844"/>
                    <a:gd name="connsiteX16" fmla="*/ 40480 w 621506"/>
                    <a:gd name="connsiteY16" fmla="*/ 359569 h 654844"/>
                    <a:gd name="connsiteX17" fmla="*/ 40481 w 621506"/>
                    <a:gd name="connsiteY17" fmla="*/ 335756 h 654844"/>
                    <a:gd name="connsiteX18" fmla="*/ 69056 w 621506"/>
                    <a:gd name="connsiteY18" fmla="*/ 300037 h 654844"/>
                    <a:gd name="connsiteX19" fmla="*/ 71437 w 621506"/>
                    <a:gd name="connsiteY19" fmla="*/ 276225 h 654844"/>
                    <a:gd name="connsiteX20" fmla="*/ 50006 w 621506"/>
                    <a:gd name="connsiteY20" fmla="*/ 254794 h 654844"/>
                    <a:gd name="connsiteX21" fmla="*/ 50006 w 621506"/>
                    <a:gd name="connsiteY21" fmla="*/ 226219 h 654844"/>
                    <a:gd name="connsiteX22" fmla="*/ 57150 w 621506"/>
                    <a:gd name="connsiteY22" fmla="*/ 211931 h 654844"/>
                    <a:gd name="connsiteX23" fmla="*/ 85725 w 621506"/>
                    <a:gd name="connsiteY23" fmla="*/ 226218 h 654844"/>
                    <a:gd name="connsiteX24" fmla="*/ 145256 w 621506"/>
                    <a:gd name="connsiteY24" fmla="*/ 223837 h 654844"/>
                    <a:gd name="connsiteX25" fmla="*/ 164306 w 621506"/>
                    <a:gd name="connsiteY25" fmla="*/ 188119 h 654844"/>
                    <a:gd name="connsiteX26" fmla="*/ 176212 w 621506"/>
                    <a:gd name="connsiteY26" fmla="*/ 166687 h 654844"/>
                    <a:gd name="connsiteX27" fmla="*/ 226218 w 621506"/>
                    <a:gd name="connsiteY27" fmla="*/ 152400 h 654844"/>
                    <a:gd name="connsiteX28" fmla="*/ 238125 w 621506"/>
                    <a:gd name="connsiteY28" fmla="*/ 126206 h 654844"/>
                    <a:gd name="connsiteX29" fmla="*/ 233362 w 621506"/>
                    <a:gd name="connsiteY29" fmla="*/ 104775 h 654844"/>
                    <a:gd name="connsiteX30" fmla="*/ 238125 w 621506"/>
                    <a:gd name="connsiteY30" fmla="*/ 76200 h 654844"/>
                    <a:gd name="connsiteX31" fmla="*/ 257175 w 621506"/>
                    <a:gd name="connsiteY31" fmla="*/ 76200 h 654844"/>
                    <a:gd name="connsiteX32" fmla="*/ 278606 w 621506"/>
                    <a:gd name="connsiteY32" fmla="*/ 80962 h 654844"/>
                    <a:gd name="connsiteX33" fmla="*/ 295275 w 621506"/>
                    <a:gd name="connsiteY33" fmla="*/ 66675 h 654844"/>
                    <a:gd name="connsiteX34" fmla="*/ 321468 w 621506"/>
                    <a:gd name="connsiteY34" fmla="*/ 76200 h 654844"/>
                    <a:gd name="connsiteX35" fmla="*/ 347662 w 621506"/>
                    <a:gd name="connsiteY35" fmla="*/ 66675 h 654844"/>
                    <a:gd name="connsiteX36" fmla="*/ 354806 w 621506"/>
                    <a:gd name="connsiteY36" fmla="*/ 42862 h 654844"/>
                    <a:gd name="connsiteX37" fmla="*/ 378618 w 621506"/>
                    <a:gd name="connsiteY37" fmla="*/ 28575 h 654844"/>
                    <a:gd name="connsiteX38" fmla="*/ 402431 w 621506"/>
                    <a:gd name="connsiteY38" fmla="*/ 30956 h 654844"/>
                    <a:gd name="connsiteX39" fmla="*/ 421481 w 621506"/>
                    <a:gd name="connsiteY39" fmla="*/ 23812 h 654844"/>
                    <a:gd name="connsiteX40" fmla="*/ 409575 w 621506"/>
                    <a:gd name="connsiteY40" fmla="*/ 2381 h 654844"/>
                    <a:gd name="connsiteX41" fmla="*/ 416718 w 621506"/>
                    <a:gd name="connsiteY41" fmla="*/ 0 h 654844"/>
                    <a:gd name="connsiteX42" fmla="*/ 452437 w 621506"/>
                    <a:gd name="connsiteY42" fmla="*/ 4762 h 654844"/>
                    <a:gd name="connsiteX43" fmla="*/ 497681 w 621506"/>
                    <a:gd name="connsiteY43" fmla="*/ 19050 h 654844"/>
                    <a:gd name="connsiteX44" fmla="*/ 533400 w 621506"/>
                    <a:gd name="connsiteY44" fmla="*/ 26194 h 654844"/>
                    <a:gd name="connsiteX45" fmla="*/ 566737 w 621506"/>
                    <a:gd name="connsiteY45" fmla="*/ 14287 h 654844"/>
                    <a:gd name="connsiteX46" fmla="*/ 571500 w 621506"/>
                    <a:gd name="connsiteY46" fmla="*/ 38100 h 654844"/>
                    <a:gd name="connsiteX47" fmla="*/ 595312 w 621506"/>
                    <a:gd name="connsiteY47" fmla="*/ 59531 h 654844"/>
                    <a:gd name="connsiteX48" fmla="*/ 614362 w 621506"/>
                    <a:gd name="connsiteY48" fmla="*/ 83344 h 654844"/>
                    <a:gd name="connsiteX49" fmla="*/ 619125 w 621506"/>
                    <a:gd name="connsiteY49" fmla="*/ 109537 h 654844"/>
                    <a:gd name="connsiteX50" fmla="*/ 611981 w 621506"/>
                    <a:gd name="connsiteY50" fmla="*/ 133350 h 654844"/>
                    <a:gd name="connsiteX51" fmla="*/ 611981 w 621506"/>
                    <a:gd name="connsiteY51" fmla="*/ 183356 h 654844"/>
                    <a:gd name="connsiteX52" fmla="*/ 621506 w 621506"/>
                    <a:gd name="connsiteY52" fmla="*/ 209550 h 654844"/>
                    <a:gd name="connsiteX53" fmla="*/ 619125 w 621506"/>
                    <a:gd name="connsiteY53" fmla="*/ 226219 h 654844"/>
                    <a:gd name="connsiteX54" fmla="*/ 592931 w 621506"/>
                    <a:gd name="connsiteY54" fmla="*/ 233362 h 654844"/>
                    <a:gd name="connsiteX55" fmla="*/ 573881 w 621506"/>
                    <a:gd name="connsiteY55" fmla="*/ 242887 h 654844"/>
                    <a:gd name="connsiteX56" fmla="*/ 573881 w 621506"/>
                    <a:gd name="connsiteY56" fmla="*/ 252412 h 654844"/>
                    <a:gd name="connsiteX57" fmla="*/ 540543 w 621506"/>
                    <a:gd name="connsiteY57" fmla="*/ 254794 h 654844"/>
                    <a:gd name="connsiteX58" fmla="*/ 540543 w 621506"/>
                    <a:gd name="connsiteY58" fmla="*/ 280987 h 654844"/>
                    <a:gd name="connsiteX59" fmla="*/ 514349 w 621506"/>
                    <a:gd name="connsiteY59" fmla="*/ 354806 h 654844"/>
                    <a:gd name="connsiteX60" fmla="*/ 523875 w 621506"/>
                    <a:gd name="connsiteY60" fmla="*/ 383381 h 654844"/>
                    <a:gd name="connsiteX61" fmla="*/ 538162 w 621506"/>
                    <a:gd name="connsiteY61" fmla="*/ 402431 h 654844"/>
                    <a:gd name="connsiteX62" fmla="*/ 550068 w 621506"/>
                    <a:gd name="connsiteY62" fmla="*/ 414337 h 654844"/>
                    <a:gd name="connsiteX63" fmla="*/ 538162 w 621506"/>
                    <a:gd name="connsiteY63" fmla="*/ 433387 h 654844"/>
                    <a:gd name="connsiteX64" fmla="*/ 500062 w 621506"/>
                    <a:gd name="connsiteY64" fmla="*/ 438150 h 654844"/>
                    <a:gd name="connsiteX65" fmla="*/ 500062 w 621506"/>
                    <a:gd name="connsiteY65" fmla="*/ 438150 h 654844"/>
                    <a:gd name="connsiteX66" fmla="*/ 485775 w 621506"/>
                    <a:gd name="connsiteY66" fmla="*/ 478631 h 654844"/>
                    <a:gd name="connsiteX67" fmla="*/ 447674 w 621506"/>
                    <a:gd name="connsiteY67" fmla="*/ 526256 h 654844"/>
                    <a:gd name="connsiteX68" fmla="*/ 426243 w 621506"/>
                    <a:gd name="connsiteY68" fmla="*/ 540544 h 654844"/>
                    <a:gd name="connsiteX69" fmla="*/ 397668 w 621506"/>
                    <a:gd name="connsiteY69" fmla="*/ 540544 h 654844"/>
                    <a:gd name="connsiteX70" fmla="*/ 385762 w 621506"/>
                    <a:gd name="connsiteY70" fmla="*/ 554831 h 654844"/>
                    <a:gd name="connsiteX71" fmla="*/ 376237 w 621506"/>
                    <a:gd name="connsiteY71" fmla="*/ 590549 h 654844"/>
                    <a:gd name="connsiteX72" fmla="*/ 395287 w 621506"/>
                    <a:gd name="connsiteY72" fmla="*/ 631031 h 654844"/>
                    <a:gd name="connsiteX0" fmla="*/ 395287 w 621506"/>
                    <a:gd name="connsiteY0" fmla="*/ 631031 h 654844"/>
                    <a:gd name="connsiteX1" fmla="*/ 347662 w 621506"/>
                    <a:gd name="connsiteY1" fmla="*/ 654844 h 654844"/>
                    <a:gd name="connsiteX2" fmla="*/ 314325 w 621506"/>
                    <a:gd name="connsiteY2" fmla="*/ 652462 h 654844"/>
                    <a:gd name="connsiteX3" fmla="*/ 283368 w 621506"/>
                    <a:gd name="connsiteY3" fmla="*/ 628650 h 654844"/>
                    <a:gd name="connsiteX4" fmla="*/ 264318 w 621506"/>
                    <a:gd name="connsiteY4" fmla="*/ 602456 h 654844"/>
                    <a:gd name="connsiteX5" fmla="*/ 221456 w 621506"/>
                    <a:gd name="connsiteY5" fmla="*/ 583406 h 654844"/>
                    <a:gd name="connsiteX6" fmla="*/ 178593 w 621506"/>
                    <a:gd name="connsiteY6" fmla="*/ 583406 h 654844"/>
                    <a:gd name="connsiteX7" fmla="*/ 164306 w 621506"/>
                    <a:gd name="connsiteY7" fmla="*/ 552450 h 654844"/>
                    <a:gd name="connsiteX8" fmla="*/ 126206 w 621506"/>
                    <a:gd name="connsiteY8" fmla="*/ 521494 h 654844"/>
                    <a:gd name="connsiteX9" fmla="*/ 85725 w 621506"/>
                    <a:gd name="connsiteY9" fmla="*/ 528637 h 654844"/>
                    <a:gd name="connsiteX10" fmla="*/ 66675 w 621506"/>
                    <a:gd name="connsiteY10" fmla="*/ 495300 h 654844"/>
                    <a:gd name="connsiteX11" fmla="*/ 19050 w 621506"/>
                    <a:gd name="connsiteY11" fmla="*/ 476250 h 654844"/>
                    <a:gd name="connsiteX12" fmla="*/ 0 w 621506"/>
                    <a:gd name="connsiteY12" fmla="*/ 476250 h 654844"/>
                    <a:gd name="connsiteX13" fmla="*/ 0 w 621506"/>
                    <a:gd name="connsiteY13" fmla="*/ 450056 h 654844"/>
                    <a:gd name="connsiteX14" fmla="*/ 28575 w 621506"/>
                    <a:gd name="connsiteY14" fmla="*/ 423862 h 654844"/>
                    <a:gd name="connsiteX15" fmla="*/ 40481 w 621506"/>
                    <a:gd name="connsiteY15" fmla="*/ 395287 h 654844"/>
                    <a:gd name="connsiteX16" fmla="*/ 40480 w 621506"/>
                    <a:gd name="connsiteY16" fmla="*/ 359569 h 654844"/>
                    <a:gd name="connsiteX17" fmla="*/ 40481 w 621506"/>
                    <a:gd name="connsiteY17" fmla="*/ 335756 h 654844"/>
                    <a:gd name="connsiteX18" fmla="*/ 69056 w 621506"/>
                    <a:gd name="connsiteY18" fmla="*/ 300037 h 654844"/>
                    <a:gd name="connsiteX19" fmla="*/ 71437 w 621506"/>
                    <a:gd name="connsiteY19" fmla="*/ 276225 h 654844"/>
                    <a:gd name="connsiteX20" fmla="*/ 50006 w 621506"/>
                    <a:gd name="connsiteY20" fmla="*/ 254794 h 654844"/>
                    <a:gd name="connsiteX21" fmla="*/ 50006 w 621506"/>
                    <a:gd name="connsiteY21" fmla="*/ 226219 h 654844"/>
                    <a:gd name="connsiteX22" fmla="*/ 57150 w 621506"/>
                    <a:gd name="connsiteY22" fmla="*/ 211931 h 654844"/>
                    <a:gd name="connsiteX23" fmla="*/ 85725 w 621506"/>
                    <a:gd name="connsiteY23" fmla="*/ 226218 h 654844"/>
                    <a:gd name="connsiteX24" fmla="*/ 145256 w 621506"/>
                    <a:gd name="connsiteY24" fmla="*/ 223837 h 654844"/>
                    <a:gd name="connsiteX25" fmla="*/ 164306 w 621506"/>
                    <a:gd name="connsiteY25" fmla="*/ 188119 h 654844"/>
                    <a:gd name="connsiteX26" fmla="*/ 176212 w 621506"/>
                    <a:gd name="connsiteY26" fmla="*/ 166687 h 654844"/>
                    <a:gd name="connsiteX27" fmla="*/ 226218 w 621506"/>
                    <a:gd name="connsiteY27" fmla="*/ 152400 h 654844"/>
                    <a:gd name="connsiteX28" fmla="*/ 238125 w 621506"/>
                    <a:gd name="connsiteY28" fmla="*/ 126206 h 654844"/>
                    <a:gd name="connsiteX29" fmla="*/ 233362 w 621506"/>
                    <a:gd name="connsiteY29" fmla="*/ 104775 h 654844"/>
                    <a:gd name="connsiteX30" fmla="*/ 238125 w 621506"/>
                    <a:gd name="connsiteY30" fmla="*/ 76200 h 654844"/>
                    <a:gd name="connsiteX31" fmla="*/ 257175 w 621506"/>
                    <a:gd name="connsiteY31" fmla="*/ 76200 h 654844"/>
                    <a:gd name="connsiteX32" fmla="*/ 278606 w 621506"/>
                    <a:gd name="connsiteY32" fmla="*/ 80962 h 654844"/>
                    <a:gd name="connsiteX33" fmla="*/ 295275 w 621506"/>
                    <a:gd name="connsiteY33" fmla="*/ 66675 h 654844"/>
                    <a:gd name="connsiteX34" fmla="*/ 321468 w 621506"/>
                    <a:gd name="connsiteY34" fmla="*/ 76200 h 654844"/>
                    <a:gd name="connsiteX35" fmla="*/ 347662 w 621506"/>
                    <a:gd name="connsiteY35" fmla="*/ 66675 h 654844"/>
                    <a:gd name="connsiteX36" fmla="*/ 354806 w 621506"/>
                    <a:gd name="connsiteY36" fmla="*/ 42862 h 654844"/>
                    <a:gd name="connsiteX37" fmla="*/ 378618 w 621506"/>
                    <a:gd name="connsiteY37" fmla="*/ 28575 h 654844"/>
                    <a:gd name="connsiteX38" fmla="*/ 402431 w 621506"/>
                    <a:gd name="connsiteY38" fmla="*/ 30956 h 654844"/>
                    <a:gd name="connsiteX39" fmla="*/ 421481 w 621506"/>
                    <a:gd name="connsiteY39" fmla="*/ 23812 h 654844"/>
                    <a:gd name="connsiteX40" fmla="*/ 409575 w 621506"/>
                    <a:gd name="connsiteY40" fmla="*/ 2381 h 654844"/>
                    <a:gd name="connsiteX41" fmla="*/ 416718 w 621506"/>
                    <a:gd name="connsiteY41" fmla="*/ 0 h 654844"/>
                    <a:gd name="connsiteX42" fmla="*/ 452437 w 621506"/>
                    <a:gd name="connsiteY42" fmla="*/ 4762 h 654844"/>
                    <a:gd name="connsiteX43" fmla="*/ 497681 w 621506"/>
                    <a:gd name="connsiteY43" fmla="*/ 19050 h 654844"/>
                    <a:gd name="connsiteX44" fmla="*/ 533400 w 621506"/>
                    <a:gd name="connsiteY44" fmla="*/ 26194 h 654844"/>
                    <a:gd name="connsiteX45" fmla="*/ 566737 w 621506"/>
                    <a:gd name="connsiteY45" fmla="*/ 14287 h 654844"/>
                    <a:gd name="connsiteX46" fmla="*/ 571500 w 621506"/>
                    <a:gd name="connsiteY46" fmla="*/ 38100 h 654844"/>
                    <a:gd name="connsiteX47" fmla="*/ 595312 w 621506"/>
                    <a:gd name="connsiteY47" fmla="*/ 59531 h 654844"/>
                    <a:gd name="connsiteX48" fmla="*/ 614362 w 621506"/>
                    <a:gd name="connsiteY48" fmla="*/ 83344 h 654844"/>
                    <a:gd name="connsiteX49" fmla="*/ 619125 w 621506"/>
                    <a:gd name="connsiteY49" fmla="*/ 109537 h 654844"/>
                    <a:gd name="connsiteX50" fmla="*/ 611981 w 621506"/>
                    <a:gd name="connsiteY50" fmla="*/ 133350 h 654844"/>
                    <a:gd name="connsiteX51" fmla="*/ 611981 w 621506"/>
                    <a:gd name="connsiteY51" fmla="*/ 183356 h 654844"/>
                    <a:gd name="connsiteX52" fmla="*/ 621506 w 621506"/>
                    <a:gd name="connsiteY52" fmla="*/ 209550 h 654844"/>
                    <a:gd name="connsiteX53" fmla="*/ 619125 w 621506"/>
                    <a:gd name="connsiteY53" fmla="*/ 226219 h 654844"/>
                    <a:gd name="connsiteX54" fmla="*/ 592931 w 621506"/>
                    <a:gd name="connsiteY54" fmla="*/ 233362 h 654844"/>
                    <a:gd name="connsiteX55" fmla="*/ 573881 w 621506"/>
                    <a:gd name="connsiteY55" fmla="*/ 242887 h 654844"/>
                    <a:gd name="connsiteX56" fmla="*/ 573881 w 621506"/>
                    <a:gd name="connsiteY56" fmla="*/ 252412 h 654844"/>
                    <a:gd name="connsiteX57" fmla="*/ 540543 w 621506"/>
                    <a:gd name="connsiteY57" fmla="*/ 254794 h 654844"/>
                    <a:gd name="connsiteX58" fmla="*/ 540543 w 621506"/>
                    <a:gd name="connsiteY58" fmla="*/ 280987 h 654844"/>
                    <a:gd name="connsiteX59" fmla="*/ 514349 w 621506"/>
                    <a:gd name="connsiteY59" fmla="*/ 354806 h 654844"/>
                    <a:gd name="connsiteX60" fmla="*/ 523875 w 621506"/>
                    <a:gd name="connsiteY60" fmla="*/ 383381 h 654844"/>
                    <a:gd name="connsiteX61" fmla="*/ 538162 w 621506"/>
                    <a:gd name="connsiteY61" fmla="*/ 402431 h 654844"/>
                    <a:gd name="connsiteX62" fmla="*/ 550068 w 621506"/>
                    <a:gd name="connsiteY62" fmla="*/ 414337 h 654844"/>
                    <a:gd name="connsiteX63" fmla="*/ 538162 w 621506"/>
                    <a:gd name="connsiteY63" fmla="*/ 433387 h 654844"/>
                    <a:gd name="connsiteX64" fmla="*/ 500062 w 621506"/>
                    <a:gd name="connsiteY64" fmla="*/ 438150 h 654844"/>
                    <a:gd name="connsiteX65" fmla="*/ 500062 w 621506"/>
                    <a:gd name="connsiteY65" fmla="*/ 438150 h 654844"/>
                    <a:gd name="connsiteX66" fmla="*/ 485775 w 621506"/>
                    <a:gd name="connsiteY66" fmla="*/ 478631 h 654844"/>
                    <a:gd name="connsiteX67" fmla="*/ 447674 w 621506"/>
                    <a:gd name="connsiteY67" fmla="*/ 526256 h 654844"/>
                    <a:gd name="connsiteX68" fmla="*/ 426243 w 621506"/>
                    <a:gd name="connsiteY68" fmla="*/ 540544 h 654844"/>
                    <a:gd name="connsiteX69" fmla="*/ 397668 w 621506"/>
                    <a:gd name="connsiteY69" fmla="*/ 540544 h 654844"/>
                    <a:gd name="connsiteX70" fmla="*/ 385762 w 621506"/>
                    <a:gd name="connsiteY70" fmla="*/ 554831 h 654844"/>
                    <a:gd name="connsiteX71" fmla="*/ 376237 w 621506"/>
                    <a:gd name="connsiteY71" fmla="*/ 590549 h 654844"/>
                    <a:gd name="connsiteX72" fmla="*/ 395287 w 621506"/>
                    <a:gd name="connsiteY72" fmla="*/ 631031 h 654844"/>
                    <a:gd name="connsiteX0" fmla="*/ 395287 w 621506"/>
                    <a:gd name="connsiteY0" fmla="*/ 631031 h 654844"/>
                    <a:gd name="connsiteX1" fmla="*/ 347662 w 621506"/>
                    <a:gd name="connsiteY1" fmla="*/ 654844 h 654844"/>
                    <a:gd name="connsiteX2" fmla="*/ 314325 w 621506"/>
                    <a:gd name="connsiteY2" fmla="*/ 652462 h 654844"/>
                    <a:gd name="connsiteX3" fmla="*/ 283368 w 621506"/>
                    <a:gd name="connsiteY3" fmla="*/ 628650 h 654844"/>
                    <a:gd name="connsiteX4" fmla="*/ 264318 w 621506"/>
                    <a:gd name="connsiteY4" fmla="*/ 602456 h 654844"/>
                    <a:gd name="connsiteX5" fmla="*/ 221456 w 621506"/>
                    <a:gd name="connsiteY5" fmla="*/ 583406 h 654844"/>
                    <a:gd name="connsiteX6" fmla="*/ 178593 w 621506"/>
                    <a:gd name="connsiteY6" fmla="*/ 583406 h 654844"/>
                    <a:gd name="connsiteX7" fmla="*/ 164306 w 621506"/>
                    <a:gd name="connsiteY7" fmla="*/ 552450 h 654844"/>
                    <a:gd name="connsiteX8" fmla="*/ 126206 w 621506"/>
                    <a:gd name="connsiteY8" fmla="*/ 521494 h 654844"/>
                    <a:gd name="connsiteX9" fmla="*/ 85725 w 621506"/>
                    <a:gd name="connsiteY9" fmla="*/ 528637 h 654844"/>
                    <a:gd name="connsiteX10" fmla="*/ 66675 w 621506"/>
                    <a:gd name="connsiteY10" fmla="*/ 495300 h 654844"/>
                    <a:gd name="connsiteX11" fmla="*/ 19050 w 621506"/>
                    <a:gd name="connsiteY11" fmla="*/ 476250 h 654844"/>
                    <a:gd name="connsiteX12" fmla="*/ 0 w 621506"/>
                    <a:gd name="connsiteY12" fmla="*/ 476250 h 654844"/>
                    <a:gd name="connsiteX13" fmla="*/ 0 w 621506"/>
                    <a:gd name="connsiteY13" fmla="*/ 450056 h 654844"/>
                    <a:gd name="connsiteX14" fmla="*/ 28575 w 621506"/>
                    <a:gd name="connsiteY14" fmla="*/ 423862 h 654844"/>
                    <a:gd name="connsiteX15" fmla="*/ 40481 w 621506"/>
                    <a:gd name="connsiteY15" fmla="*/ 395287 h 654844"/>
                    <a:gd name="connsiteX16" fmla="*/ 40480 w 621506"/>
                    <a:gd name="connsiteY16" fmla="*/ 359569 h 654844"/>
                    <a:gd name="connsiteX17" fmla="*/ 40481 w 621506"/>
                    <a:gd name="connsiteY17" fmla="*/ 335756 h 654844"/>
                    <a:gd name="connsiteX18" fmla="*/ 69056 w 621506"/>
                    <a:gd name="connsiteY18" fmla="*/ 300037 h 654844"/>
                    <a:gd name="connsiteX19" fmla="*/ 71437 w 621506"/>
                    <a:gd name="connsiteY19" fmla="*/ 276225 h 654844"/>
                    <a:gd name="connsiteX20" fmla="*/ 50006 w 621506"/>
                    <a:gd name="connsiteY20" fmla="*/ 254794 h 654844"/>
                    <a:gd name="connsiteX21" fmla="*/ 50006 w 621506"/>
                    <a:gd name="connsiteY21" fmla="*/ 226219 h 654844"/>
                    <a:gd name="connsiteX22" fmla="*/ 57150 w 621506"/>
                    <a:gd name="connsiteY22" fmla="*/ 211931 h 654844"/>
                    <a:gd name="connsiteX23" fmla="*/ 85725 w 621506"/>
                    <a:gd name="connsiteY23" fmla="*/ 226218 h 654844"/>
                    <a:gd name="connsiteX24" fmla="*/ 145256 w 621506"/>
                    <a:gd name="connsiteY24" fmla="*/ 223837 h 654844"/>
                    <a:gd name="connsiteX25" fmla="*/ 164306 w 621506"/>
                    <a:gd name="connsiteY25" fmla="*/ 188119 h 654844"/>
                    <a:gd name="connsiteX26" fmla="*/ 176212 w 621506"/>
                    <a:gd name="connsiteY26" fmla="*/ 166687 h 654844"/>
                    <a:gd name="connsiteX27" fmla="*/ 226218 w 621506"/>
                    <a:gd name="connsiteY27" fmla="*/ 152400 h 654844"/>
                    <a:gd name="connsiteX28" fmla="*/ 238125 w 621506"/>
                    <a:gd name="connsiteY28" fmla="*/ 126206 h 654844"/>
                    <a:gd name="connsiteX29" fmla="*/ 233362 w 621506"/>
                    <a:gd name="connsiteY29" fmla="*/ 104775 h 654844"/>
                    <a:gd name="connsiteX30" fmla="*/ 238125 w 621506"/>
                    <a:gd name="connsiteY30" fmla="*/ 76200 h 654844"/>
                    <a:gd name="connsiteX31" fmla="*/ 257175 w 621506"/>
                    <a:gd name="connsiteY31" fmla="*/ 76200 h 654844"/>
                    <a:gd name="connsiteX32" fmla="*/ 278606 w 621506"/>
                    <a:gd name="connsiteY32" fmla="*/ 80962 h 654844"/>
                    <a:gd name="connsiteX33" fmla="*/ 295275 w 621506"/>
                    <a:gd name="connsiteY33" fmla="*/ 66675 h 654844"/>
                    <a:gd name="connsiteX34" fmla="*/ 321468 w 621506"/>
                    <a:gd name="connsiteY34" fmla="*/ 76200 h 654844"/>
                    <a:gd name="connsiteX35" fmla="*/ 347662 w 621506"/>
                    <a:gd name="connsiteY35" fmla="*/ 66675 h 654844"/>
                    <a:gd name="connsiteX36" fmla="*/ 354806 w 621506"/>
                    <a:gd name="connsiteY36" fmla="*/ 42862 h 654844"/>
                    <a:gd name="connsiteX37" fmla="*/ 378618 w 621506"/>
                    <a:gd name="connsiteY37" fmla="*/ 28575 h 654844"/>
                    <a:gd name="connsiteX38" fmla="*/ 402431 w 621506"/>
                    <a:gd name="connsiteY38" fmla="*/ 30956 h 654844"/>
                    <a:gd name="connsiteX39" fmla="*/ 421481 w 621506"/>
                    <a:gd name="connsiteY39" fmla="*/ 23812 h 654844"/>
                    <a:gd name="connsiteX40" fmla="*/ 409575 w 621506"/>
                    <a:gd name="connsiteY40" fmla="*/ 2381 h 654844"/>
                    <a:gd name="connsiteX41" fmla="*/ 416718 w 621506"/>
                    <a:gd name="connsiteY41" fmla="*/ 0 h 654844"/>
                    <a:gd name="connsiteX42" fmla="*/ 452437 w 621506"/>
                    <a:gd name="connsiteY42" fmla="*/ 4762 h 654844"/>
                    <a:gd name="connsiteX43" fmla="*/ 497681 w 621506"/>
                    <a:gd name="connsiteY43" fmla="*/ 19050 h 654844"/>
                    <a:gd name="connsiteX44" fmla="*/ 533400 w 621506"/>
                    <a:gd name="connsiteY44" fmla="*/ 26194 h 654844"/>
                    <a:gd name="connsiteX45" fmla="*/ 566737 w 621506"/>
                    <a:gd name="connsiteY45" fmla="*/ 14287 h 654844"/>
                    <a:gd name="connsiteX46" fmla="*/ 571500 w 621506"/>
                    <a:gd name="connsiteY46" fmla="*/ 38100 h 654844"/>
                    <a:gd name="connsiteX47" fmla="*/ 595312 w 621506"/>
                    <a:gd name="connsiteY47" fmla="*/ 59531 h 654844"/>
                    <a:gd name="connsiteX48" fmla="*/ 614362 w 621506"/>
                    <a:gd name="connsiteY48" fmla="*/ 83344 h 654844"/>
                    <a:gd name="connsiteX49" fmla="*/ 619125 w 621506"/>
                    <a:gd name="connsiteY49" fmla="*/ 109537 h 654844"/>
                    <a:gd name="connsiteX50" fmla="*/ 611981 w 621506"/>
                    <a:gd name="connsiteY50" fmla="*/ 133350 h 654844"/>
                    <a:gd name="connsiteX51" fmla="*/ 611981 w 621506"/>
                    <a:gd name="connsiteY51" fmla="*/ 183356 h 654844"/>
                    <a:gd name="connsiteX52" fmla="*/ 621506 w 621506"/>
                    <a:gd name="connsiteY52" fmla="*/ 209550 h 654844"/>
                    <a:gd name="connsiteX53" fmla="*/ 619125 w 621506"/>
                    <a:gd name="connsiteY53" fmla="*/ 226219 h 654844"/>
                    <a:gd name="connsiteX54" fmla="*/ 592931 w 621506"/>
                    <a:gd name="connsiteY54" fmla="*/ 233362 h 654844"/>
                    <a:gd name="connsiteX55" fmla="*/ 573881 w 621506"/>
                    <a:gd name="connsiteY55" fmla="*/ 242887 h 654844"/>
                    <a:gd name="connsiteX56" fmla="*/ 573881 w 621506"/>
                    <a:gd name="connsiteY56" fmla="*/ 252412 h 654844"/>
                    <a:gd name="connsiteX57" fmla="*/ 540543 w 621506"/>
                    <a:gd name="connsiteY57" fmla="*/ 254794 h 654844"/>
                    <a:gd name="connsiteX58" fmla="*/ 540543 w 621506"/>
                    <a:gd name="connsiteY58" fmla="*/ 280987 h 654844"/>
                    <a:gd name="connsiteX59" fmla="*/ 514349 w 621506"/>
                    <a:gd name="connsiteY59" fmla="*/ 354806 h 654844"/>
                    <a:gd name="connsiteX60" fmla="*/ 523875 w 621506"/>
                    <a:gd name="connsiteY60" fmla="*/ 383381 h 654844"/>
                    <a:gd name="connsiteX61" fmla="*/ 538162 w 621506"/>
                    <a:gd name="connsiteY61" fmla="*/ 402431 h 654844"/>
                    <a:gd name="connsiteX62" fmla="*/ 550068 w 621506"/>
                    <a:gd name="connsiteY62" fmla="*/ 414337 h 654844"/>
                    <a:gd name="connsiteX63" fmla="*/ 538162 w 621506"/>
                    <a:gd name="connsiteY63" fmla="*/ 433387 h 654844"/>
                    <a:gd name="connsiteX64" fmla="*/ 500062 w 621506"/>
                    <a:gd name="connsiteY64" fmla="*/ 438150 h 654844"/>
                    <a:gd name="connsiteX65" fmla="*/ 500062 w 621506"/>
                    <a:gd name="connsiteY65" fmla="*/ 438150 h 654844"/>
                    <a:gd name="connsiteX66" fmla="*/ 485775 w 621506"/>
                    <a:gd name="connsiteY66" fmla="*/ 478631 h 654844"/>
                    <a:gd name="connsiteX67" fmla="*/ 447674 w 621506"/>
                    <a:gd name="connsiteY67" fmla="*/ 526256 h 654844"/>
                    <a:gd name="connsiteX68" fmla="*/ 426243 w 621506"/>
                    <a:gd name="connsiteY68" fmla="*/ 540544 h 654844"/>
                    <a:gd name="connsiteX69" fmla="*/ 397668 w 621506"/>
                    <a:gd name="connsiteY69" fmla="*/ 540544 h 654844"/>
                    <a:gd name="connsiteX70" fmla="*/ 385762 w 621506"/>
                    <a:gd name="connsiteY70" fmla="*/ 554831 h 654844"/>
                    <a:gd name="connsiteX71" fmla="*/ 376237 w 621506"/>
                    <a:gd name="connsiteY71" fmla="*/ 590549 h 654844"/>
                    <a:gd name="connsiteX72" fmla="*/ 395287 w 621506"/>
                    <a:gd name="connsiteY72" fmla="*/ 631031 h 654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21506" h="654844">
                      <a:moveTo>
                        <a:pt x="395287" y="631031"/>
                      </a:moveTo>
                      <a:lnTo>
                        <a:pt x="347662" y="654844"/>
                      </a:lnTo>
                      <a:lnTo>
                        <a:pt x="314325" y="652462"/>
                      </a:lnTo>
                      <a:lnTo>
                        <a:pt x="283368" y="628650"/>
                      </a:lnTo>
                      <a:lnTo>
                        <a:pt x="264318" y="602456"/>
                      </a:lnTo>
                      <a:lnTo>
                        <a:pt x="221456" y="583406"/>
                      </a:lnTo>
                      <a:lnTo>
                        <a:pt x="178593" y="583406"/>
                      </a:lnTo>
                      <a:lnTo>
                        <a:pt x="164306" y="552450"/>
                      </a:lnTo>
                      <a:lnTo>
                        <a:pt x="126206" y="521494"/>
                      </a:lnTo>
                      <a:lnTo>
                        <a:pt x="85725" y="528637"/>
                      </a:lnTo>
                      <a:lnTo>
                        <a:pt x="66675" y="495300"/>
                      </a:lnTo>
                      <a:lnTo>
                        <a:pt x="19050" y="476250"/>
                      </a:lnTo>
                      <a:lnTo>
                        <a:pt x="0" y="476250"/>
                      </a:lnTo>
                      <a:lnTo>
                        <a:pt x="0" y="450056"/>
                      </a:lnTo>
                      <a:lnTo>
                        <a:pt x="28575" y="423862"/>
                      </a:lnTo>
                      <a:lnTo>
                        <a:pt x="40481" y="395287"/>
                      </a:lnTo>
                      <a:cubicBezTo>
                        <a:pt x="40481" y="383381"/>
                        <a:pt x="40480" y="371475"/>
                        <a:pt x="40480" y="359569"/>
                      </a:cubicBezTo>
                      <a:cubicBezTo>
                        <a:pt x="40480" y="351631"/>
                        <a:pt x="40481" y="343694"/>
                        <a:pt x="40481" y="335756"/>
                      </a:cubicBezTo>
                      <a:lnTo>
                        <a:pt x="69056" y="300037"/>
                      </a:lnTo>
                      <a:lnTo>
                        <a:pt x="71437" y="276225"/>
                      </a:lnTo>
                      <a:lnTo>
                        <a:pt x="50006" y="254794"/>
                      </a:lnTo>
                      <a:lnTo>
                        <a:pt x="50006" y="226219"/>
                      </a:lnTo>
                      <a:lnTo>
                        <a:pt x="57150" y="211931"/>
                      </a:lnTo>
                      <a:lnTo>
                        <a:pt x="85725" y="226218"/>
                      </a:lnTo>
                      <a:lnTo>
                        <a:pt x="145256" y="223837"/>
                      </a:lnTo>
                      <a:lnTo>
                        <a:pt x="164306" y="188119"/>
                      </a:lnTo>
                      <a:lnTo>
                        <a:pt x="176212" y="166687"/>
                      </a:lnTo>
                      <a:lnTo>
                        <a:pt x="226218" y="152400"/>
                      </a:lnTo>
                      <a:lnTo>
                        <a:pt x="238125" y="126206"/>
                      </a:lnTo>
                      <a:lnTo>
                        <a:pt x="233362" y="104775"/>
                      </a:lnTo>
                      <a:lnTo>
                        <a:pt x="238125" y="76200"/>
                      </a:lnTo>
                      <a:lnTo>
                        <a:pt x="257175" y="76200"/>
                      </a:lnTo>
                      <a:lnTo>
                        <a:pt x="278606" y="80962"/>
                      </a:lnTo>
                      <a:lnTo>
                        <a:pt x="295275" y="66675"/>
                      </a:lnTo>
                      <a:lnTo>
                        <a:pt x="321468" y="76200"/>
                      </a:lnTo>
                      <a:lnTo>
                        <a:pt x="347662" y="66675"/>
                      </a:lnTo>
                      <a:lnTo>
                        <a:pt x="354806" y="42862"/>
                      </a:lnTo>
                      <a:lnTo>
                        <a:pt x="378618" y="28575"/>
                      </a:lnTo>
                      <a:lnTo>
                        <a:pt x="402431" y="30956"/>
                      </a:lnTo>
                      <a:lnTo>
                        <a:pt x="421481" y="23812"/>
                      </a:lnTo>
                      <a:lnTo>
                        <a:pt x="409575" y="2381"/>
                      </a:lnTo>
                      <a:lnTo>
                        <a:pt x="416718" y="0"/>
                      </a:lnTo>
                      <a:lnTo>
                        <a:pt x="452437" y="4762"/>
                      </a:lnTo>
                      <a:lnTo>
                        <a:pt x="497681" y="19050"/>
                      </a:lnTo>
                      <a:lnTo>
                        <a:pt x="533400" y="26194"/>
                      </a:lnTo>
                      <a:lnTo>
                        <a:pt x="566737" y="14287"/>
                      </a:lnTo>
                      <a:lnTo>
                        <a:pt x="571500" y="38100"/>
                      </a:lnTo>
                      <a:lnTo>
                        <a:pt x="595312" y="59531"/>
                      </a:lnTo>
                      <a:lnTo>
                        <a:pt x="614362" y="83344"/>
                      </a:lnTo>
                      <a:lnTo>
                        <a:pt x="619125" y="109537"/>
                      </a:lnTo>
                      <a:lnTo>
                        <a:pt x="611981" y="133350"/>
                      </a:lnTo>
                      <a:lnTo>
                        <a:pt x="611981" y="183356"/>
                      </a:lnTo>
                      <a:lnTo>
                        <a:pt x="621506" y="209550"/>
                      </a:lnTo>
                      <a:lnTo>
                        <a:pt x="619125" y="226219"/>
                      </a:lnTo>
                      <a:lnTo>
                        <a:pt x="592931" y="233362"/>
                      </a:lnTo>
                      <a:lnTo>
                        <a:pt x="573881" y="242887"/>
                      </a:lnTo>
                      <a:lnTo>
                        <a:pt x="573881" y="252412"/>
                      </a:lnTo>
                      <a:lnTo>
                        <a:pt x="540543" y="254794"/>
                      </a:lnTo>
                      <a:lnTo>
                        <a:pt x="540543" y="280987"/>
                      </a:lnTo>
                      <a:lnTo>
                        <a:pt x="514349" y="354806"/>
                      </a:lnTo>
                      <a:lnTo>
                        <a:pt x="523875" y="383381"/>
                      </a:lnTo>
                      <a:lnTo>
                        <a:pt x="538162" y="402431"/>
                      </a:lnTo>
                      <a:lnTo>
                        <a:pt x="550068" y="414337"/>
                      </a:lnTo>
                      <a:lnTo>
                        <a:pt x="538162" y="433387"/>
                      </a:lnTo>
                      <a:lnTo>
                        <a:pt x="500062" y="438150"/>
                      </a:lnTo>
                      <a:lnTo>
                        <a:pt x="500062" y="438150"/>
                      </a:lnTo>
                      <a:lnTo>
                        <a:pt x="485775" y="478631"/>
                      </a:lnTo>
                      <a:lnTo>
                        <a:pt x="447674" y="526256"/>
                      </a:lnTo>
                      <a:lnTo>
                        <a:pt x="426243" y="540544"/>
                      </a:lnTo>
                      <a:lnTo>
                        <a:pt x="397668" y="540544"/>
                      </a:lnTo>
                      <a:lnTo>
                        <a:pt x="385762" y="554831"/>
                      </a:lnTo>
                      <a:lnTo>
                        <a:pt x="376237" y="590549"/>
                      </a:lnTo>
                      <a:lnTo>
                        <a:pt x="395287" y="631031"/>
                      </a:lnTo>
                      <a:close/>
                    </a:path>
                  </a:pathLst>
                </a:custGeom>
                <a:pattFill prst="dkUpDiag">
                  <a:fgClr>
                    <a:schemeClr val="tx2">
                      <a:lumMod val="60000"/>
                      <a:lumOff val="40000"/>
                    </a:schemeClr>
                  </a:fgClr>
                  <a:bgClr>
                    <a:prstClr val="white"/>
                  </a:bgClr>
                </a:patt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700">
                    <a:ln>
                      <a:solidFill>
                        <a:schemeClr val="accent1">
                          <a:alpha val="0"/>
                        </a:schemeClr>
                      </a:solidFill>
                    </a:ln>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grpSp>
          <p:grpSp>
            <p:nvGrpSpPr>
              <p:cNvPr id="110" name="경기 서북부">
                <a:extLst>
                  <a:ext uri="{FF2B5EF4-FFF2-40B4-BE49-F238E27FC236}">
                    <a16:creationId xmlns:a16="http://schemas.microsoft.com/office/drawing/2014/main" id="{68966CF8-4749-59F5-02BF-78E6C1CD7FFA}"/>
                  </a:ext>
                </a:extLst>
              </p:cNvPr>
              <p:cNvGrpSpPr/>
              <p:nvPr/>
            </p:nvGrpSpPr>
            <p:grpSpPr>
              <a:xfrm>
                <a:off x="5595461" y="2735061"/>
                <a:ext cx="1634846" cy="1468505"/>
                <a:chOff x="2876550" y="1185864"/>
                <a:chExt cx="2316953" cy="2081213"/>
              </a:xfrm>
              <a:solidFill>
                <a:schemeClr val="bg1">
                  <a:lumMod val="95000"/>
                </a:schemeClr>
              </a:solidFill>
            </p:grpSpPr>
            <p:sp>
              <p:nvSpPr>
                <p:cNvPr id="119" name="고양시">
                  <a:extLst>
                    <a:ext uri="{FF2B5EF4-FFF2-40B4-BE49-F238E27FC236}">
                      <a16:creationId xmlns:a16="http://schemas.microsoft.com/office/drawing/2014/main" id="{264CDB7A-5C12-11CB-EC2B-073A41E81BBA}"/>
                    </a:ext>
                  </a:extLst>
                </p:cNvPr>
                <p:cNvSpPr/>
                <p:nvPr/>
              </p:nvSpPr>
              <p:spPr>
                <a:xfrm>
                  <a:off x="3514723" y="2454277"/>
                  <a:ext cx="1181100" cy="812800"/>
                </a:xfrm>
                <a:custGeom>
                  <a:avLst/>
                  <a:gdLst>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3450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7475 h 812800"/>
                    <a:gd name="connsiteX72" fmla="*/ 781050 w 1181100"/>
                    <a:gd name="connsiteY72" fmla="*/ 130175 h 812800"/>
                    <a:gd name="connsiteX73" fmla="*/ 742950 w 1181100"/>
                    <a:gd name="connsiteY73" fmla="*/ 111125 h 812800"/>
                    <a:gd name="connsiteX74" fmla="*/ 714375 w 1181100"/>
                    <a:gd name="connsiteY74" fmla="*/ 92075 h 812800"/>
                    <a:gd name="connsiteX75" fmla="*/ 666750 w 1181100"/>
                    <a:gd name="connsiteY75" fmla="*/ 82550 h 812800"/>
                    <a:gd name="connsiteX76" fmla="*/ 641350 w 1181100"/>
                    <a:gd name="connsiteY76" fmla="*/ 85725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50850 w 1181100"/>
                    <a:gd name="connsiteY82" fmla="*/ 88900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114300 w 1181100"/>
                    <a:gd name="connsiteY93" fmla="*/ 244475 h 812800"/>
                    <a:gd name="connsiteX94" fmla="*/ 57150 w 1181100"/>
                    <a:gd name="connsiteY94" fmla="*/ 266700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7475 h 812800"/>
                    <a:gd name="connsiteX72" fmla="*/ 781050 w 1181100"/>
                    <a:gd name="connsiteY72" fmla="*/ 130175 h 812800"/>
                    <a:gd name="connsiteX73" fmla="*/ 742950 w 1181100"/>
                    <a:gd name="connsiteY73" fmla="*/ 111125 h 812800"/>
                    <a:gd name="connsiteX74" fmla="*/ 714375 w 1181100"/>
                    <a:gd name="connsiteY74" fmla="*/ 92075 h 812800"/>
                    <a:gd name="connsiteX75" fmla="*/ 666750 w 1181100"/>
                    <a:gd name="connsiteY75" fmla="*/ 82550 h 812800"/>
                    <a:gd name="connsiteX76" fmla="*/ 641350 w 1181100"/>
                    <a:gd name="connsiteY76" fmla="*/ 85725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50850 w 1181100"/>
                    <a:gd name="connsiteY82" fmla="*/ 88900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114300 w 1181100"/>
                    <a:gd name="connsiteY93" fmla="*/ 244475 h 812800"/>
                    <a:gd name="connsiteX94" fmla="*/ 57150 w 1181100"/>
                    <a:gd name="connsiteY94" fmla="*/ 266700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7475 h 812800"/>
                    <a:gd name="connsiteX72" fmla="*/ 781050 w 1181100"/>
                    <a:gd name="connsiteY72" fmla="*/ 130175 h 812800"/>
                    <a:gd name="connsiteX73" fmla="*/ 742950 w 1181100"/>
                    <a:gd name="connsiteY73" fmla="*/ 111125 h 812800"/>
                    <a:gd name="connsiteX74" fmla="*/ 714375 w 1181100"/>
                    <a:gd name="connsiteY74" fmla="*/ 92075 h 812800"/>
                    <a:gd name="connsiteX75" fmla="*/ 666750 w 1181100"/>
                    <a:gd name="connsiteY75" fmla="*/ 82550 h 812800"/>
                    <a:gd name="connsiteX76" fmla="*/ 641350 w 1181100"/>
                    <a:gd name="connsiteY76" fmla="*/ 85725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50850 w 1181100"/>
                    <a:gd name="connsiteY82" fmla="*/ 88900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114300 w 1181100"/>
                    <a:gd name="connsiteY93" fmla="*/ 244475 h 812800"/>
                    <a:gd name="connsiteX94" fmla="*/ 57150 w 1181100"/>
                    <a:gd name="connsiteY94" fmla="*/ 266700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7475 h 812800"/>
                    <a:gd name="connsiteX72" fmla="*/ 781050 w 1181100"/>
                    <a:gd name="connsiteY72" fmla="*/ 130175 h 812800"/>
                    <a:gd name="connsiteX73" fmla="*/ 742950 w 1181100"/>
                    <a:gd name="connsiteY73" fmla="*/ 111125 h 812800"/>
                    <a:gd name="connsiteX74" fmla="*/ 714375 w 1181100"/>
                    <a:gd name="connsiteY74" fmla="*/ 92075 h 812800"/>
                    <a:gd name="connsiteX75" fmla="*/ 666750 w 1181100"/>
                    <a:gd name="connsiteY75" fmla="*/ 82550 h 812800"/>
                    <a:gd name="connsiteX76" fmla="*/ 641350 w 1181100"/>
                    <a:gd name="connsiteY76" fmla="*/ 85725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38944 w 1181100"/>
                    <a:gd name="connsiteY82" fmla="*/ 72231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114300 w 1181100"/>
                    <a:gd name="connsiteY93" fmla="*/ 244475 h 812800"/>
                    <a:gd name="connsiteX94" fmla="*/ 57150 w 1181100"/>
                    <a:gd name="connsiteY94" fmla="*/ 266700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7475 h 812800"/>
                    <a:gd name="connsiteX72" fmla="*/ 781050 w 1181100"/>
                    <a:gd name="connsiteY72" fmla="*/ 130175 h 812800"/>
                    <a:gd name="connsiteX73" fmla="*/ 742950 w 1181100"/>
                    <a:gd name="connsiteY73" fmla="*/ 111125 h 812800"/>
                    <a:gd name="connsiteX74" fmla="*/ 714375 w 1181100"/>
                    <a:gd name="connsiteY74" fmla="*/ 92075 h 812800"/>
                    <a:gd name="connsiteX75" fmla="*/ 666750 w 1181100"/>
                    <a:gd name="connsiteY75" fmla="*/ 82550 h 812800"/>
                    <a:gd name="connsiteX76" fmla="*/ 634206 w 1181100"/>
                    <a:gd name="connsiteY76" fmla="*/ 76200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38944 w 1181100"/>
                    <a:gd name="connsiteY82" fmla="*/ 72231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114300 w 1181100"/>
                    <a:gd name="connsiteY93" fmla="*/ 244475 h 812800"/>
                    <a:gd name="connsiteX94" fmla="*/ 57150 w 1181100"/>
                    <a:gd name="connsiteY94" fmla="*/ 266700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7475 h 812800"/>
                    <a:gd name="connsiteX72" fmla="*/ 781050 w 1181100"/>
                    <a:gd name="connsiteY72" fmla="*/ 130175 h 812800"/>
                    <a:gd name="connsiteX73" fmla="*/ 742950 w 1181100"/>
                    <a:gd name="connsiteY73" fmla="*/ 111125 h 812800"/>
                    <a:gd name="connsiteX74" fmla="*/ 714375 w 1181100"/>
                    <a:gd name="connsiteY74" fmla="*/ 92075 h 812800"/>
                    <a:gd name="connsiteX75" fmla="*/ 666750 w 1181100"/>
                    <a:gd name="connsiteY75" fmla="*/ 68263 h 812800"/>
                    <a:gd name="connsiteX76" fmla="*/ 634206 w 1181100"/>
                    <a:gd name="connsiteY76" fmla="*/ 76200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38944 w 1181100"/>
                    <a:gd name="connsiteY82" fmla="*/ 72231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114300 w 1181100"/>
                    <a:gd name="connsiteY93" fmla="*/ 244475 h 812800"/>
                    <a:gd name="connsiteX94" fmla="*/ 57150 w 1181100"/>
                    <a:gd name="connsiteY94" fmla="*/ 266700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7475 h 812800"/>
                    <a:gd name="connsiteX72" fmla="*/ 783431 w 1181100"/>
                    <a:gd name="connsiteY72" fmla="*/ 120650 h 812800"/>
                    <a:gd name="connsiteX73" fmla="*/ 742950 w 1181100"/>
                    <a:gd name="connsiteY73" fmla="*/ 111125 h 812800"/>
                    <a:gd name="connsiteX74" fmla="*/ 714375 w 1181100"/>
                    <a:gd name="connsiteY74" fmla="*/ 92075 h 812800"/>
                    <a:gd name="connsiteX75" fmla="*/ 666750 w 1181100"/>
                    <a:gd name="connsiteY75" fmla="*/ 68263 h 812800"/>
                    <a:gd name="connsiteX76" fmla="*/ 634206 w 1181100"/>
                    <a:gd name="connsiteY76" fmla="*/ 76200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38944 w 1181100"/>
                    <a:gd name="connsiteY82" fmla="*/ 72231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114300 w 1181100"/>
                    <a:gd name="connsiteY93" fmla="*/ 244475 h 812800"/>
                    <a:gd name="connsiteX94" fmla="*/ 57150 w 1181100"/>
                    <a:gd name="connsiteY94" fmla="*/ 266700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0331 h 812800"/>
                    <a:gd name="connsiteX72" fmla="*/ 783431 w 1181100"/>
                    <a:gd name="connsiteY72" fmla="*/ 120650 h 812800"/>
                    <a:gd name="connsiteX73" fmla="*/ 742950 w 1181100"/>
                    <a:gd name="connsiteY73" fmla="*/ 111125 h 812800"/>
                    <a:gd name="connsiteX74" fmla="*/ 714375 w 1181100"/>
                    <a:gd name="connsiteY74" fmla="*/ 92075 h 812800"/>
                    <a:gd name="connsiteX75" fmla="*/ 666750 w 1181100"/>
                    <a:gd name="connsiteY75" fmla="*/ 68263 h 812800"/>
                    <a:gd name="connsiteX76" fmla="*/ 634206 w 1181100"/>
                    <a:gd name="connsiteY76" fmla="*/ 76200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38944 w 1181100"/>
                    <a:gd name="connsiteY82" fmla="*/ 72231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114300 w 1181100"/>
                    <a:gd name="connsiteY93" fmla="*/ 244475 h 812800"/>
                    <a:gd name="connsiteX94" fmla="*/ 57150 w 1181100"/>
                    <a:gd name="connsiteY94" fmla="*/ 266700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0331 h 812800"/>
                    <a:gd name="connsiteX72" fmla="*/ 783431 w 1181100"/>
                    <a:gd name="connsiteY72" fmla="*/ 120650 h 812800"/>
                    <a:gd name="connsiteX73" fmla="*/ 742950 w 1181100"/>
                    <a:gd name="connsiteY73" fmla="*/ 111125 h 812800"/>
                    <a:gd name="connsiteX74" fmla="*/ 714375 w 1181100"/>
                    <a:gd name="connsiteY74" fmla="*/ 92075 h 812800"/>
                    <a:gd name="connsiteX75" fmla="*/ 666750 w 1181100"/>
                    <a:gd name="connsiteY75" fmla="*/ 68263 h 812800"/>
                    <a:gd name="connsiteX76" fmla="*/ 634206 w 1181100"/>
                    <a:gd name="connsiteY76" fmla="*/ 76200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38944 w 1181100"/>
                    <a:gd name="connsiteY82" fmla="*/ 72231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114300 w 1181100"/>
                    <a:gd name="connsiteY93" fmla="*/ 244475 h 812800"/>
                    <a:gd name="connsiteX94" fmla="*/ 40481 w 1181100"/>
                    <a:gd name="connsiteY94" fmla="*/ 295275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0331 h 812800"/>
                    <a:gd name="connsiteX72" fmla="*/ 783431 w 1181100"/>
                    <a:gd name="connsiteY72" fmla="*/ 120650 h 812800"/>
                    <a:gd name="connsiteX73" fmla="*/ 742950 w 1181100"/>
                    <a:gd name="connsiteY73" fmla="*/ 111125 h 812800"/>
                    <a:gd name="connsiteX74" fmla="*/ 714375 w 1181100"/>
                    <a:gd name="connsiteY74" fmla="*/ 92075 h 812800"/>
                    <a:gd name="connsiteX75" fmla="*/ 666750 w 1181100"/>
                    <a:gd name="connsiteY75" fmla="*/ 68263 h 812800"/>
                    <a:gd name="connsiteX76" fmla="*/ 634206 w 1181100"/>
                    <a:gd name="connsiteY76" fmla="*/ 76200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38944 w 1181100"/>
                    <a:gd name="connsiteY82" fmla="*/ 72231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78581 w 1181100"/>
                    <a:gd name="connsiteY93" fmla="*/ 242094 h 812800"/>
                    <a:gd name="connsiteX94" fmla="*/ 40481 w 1181100"/>
                    <a:gd name="connsiteY94" fmla="*/ 295275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0331 h 812800"/>
                    <a:gd name="connsiteX72" fmla="*/ 783431 w 1181100"/>
                    <a:gd name="connsiteY72" fmla="*/ 120650 h 812800"/>
                    <a:gd name="connsiteX73" fmla="*/ 742950 w 1181100"/>
                    <a:gd name="connsiteY73" fmla="*/ 111125 h 812800"/>
                    <a:gd name="connsiteX74" fmla="*/ 714375 w 1181100"/>
                    <a:gd name="connsiteY74" fmla="*/ 92075 h 812800"/>
                    <a:gd name="connsiteX75" fmla="*/ 666750 w 1181100"/>
                    <a:gd name="connsiteY75" fmla="*/ 68263 h 812800"/>
                    <a:gd name="connsiteX76" fmla="*/ 634206 w 1181100"/>
                    <a:gd name="connsiteY76" fmla="*/ 76200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38944 w 1181100"/>
                    <a:gd name="connsiteY82" fmla="*/ 72231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78581 w 1181100"/>
                    <a:gd name="connsiteY93" fmla="*/ 242094 h 812800"/>
                    <a:gd name="connsiteX94" fmla="*/ 38100 w 1181100"/>
                    <a:gd name="connsiteY94" fmla="*/ 288131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07256 w 1181100"/>
                    <a:gd name="connsiteY28" fmla="*/ 469900 h 812800"/>
                    <a:gd name="connsiteX29" fmla="*/ 933450 w 1181100"/>
                    <a:gd name="connsiteY29" fmla="*/ 444500 h 812800"/>
                    <a:gd name="connsiteX30" fmla="*/ 931068 w 1181100"/>
                    <a:gd name="connsiteY30" fmla="*/ 444500 h 812800"/>
                    <a:gd name="connsiteX31" fmla="*/ 971550 w 1181100"/>
                    <a:gd name="connsiteY31" fmla="*/ 425450 h 812800"/>
                    <a:gd name="connsiteX32" fmla="*/ 1000125 w 1181100"/>
                    <a:gd name="connsiteY32" fmla="*/ 400050 h 812800"/>
                    <a:gd name="connsiteX33" fmla="*/ 1038225 w 1181100"/>
                    <a:gd name="connsiteY33" fmla="*/ 412750 h 812800"/>
                    <a:gd name="connsiteX34" fmla="*/ 1076325 w 1181100"/>
                    <a:gd name="connsiteY34" fmla="*/ 431800 h 812800"/>
                    <a:gd name="connsiteX35" fmla="*/ 1082675 w 1181100"/>
                    <a:gd name="connsiteY35" fmla="*/ 463550 h 812800"/>
                    <a:gd name="connsiteX36" fmla="*/ 1104900 w 1181100"/>
                    <a:gd name="connsiteY36" fmla="*/ 488950 h 812800"/>
                    <a:gd name="connsiteX37" fmla="*/ 1104900 w 1181100"/>
                    <a:gd name="connsiteY37" fmla="*/ 488950 h 812800"/>
                    <a:gd name="connsiteX38" fmla="*/ 1120775 w 1181100"/>
                    <a:gd name="connsiteY38" fmla="*/ 523875 h 812800"/>
                    <a:gd name="connsiteX39" fmla="*/ 1149350 w 1181100"/>
                    <a:gd name="connsiteY39" fmla="*/ 514350 h 812800"/>
                    <a:gd name="connsiteX40" fmla="*/ 1146175 w 1181100"/>
                    <a:gd name="connsiteY40" fmla="*/ 498475 h 812800"/>
                    <a:gd name="connsiteX41" fmla="*/ 1133475 w 1181100"/>
                    <a:gd name="connsiteY41" fmla="*/ 454025 h 812800"/>
                    <a:gd name="connsiteX42" fmla="*/ 1133475 w 1181100"/>
                    <a:gd name="connsiteY42" fmla="*/ 431800 h 812800"/>
                    <a:gd name="connsiteX43" fmla="*/ 1152525 w 1181100"/>
                    <a:gd name="connsiteY43" fmla="*/ 412750 h 812800"/>
                    <a:gd name="connsiteX44" fmla="*/ 1165225 w 1181100"/>
                    <a:gd name="connsiteY44" fmla="*/ 396875 h 812800"/>
                    <a:gd name="connsiteX45" fmla="*/ 1181100 w 1181100"/>
                    <a:gd name="connsiteY45" fmla="*/ 381000 h 812800"/>
                    <a:gd name="connsiteX46" fmla="*/ 1177925 w 1181100"/>
                    <a:gd name="connsiteY46" fmla="*/ 327025 h 812800"/>
                    <a:gd name="connsiteX47" fmla="*/ 1143000 w 1181100"/>
                    <a:gd name="connsiteY47" fmla="*/ 301625 h 812800"/>
                    <a:gd name="connsiteX48" fmla="*/ 1104900 w 1181100"/>
                    <a:gd name="connsiteY48" fmla="*/ 298450 h 812800"/>
                    <a:gd name="connsiteX49" fmla="*/ 1085850 w 1181100"/>
                    <a:gd name="connsiteY49" fmla="*/ 269875 h 812800"/>
                    <a:gd name="connsiteX50" fmla="*/ 1054100 w 1181100"/>
                    <a:gd name="connsiteY50" fmla="*/ 269875 h 812800"/>
                    <a:gd name="connsiteX51" fmla="*/ 1025525 w 1181100"/>
                    <a:gd name="connsiteY51" fmla="*/ 292100 h 812800"/>
                    <a:gd name="connsiteX52" fmla="*/ 1012825 w 1181100"/>
                    <a:gd name="connsiteY52" fmla="*/ 317500 h 812800"/>
                    <a:gd name="connsiteX53" fmla="*/ 1012825 w 1181100"/>
                    <a:gd name="connsiteY53" fmla="*/ 358775 h 812800"/>
                    <a:gd name="connsiteX54" fmla="*/ 987425 w 1181100"/>
                    <a:gd name="connsiteY54" fmla="*/ 381000 h 812800"/>
                    <a:gd name="connsiteX55" fmla="*/ 965200 w 1181100"/>
                    <a:gd name="connsiteY55" fmla="*/ 371475 h 812800"/>
                    <a:gd name="connsiteX56" fmla="*/ 923925 w 1181100"/>
                    <a:gd name="connsiteY56" fmla="*/ 374650 h 812800"/>
                    <a:gd name="connsiteX57" fmla="*/ 869950 w 1181100"/>
                    <a:gd name="connsiteY57" fmla="*/ 387350 h 812800"/>
                    <a:gd name="connsiteX58" fmla="*/ 854075 w 1181100"/>
                    <a:gd name="connsiteY58" fmla="*/ 368300 h 812800"/>
                    <a:gd name="connsiteX59" fmla="*/ 854075 w 1181100"/>
                    <a:gd name="connsiteY59" fmla="*/ 355600 h 812800"/>
                    <a:gd name="connsiteX60" fmla="*/ 876300 w 1181100"/>
                    <a:gd name="connsiteY60" fmla="*/ 339725 h 812800"/>
                    <a:gd name="connsiteX61" fmla="*/ 892175 w 1181100"/>
                    <a:gd name="connsiteY61" fmla="*/ 279400 h 812800"/>
                    <a:gd name="connsiteX62" fmla="*/ 920750 w 1181100"/>
                    <a:gd name="connsiteY62" fmla="*/ 200025 h 812800"/>
                    <a:gd name="connsiteX63" fmla="*/ 914400 w 1181100"/>
                    <a:gd name="connsiteY63" fmla="*/ 168275 h 812800"/>
                    <a:gd name="connsiteX64" fmla="*/ 920750 w 1181100"/>
                    <a:gd name="connsiteY64" fmla="*/ 139700 h 812800"/>
                    <a:gd name="connsiteX65" fmla="*/ 917575 w 1181100"/>
                    <a:gd name="connsiteY65" fmla="*/ 92075 h 812800"/>
                    <a:gd name="connsiteX66" fmla="*/ 917575 w 1181100"/>
                    <a:gd name="connsiteY66" fmla="*/ 66675 h 812800"/>
                    <a:gd name="connsiteX67" fmla="*/ 958850 w 1181100"/>
                    <a:gd name="connsiteY67" fmla="*/ 44450 h 812800"/>
                    <a:gd name="connsiteX68" fmla="*/ 946150 w 1181100"/>
                    <a:gd name="connsiteY68" fmla="*/ 0 h 812800"/>
                    <a:gd name="connsiteX69" fmla="*/ 873125 w 1181100"/>
                    <a:gd name="connsiteY69" fmla="*/ 6350 h 812800"/>
                    <a:gd name="connsiteX70" fmla="*/ 850900 w 1181100"/>
                    <a:gd name="connsiteY70" fmla="*/ 38100 h 812800"/>
                    <a:gd name="connsiteX71" fmla="*/ 850900 w 1181100"/>
                    <a:gd name="connsiteY71" fmla="*/ 73025 h 812800"/>
                    <a:gd name="connsiteX72" fmla="*/ 819150 w 1181100"/>
                    <a:gd name="connsiteY72" fmla="*/ 110331 h 812800"/>
                    <a:gd name="connsiteX73" fmla="*/ 783431 w 1181100"/>
                    <a:gd name="connsiteY73" fmla="*/ 120650 h 812800"/>
                    <a:gd name="connsiteX74" fmla="*/ 742950 w 1181100"/>
                    <a:gd name="connsiteY74" fmla="*/ 111125 h 812800"/>
                    <a:gd name="connsiteX75" fmla="*/ 714375 w 1181100"/>
                    <a:gd name="connsiteY75" fmla="*/ 92075 h 812800"/>
                    <a:gd name="connsiteX76" fmla="*/ 666750 w 1181100"/>
                    <a:gd name="connsiteY76" fmla="*/ 68263 h 812800"/>
                    <a:gd name="connsiteX77" fmla="*/ 634206 w 1181100"/>
                    <a:gd name="connsiteY77" fmla="*/ 76200 h 812800"/>
                    <a:gd name="connsiteX78" fmla="*/ 593725 w 1181100"/>
                    <a:gd name="connsiteY78" fmla="*/ 107950 h 812800"/>
                    <a:gd name="connsiteX79" fmla="*/ 552450 w 1181100"/>
                    <a:gd name="connsiteY79" fmla="*/ 114300 h 812800"/>
                    <a:gd name="connsiteX80" fmla="*/ 511175 w 1181100"/>
                    <a:gd name="connsiteY80" fmla="*/ 130175 h 812800"/>
                    <a:gd name="connsiteX81" fmla="*/ 466725 w 1181100"/>
                    <a:gd name="connsiteY81" fmla="*/ 111125 h 812800"/>
                    <a:gd name="connsiteX82" fmla="*/ 450850 w 1181100"/>
                    <a:gd name="connsiteY82" fmla="*/ 88900 h 812800"/>
                    <a:gd name="connsiteX83" fmla="*/ 438944 w 1181100"/>
                    <a:gd name="connsiteY83" fmla="*/ 72231 h 812800"/>
                    <a:gd name="connsiteX84" fmla="*/ 428625 w 1181100"/>
                    <a:gd name="connsiteY84" fmla="*/ 107950 h 812800"/>
                    <a:gd name="connsiteX85" fmla="*/ 377825 w 1181100"/>
                    <a:gd name="connsiteY85" fmla="*/ 146050 h 812800"/>
                    <a:gd name="connsiteX86" fmla="*/ 361950 w 1181100"/>
                    <a:gd name="connsiteY86" fmla="*/ 177800 h 812800"/>
                    <a:gd name="connsiteX87" fmla="*/ 355600 w 1181100"/>
                    <a:gd name="connsiteY87" fmla="*/ 203200 h 812800"/>
                    <a:gd name="connsiteX88" fmla="*/ 330200 w 1181100"/>
                    <a:gd name="connsiteY88" fmla="*/ 212725 h 812800"/>
                    <a:gd name="connsiteX89" fmla="*/ 301625 w 1181100"/>
                    <a:gd name="connsiteY89" fmla="*/ 212725 h 812800"/>
                    <a:gd name="connsiteX90" fmla="*/ 257175 w 1181100"/>
                    <a:gd name="connsiteY90" fmla="*/ 225425 h 812800"/>
                    <a:gd name="connsiteX91" fmla="*/ 219075 w 1181100"/>
                    <a:gd name="connsiteY91" fmla="*/ 215900 h 812800"/>
                    <a:gd name="connsiteX92" fmla="*/ 196850 w 1181100"/>
                    <a:gd name="connsiteY92" fmla="*/ 212725 h 812800"/>
                    <a:gd name="connsiteX93" fmla="*/ 146050 w 1181100"/>
                    <a:gd name="connsiteY93" fmla="*/ 228600 h 812800"/>
                    <a:gd name="connsiteX94" fmla="*/ 78581 w 1181100"/>
                    <a:gd name="connsiteY94" fmla="*/ 242094 h 812800"/>
                    <a:gd name="connsiteX95" fmla="*/ 38100 w 1181100"/>
                    <a:gd name="connsiteY95" fmla="*/ 288131 h 812800"/>
                    <a:gd name="connsiteX96" fmla="*/ 3175 w 1181100"/>
                    <a:gd name="connsiteY96"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07256 w 1181100"/>
                    <a:gd name="connsiteY28" fmla="*/ 469900 h 812800"/>
                    <a:gd name="connsiteX29" fmla="*/ 933450 w 1181100"/>
                    <a:gd name="connsiteY29" fmla="*/ 444500 h 812800"/>
                    <a:gd name="connsiteX30" fmla="*/ 931068 w 1181100"/>
                    <a:gd name="connsiteY30" fmla="*/ 444500 h 812800"/>
                    <a:gd name="connsiteX31" fmla="*/ 964406 w 1181100"/>
                    <a:gd name="connsiteY31" fmla="*/ 423069 h 812800"/>
                    <a:gd name="connsiteX32" fmla="*/ 1000125 w 1181100"/>
                    <a:gd name="connsiteY32" fmla="*/ 400050 h 812800"/>
                    <a:gd name="connsiteX33" fmla="*/ 1038225 w 1181100"/>
                    <a:gd name="connsiteY33" fmla="*/ 412750 h 812800"/>
                    <a:gd name="connsiteX34" fmla="*/ 1076325 w 1181100"/>
                    <a:gd name="connsiteY34" fmla="*/ 431800 h 812800"/>
                    <a:gd name="connsiteX35" fmla="*/ 1082675 w 1181100"/>
                    <a:gd name="connsiteY35" fmla="*/ 463550 h 812800"/>
                    <a:gd name="connsiteX36" fmla="*/ 1104900 w 1181100"/>
                    <a:gd name="connsiteY36" fmla="*/ 488950 h 812800"/>
                    <a:gd name="connsiteX37" fmla="*/ 1104900 w 1181100"/>
                    <a:gd name="connsiteY37" fmla="*/ 488950 h 812800"/>
                    <a:gd name="connsiteX38" fmla="*/ 1120775 w 1181100"/>
                    <a:gd name="connsiteY38" fmla="*/ 523875 h 812800"/>
                    <a:gd name="connsiteX39" fmla="*/ 1149350 w 1181100"/>
                    <a:gd name="connsiteY39" fmla="*/ 514350 h 812800"/>
                    <a:gd name="connsiteX40" fmla="*/ 1146175 w 1181100"/>
                    <a:gd name="connsiteY40" fmla="*/ 498475 h 812800"/>
                    <a:gd name="connsiteX41" fmla="*/ 1133475 w 1181100"/>
                    <a:gd name="connsiteY41" fmla="*/ 454025 h 812800"/>
                    <a:gd name="connsiteX42" fmla="*/ 1133475 w 1181100"/>
                    <a:gd name="connsiteY42" fmla="*/ 431800 h 812800"/>
                    <a:gd name="connsiteX43" fmla="*/ 1152525 w 1181100"/>
                    <a:gd name="connsiteY43" fmla="*/ 412750 h 812800"/>
                    <a:gd name="connsiteX44" fmla="*/ 1165225 w 1181100"/>
                    <a:gd name="connsiteY44" fmla="*/ 396875 h 812800"/>
                    <a:gd name="connsiteX45" fmla="*/ 1181100 w 1181100"/>
                    <a:gd name="connsiteY45" fmla="*/ 381000 h 812800"/>
                    <a:gd name="connsiteX46" fmla="*/ 1177925 w 1181100"/>
                    <a:gd name="connsiteY46" fmla="*/ 327025 h 812800"/>
                    <a:gd name="connsiteX47" fmla="*/ 1143000 w 1181100"/>
                    <a:gd name="connsiteY47" fmla="*/ 301625 h 812800"/>
                    <a:gd name="connsiteX48" fmla="*/ 1104900 w 1181100"/>
                    <a:gd name="connsiteY48" fmla="*/ 298450 h 812800"/>
                    <a:gd name="connsiteX49" fmla="*/ 1085850 w 1181100"/>
                    <a:gd name="connsiteY49" fmla="*/ 269875 h 812800"/>
                    <a:gd name="connsiteX50" fmla="*/ 1054100 w 1181100"/>
                    <a:gd name="connsiteY50" fmla="*/ 269875 h 812800"/>
                    <a:gd name="connsiteX51" fmla="*/ 1025525 w 1181100"/>
                    <a:gd name="connsiteY51" fmla="*/ 292100 h 812800"/>
                    <a:gd name="connsiteX52" fmla="*/ 1012825 w 1181100"/>
                    <a:gd name="connsiteY52" fmla="*/ 317500 h 812800"/>
                    <a:gd name="connsiteX53" fmla="*/ 1012825 w 1181100"/>
                    <a:gd name="connsiteY53" fmla="*/ 358775 h 812800"/>
                    <a:gd name="connsiteX54" fmla="*/ 987425 w 1181100"/>
                    <a:gd name="connsiteY54" fmla="*/ 381000 h 812800"/>
                    <a:gd name="connsiteX55" fmla="*/ 965200 w 1181100"/>
                    <a:gd name="connsiteY55" fmla="*/ 371475 h 812800"/>
                    <a:gd name="connsiteX56" fmla="*/ 923925 w 1181100"/>
                    <a:gd name="connsiteY56" fmla="*/ 374650 h 812800"/>
                    <a:gd name="connsiteX57" fmla="*/ 869950 w 1181100"/>
                    <a:gd name="connsiteY57" fmla="*/ 387350 h 812800"/>
                    <a:gd name="connsiteX58" fmla="*/ 854075 w 1181100"/>
                    <a:gd name="connsiteY58" fmla="*/ 368300 h 812800"/>
                    <a:gd name="connsiteX59" fmla="*/ 854075 w 1181100"/>
                    <a:gd name="connsiteY59" fmla="*/ 355600 h 812800"/>
                    <a:gd name="connsiteX60" fmla="*/ 876300 w 1181100"/>
                    <a:gd name="connsiteY60" fmla="*/ 339725 h 812800"/>
                    <a:gd name="connsiteX61" fmla="*/ 892175 w 1181100"/>
                    <a:gd name="connsiteY61" fmla="*/ 279400 h 812800"/>
                    <a:gd name="connsiteX62" fmla="*/ 920750 w 1181100"/>
                    <a:gd name="connsiteY62" fmla="*/ 200025 h 812800"/>
                    <a:gd name="connsiteX63" fmla="*/ 914400 w 1181100"/>
                    <a:gd name="connsiteY63" fmla="*/ 168275 h 812800"/>
                    <a:gd name="connsiteX64" fmla="*/ 920750 w 1181100"/>
                    <a:gd name="connsiteY64" fmla="*/ 139700 h 812800"/>
                    <a:gd name="connsiteX65" fmla="*/ 917575 w 1181100"/>
                    <a:gd name="connsiteY65" fmla="*/ 92075 h 812800"/>
                    <a:gd name="connsiteX66" fmla="*/ 917575 w 1181100"/>
                    <a:gd name="connsiteY66" fmla="*/ 66675 h 812800"/>
                    <a:gd name="connsiteX67" fmla="*/ 958850 w 1181100"/>
                    <a:gd name="connsiteY67" fmla="*/ 44450 h 812800"/>
                    <a:gd name="connsiteX68" fmla="*/ 946150 w 1181100"/>
                    <a:gd name="connsiteY68" fmla="*/ 0 h 812800"/>
                    <a:gd name="connsiteX69" fmla="*/ 873125 w 1181100"/>
                    <a:gd name="connsiteY69" fmla="*/ 6350 h 812800"/>
                    <a:gd name="connsiteX70" fmla="*/ 850900 w 1181100"/>
                    <a:gd name="connsiteY70" fmla="*/ 38100 h 812800"/>
                    <a:gd name="connsiteX71" fmla="*/ 850900 w 1181100"/>
                    <a:gd name="connsiteY71" fmla="*/ 73025 h 812800"/>
                    <a:gd name="connsiteX72" fmla="*/ 819150 w 1181100"/>
                    <a:gd name="connsiteY72" fmla="*/ 110331 h 812800"/>
                    <a:gd name="connsiteX73" fmla="*/ 783431 w 1181100"/>
                    <a:gd name="connsiteY73" fmla="*/ 120650 h 812800"/>
                    <a:gd name="connsiteX74" fmla="*/ 742950 w 1181100"/>
                    <a:gd name="connsiteY74" fmla="*/ 111125 h 812800"/>
                    <a:gd name="connsiteX75" fmla="*/ 714375 w 1181100"/>
                    <a:gd name="connsiteY75" fmla="*/ 92075 h 812800"/>
                    <a:gd name="connsiteX76" fmla="*/ 666750 w 1181100"/>
                    <a:gd name="connsiteY76" fmla="*/ 68263 h 812800"/>
                    <a:gd name="connsiteX77" fmla="*/ 634206 w 1181100"/>
                    <a:gd name="connsiteY77" fmla="*/ 76200 h 812800"/>
                    <a:gd name="connsiteX78" fmla="*/ 593725 w 1181100"/>
                    <a:gd name="connsiteY78" fmla="*/ 107950 h 812800"/>
                    <a:gd name="connsiteX79" fmla="*/ 552450 w 1181100"/>
                    <a:gd name="connsiteY79" fmla="*/ 114300 h 812800"/>
                    <a:gd name="connsiteX80" fmla="*/ 511175 w 1181100"/>
                    <a:gd name="connsiteY80" fmla="*/ 130175 h 812800"/>
                    <a:gd name="connsiteX81" fmla="*/ 466725 w 1181100"/>
                    <a:gd name="connsiteY81" fmla="*/ 111125 h 812800"/>
                    <a:gd name="connsiteX82" fmla="*/ 450850 w 1181100"/>
                    <a:gd name="connsiteY82" fmla="*/ 88900 h 812800"/>
                    <a:gd name="connsiteX83" fmla="*/ 438944 w 1181100"/>
                    <a:gd name="connsiteY83" fmla="*/ 72231 h 812800"/>
                    <a:gd name="connsiteX84" fmla="*/ 428625 w 1181100"/>
                    <a:gd name="connsiteY84" fmla="*/ 107950 h 812800"/>
                    <a:gd name="connsiteX85" fmla="*/ 377825 w 1181100"/>
                    <a:gd name="connsiteY85" fmla="*/ 146050 h 812800"/>
                    <a:gd name="connsiteX86" fmla="*/ 361950 w 1181100"/>
                    <a:gd name="connsiteY86" fmla="*/ 177800 h 812800"/>
                    <a:gd name="connsiteX87" fmla="*/ 355600 w 1181100"/>
                    <a:gd name="connsiteY87" fmla="*/ 203200 h 812800"/>
                    <a:gd name="connsiteX88" fmla="*/ 330200 w 1181100"/>
                    <a:gd name="connsiteY88" fmla="*/ 212725 h 812800"/>
                    <a:gd name="connsiteX89" fmla="*/ 301625 w 1181100"/>
                    <a:gd name="connsiteY89" fmla="*/ 212725 h 812800"/>
                    <a:gd name="connsiteX90" fmla="*/ 257175 w 1181100"/>
                    <a:gd name="connsiteY90" fmla="*/ 225425 h 812800"/>
                    <a:gd name="connsiteX91" fmla="*/ 219075 w 1181100"/>
                    <a:gd name="connsiteY91" fmla="*/ 215900 h 812800"/>
                    <a:gd name="connsiteX92" fmla="*/ 196850 w 1181100"/>
                    <a:gd name="connsiteY92" fmla="*/ 212725 h 812800"/>
                    <a:gd name="connsiteX93" fmla="*/ 146050 w 1181100"/>
                    <a:gd name="connsiteY93" fmla="*/ 228600 h 812800"/>
                    <a:gd name="connsiteX94" fmla="*/ 78581 w 1181100"/>
                    <a:gd name="connsiteY94" fmla="*/ 242094 h 812800"/>
                    <a:gd name="connsiteX95" fmla="*/ 38100 w 1181100"/>
                    <a:gd name="connsiteY95" fmla="*/ 288131 h 812800"/>
                    <a:gd name="connsiteX96" fmla="*/ 3175 w 1181100"/>
                    <a:gd name="connsiteY96"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07256 w 1181100"/>
                    <a:gd name="connsiteY28" fmla="*/ 469900 h 812800"/>
                    <a:gd name="connsiteX29" fmla="*/ 933450 w 1181100"/>
                    <a:gd name="connsiteY29" fmla="*/ 444500 h 812800"/>
                    <a:gd name="connsiteX30" fmla="*/ 933449 w 1181100"/>
                    <a:gd name="connsiteY30" fmla="*/ 451643 h 812800"/>
                    <a:gd name="connsiteX31" fmla="*/ 964406 w 1181100"/>
                    <a:gd name="connsiteY31" fmla="*/ 423069 h 812800"/>
                    <a:gd name="connsiteX32" fmla="*/ 1000125 w 1181100"/>
                    <a:gd name="connsiteY32" fmla="*/ 400050 h 812800"/>
                    <a:gd name="connsiteX33" fmla="*/ 1038225 w 1181100"/>
                    <a:gd name="connsiteY33" fmla="*/ 412750 h 812800"/>
                    <a:gd name="connsiteX34" fmla="*/ 1076325 w 1181100"/>
                    <a:gd name="connsiteY34" fmla="*/ 431800 h 812800"/>
                    <a:gd name="connsiteX35" fmla="*/ 1082675 w 1181100"/>
                    <a:gd name="connsiteY35" fmla="*/ 463550 h 812800"/>
                    <a:gd name="connsiteX36" fmla="*/ 1104900 w 1181100"/>
                    <a:gd name="connsiteY36" fmla="*/ 488950 h 812800"/>
                    <a:gd name="connsiteX37" fmla="*/ 1104900 w 1181100"/>
                    <a:gd name="connsiteY37" fmla="*/ 488950 h 812800"/>
                    <a:gd name="connsiteX38" fmla="*/ 1120775 w 1181100"/>
                    <a:gd name="connsiteY38" fmla="*/ 523875 h 812800"/>
                    <a:gd name="connsiteX39" fmla="*/ 1149350 w 1181100"/>
                    <a:gd name="connsiteY39" fmla="*/ 514350 h 812800"/>
                    <a:gd name="connsiteX40" fmla="*/ 1146175 w 1181100"/>
                    <a:gd name="connsiteY40" fmla="*/ 498475 h 812800"/>
                    <a:gd name="connsiteX41" fmla="*/ 1133475 w 1181100"/>
                    <a:gd name="connsiteY41" fmla="*/ 454025 h 812800"/>
                    <a:gd name="connsiteX42" fmla="*/ 1133475 w 1181100"/>
                    <a:gd name="connsiteY42" fmla="*/ 431800 h 812800"/>
                    <a:gd name="connsiteX43" fmla="*/ 1152525 w 1181100"/>
                    <a:gd name="connsiteY43" fmla="*/ 412750 h 812800"/>
                    <a:gd name="connsiteX44" fmla="*/ 1165225 w 1181100"/>
                    <a:gd name="connsiteY44" fmla="*/ 396875 h 812800"/>
                    <a:gd name="connsiteX45" fmla="*/ 1181100 w 1181100"/>
                    <a:gd name="connsiteY45" fmla="*/ 381000 h 812800"/>
                    <a:gd name="connsiteX46" fmla="*/ 1177925 w 1181100"/>
                    <a:gd name="connsiteY46" fmla="*/ 327025 h 812800"/>
                    <a:gd name="connsiteX47" fmla="*/ 1143000 w 1181100"/>
                    <a:gd name="connsiteY47" fmla="*/ 301625 h 812800"/>
                    <a:gd name="connsiteX48" fmla="*/ 1104900 w 1181100"/>
                    <a:gd name="connsiteY48" fmla="*/ 298450 h 812800"/>
                    <a:gd name="connsiteX49" fmla="*/ 1085850 w 1181100"/>
                    <a:gd name="connsiteY49" fmla="*/ 269875 h 812800"/>
                    <a:gd name="connsiteX50" fmla="*/ 1054100 w 1181100"/>
                    <a:gd name="connsiteY50" fmla="*/ 269875 h 812800"/>
                    <a:gd name="connsiteX51" fmla="*/ 1025525 w 1181100"/>
                    <a:gd name="connsiteY51" fmla="*/ 292100 h 812800"/>
                    <a:gd name="connsiteX52" fmla="*/ 1012825 w 1181100"/>
                    <a:gd name="connsiteY52" fmla="*/ 317500 h 812800"/>
                    <a:gd name="connsiteX53" fmla="*/ 1012825 w 1181100"/>
                    <a:gd name="connsiteY53" fmla="*/ 358775 h 812800"/>
                    <a:gd name="connsiteX54" fmla="*/ 987425 w 1181100"/>
                    <a:gd name="connsiteY54" fmla="*/ 381000 h 812800"/>
                    <a:gd name="connsiteX55" fmla="*/ 965200 w 1181100"/>
                    <a:gd name="connsiteY55" fmla="*/ 371475 h 812800"/>
                    <a:gd name="connsiteX56" fmla="*/ 923925 w 1181100"/>
                    <a:gd name="connsiteY56" fmla="*/ 374650 h 812800"/>
                    <a:gd name="connsiteX57" fmla="*/ 869950 w 1181100"/>
                    <a:gd name="connsiteY57" fmla="*/ 387350 h 812800"/>
                    <a:gd name="connsiteX58" fmla="*/ 854075 w 1181100"/>
                    <a:gd name="connsiteY58" fmla="*/ 368300 h 812800"/>
                    <a:gd name="connsiteX59" fmla="*/ 854075 w 1181100"/>
                    <a:gd name="connsiteY59" fmla="*/ 355600 h 812800"/>
                    <a:gd name="connsiteX60" fmla="*/ 876300 w 1181100"/>
                    <a:gd name="connsiteY60" fmla="*/ 339725 h 812800"/>
                    <a:gd name="connsiteX61" fmla="*/ 892175 w 1181100"/>
                    <a:gd name="connsiteY61" fmla="*/ 279400 h 812800"/>
                    <a:gd name="connsiteX62" fmla="*/ 920750 w 1181100"/>
                    <a:gd name="connsiteY62" fmla="*/ 200025 h 812800"/>
                    <a:gd name="connsiteX63" fmla="*/ 914400 w 1181100"/>
                    <a:gd name="connsiteY63" fmla="*/ 168275 h 812800"/>
                    <a:gd name="connsiteX64" fmla="*/ 920750 w 1181100"/>
                    <a:gd name="connsiteY64" fmla="*/ 139700 h 812800"/>
                    <a:gd name="connsiteX65" fmla="*/ 917575 w 1181100"/>
                    <a:gd name="connsiteY65" fmla="*/ 92075 h 812800"/>
                    <a:gd name="connsiteX66" fmla="*/ 917575 w 1181100"/>
                    <a:gd name="connsiteY66" fmla="*/ 66675 h 812800"/>
                    <a:gd name="connsiteX67" fmla="*/ 958850 w 1181100"/>
                    <a:gd name="connsiteY67" fmla="*/ 44450 h 812800"/>
                    <a:gd name="connsiteX68" fmla="*/ 946150 w 1181100"/>
                    <a:gd name="connsiteY68" fmla="*/ 0 h 812800"/>
                    <a:gd name="connsiteX69" fmla="*/ 873125 w 1181100"/>
                    <a:gd name="connsiteY69" fmla="*/ 6350 h 812800"/>
                    <a:gd name="connsiteX70" fmla="*/ 850900 w 1181100"/>
                    <a:gd name="connsiteY70" fmla="*/ 38100 h 812800"/>
                    <a:gd name="connsiteX71" fmla="*/ 850900 w 1181100"/>
                    <a:gd name="connsiteY71" fmla="*/ 73025 h 812800"/>
                    <a:gd name="connsiteX72" fmla="*/ 819150 w 1181100"/>
                    <a:gd name="connsiteY72" fmla="*/ 110331 h 812800"/>
                    <a:gd name="connsiteX73" fmla="*/ 783431 w 1181100"/>
                    <a:gd name="connsiteY73" fmla="*/ 120650 h 812800"/>
                    <a:gd name="connsiteX74" fmla="*/ 742950 w 1181100"/>
                    <a:gd name="connsiteY74" fmla="*/ 111125 h 812800"/>
                    <a:gd name="connsiteX75" fmla="*/ 714375 w 1181100"/>
                    <a:gd name="connsiteY75" fmla="*/ 92075 h 812800"/>
                    <a:gd name="connsiteX76" fmla="*/ 666750 w 1181100"/>
                    <a:gd name="connsiteY76" fmla="*/ 68263 h 812800"/>
                    <a:gd name="connsiteX77" fmla="*/ 634206 w 1181100"/>
                    <a:gd name="connsiteY77" fmla="*/ 76200 h 812800"/>
                    <a:gd name="connsiteX78" fmla="*/ 593725 w 1181100"/>
                    <a:gd name="connsiteY78" fmla="*/ 107950 h 812800"/>
                    <a:gd name="connsiteX79" fmla="*/ 552450 w 1181100"/>
                    <a:gd name="connsiteY79" fmla="*/ 114300 h 812800"/>
                    <a:gd name="connsiteX80" fmla="*/ 511175 w 1181100"/>
                    <a:gd name="connsiteY80" fmla="*/ 130175 h 812800"/>
                    <a:gd name="connsiteX81" fmla="*/ 466725 w 1181100"/>
                    <a:gd name="connsiteY81" fmla="*/ 111125 h 812800"/>
                    <a:gd name="connsiteX82" fmla="*/ 450850 w 1181100"/>
                    <a:gd name="connsiteY82" fmla="*/ 88900 h 812800"/>
                    <a:gd name="connsiteX83" fmla="*/ 438944 w 1181100"/>
                    <a:gd name="connsiteY83" fmla="*/ 72231 h 812800"/>
                    <a:gd name="connsiteX84" fmla="*/ 428625 w 1181100"/>
                    <a:gd name="connsiteY84" fmla="*/ 107950 h 812800"/>
                    <a:gd name="connsiteX85" fmla="*/ 377825 w 1181100"/>
                    <a:gd name="connsiteY85" fmla="*/ 146050 h 812800"/>
                    <a:gd name="connsiteX86" fmla="*/ 361950 w 1181100"/>
                    <a:gd name="connsiteY86" fmla="*/ 177800 h 812800"/>
                    <a:gd name="connsiteX87" fmla="*/ 355600 w 1181100"/>
                    <a:gd name="connsiteY87" fmla="*/ 203200 h 812800"/>
                    <a:gd name="connsiteX88" fmla="*/ 330200 w 1181100"/>
                    <a:gd name="connsiteY88" fmla="*/ 212725 h 812800"/>
                    <a:gd name="connsiteX89" fmla="*/ 301625 w 1181100"/>
                    <a:gd name="connsiteY89" fmla="*/ 212725 h 812800"/>
                    <a:gd name="connsiteX90" fmla="*/ 257175 w 1181100"/>
                    <a:gd name="connsiteY90" fmla="*/ 225425 h 812800"/>
                    <a:gd name="connsiteX91" fmla="*/ 219075 w 1181100"/>
                    <a:gd name="connsiteY91" fmla="*/ 215900 h 812800"/>
                    <a:gd name="connsiteX92" fmla="*/ 196850 w 1181100"/>
                    <a:gd name="connsiteY92" fmla="*/ 212725 h 812800"/>
                    <a:gd name="connsiteX93" fmla="*/ 146050 w 1181100"/>
                    <a:gd name="connsiteY93" fmla="*/ 228600 h 812800"/>
                    <a:gd name="connsiteX94" fmla="*/ 78581 w 1181100"/>
                    <a:gd name="connsiteY94" fmla="*/ 242094 h 812800"/>
                    <a:gd name="connsiteX95" fmla="*/ 38100 w 1181100"/>
                    <a:gd name="connsiteY95" fmla="*/ 288131 h 812800"/>
                    <a:gd name="connsiteX96" fmla="*/ 3175 w 1181100"/>
                    <a:gd name="connsiteY96"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07256 w 1181100"/>
                    <a:gd name="connsiteY28" fmla="*/ 469900 h 812800"/>
                    <a:gd name="connsiteX29" fmla="*/ 933450 w 1181100"/>
                    <a:gd name="connsiteY29" fmla="*/ 444500 h 812800"/>
                    <a:gd name="connsiteX30" fmla="*/ 933449 w 1181100"/>
                    <a:gd name="connsiteY30" fmla="*/ 451643 h 812800"/>
                    <a:gd name="connsiteX31" fmla="*/ 964406 w 1181100"/>
                    <a:gd name="connsiteY31" fmla="*/ 423069 h 812800"/>
                    <a:gd name="connsiteX32" fmla="*/ 1000125 w 1181100"/>
                    <a:gd name="connsiteY32" fmla="*/ 400050 h 812800"/>
                    <a:gd name="connsiteX33" fmla="*/ 1038225 w 1181100"/>
                    <a:gd name="connsiteY33" fmla="*/ 412750 h 812800"/>
                    <a:gd name="connsiteX34" fmla="*/ 1076325 w 1181100"/>
                    <a:gd name="connsiteY34" fmla="*/ 431800 h 812800"/>
                    <a:gd name="connsiteX35" fmla="*/ 1082675 w 1181100"/>
                    <a:gd name="connsiteY35" fmla="*/ 463550 h 812800"/>
                    <a:gd name="connsiteX36" fmla="*/ 1104900 w 1181100"/>
                    <a:gd name="connsiteY36" fmla="*/ 488950 h 812800"/>
                    <a:gd name="connsiteX37" fmla="*/ 1112044 w 1181100"/>
                    <a:gd name="connsiteY37" fmla="*/ 488950 h 812800"/>
                    <a:gd name="connsiteX38" fmla="*/ 1120775 w 1181100"/>
                    <a:gd name="connsiteY38" fmla="*/ 523875 h 812800"/>
                    <a:gd name="connsiteX39" fmla="*/ 1149350 w 1181100"/>
                    <a:gd name="connsiteY39" fmla="*/ 514350 h 812800"/>
                    <a:gd name="connsiteX40" fmla="*/ 1146175 w 1181100"/>
                    <a:gd name="connsiteY40" fmla="*/ 498475 h 812800"/>
                    <a:gd name="connsiteX41" fmla="*/ 1133475 w 1181100"/>
                    <a:gd name="connsiteY41" fmla="*/ 454025 h 812800"/>
                    <a:gd name="connsiteX42" fmla="*/ 1133475 w 1181100"/>
                    <a:gd name="connsiteY42" fmla="*/ 431800 h 812800"/>
                    <a:gd name="connsiteX43" fmla="*/ 1152525 w 1181100"/>
                    <a:gd name="connsiteY43" fmla="*/ 412750 h 812800"/>
                    <a:gd name="connsiteX44" fmla="*/ 1165225 w 1181100"/>
                    <a:gd name="connsiteY44" fmla="*/ 396875 h 812800"/>
                    <a:gd name="connsiteX45" fmla="*/ 1181100 w 1181100"/>
                    <a:gd name="connsiteY45" fmla="*/ 381000 h 812800"/>
                    <a:gd name="connsiteX46" fmla="*/ 1177925 w 1181100"/>
                    <a:gd name="connsiteY46" fmla="*/ 327025 h 812800"/>
                    <a:gd name="connsiteX47" fmla="*/ 1143000 w 1181100"/>
                    <a:gd name="connsiteY47" fmla="*/ 301625 h 812800"/>
                    <a:gd name="connsiteX48" fmla="*/ 1104900 w 1181100"/>
                    <a:gd name="connsiteY48" fmla="*/ 298450 h 812800"/>
                    <a:gd name="connsiteX49" fmla="*/ 1085850 w 1181100"/>
                    <a:gd name="connsiteY49" fmla="*/ 269875 h 812800"/>
                    <a:gd name="connsiteX50" fmla="*/ 1054100 w 1181100"/>
                    <a:gd name="connsiteY50" fmla="*/ 269875 h 812800"/>
                    <a:gd name="connsiteX51" fmla="*/ 1025525 w 1181100"/>
                    <a:gd name="connsiteY51" fmla="*/ 292100 h 812800"/>
                    <a:gd name="connsiteX52" fmla="*/ 1012825 w 1181100"/>
                    <a:gd name="connsiteY52" fmla="*/ 317500 h 812800"/>
                    <a:gd name="connsiteX53" fmla="*/ 1012825 w 1181100"/>
                    <a:gd name="connsiteY53" fmla="*/ 358775 h 812800"/>
                    <a:gd name="connsiteX54" fmla="*/ 987425 w 1181100"/>
                    <a:gd name="connsiteY54" fmla="*/ 381000 h 812800"/>
                    <a:gd name="connsiteX55" fmla="*/ 965200 w 1181100"/>
                    <a:gd name="connsiteY55" fmla="*/ 371475 h 812800"/>
                    <a:gd name="connsiteX56" fmla="*/ 923925 w 1181100"/>
                    <a:gd name="connsiteY56" fmla="*/ 374650 h 812800"/>
                    <a:gd name="connsiteX57" fmla="*/ 869950 w 1181100"/>
                    <a:gd name="connsiteY57" fmla="*/ 387350 h 812800"/>
                    <a:gd name="connsiteX58" fmla="*/ 854075 w 1181100"/>
                    <a:gd name="connsiteY58" fmla="*/ 368300 h 812800"/>
                    <a:gd name="connsiteX59" fmla="*/ 854075 w 1181100"/>
                    <a:gd name="connsiteY59" fmla="*/ 355600 h 812800"/>
                    <a:gd name="connsiteX60" fmla="*/ 876300 w 1181100"/>
                    <a:gd name="connsiteY60" fmla="*/ 339725 h 812800"/>
                    <a:gd name="connsiteX61" fmla="*/ 892175 w 1181100"/>
                    <a:gd name="connsiteY61" fmla="*/ 279400 h 812800"/>
                    <a:gd name="connsiteX62" fmla="*/ 920750 w 1181100"/>
                    <a:gd name="connsiteY62" fmla="*/ 200025 h 812800"/>
                    <a:gd name="connsiteX63" fmla="*/ 914400 w 1181100"/>
                    <a:gd name="connsiteY63" fmla="*/ 168275 h 812800"/>
                    <a:gd name="connsiteX64" fmla="*/ 920750 w 1181100"/>
                    <a:gd name="connsiteY64" fmla="*/ 139700 h 812800"/>
                    <a:gd name="connsiteX65" fmla="*/ 917575 w 1181100"/>
                    <a:gd name="connsiteY65" fmla="*/ 92075 h 812800"/>
                    <a:gd name="connsiteX66" fmla="*/ 917575 w 1181100"/>
                    <a:gd name="connsiteY66" fmla="*/ 66675 h 812800"/>
                    <a:gd name="connsiteX67" fmla="*/ 958850 w 1181100"/>
                    <a:gd name="connsiteY67" fmla="*/ 44450 h 812800"/>
                    <a:gd name="connsiteX68" fmla="*/ 946150 w 1181100"/>
                    <a:gd name="connsiteY68" fmla="*/ 0 h 812800"/>
                    <a:gd name="connsiteX69" fmla="*/ 873125 w 1181100"/>
                    <a:gd name="connsiteY69" fmla="*/ 6350 h 812800"/>
                    <a:gd name="connsiteX70" fmla="*/ 850900 w 1181100"/>
                    <a:gd name="connsiteY70" fmla="*/ 38100 h 812800"/>
                    <a:gd name="connsiteX71" fmla="*/ 850900 w 1181100"/>
                    <a:gd name="connsiteY71" fmla="*/ 73025 h 812800"/>
                    <a:gd name="connsiteX72" fmla="*/ 819150 w 1181100"/>
                    <a:gd name="connsiteY72" fmla="*/ 110331 h 812800"/>
                    <a:gd name="connsiteX73" fmla="*/ 783431 w 1181100"/>
                    <a:gd name="connsiteY73" fmla="*/ 120650 h 812800"/>
                    <a:gd name="connsiteX74" fmla="*/ 742950 w 1181100"/>
                    <a:gd name="connsiteY74" fmla="*/ 111125 h 812800"/>
                    <a:gd name="connsiteX75" fmla="*/ 714375 w 1181100"/>
                    <a:gd name="connsiteY75" fmla="*/ 92075 h 812800"/>
                    <a:gd name="connsiteX76" fmla="*/ 666750 w 1181100"/>
                    <a:gd name="connsiteY76" fmla="*/ 68263 h 812800"/>
                    <a:gd name="connsiteX77" fmla="*/ 634206 w 1181100"/>
                    <a:gd name="connsiteY77" fmla="*/ 76200 h 812800"/>
                    <a:gd name="connsiteX78" fmla="*/ 593725 w 1181100"/>
                    <a:gd name="connsiteY78" fmla="*/ 107950 h 812800"/>
                    <a:gd name="connsiteX79" fmla="*/ 552450 w 1181100"/>
                    <a:gd name="connsiteY79" fmla="*/ 114300 h 812800"/>
                    <a:gd name="connsiteX80" fmla="*/ 511175 w 1181100"/>
                    <a:gd name="connsiteY80" fmla="*/ 130175 h 812800"/>
                    <a:gd name="connsiteX81" fmla="*/ 466725 w 1181100"/>
                    <a:gd name="connsiteY81" fmla="*/ 111125 h 812800"/>
                    <a:gd name="connsiteX82" fmla="*/ 450850 w 1181100"/>
                    <a:gd name="connsiteY82" fmla="*/ 88900 h 812800"/>
                    <a:gd name="connsiteX83" fmla="*/ 438944 w 1181100"/>
                    <a:gd name="connsiteY83" fmla="*/ 72231 h 812800"/>
                    <a:gd name="connsiteX84" fmla="*/ 428625 w 1181100"/>
                    <a:gd name="connsiteY84" fmla="*/ 107950 h 812800"/>
                    <a:gd name="connsiteX85" fmla="*/ 377825 w 1181100"/>
                    <a:gd name="connsiteY85" fmla="*/ 146050 h 812800"/>
                    <a:gd name="connsiteX86" fmla="*/ 361950 w 1181100"/>
                    <a:gd name="connsiteY86" fmla="*/ 177800 h 812800"/>
                    <a:gd name="connsiteX87" fmla="*/ 355600 w 1181100"/>
                    <a:gd name="connsiteY87" fmla="*/ 203200 h 812800"/>
                    <a:gd name="connsiteX88" fmla="*/ 330200 w 1181100"/>
                    <a:gd name="connsiteY88" fmla="*/ 212725 h 812800"/>
                    <a:gd name="connsiteX89" fmla="*/ 301625 w 1181100"/>
                    <a:gd name="connsiteY89" fmla="*/ 212725 h 812800"/>
                    <a:gd name="connsiteX90" fmla="*/ 257175 w 1181100"/>
                    <a:gd name="connsiteY90" fmla="*/ 225425 h 812800"/>
                    <a:gd name="connsiteX91" fmla="*/ 219075 w 1181100"/>
                    <a:gd name="connsiteY91" fmla="*/ 215900 h 812800"/>
                    <a:gd name="connsiteX92" fmla="*/ 196850 w 1181100"/>
                    <a:gd name="connsiteY92" fmla="*/ 212725 h 812800"/>
                    <a:gd name="connsiteX93" fmla="*/ 146050 w 1181100"/>
                    <a:gd name="connsiteY93" fmla="*/ 228600 h 812800"/>
                    <a:gd name="connsiteX94" fmla="*/ 78581 w 1181100"/>
                    <a:gd name="connsiteY94" fmla="*/ 242094 h 812800"/>
                    <a:gd name="connsiteX95" fmla="*/ 38100 w 1181100"/>
                    <a:gd name="connsiteY95" fmla="*/ 288131 h 812800"/>
                    <a:gd name="connsiteX96" fmla="*/ 3175 w 1181100"/>
                    <a:gd name="connsiteY96"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07256 w 1181100"/>
                    <a:gd name="connsiteY28" fmla="*/ 469900 h 812800"/>
                    <a:gd name="connsiteX29" fmla="*/ 933450 w 1181100"/>
                    <a:gd name="connsiteY29" fmla="*/ 444500 h 812800"/>
                    <a:gd name="connsiteX30" fmla="*/ 933449 w 1181100"/>
                    <a:gd name="connsiteY30" fmla="*/ 451643 h 812800"/>
                    <a:gd name="connsiteX31" fmla="*/ 964406 w 1181100"/>
                    <a:gd name="connsiteY31" fmla="*/ 423069 h 812800"/>
                    <a:gd name="connsiteX32" fmla="*/ 1000125 w 1181100"/>
                    <a:gd name="connsiteY32" fmla="*/ 400050 h 812800"/>
                    <a:gd name="connsiteX33" fmla="*/ 1038225 w 1181100"/>
                    <a:gd name="connsiteY33" fmla="*/ 412750 h 812800"/>
                    <a:gd name="connsiteX34" fmla="*/ 1076325 w 1181100"/>
                    <a:gd name="connsiteY34" fmla="*/ 431800 h 812800"/>
                    <a:gd name="connsiteX35" fmla="*/ 1082675 w 1181100"/>
                    <a:gd name="connsiteY35" fmla="*/ 463550 h 812800"/>
                    <a:gd name="connsiteX36" fmla="*/ 1104900 w 1181100"/>
                    <a:gd name="connsiteY36" fmla="*/ 488950 h 812800"/>
                    <a:gd name="connsiteX37" fmla="*/ 1112044 w 1181100"/>
                    <a:gd name="connsiteY37" fmla="*/ 488950 h 812800"/>
                    <a:gd name="connsiteX38" fmla="*/ 1120775 w 1181100"/>
                    <a:gd name="connsiteY38" fmla="*/ 519112 h 812800"/>
                    <a:gd name="connsiteX39" fmla="*/ 1149350 w 1181100"/>
                    <a:gd name="connsiteY39" fmla="*/ 514350 h 812800"/>
                    <a:gd name="connsiteX40" fmla="*/ 1146175 w 1181100"/>
                    <a:gd name="connsiteY40" fmla="*/ 498475 h 812800"/>
                    <a:gd name="connsiteX41" fmla="*/ 1133475 w 1181100"/>
                    <a:gd name="connsiteY41" fmla="*/ 454025 h 812800"/>
                    <a:gd name="connsiteX42" fmla="*/ 1133475 w 1181100"/>
                    <a:gd name="connsiteY42" fmla="*/ 431800 h 812800"/>
                    <a:gd name="connsiteX43" fmla="*/ 1152525 w 1181100"/>
                    <a:gd name="connsiteY43" fmla="*/ 412750 h 812800"/>
                    <a:gd name="connsiteX44" fmla="*/ 1165225 w 1181100"/>
                    <a:gd name="connsiteY44" fmla="*/ 396875 h 812800"/>
                    <a:gd name="connsiteX45" fmla="*/ 1181100 w 1181100"/>
                    <a:gd name="connsiteY45" fmla="*/ 381000 h 812800"/>
                    <a:gd name="connsiteX46" fmla="*/ 1177925 w 1181100"/>
                    <a:gd name="connsiteY46" fmla="*/ 327025 h 812800"/>
                    <a:gd name="connsiteX47" fmla="*/ 1143000 w 1181100"/>
                    <a:gd name="connsiteY47" fmla="*/ 301625 h 812800"/>
                    <a:gd name="connsiteX48" fmla="*/ 1104900 w 1181100"/>
                    <a:gd name="connsiteY48" fmla="*/ 298450 h 812800"/>
                    <a:gd name="connsiteX49" fmla="*/ 1085850 w 1181100"/>
                    <a:gd name="connsiteY49" fmla="*/ 269875 h 812800"/>
                    <a:gd name="connsiteX50" fmla="*/ 1054100 w 1181100"/>
                    <a:gd name="connsiteY50" fmla="*/ 269875 h 812800"/>
                    <a:gd name="connsiteX51" fmla="*/ 1025525 w 1181100"/>
                    <a:gd name="connsiteY51" fmla="*/ 292100 h 812800"/>
                    <a:gd name="connsiteX52" fmla="*/ 1012825 w 1181100"/>
                    <a:gd name="connsiteY52" fmla="*/ 317500 h 812800"/>
                    <a:gd name="connsiteX53" fmla="*/ 1012825 w 1181100"/>
                    <a:gd name="connsiteY53" fmla="*/ 358775 h 812800"/>
                    <a:gd name="connsiteX54" fmla="*/ 987425 w 1181100"/>
                    <a:gd name="connsiteY54" fmla="*/ 381000 h 812800"/>
                    <a:gd name="connsiteX55" fmla="*/ 965200 w 1181100"/>
                    <a:gd name="connsiteY55" fmla="*/ 371475 h 812800"/>
                    <a:gd name="connsiteX56" fmla="*/ 923925 w 1181100"/>
                    <a:gd name="connsiteY56" fmla="*/ 374650 h 812800"/>
                    <a:gd name="connsiteX57" fmla="*/ 869950 w 1181100"/>
                    <a:gd name="connsiteY57" fmla="*/ 387350 h 812800"/>
                    <a:gd name="connsiteX58" fmla="*/ 854075 w 1181100"/>
                    <a:gd name="connsiteY58" fmla="*/ 368300 h 812800"/>
                    <a:gd name="connsiteX59" fmla="*/ 854075 w 1181100"/>
                    <a:gd name="connsiteY59" fmla="*/ 355600 h 812800"/>
                    <a:gd name="connsiteX60" fmla="*/ 876300 w 1181100"/>
                    <a:gd name="connsiteY60" fmla="*/ 339725 h 812800"/>
                    <a:gd name="connsiteX61" fmla="*/ 892175 w 1181100"/>
                    <a:gd name="connsiteY61" fmla="*/ 279400 h 812800"/>
                    <a:gd name="connsiteX62" fmla="*/ 920750 w 1181100"/>
                    <a:gd name="connsiteY62" fmla="*/ 200025 h 812800"/>
                    <a:gd name="connsiteX63" fmla="*/ 914400 w 1181100"/>
                    <a:gd name="connsiteY63" fmla="*/ 168275 h 812800"/>
                    <a:gd name="connsiteX64" fmla="*/ 920750 w 1181100"/>
                    <a:gd name="connsiteY64" fmla="*/ 139700 h 812800"/>
                    <a:gd name="connsiteX65" fmla="*/ 917575 w 1181100"/>
                    <a:gd name="connsiteY65" fmla="*/ 92075 h 812800"/>
                    <a:gd name="connsiteX66" fmla="*/ 917575 w 1181100"/>
                    <a:gd name="connsiteY66" fmla="*/ 66675 h 812800"/>
                    <a:gd name="connsiteX67" fmla="*/ 958850 w 1181100"/>
                    <a:gd name="connsiteY67" fmla="*/ 44450 h 812800"/>
                    <a:gd name="connsiteX68" fmla="*/ 946150 w 1181100"/>
                    <a:gd name="connsiteY68" fmla="*/ 0 h 812800"/>
                    <a:gd name="connsiteX69" fmla="*/ 873125 w 1181100"/>
                    <a:gd name="connsiteY69" fmla="*/ 6350 h 812800"/>
                    <a:gd name="connsiteX70" fmla="*/ 850900 w 1181100"/>
                    <a:gd name="connsiteY70" fmla="*/ 38100 h 812800"/>
                    <a:gd name="connsiteX71" fmla="*/ 850900 w 1181100"/>
                    <a:gd name="connsiteY71" fmla="*/ 73025 h 812800"/>
                    <a:gd name="connsiteX72" fmla="*/ 819150 w 1181100"/>
                    <a:gd name="connsiteY72" fmla="*/ 110331 h 812800"/>
                    <a:gd name="connsiteX73" fmla="*/ 783431 w 1181100"/>
                    <a:gd name="connsiteY73" fmla="*/ 120650 h 812800"/>
                    <a:gd name="connsiteX74" fmla="*/ 742950 w 1181100"/>
                    <a:gd name="connsiteY74" fmla="*/ 111125 h 812800"/>
                    <a:gd name="connsiteX75" fmla="*/ 714375 w 1181100"/>
                    <a:gd name="connsiteY75" fmla="*/ 92075 h 812800"/>
                    <a:gd name="connsiteX76" fmla="*/ 666750 w 1181100"/>
                    <a:gd name="connsiteY76" fmla="*/ 68263 h 812800"/>
                    <a:gd name="connsiteX77" fmla="*/ 634206 w 1181100"/>
                    <a:gd name="connsiteY77" fmla="*/ 76200 h 812800"/>
                    <a:gd name="connsiteX78" fmla="*/ 593725 w 1181100"/>
                    <a:gd name="connsiteY78" fmla="*/ 107950 h 812800"/>
                    <a:gd name="connsiteX79" fmla="*/ 552450 w 1181100"/>
                    <a:gd name="connsiteY79" fmla="*/ 114300 h 812800"/>
                    <a:gd name="connsiteX80" fmla="*/ 511175 w 1181100"/>
                    <a:gd name="connsiteY80" fmla="*/ 130175 h 812800"/>
                    <a:gd name="connsiteX81" fmla="*/ 466725 w 1181100"/>
                    <a:gd name="connsiteY81" fmla="*/ 111125 h 812800"/>
                    <a:gd name="connsiteX82" fmla="*/ 450850 w 1181100"/>
                    <a:gd name="connsiteY82" fmla="*/ 88900 h 812800"/>
                    <a:gd name="connsiteX83" fmla="*/ 438944 w 1181100"/>
                    <a:gd name="connsiteY83" fmla="*/ 72231 h 812800"/>
                    <a:gd name="connsiteX84" fmla="*/ 428625 w 1181100"/>
                    <a:gd name="connsiteY84" fmla="*/ 107950 h 812800"/>
                    <a:gd name="connsiteX85" fmla="*/ 377825 w 1181100"/>
                    <a:gd name="connsiteY85" fmla="*/ 146050 h 812800"/>
                    <a:gd name="connsiteX86" fmla="*/ 361950 w 1181100"/>
                    <a:gd name="connsiteY86" fmla="*/ 177800 h 812800"/>
                    <a:gd name="connsiteX87" fmla="*/ 355600 w 1181100"/>
                    <a:gd name="connsiteY87" fmla="*/ 203200 h 812800"/>
                    <a:gd name="connsiteX88" fmla="*/ 330200 w 1181100"/>
                    <a:gd name="connsiteY88" fmla="*/ 212725 h 812800"/>
                    <a:gd name="connsiteX89" fmla="*/ 301625 w 1181100"/>
                    <a:gd name="connsiteY89" fmla="*/ 212725 h 812800"/>
                    <a:gd name="connsiteX90" fmla="*/ 257175 w 1181100"/>
                    <a:gd name="connsiteY90" fmla="*/ 225425 h 812800"/>
                    <a:gd name="connsiteX91" fmla="*/ 219075 w 1181100"/>
                    <a:gd name="connsiteY91" fmla="*/ 215900 h 812800"/>
                    <a:gd name="connsiteX92" fmla="*/ 196850 w 1181100"/>
                    <a:gd name="connsiteY92" fmla="*/ 212725 h 812800"/>
                    <a:gd name="connsiteX93" fmla="*/ 146050 w 1181100"/>
                    <a:gd name="connsiteY93" fmla="*/ 228600 h 812800"/>
                    <a:gd name="connsiteX94" fmla="*/ 78581 w 1181100"/>
                    <a:gd name="connsiteY94" fmla="*/ 242094 h 812800"/>
                    <a:gd name="connsiteX95" fmla="*/ 38100 w 1181100"/>
                    <a:gd name="connsiteY95" fmla="*/ 288131 h 812800"/>
                    <a:gd name="connsiteX96" fmla="*/ 3175 w 1181100"/>
                    <a:gd name="connsiteY96"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07256 w 1181100"/>
                    <a:gd name="connsiteY28" fmla="*/ 469900 h 812800"/>
                    <a:gd name="connsiteX29" fmla="*/ 933450 w 1181100"/>
                    <a:gd name="connsiteY29" fmla="*/ 444500 h 812800"/>
                    <a:gd name="connsiteX30" fmla="*/ 933449 w 1181100"/>
                    <a:gd name="connsiteY30" fmla="*/ 451643 h 812800"/>
                    <a:gd name="connsiteX31" fmla="*/ 964406 w 1181100"/>
                    <a:gd name="connsiteY31" fmla="*/ 423069 h 812800"/>
                    <a:gd name="connsiteX32" fmla="*/ 1000125 w 1181100"/>
                    <a:gd name="connsiteY32" fmla="*/ 400050 h 812800"/>
                    <a:gd name="connsiteX33" fmla="*/ 1038225 w 1181100"/>
                    <a:gd name="connsiteY33" fmla="*/ 412750 h 812800"/>
                    <a:gd name="connsiteX34" fmla="*/ 1076325 w 1181100"/>
                    <a:gd name="connsiteY34" fmla="*/ 431800 h 812800"/>
                    <a:gd name="connsiteX35" fmla="*/ 1082675 w 1181100"/>
                    <a:gd name="connsiteY35" fmla="*/ 463550 h 812800"/>
                    <a:gd name="connsiteX36" fmla="*/ 1104900 w 1181100"/>
                    <a:gd name="connsiteY36" fmla="*/ 488950 h 812800"/>
                    <a:gd name="connsiteX37" fmla="*/ 1112044 w 1181100"/>
                    <a:gd name="connsiteY37" fmla="*/ 481806 h 812800"/>
                    <a:gd name="connsiteX38" fmla="*/ 1120775 w 1181100"/>
                    <a:gd name="connsiteY38" fmla="*/ 519112 h 812800"/>
                    <a:gd name="connsiteX39" fmla="*/ 1149350 w 1181100"/>
                    <a:gd name="connsiteY39" fmla="*/ 514350 h 812800"/>
                    <a:gd name="connsiteX40" fmla="*/ 1146175 w 1181100"/>
                    <a:gd name="connsiteY40" fmla="*/ 498475 h 812800"/>
                    <a:gd name="connsiteX41" fmla="*/ 1133475 w 1181100"/>
                    <a:gd name="connsiteY41" fmla="*/ 454025 h 812800"/>
                    <a:gd name="connsiteX42" fmla="*/ 1133475 w 1181100"/>
                    <a:gd name="connsiteY42" fmla="*/ 431800 h 812800"/>
                    <a:gd name="connsiteX43" fmla="*/ 1152525 w 1181100"/>
                    <a:gd name="connsiteY43" fmla="*/ 412750 h 812800"/>
                    <a:gd name="connsiteX44" fmla="*/ 1165225 w 1181100"/>
                    <a:gd name="connsiteY44" fmla="*/ 396875 h 812800"/>
                    <a:gd name="connsiteX45" fmla="*/ 1181100 w 1181100"/>
                    <a:gd name="connsiteY45" fmla="*/ 381000 h 812800"/>
                    <a:gd name="connsiteX46" fmla="*/ 1177925 w 1181100"/>
                    <a:gd name="connsiteY46" fmla="*/ 327025 h 812800"/>
                    <a:gd name="connsiteX47" fmla="*/ 1143000 w 1181100"/>
                    <a:gd name="connsiteY47" fmla="*/ 301625 h 812800"/>
                    <a:gd name="connsiteX48" fmla="*/ 1104900 w 1181100"/>
                    <a:gd name="connsiteY48" fmla="*/ 298450 h 812800"/>
                    <a:gd name="connsiteX49" fmla="*/ 1085850 w 1181100"/>
                    <a:gd name="connsiteY49" fmla="*/ 269875 h 812800"/>
                    <a:gd name="connsiteX50" fmla="*/ 1054100 w 1181100"/>
                    <a:gd name="connsiteY50" fmla="*/ 269875 h 812800"/>
                    <a:gd name="connsiteX51" fmla="*/ 1025525 w 1181100"/>
                    <a:gd name="connsiteY51" fmla="*/ 292100 h 812800"/>
                    <a:gd name="connsiteX52" fmla="*/ 1012825 w 1181100"/>
                    <a:gd name="connsiteY52" fmla="*/ 317500 h 812800"/>
                    <a:gd name="connsiteX53" fmla="*/ 1012825 w 1181100"/>
                    <a:gd name="connsiteY53" fmla="*/ 358775 h 812800"/>
                    <a:gd name="connsiteX54" fmla="*/ 987425 w 1181100"/>
                    <a:gd name="connsiteY54" fmla="*/ 381000 h 812800"/>
                    <a:gd name="connsiteX55" fmla="*/ 965200 w 1181100"/>
                    <a:gd name="connsiteY55" fmla="*/ 371475 h 812800"/>
                    <a:gd name="connsiteX56" fmla="*/ 923925 w 1181100"/>
                    <a:gd name="connsiteY56" fmla="*/ 374650 h 812800"/>
                    <a:gd name="connsiteX57" fmla="*/ 869950 w 1181100"/>
                    <a:gd name="connsiteY57" fmla="*/ 387350 h 812800"/>
                    <a:gd name="connsiteX58" fmla="*/ 854075 w 1181100"/>
                    <a:gd name="connsiteY58" fmla="*/ 368300 h 812800"/>
                    <a:gd name="connsiteX59" fmla="*/ 854075 w 1181100"/>
                    <a:gd name="connsiteY59" fmla="*/ 355600 h 812800"/>
                    <a:gd name="connsiteX60" fmla="*/ 876300 w 1181100"/>
                    <a:gd name="connsiteY60" fmla="*/ 339725 h 812800"/>
                    <a:gd name="connsiteX61" fmla="*/ 892175 w 1181100"/>
                    <a:gd name="connsiteY61" fmla="*/ 279400 h 812800"/>
                    <a:gd name="connsiteX62" fmla="*/ 920750 w 1181100"/>
                    <a:gd name="connsiteY62" fmla="*/ 200025 h 812800"/>
                    <a:gd name="connsiteX63" fmla="*/ 914400 w 1181100"/>
                    <a:gd name="connsiteY63" fmla="*/ 168275 h 812800"/>
                    <a:gd name="connsiteX64" fmla="*/ 920750 w 1181100"/>
                    <a:gd name="connsiteY64" fmla="*/ 139700 h 812800"/>
                    <a:gd name="connsiteX65" fmla="*/ 917575 w 1181100"/>
                    <a:gd name="connsiteY65" fmla="*/ 92075 h 812800"/>
                    <a:gd name="connsiteX66" fmla="*/ 917575 w 1181100"/>
                    <a:gd name="connsiteY66" fmla="*/ 66675 h 812800"/>
                    <a:gd name="connsiteX67" fmla="*/ 958850 w 1181100"/>
                    <a:gd name="connsiteY67" fmla="*/ 44450 h 812800"/>
                    <a:gd name="connsiteX68" fmla="*/ 946150 w 1181100"/>
                    <a:gd name="connsiteY68" fmla="*/ 0 h 812800"/>
                    <a:gd name="connsiteX69" fmla="*/ 873125 w 1181100"/>
                    <a:gd name="connsiteY69" fmla="*/ 6350 h 812800"/>
                    <a:gd name="connsiteX70" fmla="*/ 850900 w 1181100"/>
                    <a:gd name="connsiteY70" fmla="*/ 38100 h 812800"/>
                    <a:gd name="connsiteX71" fmla="*/ 850900 w 1181100"/>
                    <a:gd name="connsiteY71" fmla="*/ 73025 h 812800"/>
                    <a:gd name="connsiteX72" fmla="*/ 819150 w 1181100"/>
                    <a:gd name="connsiteY72" fmla="*/ 110331 h 812800"/>
                    <a:gd name="connsiteX73" fmla="*/ 783431 w 1181100"/>
                    <a:gd name="connsiteY73" fmla="*/ 120650 h 812800"/>
                    <a:gd name="connsiteX74" fmla="*/ 742950 w 1181100"/>
                    <a:gd name="connsiteY74" fmla="*/ 111125 h 812800"/>
                    <a:gd name="connsiteX75" fmla="*/ 714375 w 1181100"/>
                    <a:gd name="connsiteY75" fmla="*/ 92075 h 812800"/>
                    <a:gd name="connsiteX76" fmla="*/ 666750 w 1181100"/>
                    <a:gd name="connsiteY76" fmla="*/ 68263 h 812800"/>
                    <a:gd name="connsiteX77" fmla="*/ 634206 w 1181100"/>
                    <a:gd name="connsiteY77" fmla="*/ 76200 h 812800"/>
                    <a:gd name="connsiteX78" fmla="*/ 593725 w 1181100"/>
                    <a:gd name="connsiteY78" fmla="*/ 107950 h 812800"/>
                    <a:gd name="connsiteX79" fmla="*/ 552450 w 1181100"/>
                    <a:gd name="connsiteY79" fmla="*/ 114300 h 812800"/>
                    <a:gd name="connsiteX80" fmla="*/ 511175 w 1181100"/>
                    <a:gd name="connsiteY80" fmla="*/ 130175 h 812800"/>
                    <a:gd name="connsiteX81" fmla="*/ 466725 w 1181100"/>
                    <a:gd name="connsiteY81" fmla="*/ 111125 h 812800"/>
                    <a:gd name="connsiteX82" fmla="*/ 450850 w 1181100"/>
                    <a:gd name="connsiteY82" fmla="*/ 88900 h 812800"/>
                    <a:gd name="connsiteX83" fmla="*/ 438944 w 1181100"/>
                    <a:gd name="connsiteY83" fmla="*/ 72231 h 812800"/>
                    <a:gd name="connsiteX84" fmla="*/ 428625 w 1181100"/>
                    <a:gd name="connsiteY84" fmla="*/ 107950 h 812800"/>
                    <a:gd name="connsiteX85" fmla="*/ 377825 w 1181100"/>
                    <a:gd name="connsiteY85" fmla="*/ 146050 h 812800"/>
                    <a:gd name="connsiteX86" fmla="*/ 361950 w 1181100"/>
                    <a:gd name="connsiteY86" fmla="*/ 177800 h 812800"/>
                    <a:gd name="connsiteX87" fmla="*/ 355600 w 1181100"/>
                    <a:gd name="connsiteY87" fmla="*/ 203200 h 812800"/>
                    <a:gd name="connsiteX88" fmla="*/ 330200 w 1181100"/>
                    <a:gd name="connsiteY88" fmla="*/ 212725 h 812800"/>
                    <a:gd name="connsiteX89" fmla="*/ 301625 w 1181100"/>
                    <a:gd name="connsiteY89" fmla="*/ 212725 h 812800"/>
                    <a:gd name="connsiteX90" fmla="*/ 257175 w 1181100"/>
                    <a:gd name="connsiteY90" fmla="*/ 225425 h 812800"/>
                    <a:gd name="connsiteX91" fmla="*/ 219075 w 1181100"/>
                    <a:gd name="connsiteY91" fmla="*/ 215900 h 812800"/>
                    <a:gd name="connsiteX92" fmla="*/ 196850 w 1181100"/>
                    <a:gd name="connsiteY92" fmla="*/ 212725 h 812800"/>
                    <a:gd name="connsiteX93" fmla="*/ 146050 w 1181100"/>
                    <a:gd name="connsiteY93" fmla="*/ 228600 h 812800"/>
                    <a:gd name="connsiteX94" fmla="*/ 78581 w 1181100"/>
                    <a:gd name="connsiteY94" fmla="*/ 242094 h 812800"/>
                    <a:gd name="connsiteX95" fmla="*/ 38100 w 1181100"/>
                    <a:gd name="connsiteY95" fmla="*/ 288131 h 812800"/>
                    <a:gd name="connsiteX96" fmla="*/ 3175 w 1181100"/>
                    <a:gd name="connsiteY96"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07256 w 1181100"/>
                    <a:gd name="connsiteY28" fmla="*/ 469900 h 812800"/>
                    <a:gd name="connsiteX29" fmla="*/ 933450 w 1181100"/>
                    <a:gd name="connsiteY29" fmla="*/ 444500 h 812800"/>
                    <a:gd name="connsiteX30" fmla="*/ 933449 w 1181100"/>
                    <a:gd name="connsiteY30" fmla="*/ 451643 h 812800"/>
                    <a:gd name="connsiteX31" fmla="*/ 964406 w 1181100"/>
                    <a:gd name="connsiteY31" fmla="*/ 423069 h 812800"/>
                    <a:gd name="connsiteX32" fmla="*/ 1000125 w 1181100"/>
                    <a:gd name="connsiteY32" fmla="*/ 400050 h 812800"/>
                    <a:gd name="connsiteX33" fmla="*/ 1038225 w 1181100"/>
                    <a:gd name="connsiteY33" fmla="*/ 412750 h 812800"/>
                    <a:gd name="connsiteX34" fmla="*/ 1076325 w 1181100"/>
                    <a:gd name="connsiteY34" fmla="*/ 431800 h 812800"/>
                    <a:gd name="connsiteX35" fmla="*/ 1082675 w 1181100"/>
                    <a:gd name="connsiteY35" fmla="*/ 463550 h 812800"/>
                    <a:gd name="connsiteX36" fmla="*/ 1104900 w 1181100"/>
                    <a:gd name="connsiteY36" fmla="*/ 488950 h 812800"/>
                    <a:gd name="connsiteX37" fmla="*/ 1112044 w 1181100"/>
                    <a:gd name="connsiteY37" fmla="*/ 481806 h 812800"/>
                    <a:gd name="connsiteX38" fmla="*/ 1120775 w 1181100"/>
                    <a:gd name="connsiteY38" fmla="*/ 519112 h 812800"/>
                    <a:gd name="connsiteX39" fmla="*/ 1149350 w 1181100"/>
                    <a:gd name="connsiteY39" fmla="*/ 514350 h 812800"/>
                    <a:gd name="connsiteX40" fmla="*/ 1146175 w 1181100"/>
                    <a:gd name="connsiteY40" fmla="*/ 498475 h 812800"/>
                    <a:gd name="connsiteX41" fmla="*/ 1126332 w 1181100"/>
                    <a:gd name="connsiteY41" fmla="*/ 454025 h 812800"/>
                    <a:gd name="connsiteX42" fmla="*/ 1133475 w 1181100"/>
                    <a:gd name="connsiteY42" fmla="*/ 431800 h 812800"/>
                    <a:gd name="connsiteX43" fmla="*/ 1152525 w 1181100"/>
                    <a:gd name="connsiteY43" fmla="*/ 412750 h 812800"/>
                    <a:gd name="connsiteX44" fmla="*/ 1165225 w 1181100"/>
                    <a:gd name="connsiteY44" fmla="*/ 396875 h 812800"/>
                    <a:gd name="connsiteX45" fmla="*/ 1181100 w 1181100"/>
                    <a:gd name="connsiteY45" fmla="*/ 381000 h 812800"/>
                    <a:gd name="connsiteX46" fmla="*/ 1177925 w 1181100"/>
                    <a:gd name="connsiteY46" fmla="*/ 327025 h 812800"/>
                    <a:gd name="connsiteX47" fmla="*/ 1143000 w 1181100"/>
                    <a:gd name="connsiteY47" fmla="*/ 301625 h 812800"/>
                    <a:gd name="connsiteX48" fmla="*/ 1104900 w 1181100"/>
                    <a:gd name="connsiteY48" fmla="*/ 298450 h 812800"/>
                    <a:gd name="connsiteX49" fmla="*/ 1085850 w 1181100"/>
                    <a:gd name="connsiteY49" fmla="*/ 269875 h 812800"/>
                    <a:gd name="connsiteX50" fmla="*/ 1054100 w 1181100"/>
                    <a:gd name="connsiteY50" fmla="*/ 269875 h 812800"/>
                    <a:gd name="connsiteX51" fmla="*/ 1025525 w 1181100"/>
                    <a:gd name="connsiteY51" fmla="*/ 292100 h 812800"/>
                    <a:gd name="connsiteX52" fmla="*/ 1012825 w 1181100"/>
                    <a:gd name="connsiteY52" fmla="*/ 317500 h 812800"/>
                    <a:gd name="connsiteX53" fmla="*/ 1012825 w 1181100"/>
                    <a:gd name="connsiteY53" fmla="*/ 358775 h 812800"/>
                    <a:gd name="connsiteX54" fmla="*/ 987425 w 1181100"/>
                    <a:gd name="connsiteY54" fmla="*/ 381000 h 812800"/>
                    <a:gd name="connsiteX55" fmla="*/ 965200 w 1181100"/>
                    <a:gd name="connsiteY55" fmla="*/ 371475 h 812800"/>
                    <a:gd name="connsiteX56" fmla="*/ 923925 w 1181100"/>
                    <a:gd name="connsiteY56" fmla="*/ 374650 h 812800"/>
                    <a:gd name="connsiteX57" fmla="*/ 869950 w 1181100"/>
                    <a:gd name="connsiteY57" fmla="*/ 387350 h 812800"/>
                    <a:gd name="connsiteX58" fmla="*/ 854075 w 1181100"/>
                    <a:gd name="connsiteY58" fmla="*/ 368300 h 812800"/>
                    <a:gd name="connsiteX59" fmla="*/ 854075 w 1181100"/>
                    <a:gd name="connsiteY59" fmla="*/ 355600 h 812800"/>
                    <a:gd name="connsiteX60" fmla="*/ 876300 w 1181100"/>
                    <a:gd name="connsiteY60" fmla="*/ 339725 h 812800"/>
                    <a:gd name="connsiteX61" fmla="*/ 892175 w 1181100"/>
                    <a:gd name="connsiteY61" fmla="*/ 279400 h 812800"/>
                    <a:gd name="connsiteX62" fmla="*/ 920750 w 1181100"/>
                    <a:gd name="connsiteY62" fmla="*/ 200025 h 812800"/>
                    <a:gd name="connsiteX63" fmla="*/ 914400 w 1181100"/>
                    <a:gd name="connsiteY63" fmla="*/ 168275 h 812800"/>
                    <a:gd name="connsiteX64" fmla="*/ 920750 w 1181100"/>
                    <a:gd name="connsiteY64" fmla="*/ 139700 h 812800"/>
                    <a:gd name="connsiteX65" fmla="*/ 917575 w 1181100"/>
                    <a:gd name="connsiteY65" fmla="*/ 92075 h 812800"/>
                    <a:gd name="connsiteX66" fmla="*/ 917575 w 1181100"/>
                    <a:gd name="connsiteY66" fmla="*/ 66675 h 812800"/>
                    <a:gd name="connsiteX67" fmla="*/ 958850 w 1181100"/>
                    <a:gd name="connsiteY67" fmla="*/ 44450 h 812800"/>
                    <a:gd name="connsiteX68" fmla="*/ 946150 w 1181100"/>
                    <a:gd name="connsiteY68" fmla="*/ 0 h 812800"/>
                    <a:gd name="connsiteX69" fmla="*/ 873125 w 1181100"/>
                    <a:gd name="connsiteY69" fmla="*/ 6350 h 812800"/>
                    <a:gd name="connsiteX70" fmla="*/ 850900 w 1181100"/>
                    <a:gd name="connsiteY70" fmla="*/ 38100 h 812800"/>
                    <a:gd name="connsiteX71" fmla="*/ 850900 w 1181100"/>
                    <a:gd name="connsiteY71" fmla="*/ 73025 h 812800"/>
                    <a:gd name="connsiteX72" fmla="*/ 819150 w 1181100"/>
                    <a:gd name="connsiteY72" fmla="*/ 110331 h 812800"/>
                    <a:gd name="connsiteX73" fmla="*/ 783431 w 1181100"/>
                    <a:gd name="connsiteY73" fmla="*/ 120650 h 812800"/>
                    <a:gd name="connsiteX74" fmla="*/ 742950 w 1181100"/>
                    <a:gd name="connsiteY74" fmla="*/ 111125 h 812800"/>
                    <a:gd name="connsiteX75" fmla="*/ 714375 w 1181100"/>
                    <a:gd name="connsiteY75" fmla="*/ 92075 h 812800"/>
                    <a:gd name="connsiteX76" fmla="*/ 666750 w 1181100"/>
                    <a:gd name="connsiteY76" fmla="*/ 68263 h 812800"/>
                    <a:gd name="connsiteX77" fmla="*/ 634206 w 1181100"/>
                    <a:gd name="connsiteY77" fmla="*/ 76200 h 812800"/>
                    <a:gd name="connsiteX78" fmla="*/ 593725 w 1181100"/>
                    <a:gd name="connsiteY78" fmla="*/ 107950 h 812800"/>
                    <a:gd name="connsiteX79" fmla="*/ 552450 w 1181100"/>
                    <a:gd name="connsiteY79" fmla="*/ 114300 h 812800"/>
                    <a:gd name="connsiteX80" fmla="*/ 511175 w 1181100"/>
                    <a:gd name="connsiteY80" fmla="*/ 130175 h 812800"/>
                    <a:gd name="connsiteX81" fmla="*/ 466725 w 1181100"/>
                    <a:gd name="connsiteY81" fmla="*/ 111125 h 812800"/>
                    <a:gd name="connsiteX82" fmla="*/ 450850 w 1181100"/>
                    <a:gd name="connsiteY82" fmla="*/ 88900 h 812800"/>
                    <a:gd name="connsiteX83" fmla="*/ 438944 w 1181100"/>
                    <a:gd name="connsiteY83" fmla="*/ 72231 h 812800"/>
                    <a:gd name="connsiteX84" fmla="*/ 428625 w 1181100"/>
                    <a:gd name="connsiteY84" fmla="*/ 107950 h 812800"/>
                    <a:gd name="connsiteX85" fmla="*/ 377825 w 1181100"/>
                    <a:gd name="connsiteY85" fmla="*/ 146050 h 812800"/>
                    <a:gd name="connsiteX86" fmla="*/ 361950 w 1181100"/>
                    <a:gd name="connsiteY86" fmla="*/ 177800 h 812800"/>
                    <a:gd name="connsiteX87" fmla="*/ 355600 w 1181100"/>
                    <a:gd name="connsiteY87" fmla="*/ 203200 h 812800"/>
                    <a:gd name="connsiteX88" fmla="*/ 330200 w 1181100"/>
                    <a:gd name="connsiteY88" fmla="*/ 212725 h 812800"/>
                    <a:gd name="connsiteX89" fmla="*/ 301625 w 1181100"/>
                    <a:gd name="connsiteY89" fmla="*/ 212725 h 812800"/>
                    <a:gd name="connsiteX90" fmla="*/ 257175 w 1181100"/>
                    <a:gd name="connsiteY90" fmla="*/ 225425 h 812800"/>
                    <a:gd name="connsiteX91" fmla="*/ 219075 w 1181100"/>
                    <a:gd name="connsiteY91" fmla="*/ 215900 h 812800"/>
                    <a:gd name="connsiteX92" fmla="*/ 196850 w 1181100"/>
                    <a:gd name="connsiteY92" fmla="*/ 212725 h 812800"/>
                    <a:gd name="connsiteX93" fmla="*/ 146050 w 1181100"/>
                    <a:gd name="connsiteY93" fmla="*/ 228600 h 812800"/>
                    <a:gd name="connsiteX94" fmla="*/ 78581 w 1181100"/>
                    <a:gd name="connsiteY94" fmla="*/ 242094 h 812800"/>
                    <a:gd name="connsiteX95" fmla="*/ 38100 w 1181100"/>
                    <a:gd name="connsiteY95" fmla="*/ 288131 h 812800"/>
                    <a:gd name="connsiteX96" fmla="*/ 3175 w 1181100"/>
                    <a:gd name="connsiteY96"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07256 w 1181100"/>
                    <a:gd name="connsiteY28" fmla="*/ 469900 h 812800"/>
                    <a:gd name="connsiteX29" fmla="*/ 933450 w 1181100"/>
                    <a:gd name="connsiteY29" fmla="*/ 444500 h 812800"/>
                    <a:gd name="connsiteX30" fmla="*/ 933449 w 1181100"/>
                    <a:gd name="connsiteY30" fmla="*/ 451643 h 812800"/>
                    <a:gd name="connsiteX31" fmla="*/ 964406 w 1181100"/>
                    <a:gd name="connsiteY31" fmla="*/ 423069 h 812800"/>
                    <a:gd name="connsiteX32" fmla="*/ 1000125 w 1181100"/>
                    <a:gd name="connsiteY32" fmla="*/ 400050 h 812800"/>
                    <a:gd name="connsiteX33" fmla="*/ 1038225 w 1181100"/>
                    <a:gd name="connsiteY33" fmla="*/ 412750 h 812800"/>
                    <a:gd name="connsiteX34" fmla="*/ 1076325 w 1181100"/>
                    <a:gd name="connsiteY34" fmla="*/ 431800 h 812800"/>
                    <a:gd name="connsiteX35" fmla="*/ 1082675 w 1181100"/>
                    <a:gd name="connsiteY35" fmla="*/ 463550 h 812800"/>
                    <a:gd name="connsiteX36" fmla="*/ 1104900 w 1181100"/>
                    <a:gd name="connsiteY36" fmla="*/ 488950 h 812800"/>
                    <a:gd name="connsiteX37" fmla="*/ 1112044 w 1181100"/>
                    <a:gd name="connsiteY37" fmla="*/ 481806 h 812800"/>
                    <a:gd name="connsiteX38" fmla="*/ 1120775 w 1181100"/>
                    <a:gd name="connsiteY38" fmla="*/ 519112 h 812800"/>
                    <a:gd name="connsiteX39" fmla="*/ 1149350 w 1181100"/>
                    <a:gd name="connsiteY39" fmla="*/ 514350 h 812800"/>
                    <a:gd name="connsiteX40" fmla="*/ 1146175 w 1181100"/>
                    <a:gd name="connsiteY40" fmla="*/ 498475 h 812800"/>
                    <a:gd name="connsiteX41" fmla="*/ 1126332 w 1181100"/>
                    <a:gd name="connsiteY41" fmla="*/ 454025 h 812800"/>
                    <a:gd name="connsiteX42" fmla="*/ 1123950 w 1181100"/>
                    <a:gd name="connsiteY42" fmla="*/ 427037 h 812800"/>
                    <a:gd name="connsiteX43" fmla="*/ 1152525 w 1181100"/>
                    <a:gd name="connsiteY43" fmla="*/ 412750 h 812800"/>
                    <a:gd name="connsiteX44" fmla="*/ 1165225 w 1181100"/>
                    <a:gd name="connsiteY44" fmla="*/ 396875 h 812800"/>
                    <a:gd name="connsiteX45" fmla="*/ 1181100 w 1181100"/>
                    <a:gd name="connsiteY45" fmla="*/ 381000 h 812800"/>
                    <a:gd name="connsiteX46" fmla="*/ 1177925 w 1181100"/>
                    <a:gd name="connsiteY46" fmla="*/ 327025 h 812800"/>
                    <a:gd name="connsiteX47" fmla="*/ 1143000 w 1181100"/>
                    <a:gd name="connsiteY47" fmla="*/ 301625 h 812800"/>
                    <a:gd name="connsiteX48" fmla="*/ 1104900 w 1181100"/>
                    <a:gd name="connsiteY48" fmla="*/ 298450 h 812800"/>
                    <a:gd name="connsiteX49" fmla="*/ 1085850 w 1181100"/>
                    <a:gd name="connsiteY49" fmla="*/ 269875 h 812800"/>
                    <a:gd name="connsiteX50" fmla="*/ 1054100 w 1181100"/>
                    <a:gd name="connsiteY50" fmla="*/ 269875 h 812800"/>
                    <a:gd name="connsiteX51" fmla="*/ 1025525 w 1181100"/>
                    <a:gd name="connsiteY51" fmla="*/ 292100 h 812800"/>
                    <a:gd name="connsiteX52" fmla="*/ 1012825 w 1181100"/>
                    <a:gd name="connsiteY52" fmla="*/ 317500 h 812800"/>
                    <a:gd name="connsiteX53" fmla="*/ 1012825 w 1181100"/>
                    <a:gd name="connsiteY53" fmla="*/ 358775 h 812800"/>
                    <a:gd name="connsiteX54" fmla="*/ 987425 w 1181100"/>
                    <a:gd name="connsiteY54" fmla="*/ 381000 h 812800"/>
                    <a:gd name="connsiteX55" fmla="*/ 965200 w 1181100"/>
                    <a:gd name="connsiteY55" fmla="*/ 371475 h 812800"/>
                    <a:gd name="connsiteX56" fmla="*/ 923925 w 1181100"/>
                    <a:gd name="connsiteY56" fmla="*/ 374650 h 812800"/>
                    <a:gd name="connsiteX57" fmla="*/ 869950 w 1181100"/>
                    <a:gd name="connsiteY57" fmla="*/ 387350 h 812800"/>
                    <a:gd name="connsiteX58" fmla="*/ 854075 w 1181100"/>
                    <a:gd name="connsiteY58" fmla="*/ 368300 h 812800"/>
                    <a:gd name="connsiteX59" fmla="*/ 854075 w 1181100"/>
                    <a:gd name="connsiteY59" fmla="*/ 355600 h 812800"/>
                    <a:gd name="connsiteX60" fmla="*/ 876300 w 1181100"/>
                    <a:gd name="connsiteY60" fmla="*/ 339725 h 812800"/>
                    <a:gd name="connsiteX61" fmla="*/ 892175 w 1181100"/>
                    <a:gd name="connsiteY61" fmla="*/ 279400 h 812800"/>
                    <a:gd name="connsiteX62" fmla="*/ 920750 w 1181100"/>
                    <a:gd name="connsiteY62" fmla="*/ 200025 h 812800"/>
                    <a:gd name="connsiteX63" fmla="*/ 914400 w 1181100"/>
                    <a:gd name="connsiteY63" fmla="*/ 168275 h 812800"/>
                    <a:gd name="connsiteX64" fmla="*/ 920750 w 1181100"/>
                    <a:gd name="connsiteY64" fmla="*/ 139700 h 812800"/>
                    <a:gd name="connsiteX65" fmla="*/ 917575 w 1181100"/>
                    <a:gd name="connsiteY65" fmla="*/ 92075 h 812800"/>
                    <a:gd name="connsiteX66" fmla="*/ 917575 w 1181100"/>
                    <a:gd name="connsiteY66" fmla="*/ 66675 h 812800"/>
                    <a:gd name="connsiteX67" fmla="*/ 958850 w 1181100"/>
                    <a:gd name="connsiteY67" fmla="*/ 44450 h 812800"/>
                    <a:gd name="connsiteX68" fmla="*/ 946150 w 1181100"/>
                    <a:gd name="connsiteY68" fmla="*/ 0 h 812800"/>
                    <a:gd name="connsiteX69" fmla="*/ 873125 w 1181100"/>
                    <a:gd name="connsiteY69" fmla="*/ 6350 h 812800"/>
                    <a:gd name="connsiteX70" fmla="*/ 850900 w 1181100"/>
                    <a:gd name="connsiteY70" fmla="*/ 38100 h 812800"/>
                    <a:gd name="connsiteX71" fmla="*/ 850900 w 1181100"/>
                    <a:gd name="connsiteY71" fmla="*/ 73025 h 812800"/>
                    <a:gd name="connsiteX72" fmla="*/ 819150 w 1181100"/>
                    <a:gd name="connsiteY72" fmla="*/ 110331 h 812800"/>
                    <a:gd name="connsiteX73" fmla="*/ 783431 w 1181100"/>
                    <a:gd name="connsiteY73" fmla="*/ 120650 h 812800"/>
                    <a:gd name="connsiteX74" fmla="*/ 742950 w 1181100"/>
                    <a:gd name="connsiteY74" fmla="*/ 111125 h 812800"/>
                    <a:gd name="connsiteX75" fmla="*/ 714375 w 1181100"/>
                    <a:gd name="connsiteY75" fmla="*/ 92075 h 812800"/>
                    <a:gd name="connsiteX76" fmla="*/ 666750 w 1181100"/>
                    <a:gd name="connsiteY76" fmla="*/ 68263 h 812800"/>
                    <a:gd name="connsiteX77" fmla="*/ 634206 w 1181100"/>
                    <a:gd name="connsiteY77" fmla="*/ 76200 h 812800"/>
                    <a:gd name="connsiteX78" fmla="*/ 593725 w 1181100"/>
                    <a:gd name="connsiteY78" fmla="*/ 107950 h 812800"/>
                    <a:gd name="connsiteX79" fmla="*/ 552450 w 1181100"/>
                    <a:gd name="connsiteY79" fmla="*/ 114300 h 812800"/>
                    <a:gd name="connsiteX80" fmla="*/ 511175 w 1181100"/>
                    <a:gd name="connsiteY80" fmla="*/ 130175 h 812800"/>
                    <a:gd name="connsiteX81" fmla="*/ 466725 w 1181100"/>
                    <a:gd name="connsiteY81" fmla="*/ 111125 h 812800"/>
                    <a:gd name="connsiteX82" fmla="*/ 450850 w 1181100"/>
                    <a:gd name="connsiteY82" fmla="*/ 88900 h 812800"/>
                    <a:gd name="connsiteX83" fmla="*/ 438944 w 1181100"/>
                    <a:gd name="connsiteY83" fmla="*/ 72231 h 812800"/>
                    <a:gd name="connsiteX84" fmla="*/ 428625 w 1181100"/>
                    <a:gd name="connsiteY84" fmla="*/ 107950 h 812800"/>
                    <a:gd name="connsiteX85" fmla="*/ 377825 w 1181100"/>
                    <a:gd name="connsiteY85" fmla="*/ 146050 h 812800"/>
                    <a:gd name="connsiteX86" fmla="*/ 361950 w 1181100"/>
                    <a:gd name="connsiteY86" fmla="*/ 177800 h 812800"/>
                    <a:gd name="connsiteX87" fmla="*/ 355600 w 1181100"/>
                    <a:gd name="connsiteY87" fmla="*/ 203200 h 812800"/>
                    <a:gd name="connsiteX88" fmla="*/ 330200 w 1181100"/>
                    <a:gd name="connsiteY88" fmla="*/ 212725 h 812800"/>
                    <a:gd name="connsiteX89" fmla="*/ 301625 w 1181100"/>
                    <a:gd name="connsiteY89" fmla="*/ 212725 h 812800"/>
                    <a:gd name="connsiteX90" fmla="*/ 257175 w 1181100"/>
                    <a:gd name="connsiteY90" fmla="*/ 225425 h 812800"/>
                    <a:gd name="connsiteX91" fmla="*/ 219075 w 1181100"/>
                    <a:gd name="connsiteY91" fmla="*/ 215900 h 812800"/>
                    <a:gd name="connsiteX92" fmla="*/ 196850 w 1181100"/>
                    <a:gd name="connsiteY92" fmla="*/ 212725 h 812800"/>
                    <a:gd name="connsiteX93" fmla="*/ 146050 w 1181100"/>
                    <a:gd name="connsiteY93" fmla="*/ 228600 h 812800"/>
                    <a:gd name="connsiteX94" fmla="*/ 78581 w 1181100"/>
                    <a:gd name="connsiteY94" fmla="*/ 242094 h 812800"/>
                    <a:gd name="connsiteX95" fmla="*/ 38100 w 1181100"/>
                    <a:gd name="connsiteY95" fmla="*/ 288131 h 812800"/>
                    <a:gd name="connsiteX96" fmla="*/ 3175 w 1181100"/>
                    <a:gd name="connsiteY96" fmla="*/ 254000 h 812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Lst>
                  <a:rect l="l" t="t" r="r" b="b"/>
                  <a:pathLst>
                    <a:path w="1181100" h="812800">
                      <a:moveTo>
                        <a:pt x="3175" y="254000"/>
                      </a:moveTo>
                      <a:lnTo>
                        <a:pt x="0" y="311150"/>
                      </a:lnTo>
                      <a:lnTo>
                        <a:pt x="25400" y="349250"/>
                      </a:lnTo>
                      <a:lnTo>
                        <a:pt x="76200" y="377825"/>
                      </a:lnTo>
                      <a:lnTo>
                        <a:pt x="136525" y="406400"/>
                      </a:lnTo>
                      <a:lnTo>
                        <a:pt x="196850" y="447675"/>
                      </a:lnTo>
                      <a:lnTo>
                        <a:pt x="244475" y="488950"/>
                      </a:lnTo>
                      <a:lnTo>
                        <a:pt x="327025" y="542925"/>
                      </a:lnTo>
                      <a:lnTo>
                        <a:pt x="390525" y="581025"/>
                      </a:lnTo>
                      <a:lnTo>
                        <a:pt x="463550" y="644525"/>
                      </a:lnTo>
                      <a:lnTo>
                        <a:pt x="511175" y="688975"/>
                      </a:lnTo>
                      <a:lnTo>
                        <a:pt x="549275" y="717550"/>
                      </a:lnTo>
                      <a:lnTo>
                        <a:pt x="644525" y="777875"/>
                      </a:lnTo>
                      <a:lnTo>
                        <a:pt x="682625" y="812800"/>
                      </a:lnTo>
                      <a:lnTo>
                        <a:pt x="727075" y="787400"/>
                      </a:lnTo>
                      <a:lnTo>
                        <a:pt x="730250" y="765175"/>
                      </a:lnTo>
                      <a:lnTo>
                        <a:pt x="730250" y="765175"/>
                      </a:lnTo>
                      <a:lnTo>
                        <a:pt x="755650" y="730250"/>
                      </a:lnTo>
                      <a:lnTo>
                        <a:pt x="777875" y="723900"/>
                      </a:lnTo>
                      <a:lnTo>
                        <a:pt x="787400" y="717550"/>
                      </a:lnTo>
                      <a:lnTo>
                        <a:pt x="806450" y="736600"/>
                      </a:lnTo>
                      <a:lnTo>
                        <a:pt x="819150" y="733425"/>
                      </a:lnTo>
                      <a:lnTo>
                        <a:pt x="819150" y="650875"/>
                      </a:lnTo>
                      <a:lnTo>
                        <a:pt x="838200" y="584200"/>
                      </a:lnTo>
                      <a:lnTo>
                        <a:pt x="828675" y="546100"/>
                      </a:lnTo>
                      <a:lnTo>
                        <a:pt x="838200" y="520700"/>
                      </a:lnTo>
                      <a:lnTo>
                        <a:pt x="863600" y="508000"/>
                      </a:lnTo>
                      <a:lnTo>
                        <a:pt x="879475" y="469900"/>
                      </a:lnTo>
                      <a:cubicBezTo>
                        <a:pt x="888735" y="465931"/>
                        <a:pt x="897996" y="473869"/>
                        <a:pt x="907256" y="469900"/>
                      </a:cubicBezTo>
                      <a:cubicBezTo>
                        <a:pt x="915987" y="461433"/>
                        <a:pt x="929085" y="447543"/>
                        <a:pt x="933450" y="444500"/>
                      </a:cubicBezTo>
                      <a:cubicBezTo>
                        <a:pt x="937815" y="441457"/>
                        <a:pt x="928290" y="455215"/>
                        <a:pt x="933449" y="451643"/>
                      </a:cubicBezTo>
                      <a:cubicBezTo>
                        <a:pt x="938608" y="448071"/>
                        <a:pt x="953293" y="430213"/>
                        <a:pt x="964406" y="423069"/>
                      </a:cubicBezTo>
                      <a:lnTo>
                        <a:pt x="1000125" y="400050"/>
                      </a:lnTo>
                      <a:lnTo>
                        <a:pt x="1038225" y="412750"/>
                      </a:lnTo>
                      <a:lnTo>
                        <a:pt x="1076325" y="431800"/>
                      </a:lnTo>
                      <a:lnTo>
                        <a:pt x="1082675" y="463550"/>
                      </a:lnTo>
                      <a:cubicBezTo>
                        <a:pt x="1090083" y="472017"/>
                        <a:pt x="1100005" y="485907"/>
                        <a:pt x="1104900" y="488950"/>
                      </a:cubicBezTo>
                      <a:cubicBezTo>
                        <a:pt x="1109795" y="491993"/>
                        <a:pt x="1109398" y="476779"/>
                        <a:pt x="1112044" y="481806"/>
                      </a:cubicBezTo>
                      <a:cubicBezTo>
                        <a:pt x="1114690" y="486833"/>
                        <a:pt x="1117865" y="509058"/>
                        <a:pt x="1120775" y="519112"/>
                      </a:cubicBezTo>
                      <a:lnTo>
                        <a:pt x="1149350" y="514350"/>
                      </a:lnTo>
                      <a:lnTo>
                        <a:pt x="1146175" y="498475"/>
                      </a:lnTo>
                      <a:lnTo>
                        <a:pt x="1126332" y="454025"/>
                      </a:lnTo>
                      <a:lnTo>
                        <a:pt x="1123950" y="427037"/>
                      </a:lnTo>
                      <a:lnTo>
                        <a:pt x="1152525" y="412750"/>
                      </a:lnTo>
                      <a:lnTo>
                        <a:pt x="1165225" y="396875"/>
                      </a:lnTo>
                      <a:lnTo>
                        <a:pt x="1181100" y="381000"/>
                      </a:lnTo>
                      <a:lnTo>
                        <a:pt x="1177925" y="327025"/>
                      </a:lnTo>
                      <a:lnTo>
                        <a:pt x="1143000" y="301625"/>
                      </a:lnTo>
                      <a:lnTo>
                        <a:pt x="1104900" y="298450"/>
                      </a:lnTo>
                      <a:lnTo>
                        <a:pt x="1085850" y="269875"/>
                      </a:lnTo>
                      <a:lnTo>
                        <a:pt x="1054100" y="269875"/>
                      </a:lnTo>
                      <a:lnTo>
                        <a:pt x="1025525" y="292100"/>
                      </a:lnTo>
                      <a:lnTo>
                        <a:pt x="1012825" y="317500"/>
                      </a:lnTo>
                      <a:lnTo>
                        <a:pt x="1012825" y="358775"/>
                      </a:lnTo>
                      <a:lnTo>
                        <a:pt x="987425" y="381000"/>
                      </a:lnTo>
                      <a:lnTo>
                        <a:pt x="965200" y="371475"/>
                      </a:lnTo>
                      <a:lnTo>
                        <a:pt x="923925" y="374650"/>
                      </a:lnTo>
                      <a:lnTo>
                        <a:pt x="869950" y="387350"/>
                      </a:lnTo>
                      <a:lnTo>
                        <a:pt x="854075" y="368300"/>
                      </a:lnTo>
                      <a:lnTo>
                        <a:pt x="854075" y="355600"/>
                      </a:lnTo>
                      <a:lnTo>
                        <a:pt x="876300" y="339725"/>
                      </a:lnTo>
                      <a:lnTo>
                        <a:pt x="892175" y="279400"/>
                      </a:lnTo>
                      <a:lnTo>
                        <a:pt x="920750" y="200025"/>
                      </a:lnTo>
                      <a:lnTo>
                        <a:pt x="914400" y="168275"/>
                      </a:lnTo>
                      <a:lnTo>
                        <a:pt x="920750" y="139700"/>
                      </a:lnTo>
                      <a:lnTo>
                        <a:pt x="917575" y="92075"/>
                      </a:lnTo>
                      <a:lnTo>
                        <a:pt x="917575" y="66675"/>
                      </a:lnTo>
                      <a:lnTo>
                        <a:pt x="958850" y="44450"/>
                      </a:lnTo>
                      <a:lnTo>
                        <a:pt x="946150" y="0"/>
                      </a:lnTo>
                      <a:lnTo>
                        <a:pt x="873125" y="6350"/>
                      </a:lnTo>
                      <a:lnTo>
                        <a:pt x="850900" y="38100"/>
                      </a:lnTo>
                      <a:lnTo>
                        <a:pt x="850900" y="73025"/>
                      </a:lnTo>
                      <a:lnTo>
                        <a:pt x="819150" y="110331"/>
                      </a:lnTo>
                      <a:lnTo>
                        <a:pt x="783431" y="120650"/>
                      </a:lnTo>
                      <a:lnTo>
                        <a:pt x="742950" y="111125"/>
                      </a:lnTo>
                      <a:lnTo>
                        <a:pt x="714375" y="92075"/>
                      </a:lnTo>
                      <a:lnTo>
                        <a:pt x="666750" y="68263"/>
                      </a:lnTo>
                      <a:lnTo>
                        <a:pt x="634206" y="76200"/>
                      </a:lnTo>
                      <a:lnTo>
                        <a:pt x="593725" y="107950"/>
                      </a:lnTo>
                      <a:lnTo>
                        <a:pt x="552450" y="114300"/>
                      </a:lnTo>
                      <a:lnTo>
                        <a:pt x="511175" y="130175"/>
                      </a:lnTo>
                      <a:lnTo>
                        <a:pt x="466725" y="111125"/>
                      </a:lnTo>
                      <a:lnTo>
                        <a:pt x="450850" y="88900"/>
                      </a:lnTo>
                      <a:lnTo>
                        <a:pt x="438944" y="72231"/>
                      </a:lnTo>
                      <a:lnTo>
                        <a:pt x="428625" y="107950"/>
                      </a:lnTo>
                      <a:lnTo>
                        <a:pt x="377825" y="146050"/>
                      </a:lnTo>
                      <a:lnTo>
                        <a:pt x="361950" y="177800"/>
                      </a:lnTo>
                      <a:lnTo>
                        <a:pt x="355600" y="203200"/>
                      </a:lnTo>
                      <a:lnTo>
                        <a:pt x="330200" y="212725"/>
                      </a:lnTo>
                      <a:lnTo>
                        <a:pt x="301625" y="212725"/>
                      </a:lnTo>
                      <a:lnTo>
                        <a:pt x="257175" y="225425"/>
                      </a:lnTo>
                      <a:lnTo>
                        <a:pt x="219075" y="215900"/>
                      </a:lnTo>
                      <a:lnTo>
                        <a:pt x="196850" y="212725"/>
                      </a:lnTo>
                      <a:lnTo>
                        <a:pt x="146050" y="228600"/>
                      </a:lnTo>
                      <a:lnTo>
                        <a:pt x="78581" y="242094"/>
                      </a:lnTo>
                      <a:lnTo>
                        <a:pt x="38100" y="288131"/>
                      </a:lnTo>
                      <a:lnTo>
                        <a:pt x="3175" y="254000"/>
                      </a:lnTo>
                      <a:close/>
                    </a:path>
                  </a:pathLst>
                </a:custGeom>
                <a:pattFill prst="dkUpDiag">
                  <a:fgClr>
                    <a:schemeClr val="tx2">
                      <a:lumMod val="60000"/>
                      <a:lumOff val="40000"/>
                    </a:schemeClr>
                  </a:fgClr>
                  <a:bgClr>
                    <a:prstClr val="white"/>
                  </a:bgClr>
                </a:patt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700">
                    <a:ln>
                      <a:solidFill>
                        <a:schemeClr val="accent1">
                          <a:alpha val="0"/>
                        </a:schemeClr>
                      </a:solidFill>
                    </a:ln>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20" name="파주시">
                  <a:extLst>
                    <a:ext uri="{FF2B5EF4-FFF2-40B4-BE49-F238E27FC236}">
                      <a16:creationId xmlns:a16="http://schemas.microsoft.com/office/drawing/2014/main" id="{FCAE08D1-09B6-7192-391C-B88D6D3DDA46}"/>
                    </a:ext>
                  </a:extLst>
                </p:cNvPr>
                <p:cNvSpPr/>
                <p:nvPr/>
              </p:nvSpPr>
              <p:spPr>
                <a:xfrm>
                  <a:off x="3452811" y="1185864"/>
                  <a:ext cx="1347786" cy="1514476"/>
                </a:xfrm>
                <a:custGeom>
                  <a:avLst/>
                  <a:gdLst>
                    <a:gd name="connsiteX0" fmla="*/ 97631 w 1347787"/>
                    <a:gd name="connsiteY0" fmla="*/ 1514475 h 1514475"/>
                    <a:gd name="connsiteX1" fmla="*/ 80962 w 1347787"/>
                    <a:gd name="connsiteY1" fmla="*/ 1493043 h 1514475"/>
                    <a:gd name="connsiteX2" fmla="*/ 88106 w 1347787"/>
                    <a:gd name="connsiteY2" fmla="*/ 1452562 h 1514475"/>
                    <a:gd name="connsiteX3" fmla="*/ 111918 w 1347787"/>
                    <a:gd name="connsiteY3" fmla="*/ 1426368 h 1514475"/>
                    <a:gd name="connsiteX4" fmla="*/ 116681 w 1347787"/>
                    <a:gd name="connsiteY4" fmla="*/ 1390650 h 1514475"/>
                    <a:gd name="connsiteX5" fmla="*/ 107156 w 1347787"/>
                    <a:gd name="connsiteY5" fmla="*/ 1371600 h 1514475"/>
                    <a:gd name="connsiteX6" fmla="*/ 111918 w 1347787"/>
                    <a:gd name="connsiteY6" fmla="*/ 1335881 h 1514475"/>
                    <a:gd name="connsiteX7" fmla="*/ 90487 w 1347787"/>
                    <a:gd name="connsiteY7" fmla="*/ 1316831 h 1514475"/>
                    <a:gd name="connsiteX8" fmla="*/ 76200 w 1347787"/>
                    <a:gd name="connsiteY8" fmla="*/ 1285875 h 1514475"/>
                    <a:gd name="connsiteX9" fmla="*/ 83343 w 1347787"/>
                    <a:gd name="connsiteY9" fmla="*/ 1235868 h 1514475"/>
                    <a:gd name="connsiteX10" fmla="*/ 97631 w 1347787"/>
                    <a:gd name="connsiteY10" fmla="*/ 1223962 h 1514475"/>
                    <a:gd name="connsiteX11" fmla="*/ 97631 w 1347787"/>
                    <a:gd name="connsiteY11" fmla="*/ 1185862 h 1514475"/>
                    <a:gd name="connsiteX12" fmla="*/ 88106 w 1347787"/>
                    <a:gd name="connsiteY12" fmla="*/ 1166812 h 1514475"/>
                    <a:gd name="connsiteX13" fmla="*/ 52387 w 1347787"/>
                    <a:gd name="connsiteY13" fmla="*/ 1154906 h 1514475"/>
                    <a:gd name="connsiteX14" fmla="*/ 35718 w 1347787"/>
                    <a:gd name="connsiteY14" fmla="*/ 1133475 h 1514475"/>
                    <a:gd name="connsiteX15" fmla="*/ 57150 w 1347787"/>
                    <a:gd name="connsiteY15" fmla="*/ 1090612 h 1514475"/>
                    <a:gd name="connsiteX16" fmla="*/ 47625 w 1347787"/>
                    <a:gd name="connsiteY16" fmla="*/ 1062037 h 1514475"/>
                    <a:gd name="connsiteX17" fmla="*/ 50006 w 1347787"/>
                    <a:gd name="connsiteY17" fmla="*/ 1035843 h 1514475"/>
                    <a:gd name="connsiteX18" fmla="*/ 73818 w 1347787"/>
                    <a:gd name="connsiteY18" fmla="*/ 988218 h 1514475"/>
                    <a:gd name="connsiteX19" fmla="*/ 71437 w 1347787"/>
                    <a:gd name="connsiteY19" fmla="*/ 959643 h 1514475"/>
                    <a:gd name="connsiteX20" fmla="*/ 40481 w 1347787"/>
                    <a:gd name="connsiteY20" fmla="*/ 904875 h 1514475"/>
                    <a:gd name="connsiteX21" fmla="*/ 38100 w 1347787"/>
                    <a:gd name="connsiteY21" fmla="*/ 864393 h 1514475"/>
                    <a:gd name="connsiteX22" fmla="*/ 4762 w 1347787"/>
                    <a:gd name="connsiteY22" fmla="*/ 819150 h 1514475"/>
                    <a:gd name="connsiteX23" fmla="*/ 7143 w 1347787"/>
                    <a:gd name="connsiteY23" fmla="*/ 797718 h 1514475"/>
                    <a:gd name="connsiteX24" fmla="*/ 21431 w 1347787"/>
                    <a:gd name="connsiteY24" fmla="*/ 788193 h 1514475"/>
                    <a:gd name="connsiteX25" fmla="*/ 45243 w 1347787"/>
                    <a:gd name="connsiteY25" fmla="*/ 790575 h 1514475"/>
                    <a:gd name="connsiteX26" fmla="*/ 42862 w 1347787"/>
                    <a:gd name="connsiteY26" fmla="*/ 757237 h 1514475"/>
                    <a:gd name="connsiteX27" fmla="*/ 69056 w 1347787"/>
                    <a:gd name="connsiteY27" fmla="*/ 721518 h 1514475"/>
                    <a:gd name="connsiteX28" fmla="*/ 90487 w 1347787"/>
                    <a:gd name="connsiteY28" fmla="*/ 690562 h 1514475"/>
                    <a:gd name="connsiteX29" fmla="*/ 76200 w 1347787"/>
                    <a:gd name="connsiteY29" fmla="*/ 661987 h 1514475"/>
                    <a:gd name="connsiteX30" fmla="*/ 64293 w 1347787"/>
                    <a:gd name="connsiteY30" fmla="*/ 654843 h 1514475"/>
                    <a:gd name="connsiteX31" fmla="*/ 47625 w 1347787"/>
                    <a:gd name="connsiteY31" fmla="*/ 666750 h 1514475"/>
                    <a:gd name="connsiteX32" fmla="*/ 30956 w 1347787"/>
                    <a:gd name="connsiteY32" fmla="*/ 669131 h 1514475"/>
                    <a:gd name="connsiteX33" fmla="*/ 14287 w 1347787"/>
                    <a:gd name="connsiteY33" fmla="*/ 661987 h 1514475"/>
                    <a:gd name="connsiteX34" fmla="*/ 19050 w 1347787"/>
                    <a:gd name="connsiteY34" fmla="*/ 633412 h 1514475"/>
                    <a:gd name="connsiteX35" fmla="*/ 42862 w 1347787"/>
                    <a:gd name="connsiteY35" fmla="*/ 621506 h 1514475"/>
                    <a:gd name="connsiteX36" fmla="*/ 30956 w 1347787"/>
                    <a:gd name="connsiteY36" fmla="*/ 604837 h 1514475"/>
                    <a:gd name="connsiteX37" fmla="*/ 14287 w 1347787"/>
                    <a:gd name="connsiteY37" fmla="*/ 583406 h 1514475"/>
                    <a:gd name="connsiteX38" fmla="*/ 42862 w 1347787"/>
                    <a:gd name="connsiteY38" fmla="*/ 528637 h 1514475"/>
                    <a:gd name="connsiteX39" fmla="*/ 38100 w 1347787"/>
                    <a:gd name="connsiteY39" fmla="*/ 485775 h 1514475"/>
                    <a:gd name="connsiteX40" fmla="*/ 59531 w 1347787"/>
                    <a:gd name="connsiteY40" fmla="*/ 466725 h 1514475"/>
                    <a:gd name="connsiteX41" fmla="*/ 54768 w 1347787"/>
                    <a:gd name="connsiteY41" fmla="*/ 445293 h 1514475"/>
                    <a:gd name="connsiteX42" fmla="*/ 28575 w 1347787"/>
                    <a:gd name="connsiteY42" fmla="*/ 452437 h 1514475"/>
                    <a:gd name="connsiteX43" fmla="*/ 0 w 1347787"/>
                    <a:gd name="connsiteY43" fmla="*/ 433387 h 1514475"/>
                    <a:gd name="connsiteX44" fmla="*/ 4762 w 1347787"/>
                    <a:gd name="connsiteY44" fmla="*/ 407193 h 1514475"/>
                    <a:gd name="connsiteX45" fmla="*/ 2381 w 1347787"/>
                    <a:gd name="connsiteY45" fmla="*/ 361950 h 1514475"/>
                    <a:gd name="connsiteX46" fmla="*/ 19050 w 1347787"/>
                    <a:gd name="connsiteY46" fmla="*/ 338137 h 1514475"/>
                    <a:gd name="connsiteX47" fmla="*/ 9525 w 1347787"/>
                    <a:gd name="connsiteY47" fmla="*/ 314325 h 1514475"/>
                    <a:gd name="connsiteX48" fmla="*/ 28575 w 1347787"/>
                    <a:gd name="connsiteY48" fmla="*/ 280987 h 1514475"/>
                    <a:gd name="connsiteX49" fmla="*/ 28575 w 1347787"/>
                    <a:gd name="connsiteY49" fmla="*/ 252412 h 1514475"/>
                    <a:gd name="connsiteX50" fmla="*/ 66675 w 1347787"/>
                    <a:gd name="connsiteY50" fmla="*/ 245268 h 1514475"/>
                    <a:gd name="connsiteX51" fmla="*/ 100012 w 1347787"/>
                    <a:gd name="connsiteY51" fmla="*/ 214312 h 1514475"/>
                    <a:gd name="connsiteX52" fmla="*/ 135731 w 1347787"/>
                    <a:gd name="connsiteY52" fmla="*/ 188118 h 1514475"/>
                    <a:gd name="connsiteX53" fmla="*/ 147637 w 1347787"/>
                    <a:gd name="connsiteY53" fmla="*/ 159543 h 1514475"/>
                    <a:gd name="connsiteX54" fmla="*/ 188118 w 1347787"/>
                    <a:gd name="connsiteY54" fmla="*/ 171450 h 1514475"/>
                    <a:gd name="connsiteX55" fmla="*/ 188118 w 1347787"/>
                    <a:gd name="connsiteY55" fmla="*/ 195262 h 1514475"/>
                    <a:gd name="connsiteX56" fmla="*/ 211931 w 1347787"/>
                    <a:gd name="connsiteY56" fmla="*/ 209550 h 1514475"/>
                    <a:gd name="connsiteX57" fmla="*/ 235743 w 1347787"/>
                    <a:gd name="connsiteY57" fmla="*/ 188118 h 1514475"/>
                    <a:gd name="connsiteX58" fmla="*/ 271462 w 1347787"/>
                    <a:gd name="connsiteY58" fmla="*/ 207168 h 1514475"/>
                    <a:gd name="connsiteX59" fmla="*/ 292893 w 1347787"/>
                    <a:gd name="connsiteY59" fmla="*/ 169068 h 1514475"/>
                    <a:gd name="connsiteX60" fmla="*/ 323850 w 1347787"/>
                    <a:gd name="connsiteY60" fmla="*/ 147637 h 1514475"/>
                    <a:gd name="connsiteX61" fmla="*/ 354806 w 1347787"/>
                    <a:gd name="connsiteY61" fmla="*/ 116681 h 1514475"/>
                    <a:gd name="connsiteX62" fmla="*/ 402431 w 1347787"/>
                    <a:gd name="connsiteY62" fmla="*/ 135731 h 1514475"/>
                    <a:gd name="connsiteX63" fmla="*/ 421481 w 1347787"/>
                    <a:gd name="connsiteY63" fmla="*/ 119062 h 1514475"/>
                    <a:gd name="connsiteX64" fmla="*/ 445293 w 1347787"/>
                    <a:gd name="connsiteY64" fmla="*/ 121443 h 1514475"/>
                    <a:gd name="connsiteX65" fmla="*/ 464343 w 1347787"/>
                    <a:gd name="connsiteY65" fmla="*/ 111918 h 1514475"/>
                    <a:gd name="connsiteX66" fmla="*/ 476250 w 1347787"/>
                    <a:gd name="connsiteY66" fmla="*/ 76200 h 1514475"/>
                    <a:gd name="connsiteX67" fmla="*/ 495300 w 1347787"/>
                    <a:gd name="connsiteY67" fmla="*/ 69056 h 1514475"/>
                    <a:gd name="connsiteX68" fmla="*/ 507206 w 1347787"/>
                    <a:gd name="connsiteY68" fmla="*/ 83343 h 1514475"/>
                    <a:gd name="connsiteX69" fmla="*/ 507206 w 1347787"/>
                    <a:gd name="connsiteY69" fmla="*/ 121443 h 1514475"/>
                    <a:gd name="connsiteX70" fmla="*/ 550068 w 1347787"/>
                    <a:gd name="connsiteY70" fmla="*/ 166687 h 1514475"/>
                    <a:gd name="connsiteX71" fmla="*/ 573881 w 1347787"/>
                    <a:gd name="connsiteY71" fmla="*/ 233362 h 1514475"/>
                    <a:gd name="connsiteX72" fmla="*/ 592931 w 1347787"/>
                    <a:gd name="connsiteY72" fmla="*/ 257175 h 1514475"/>
                    <a:gd name="connsiteX73" fmla="*/ 645318 w 1347787"/>
                    <a:gd name="connsiteY73" fmla="*/ 247650 h 1514475"/>
                    <a:gd name="connsiteX74" fmla="*/ 664368 w 1347787"/>
                    <a:gd name="connsiteY74" fmla="*/ 240506 h 1514475"/>
                    <a:gd name="connsiteX75" fmla="*/ 676275 w 1347787"/>
                    <a:gd name="connsiteY75" fmla="*/ 219075 h 1514475"/>
                    <a:gd name="connsiteX76" fmla="*/ 678656 w 1347787"/>
                    <a:gd name="connsiteY76" fmla="*/ 178593 h 1514475"/>
                    <a:gd name="connsiteX77" fmla="*/ 685800 w 1347787"/>
                    <a:gd name="connsiteY77" fmla="*/ 133350 h 1514475"/>
                    <a:gd name="connsiteX78" fmla="*/ 697706 w 1347787"/>
                    <a:gd name="connsiteY78" fmla="*/ 119062 h 1514475"/>
                    <a:gd name="connsiteX79" fmla="*/ 728662 w 1347787"/>
                    <a:gd name="connsiteY79" fmla="*/ 130968 h 1514475"/>
                    <a:gd name="connsiteX80" fmla="*/ 778668 w 1347787"/>
                    <a:gd name="connsiteY80" fmla="*/ 190500 h 1514475"/>
                    <a:gd name="connsiteX81" fmla="*/ 835818 w 1347787"/>
                    <a:gd name="connsiteY81" fmla="*/ 216693 h 1514475"/>
                    <a:gd name="connsiteX82" fmla="*/ 881062 w 1347787"/>
                    <a:gd name="connsiteY82" fmla="*/ 207168 h 1514475"/>
                    <a:gd name="connsiteX83" fmla="*/ 890587 w 1347787"/>
                    <a:gd name="connsiteY83" fmla="*/ 173831 h 1514475"/>
                    <a:gd name="connsiteX84" fmla="*/ 888206 w 1347787"/>
                    <a:gd name="connsiteY84" fmla="*/ 140493 h 1514475"/>
                    <a:gd name="connsiteX85" fmla="*/ 878681 w 1347787"/>
                    <a:gd name="connsiteY85" fmla="*/ 111918 h 1514475"/>
                    <a:gd name="connsiteX86" fmla="*/ 876300 w 1347787"/>
                    <a:gd name="connsiteY86" fmla="*/ 85725 h 1514475"/>
                    <a:gd name="connsiteX87" fmla="*/ 890587 w 1347787"/>
                    <a:gd name="connsiteY87" fmla="*/ 69056 h 1514475"/>
                    <a:gd name="connsiteX88" fmla="*/ 938212 w 1347787"/>
                    <a:gd name="connsiteY88" fmla="*/ 78581 h 1514475"/>
                    <a:gd name="connsiteX89" fmla="*/ 950118 w 1347787"/>
                    <a:gd name="connsiteY89" fmla="*/ 107156 h 1514475"/>
                    <a:gd name="connsiteX90" fmla="*/ 1033462 w 1347787"/>
                    <a:gd name="connsiteY90" fmla="*/ 128587 h 1514475"/>
                    <a:gd name="connsiteX91" fmla="*/ 1069181 w 1347787"/>
                    <a:gd name="connsiteY91" fmla="*/ 128587 h 1514475"/>
                    <a:gd name="connsiteX92" fmla="*/ 1131093 w 1347787"/>
                    <a:gd name="connsiteY92" fmla="*/ 80962 h 1514475"/>
                    <a:gd name="connsiteX93" fmla="*/ 1159668 w 1347787"/>
                    <a:gd name="connsiteY93" fmla="*/ 33337 h 1514475"/>
                    <a:gd name="connsiteX94" fmla="*/ 1188243 w 1347787"/>
                    <a:gd name="connsiteY94" fmla="*/ 7143 h 1514475"/>
                    <a:gd name="connsiteX95" fmla="*/ 1238250 w 1347787"/>
                    <a:gd name="connsiteY95" fmla="*/ 0 h 1514475"/>
                    <a:gd name="connsiteX96" fmla="*/ 1259681 w 1347787"/>
                    <a:gd name="connsiteY96" fmla="*/ 23812 h 1514475"/>
                    <a:gd name="connsiteX97" fmla="*/ 1283493 w 1347787"/>
                    <a:gd name="connsiteY97" fmla="*/ 64293 h 1514475"/>
                    <a:gd name="connsiteX98" fmla="*/ 1326356 w 1347787"/>
                    <a:gd name="connsiteY98" fmla="*/ 76200 h 1514475"/>
                    <a:gd name="connsiteX99" fmla="*/ 1347787 w 1347787"/>
                    <a:gd name="connsiteY99" fmla="*/ 90487 h 1514475"/>
                    <a:gd name="connsiteX100" fmla="*/ 1338262 w 1347787"/>
                    <a:gd name="connsiteY100" fmla="*/ 116681 h 1514475"/>
                    <a:gd name="connsiteX101" fmla="*/ 1314450 w 1347787"/>
                    <a:gd name="connsiteY101" fmla="*/ 157162 h 1514475"/>
                    <a:gd name="connsiteX102" fmla="*/ 1283493 w 1347787"/>
                    <a:gd name="connsiteY102" fmla="*/ 173831 h 1514475"/>
                    <a:gd name="connsiteX103" fmla="*/ 1238250 w 1347787"/>
                    <a:gd name="connsiteY103" fmla="*/ 207168 h 1514475"/>
                    <a:gd name="connsiteX104" fmla="*/ 1204912 w 1347787"/>
                    <a:gd name="connsiteY104" fmla="*/ 252412 h 1514475"/>
                    <a:gd name="connsiteX105" fmla="*/ 1183481 w 1347787"/>
                    <a:gd name="connsiteY105" fmla="*/ 300037 h 1514475"/>
                    <a:gd name="connsiteX106" fmla="*/ 1183481 w 1347787"/>
                    <a:gd name="connsiteY106" fmla="*/ 319087 h 1514475"/>
                    <a:gd name="connsiteX107" fmla="*/ 1128712 w 1347787"/>
                    <a:gd name="connsiteY107" fmla="*/ 330993 h 1514475"/>
                    <a:gd name="connsiteX108" fmla="*/ 1131093 w 1347787"/>
                    <a:gd name="connsiteY108" fmla="*/ 364331 h 1514475"/>
                    <a:gd name="connsiteX109" fmla="*/ 1123950 w 1347787"/>
                    <a:gd name="connsiteY109" fmla="*/ 397668 h 1514475"/>
                    <a:gd name="connsiteX110" fmla="*/ 1085850 w 1347787"/>
                    <a:gd name="connsiteY110" fmla="*/ 421481 h 1514475"/>
                    <a:gd name="connsiteX111" fmla="*/ 1071562 w 1347787"/>
                    <a:gd name="connsiteY111" fmla="*/ 435768 h 1514475"/>
                    <a:gd name="connsiteX112" fmla="*/ 1083468 w 1347787"/>
                    <a:gd name="connsiteY112" fmla="*/ 464343 h 1514475"/>
                    <a:gd name="connsiteX113" fmla="*/ 1088231 w 1347787"/>
                    <a:gd name="connsiteY113" fmla="*/ 478631 h 1514475"/>
                    <a:gd name="connsiteX114" fmla="*/ 1066800 w 1347787"/>
                    <a:gd name="connsiteY114" fmla="*/ 500062 h 1514475"/>
                    <a:gd name="connsiteX115" fmla="*/ 1059656 w 1347787"/>
                    <a:gd name="connsiteY115" fmla="*/ 538162 h 1514475"/>
                    <a:gd name="connsiteX116" fmla="*/ 1052512 w 1347787"/>
                    <a:gd name="connsiteY116" fmla="*/ 621506 h 1514475"/>
                    <a:gd name="connsiteX117" fmla="*/ 1042987 w 1347787"/>
                    <a:gd name="connsiteY117" fmla="*/ 688181 h 1514475"/>
                    <a:gd name="connsiteX118" fmla="*/ 1016793 w 1347787"/>
                    <a:gd name="connsiteY118" fmla="*/ 773906 h 1514475"/>
                    <a:gd name="connsiteX119" fmla="*/ 1004887 w 1347787"/>
                    <a:gd name="connsiteY119" fmla="*/ 804862 h 1514475"/>
                    <a:gd name="connsiteX120" fmla="*/ 976312 w 1347787"/>
                    <a:gd name="connsiteY120" fmla="*/ 792956 h 1514475"/>
                    <a:gd name="connsiteX121" fmla="*/ 921543 w 1347787"/>
                    <a:gd name="connsiteY121" fmla="*/ 816768 h 1514475"/>
                    <a:gd name="connsiteX122" fmla="*/ 919162 w 1347787"/>
                    <a:gd name="connsiteY122" fmla="*/ 847725 h 1514475"/>
                    <a:gd name="connsiteX123" fmla="*/ 888206 w 1347787"/>
                    <a:gd name="connsiteY123" fmla="*/ 873918 h 1514475"/>
                    <a:gd name="connsiteX124" fmla="*/ 892968 w 1347787"/>
                    <a:gd name="connsiteY124" fmla="*/ 912018 h 1514475"/>
                    <a:gd name="connsiteX125" fmla="*/ 914400 w 1347787"/>
                    <a:gd name="connsiteY125" fmla="*/ 950118 h 1514475"/>
                    <a:gd name="connsiteX126" fmla="*/ 916781 w 1347787"/>
                    <a:gd name="connsiteY126" fmla="*/ 981075 h 1514475"/>
                    <a:gd name="connsiteX127" fmla="*/ 892968 w 1347787"/>
                    <a:gd name="connsiteY127" fmla="*/ 997743 h 1514475"/>
                    <a:gd name="connsiteX128" fmla="*/ 895350 w 1347787"/>
                    <a:gd name="connsiteY128" fmla="*/ 1073943 h 1514475"/>
                    <a:gd name="connsiteX129" fmla="*/ 919162 w 1347787"/>
                    <a:gd name="connsiteY129" fmla="*/ 1085850 h 1514475"/>
                    <a:gd name="connsiteX130" fmla="*/ 940593 w 1347787"/>
                    <a:gd name="connsiteY130" fmla="*/ 1081087 h 1514475"/>
                    <a:gd name="connsiteX131" fmla="*/ 973931 w 1347787"/>
                    <a:gd name="connsiteY131" fmla="*/ 1100137 h 1514475"/>
                    <a:gd name="connsiteX132" fmla="*/ 1002506 w 1347787"/>
                    <a:gd name="connsiteY132" fmla="*/ 1104900 h 1514475"/>
                    <a:gd name="connsiteX133" fmla="*/ 1014412 w 1347787"/>
                    <a:gd name="connsiteY133" fmla="*/ 1100137 h 1514475"/>
                    <a:gd name="connsiteX134" fmla="*/ 1004887 w 1347787"/>
                    <a:gd name="connsiteY134" fmla="*/ 1128712 h 1514475"/>
                    <a:gd name="connsiteX135" fmla="*/ 992981 w 1347787"/>
                    <a:gd name="connsiteY135" fmla="*/ 1209675 h 1514475"/>
                    <a:gd name="connsiteX136" fmla="*/ 992981 w 1347787"/>
                    <a:gd name="connsiteY136" fmla="*/ 1235868 h 1514475"/>
                    <a:gd name="connsiteX137" fmla="*/ 957262 w 1347787"/>
                    <a:gd name="connsiteY137" fmla="*/ 1243012 h 1514475"/>
                    <a:gd name="connsiteX138" fmla="*/ 907256 w 1347787"/>
                    <a:gd name="connsiteY138" fmla="*/ 1243012 h 1514475"/>
                    <a:gd name="connsiteX139" fmla="*/ 885825 w 1347787"/>
                    <a:gd name="connsiteY139" fmla="*/ 1281112 h 1514475"/>
                    <a:gd name="connsiteX140" fmla="*/ 885825 w 1347787"/>
                    <a:gd name="connsiteY140" fmla="*/ 1309687 h 1514475"/>
                    <a:gd name="connsiteX141" fmla="*/ 873918 w 1347787"/>
                    <a:gd name="connsiteY141" fmla="*/ 1347787 h 1514475"/>
                    <a:gd name="connsiteX142" fmla="*/ 838200 w 1347787"/>
                    <a:gd name="connsiteY142" fmla="*/ 1357312 h 1514475"/>
                    <a:gd name="connsiteX143" fmla="*/ 785812 w 1347787"/>
                    <a:gd name="connsiteY143" fmla="*/ 1331118 h 1514475"/>
                    <a:gd name="connsiteX144" fmla="*/ 740568 w 1347787"/>
                    <a:gd name="connsiteY144" fmla="*/ 1304925 h 1514475"/>
                    <a:gd name="connsiteX145" fmla="*/ 688181 w 1347787"/>
                    <a:gd name="connsiteY145" fmla="*/ 1304925 h 1514475"/>
                    <a:gd name="connsiteX146" fmla="*/ 642937 w 1347787"/>
                    <a:gd name="connsiteY146" fmla="*/ 1335881 h 1514475"/>
                    <a:gd name="connsiteX147" fmla="*/ 595312 w 1347787"/>
                    <a:gd name="connsiteY147" fmla="*/ 1364456 h 1514475"/>
                    <a:gd name="connsiteX148" fmla="*/ 557212 w 1347787"/>
                    <a:gd name="connsiteY148" fmla="*/ 1362075 h 1514475"/>
                    <a:gd name="connsiteX149" fmla="*/ 523875 w 1347787"/>
                    <a:gd name="connsiteY149" fmla="*/ 1326356 h 1514475"/>
                    <a:gd name="connsiteX150" fmla="*/ 483393 w 1347787"/>
                    <a:gd name="connsiteY150" fmla="*/ 1309687 h 1514475"/>
                    <a:gd name="connsiteX151" fmla="*/ 471487 w 1347787"/>
                    <a:gd name="connsiteY151" fmla="*/ 1347787 h 1514475"/>
                    <a:gd name="connsiteX152" fmla="*/ 435768 w 1347787"/>
                    <a:gd name="connsiteY152" fmla="*/ 1376362 h 1514475"/>
                    <a:gd name="connsiteX153" fmla="*/ 400050 w 1347787"/>
                    <a:gd name="connsiteY153" fmla="*/ 1416843 h 1514475"/>
                    <a:gd name="connsiteX154" fmla="*/ 383381 w 1347787"/>
                    <a:gd name="connsiteY154" fmla="*/ 1450181 h 1514475"/>
                    <a:gd name="connsiteX155" fmla="*/ 328612 w 1347787"/>
                    <a:gd name="connsiteY155" fmla="*/ 1459706 h 1514475"/>
                    <a:gd name="connsiteX156" fmla="*/ 290512 w 1347787"/>
                    <a:gd name="connsiteY156" fmla="*/ 1454943 h 1514475"/>
                    <a:gd name="connsiteX157" fmla="*/ 240506 w 1347787"/>
                    <a:gd name="connsiteY157" fmla="*/ 1445418 h 1514475"/>
                    <a:gd name="connsiteX158" fmla="*/ 183356 w 1347787"/>
                    <a:gd name="connsiteY158" fmla="*/ 1459706 h 1514475"/>
                    <a:gd name="connsiteX159" fmla="*/ 135731 w 1347787"/>
                    <a:gd name="connsiteY159" fmla="*/ 1476375 h 1514475"/>
                    <a:gd name="connsiteX160" fmla="*/ 97631 w 1347787"/>
                    <a:gd name="connsiteY160" fmla="*/ 1514475 h 1514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Lst>
                  <a:rect l="l" t="t" r="r" b="b"/>
                  <a:pathLst>
                    <a:path w="1347787" h="1514475">
                      <a:moveTo>
                        <a:pt x="97631" y="1514475"/>
                      </a:moveTo>
                      <a:lnTo>
                        <a:pt x="80962" y="1493043"/>
                      </a:lnTo>
                      <a:lnTo>
                        <a:pt x="88106" y="1452562"/>
                      </a:lnTo>
                      <a:lnTo>
                        <a:pt x="111918" y="1426368"/>
                      </a:lnTo>
                      <a:lnTo>
                        <a:pt x="116681" y="1390650"/>
                      </a:lnTo>
                      <a:lnTo>
                        <a:pt x="107156" y="1371600"/>
                      </a:lnTo>
                      <a:lnTo>
                        <a:pt x="111918" y="1335881"/>
                      </a:lnTo>
                      <a:lnTo>
                        <a:pt x="90487" y="1316831"/>
                      </a:lnTo>
                      <a:lnTo>
                        <a:pt x="76200" y="1285875"/>
                      </a:lnTo>
                      <a:lnTo>
                        <a:pt x="83343" y="1235868"/>
                      </a:lnTo>
                      <a:lnTo>
                        <a:pt x="97631" y="1223962"/>
                      </a:lnTo>
                      <a:lnTo>
                        <a:pt x="97631" y="1185862"/>
                      </a:lnTo>
                      <a:lnTo>
                        <a:pt x="88106" y="1166812"/>
                      </a:lnTo>
                      <a:lnTo>
                        <a:pt x="52387" y="1154906"/>
                      </a:lnTo>
                      <a:lnTo>
                        <a:pt x="35718" y="1133475"/>
                      </a:lnTo>
                      <a:lnTo>
                        <a:pt x="57150" y="1090612"/>
                      </a:lnTo>
                      <a:lnTo>
                        <a:pt x="47625" y="1062037"/>
                      </a:lnTo>
                      <a:lnTo>
                        <a:pt x="50006" y="1035843"/>
                      </a:lnTo>
                      <a:lnTo>
                        <a:pt x="73818" y="988218"/>
                      </a:lnTo>
                      <a:lnTo>
                        <a:pt x="71437" y="959643"/>
                      </a:lnTo>
                      <a:lnTo>
                        <a:pt x="40481" y="904875"/>
                      </a:lnTo>
                      <a:lnTo>
                        <a:pt x="38100" y="864393"/>
                      </a:lnTo>
                      <a:lnTo>
                        <a:pt x="4762" y="819150"/>
                      </a:lnTo>
                      <a:lnTo>
                        <a:pt x="7143" y="797718"/>
                      </a:lnTo>
                      <a:lnTo>
                        <a:pt x="21431" y="788193"/>
                      </a:lnTo>
                      <a:lnTo>
                        <a:pt x="45243" y="790575"/>
                      </a:lnTo>
                      <a:lnTo>
                        <a:pt x="42862" y="757237"/>
                      </a:lnTo>
                      <a:lnTo>
                        <a:pt x="69056" y="721518"/>
                      </a:lnTo>
                      <a:lnTo>
                        <a:pt x="90487" y="690562"/>
                      </a:lnTo>
                      <a:lnTo>
                        <a:pt x="76200" y="661987"/>
                      </a:lnTo>
                      <a:lnTo>
                        <a:pt x="64293" y="654843"/>
                      </a:lnTo>
                      <a:lnTo>
                        <a:pt x="47625" y="666750"/>
                      </a:lnTo>
                      <a:lnTo>
                        <a:pt x="30956" y="669131"/>
                      </a:lnTo>
                      <a:lnTo>
                        <a:pt x="14287" y="661987"/>
                      </a:lnTo>
                      <a:lnTo>
                        <a:pt x="19050" y="633412"/>
                      </a:lnTo>
                      <a:lnTo>
                        <a:pt x="42862" y="621506"/>
                      </a:lnTo>
                      <a:lnTo>
                        <a:pt x="30956" y="604837"/>
                      </a:lnTo>
                      <a:lnTo>
                        <a:pt x="14287" y="583406"/>
                      </a:lnTo>
                      <a:lnTo>
                        <a:pt x="42862" y="528637"/>
                      </a:lnTo>
                      <a:lnTo>
                        <a:pt x="38100" y="485775"/>
                      </a:lnTo>
                      <a:lnTo>
                        <a:pt x="59531" y="466725"/>
                      </a:lnTo>
                      <a:lnTo>
                        <a:pt x="54768" y="445293"/>
                      </a:lnTo>
                      <a:lnTo>
                        <a:pt x="28575" y="452437"/>
                      </a:lnTo>
                      <a:lnTo>
                        <a:pt x="0" y="433387"/>
                      </a:lnTo>
                      <a:lnTo>
                        <a:pt x="4762" y="407193"/>
                      </a:lnTo>
                      <a:lnTo>
                        <a:pt x="2381" y="361950"/>
                      </a:lnTo>
                      <a:lnTo>
                        <a:pt x="19050" y="338137"/>
                      </a:lnTo>
                      <a:lnTo>
                        <a:pt x="9525" y="314325"/>
                      </a:lnTo>
                      <a:lnTo>
                        <a:pt x="28575" y="280987"/>
                      </a:lnTo>
                      <a:lnTo>
                        <a:pt x="28575" y="252412"/>
                      </a:lnTo>
                      <a:lnTo>
                        <a:pt x="66675" y="245268"/>
                      </a:lnTo>
                      <a:lnTo>
                        <a:pt x="100012" y="214312"/>
                      </a:lnTo>
                      <a:lnTo>
                        <a:pt x="135731" y="188118"/>
                      </a:lnTo>
                      <a:lnTo>
                        <a:pt x="147637" y="159543"/>
                      </a:lnTo>
                      <a:lnTo>
                        <a:pt x="188118" y="171450"/>
                      </a:lnTo>
                      <a:lnTo>
                        <a:pt x="188118" y="195262"/>
                      </a:lnTo>
                      <a:lnTo>
                        <a:pt x="211931" y="209550"/>
                      </a:lnTo>
                      <a:lnTo>
                        <a:pt x="235743" y="188118"/>
                      </a:lnTo>
                      <a:lnTo>
                        <a:pt x="271462" y="207168"/>
                      </a:lnTo>
                      <a:lnTo>
                        <a:pt x="292893" y="169068"/>
                      </a:lnTo>
                      <a:lnTo>
                        <a:pt x="323850" y="147637"/>
                      </a:lnTo>
                      <a:lnTo>
                        <a:pt x="354806" y="116681"/>
                      </a:lnTo>
                      <a:lnTo>
                        <a:pt x="402431" y="135731"/>
                      </a:lnTo>
                      <a:lnTo>
                        <a:pt x="421481" y="119062"/>
                      </a:lnTo>
                      <a:lnTo>
                        <a:pt x="445293" y="121443"/>
                      </a:lnTo>
                      <a:lnTo>
                        <a:pt x="464343" y="111918"/>
                      </a:lnTo>
                      <a:lnTo>
                        <a:pt x="476250" y="76200"/>
                      </a:lnTo>
                      <a:lnTo>
                        <a:pt x="495300" y="69056"/>
                      </a:lnTo>
                      <a:lnTo>
                        <a:pt x="507206" y="83343"/>
                      </a:lnTo>
                      <a:lnTo>
                        <a:pt x="507206" y="121443"/>
                      </a:lnTo>
                      <a:lnTo>
                        <a:pt x="550068" y="166687"/>
                      </a:lnTo>
                      <a:lnTo>
                        <a:pt x="573881" y="233362"/>
                      </a:lnTo>
                      <a:lnTo>
                        <a:pt x="592931" y="257175"/>
                      </a:lnTo>
                      <a:lnTo>
                        <a:pt x="645318" y="247650"/>
                      </a:lnTo>
                      <a:lnTo>
                        <a:pt x="664368" y="240506"/>
                      </a:lnTo>
                      <a:lnTo>
                        <a:pt x="676275" y="219075"/>
                      </a:lnTo>
                      <a:lnTo>
                        <a:pt x="678656" y="178593"/>
                      </a:lnTo>
                      <a:lnTo>
                        <a:pt x="685800" y="133350"/>
                      </a:lnTo>
                      <a:lnTo>
                        <a:pt x="697706" y="119062"/>
                      </a:lnTo>
                      <a:lnTo>
                        <a:pt x="728662" y="130968"/>
                      </a:lnTo>
                      <a:lnTo>
                        <a:pt x="778668" y="190500"/>
                      </a:lnTo>
                      <a:lnTo>
                        <a:pt x="835818" y="216693"/>
                      </a:lnTo>
                      <a:lnTo>
                        <a:pt x="881062" y="207168"/>
                      </a:lnTo>
                      <a:lnTo>
                        <a:pt x="890587" y="173831"/>
                      </a:lnTo>
                      <a:lnTo>
                        <a:pt x="888206" y="140493"/>
                      </a:lnTo>
                      <a:lnTo>
                        <a:pt x="878681" y="111918"/>
                      </a:lnTo>
                      <a:lnTo>
                        <a:pt x="876300" y="85725"/>
                      </a:lnTo>
                      <a:lnTo>
                        <a:pt x="890587" y="69056"/>
                      </a:lnTo>
                      <a:lnTo>
                        <a:pt x="938212" y="78581"/>
                      </a:lnTo>
                      <a:lnTo>
                        <a:pt x="950118" y="107156"/>
                      </a:lnTo>
                      <a:lnTo>
                        <a:pt x="1033462" y="128587"/>
                      </a:lnTo>
                      <a:lnTo>
                        <a:pt x="1069181" y="128587"/>
                      </a:lnTo>
                      <a:lnTo>
                        <a:pt x="1131093" y="80962"/>
                      </a:lnTo>
                      <a:lnTo>
                        <a:pt x="1159668" y="33337"/>
                      </a:lnTo>
                      <a:lnTo>
                        <a:pt x="1188243" y="7143"/>
                      </a:lnTo>
                      <a:lnTo>
                        <a:pt x="1238250" y="0"/>
                      </a:lnTo>
                      <a:lnTo>
                        <a:pt x="1259681" y="23812"/>
                      </a:lnTo>
                      <a:lnTo>
                        <a:pt x="1283493" y="64293"/>
                      </a:lnTo>
                      <a:lnTo>
                        <a:pt x="1326356" y="76200"/>
                      </a:lnTo>
                      <a:lnTo>
                        <a:pt x="1347787" y="90487"/>
                      </a:lnTo>
                      <a:lnTo>
                        <a:pt x="1338262" y="116681"/>
                      </a:lnTo>
                      <a:lnTo>
                        <a:pt x="1314450" y="157162"/>
                      </a:lnTo>
                      <a:lnTo>
                        <a:pt x="1283493" y="173831"/>
                      </a:lnTo>
                      <a:lnTo>
                        <a:pt x="1238250" y="207168"/>
                      </a:lnTo>
                      <a:lnTo>
                        <a:pt x="1204912" y="252412"/>
                      </a:lnTo>
                      <a:lnTo>
                        <a:pt x="1183481" y="300037"/>
                      </a:lnTo>
                      <a:lnTo>
                        <a:pt x="1183481" y="319087"/>
                      </a:lnTo>
                      <a:lnTo>
                        <a:pt x="1128712" y="330993"/>
                      </a:lnTo>
                      <a:lnTo>
                        <a:pt x="1131093" y="364331"/>
                      </a:lnTo>
                      <a:lnTo>
                        <a:pt x="1123950" y="397668"/>
                      </a:lnTo>
                      <a:lnTo>
                        <a:pt x="1085850" y="421481"/>
                      </a:lnTo>
                      <a:lnTo>
                        <a:pt x="1071562" y="435768"/>
                      </a:lnTo>
                      <a:lnTo>
                        <a:pt x="1083468" y="464343"/>
                      </a:lnTo>
                      <a:lnTo>
                        <a:pt x="1088231" y="478631"/>
                      </a:lnTo>
                      <a:lnTo>
                        <a:pt x="1066800" y="500062"/>
                      </a:lnTo>
                      <a:lnTo>
                        <a:pt x="1059656" y="538162"/>
                      </a:lnTo>
                      <a:lnTo>
                        <a:pt x="1052512" y="621506"/>
                      </a:lnTo>
                      <a:lnTo>
                        <a:pt x="1042987" y="688181"/>
                      </a:lnTo>
                      <a:lnTo>
                        <a:pt x="1016793" y="773906"/>
                      </a:lnTo>
                      <a:lnTo>
                        <a:pt x="1004887" y="804862"/>
                      </a:lnTo>
                      <a:lnTo>
                        <a:pt x="976312" y="792956"/>
                      </a:lnTo>
                      <a:lnTo>
                        <a:pt x="921543" y="816768"/>
                      </a:lnTo>
                      <a:lnTo>
                        <a:pt x="919162" y="847725"/>
                      </a:lnTo>
                      <a:lnTo>
                        <a:pt x="888206" y="873918"/>
                      </a:lnTo>
                      <a:lnTo>
                        <a:pt x="892968" y="912018"/>
                      </a:lnTo>
                      <a:lnTo>
                        <a:pt x="914400" y="950118"/>
                      </a:lnTo>
                      <a:lnTo>
                        <a:pt x="916781" y="981075"/>
                      </a:lnTo>
                      <a:lnTo>
                        <a:pt x="892968" y="997743"/>
                      </a:lnTo>
                      <a:lnTo>
                        <a:pt x="895350" y="1073943"/>
                      </a:lnTo>
                      <a:lnTo>
                        <a:pt x="919162" y="1085850"/>
                      </a:lnTo>
                      <a:lnTo>
                        <a:pt x="940593" y="1081087"/>
                      </a:lnTo>
                      <a:lnTo>
                        <a:pt x="973931" y="1100137"/>
                      </a:lnTo>
                      <a:lnTo>
                        <a:pt x="1002506" y="1104900"/>
                      </a:lnTo>
                      <a:lnTo>
                        <a:pt x="1014412" y="1100137"/>
                      </a:lnTo>
                      <a:lnTo>
                        <a:pt x="1004887" y="1128712"/>
                      </a:lnTo>
                      <a:lnTo>
                        <a:pt x="992981" y="1209675"/>
                      </a:lnTo>
                      <a:lnTo>
                        <a:pt x="992981" y="1235868"/>
                      </a:lnTo>
                      <a:lnTo>
                        <a:pt x="957262" y="1243012"/>
                      </a:lnTo>
                      <a:lnTo>
                        <a:pt x="907256" y="1243012"/>
                      </a:lnTo>
                      <a:lnTo>
                        <a:pt x="885825" y="1281112"/>
                      </a:lnTo>
                      <a:lnTo>
                        <a:pt x="885825" y="1309687"/>
                      </a:lnTo>
                      <a:lnTo>
                        <a:pt x="873918" y="1347787"/>
                      </a:lnTo>
                      <a:lnTo>
                        <a:pt x="838200" y="1357312"/>
                      </a:lnTo>
                      <a:lnTo>
                        <a:pt x="785812" y="1331118"/>
                      </a:lnTo>
                      <a:lnTo>
                        <a:pt x="740568" y="1304925"/>
                      </a:lnTo>
                      <a:lnTo>
                        <a:pt x="688181" y="1304925"/>
                      </a:lnTo>
                      <a:lnTo>
                        <a:pt x="642937" y="1335881"/>
                      </a:lnTo>
                      <a:lnTo>
                        <a:pt x="595312" y="1364456"/>
                      </a:lnTo>
                      <a:lnTo>
                        <a:pt x="557212" y="1362075"/>
                      </a:lnTo>
                      <a:lnTo>
                        <a:pt x="523875" y="1326356"/>
                      </a:lnTo>
                      <a:lnTo>
                        <a:pt x="483393" y="1309687"/>
                      </a:lnTo>
                      <a:lnTo>
                        <a:pt x="471487" y="1347787"/>
                      </a:lnTo>
                      <a:lnTo>
                        <a:pt x="435768" y="1376362"/>
                      </a:lnTo>
                      <a:lnTo>
                        <a:pt x="400050" y="1416843"/>
                      </a:lnTo>
                      <a:lnTo>
                        <a:pt x="383381" y="1450181"/>
                      </a:lnTo>
                      <a:lnTo>
                        <a:pt x="328612" y="1459706"/>
                      </a:lnTo>
                      <a:lnTo>
                        <a:pt x="290512" y="1454943"/>
                      </a:lnTo>
                      <a:lnTo>
                        <a:pt x="240506" y="1445418"/>
                      </a:lnTo>
                      <a:lnTo>
                        <a:pt x="183356" y="1459706"/>
                      </a:lnTo>
                      <a:lnTo>
                        <a:pt x="135731" y="1476375"/>
                      </a:lnTo>
                      <a:lnTo>
                        <a:pt x="97631" y="1514475"/>
                      </a:lnTo>
                      <a:close/>
                    </a:path>
                  </a:pathLst>
                </a:cu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700">
                    <a:ln>
                      <a:solidFill>
                        <a:schemeClr val="accent1">
                          <a:alpha val="0"/>
                        </a:schemeClr>
                      </a:solidFill>
                    </a:ln>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21" name="양주시">
                  <a:extLst>
                    <a:ext uri="{FF2B5EF4-FFF2-40B4-BE49-F238E27FC236}">
                      <a16:creationId xmlns:a16="http://schemas.microsoft.com/office/drawing/2014/main" id="{FEF85345-AE84-BC42-7F02-69FF5B2BA4AF}"/>
                    </a:ext>
                  </a:extLst>
                </p:cNvPr>
                <p:cNvSpPr/>
                <p:nvPr/>
              </p:nvSpPr>
              <p:spPr>
                <a:xfrm>
                  <a:off x="4371973" y="1533527"/>
                  <a:ext cx="821530" cy="1269207"/>
                </a:xfrm>
                <a:custGeom>
                  <a:avLst/>
                  <a:gdLst>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6231 w 821531"/>
                    <a:gd name="connsiteY53" fmla="*/ 1207294 h 1264444"/>
                    <a:gd name="connsiteX54" fmla="*/ 361950 w 821531"/>
                    <a:gd name="connsiteY54" fmla="*/ 1197769 h 1264444"/>
                    <a:gd name="connsiteX55" fmla="*/ 373856 w 821531"/>
                    <a:gd name="connsiteY55" fmla="*/ 1157288 h 1264444"/>
                    <a:gd name="connsiteX56" fmla="*/ 395288 w 821531"/>
                    <a:gd name="connsiteY56" fmla="*/ 1123950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5344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38163 w 821531"/>
                    <a:gd name="connsiteY90" fmla="*/ 209550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3381 w 821531"/>
                    <a:gd name="connsiteY96" fmla="*/ 33338 h 1264444"/>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6231 w 821531"/>
                    <a:gd name="connsiteY53" fmla="*/ 1207294 h 1264444"/>
                    <a:gd name="connsiteX54" fmla="*/ 361950 w 821531"/>
                    <a:gd name="connsiteY54" fmla="*/ 1197769 h 1264444"/>
                    <a:gd name="connsiteX55" fmla="*/ 373856 w 821531"/>
                    <a:gd name="connsiteY55" fmla="*/ 1157288 h 1264444"/>
                    <a:gd name="connsiteX56" fmla="*/ 395288 w 821531"/>
                    <a:gd name="connsiteY56" fmla="*/ 1123950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5344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38163 w 821531"/>
                    <a:gd name="connsiteY90" fmla="*/ 209550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8144 w 821531"/>
                    <a:gd name="connsiteY96" fmla="*/ 69056 h 1264444"/>
                    <a:gd name="connsiteX97" fmla="*/ 383381 w 821531"/>
                    <a:gd name="connsiteY97" fmla="*/ 33338 h 1264444"/>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6231 w 821531"/>
                    <a:gd name="connsiteY53" fmla="*/ 1207294 h 1264444"/>
                    <a:gd name="connsiteX54" fmla="*/ 361950 w 821531"/>
                    <a:gd name="connsiteY54" fmla="*/ 1197769 h 1264444"/>
                    <a:gd name="connsiteX55" fmla="*/ 373856 w 821531"/>
                    <a:gd name="connsiteY55" fmla="*/ 1157288 h 1264444"/>
                    <a:gd name="connsiteX56" fmla="*/ 395288 w 821531"/>
                    <a:gd name="connsiteY56" fmla="*/ 1123950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5344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28638 w 821531"/>
                    <a:gd name="connsiteY90" fmla="*/ 216694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8144 w 821531"/>
                    <a:gd name="connsiteY96" fmla="*/ 69056 h 1264444"/>
                    <a:gd name="connsiteX97" fmla="*/ 383381 w 821531"/>
                    <a:gd name="connsiteY97" fmla="*/ 33338 h 1264444"/>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6231 w 821531"/>
                    <a:gd name="connsiteY53" fmla="*/ 1207294 h 1264444"/>
                    <a:gd name="connsiteX54" fmla="*/ 361950 w 821531"/>
                    <a:gd name="connsiteY54" fmla="*/ 1197769 h 1264444"/>
                    <a:gd name="connsiteX55" fmla="*/ 373856 w 821531"/>
                    <a:gd name="connsiteY55" fmla="*/ 1157288 h 1264444"/>
                    <a:gd name="connsiteX56" fmla="*/ 395288 w 821531"/>
                    <a:gd name="connsiteY56" fmla="*/ 1123950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5344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28638 w 821531"/>
                    <a:gd name="connsiteY90" fmla="*/ 216694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8144 w 821531"/>
                    <a:gd name="connsiteY96" fmla="*/ 69056 h 1264444"/>
                    <a:gd name="connsiteX97" fmla="*/ 383381 w 821531"/>
                    <a:gd name="connsiteY97" fmla="*/ 33338 h 1264444"/>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8613 w 821531"/>
                    <a:gd name="connsiteY53" fmla="*/ 1221582 h 1264444"/>
                    <a:gd name="connsiteX54" fmla="*/ 361950 w 821531"/>
                    <a:gd name="connsiteY54" fmla="*/ 1197769 h 1264444"/>
                    <a:gd name="connsiteX55" fmla="*/ 373856 w 821531"/>
                    <a:gd name="connsiteY55" fmla="*/ 1157288 h 1264444"/>
                    <a:gd name="connsiteX56" fmla="*/ 395288 w 821531"/>
                    <a:gd name="connsiteY56" fmla="*/ 1123950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5344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28638 w 821531"/>
                    <a:gd name="connsiteY90" fmla="*/ 216694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8144 w 821531"/>
                    <a:gd name="connsiteY96" fmla="*/ 69056 h 1264444"/>
                    <a:gd name="connsiteX97" fmla="*/ 383381 w 821531"/>
                    <a:gd name="connsiteY97" fmla="*/ 33338 h 1264444"/>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8613 w 821531"/>
                    <a:gd name="connsiteY53" fmla="*/ 1221582 h 1264444"/>
                    <a:gd name="connsiteX54" fmla="*/ 378618 w 821531"/>
                    <a:gd name="connsiteY54" fmla="*/ 1197769 h 1264444"/>
                    <a:gd name="connsiteX55" fmla="*/ 373856 w 821531"/>
                    <a:gd name="connsiteY55" fmla="*/ 1157288 h 1264444"/>
                    <a:gd name="connsiteX56" fmla="*/ 395288 w 821531"/>
                    <a:gd name="connsiteY56" fmla="*/ 1123950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5344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28638 w 821531"/>
                    <a:gd name="connsiteY90" fmla="*/ 216694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8144 w 821531"/>
                    <a:gd name="connsiteY96" fmla="*/ 69056 h 1264444"/>
                    <a:gd name="connsiteX97" fmla="*/ 383381 w 821531"/>
                    <a:gd name="connsiteY97" fmla="*/ 33338 h 1264444"/>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8613 w 821531"/>
                    <a:gd name="connsiteY53" fmla="*/ 1221582 h 1264444"/>
                    <a:gd name="connsiteX54" fmla="*/ 378618 w 821531"/>
                    <a:gd name="connsiteY54" fmla="*/ 1197769 h 1264444"/>
                    <a:gd name="connsiteX55" fmla="*/ 373856 w 821531"/>
                    <a:gd name="connsiteY55" fmla="*/ 1157288 h 1264444"/>
                    <a:gd name="connsiteX56" fmla="*/ 404813 w 821531"/>
                    <a:gd name="connsiteY56" fmla="*/ 1131094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5344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28638 w 821531"/>
                    <a:gd name="connsiteY90" fmla="*/ 216694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8144 w 821531"/>
                    <a:gd name="connsiteY96" fmla="*/ 69056 h 1264444"/>
                    <a:gd name="connsiteX97" fmla="*/ 383381 w 821531"/>
                    <a:gd name="connsiteY97" fmla="*/ 33338 h 1264444"/>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8613 w 821531"/>
                    <a:gd name="connsiteY53" fmla="*/ 1221582 h 1264444"/>
                    <a:gd name="connsiteX54" fmla="*/ 378618 w 821531"/>
                    <a:gd name="connsiteY54" fmla="*/ 1197769 h 1264444"/>
                    <a:gd name="connsiteX55" fmla="*/ 373856 w 821531"/>
                    <a:gd name="connsiteY55" fmla="*/ 1157288 h 1264444"/>
                    <a:gd name="connsiteX56" fmla="*/ 404813 w 821531"/>
                    <a:gd name="connsiteY56" fmla="*/ 1131094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0582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28638 w 821531"/>
                    <a:gd name="connsiteY90" fmla="*/ 216694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8144 w 821531"/>
                    <a:gd name="connsiteY96" fmla="*/ 69056 h 1264444"/>
                    <a:gd name="connsiteX97" fmla="*/ 383381 w 821531"/>
                    <a:gd name="connsiteY97" fmla="*/ 33338 h 1264444"/>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8613 w 821531"/>
                    <a:gd name="connsiteY53" fmla="*/ 1221582 h 1264444"/>
                    <a:gd name="connsiteX54" fmla="*/ 378618 w 821531"/>
                    <a:gd name="connsiteY54" fmla="*/ 1197769 h 1264444"/>
                    <a:gd name="connsiteX55" fmla="*/ 373856 w 821531"/>
                    <a:gd name="connsiteY55" fmla="*/ 1157288 h 1264444"/>
                    <a:gd name="connsiteX56" fmla="*/ 404813 w 821531"/>
                    <a:gd name="connsiteY56" fmla="*/ 1131094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0582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28638 w 821531"/>
                    <a:gd name="connsiteY90" fmla="*/ 216694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8144 w 821531"/>
                    <a:gd name="connsiteY96" fmla="*/ 69056 h 1264444"/>
                    <a:gd name="connsiteX97" fmla="*/ 383381 w 821531"/>
                    <a:gd name="connsiteY97" fmla="*/ 33338 h 1264444"/>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8613 w 821531"/>
                    <a:gd name="connsiteY53" fmla="*/ 1221582 h 1264444"/>
                    <a:gd name="connsiteX54" fmla="*/ 378618 w 821531"/>
                    <a:gd name="connsiteY54" fmla="*/ 1197769 h 1264444"/>
                    <a:gd name="connsiteX55" fmla="*/ 373856 w 821531"/>
                    <a:gd name="connsiteY55" fmla="*/ 1157288 h 1264444"/>
                    <a:gd name="connsiteX56" fmla="*/ 404813 w 821531"/>
                    <a:gd name="connsiteY56" fmla="*/ 1131094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0582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28638 w 821531"/>
                    <a:gd name="connsiteY90" fmla="*/ 216694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8144 w 821531"/>
                    <a:gd name="connsiteY96" fmla="*/ 69056 h 1264444"/>
                    <a:gd name="connsiteX97" fmla="*/ 383381 w 821531"/>
                    <a:gd name="connsiteY97" fmla="*/ 33338 h 1264444"/>
                    <a:gd name="connsiteX0" fmla="*/ 383381 w 821531"/>
                    <a:gd name="connsiteY0" fmla="*/ 33338 h 1269206"/>
                    <a:gd name="connsiteX1" fmla="*/ 364331 w 821531"/>
                    <a:gd name="connsiteY1" fmla="*/ 7144 h 1269206"/>
                    <a:gd name="connsiteX2" fmla="*/ 326231 w 821531"/>
                    <a:gd name="connsiteY2" fmla="*/ 7144 h 1269206"/>
                    <a:gd name="connsiteX3" fmla="*/ 285750 w 821531"/>
                    <a:gd name="connsiteY3" fmla="*/ 0 h 1269206"/>
                    <a:gd name="connsiteX4" fmla="*/ 254794 w 821531"/>
                    <a:gd name="connsiteY4" fmla="*/ 4763 h 1269206"/>
                    <a:gd name="connsiteX5" fmla="*/ 242888 w 821531"/>
                    <a:gd name="connsiteY5" fmla="*/ 16669 h 1269206"/>
                    <a:gd name="connsiteX6" fmla="*/ 245269 w 821531"/>
                    <a:gd name="connsiteY6" fmla="*/ 52388 h 1269206"/>
                    <a:gd name="connsiteX7" fmla="*/ 223838 w 821531"/>
                    <a:gd name="connsiteY7" fmla="*/ 80963 h 1269206"/>
                    <a:gd name="connsiteX8" fmla="*/ 204788 w 821531"/>
                    <a:gd name="connsiteY8" fmla="*/ 83344 h 1269206"/>
                    <a:gd name="connsiteX9" fmla="*/ 183356 w 821531"/>
                    <a:gd name="connsiteY9" fmla="*/ 95250 h 1269206"/>
                    <a:gd name="connsiteX10" fmla="*/ 195263 w 821531"/>
                    <a:gd name="connsiteY10" fmla="*/ 126206 h 1269206"/>
                    <a:gd name="connsiteX11" fmla="*/ 183356 w 821531"/>
                    <a:gd name="connsiteY11" fmla="*/ 159544 h 1269206"/>
                    <a:gd name="connsiteX12" fmla="*/ 173831 w 821531"/>
                    <a:gd name="connsiteY12" fmla="*/ 185738 h 1269206"/>
                    <a:gd name="connsiteX13" fmla="*/ 166688 w 821531"/>
                    <a:gd name="connsiteY13" fmla="*/ 245269 h 1269206"/>
                    <a:gd name="connsiteX14" fmla="*/ 164306 w 821531"/>
                    <a:gd name="connsiteY14" fmla="*/ 321469 h 1269206"/>
                    <a:gd name="connsiteX15" fmla="*/ 138113 w 821531"/>
                    <a:gd name="connsiteY15" fmla="*/ 411956 h 1269206"/>
                    <a:gd name="connsiteX16" fmla="*/ 114300 w 821531"/>
                    <a:gd name="connsiteY16" fmla="*/ 466725 h 1269206"/>
                    <a:gd name="connsiteX17" fmla="*/ 100013 w 821531"/>
                    <a:gd name="connsiteY17" fmla="*/ 492919 h 1269206"/>
                    <a:gd name="connsiteX18" fmla="*/ 59531 w 821531"/>
                    <a:gd name="connsiteY18" fmla="*/ 481013 h 1269206"/>
                    <a:gd name="connsiteX19" fmla="*/ 23813 w 821531"/>
                    <a:gd name="connsiteY19" fmla="*/ 492919 h 1269206"/>
                    <a:gd name="connsiteX20" fmla="*/ 35719 w 821531"/>
                    <a:gd name="connsiteY20" fmla="*/ 519113 h 1269206"/>
                    <a:gd name="connsiteX21" fmla="*/ 0 w 821531"/>
                    <a:gd name="connsiteY21" fmla="*/ 538163 h 1269206"/>
                    <a:gd name="connsiteX22" fmla="*/ 4763 w 821531"/>
                    <a:gd name="connsiteY22" fmla="*/ 564356 h 1269206"/>
                    <a:gd name="connsiteX23" fmla="*/ 23813 w 821531"/>
                    <a:gd name="connsiteY23" fmla="*/ 592931 h 1269206"/>
                    <a:gd name="connsiteX24" fmla="*/ 28575 w 821531"/>
                    <a:gd name="connsiteY24" fmla="*/ 635794 h 1269206"/>
                    <a:gd name="connsiteX25" fmla="*/ 2381 w 821531"/>
                    <a:gd name="connsiteY25" fmla="*/ 666750 h 1269206"/>
                    <a:gd name="connsiteX26" fmla="*/ 4763 w 821531"/>
                    <a:gd name="connsiteY26" fmla="*/ 702469 h 1269206"/>
                    <a:gd name="connsiteX27" fmla="*/ 33338 w 821531"/>
                    <a:gd name="connsiteY27" fmla="*/ 709613 h 1269206"/>
                    <a:gd name="connsiteX28" fmla="*/ 61913 w 821531"/>
                    <a:gd name="connsiteY28" fmla="*/ 733425 h 1269206"/>
                    <a:gd name="connsiteX29" fmla="*/ 104775 w 821531"/>
                    <a:gd name="connsiteY29" fmla="*/ 728663 h 1269206"/>
                    <a:gd name="connsiteX30" fmla="*/ 126206 w 821531"/>
                    <a:gd name="connsiteY30" fmla="*/ 747713 h 1269206"/>
                    <a:gd name="connsiteX31" fmla="*/ 114300 w 821531"/>
                    <a:gd name="connsiteY31" fmla="*/ 781050 h 1269206"/>
                    <a:gd name="connsiteX32" fmla="*/ 100013 w 821531"/>
                    <a:gd name="connsiteY32" fmla="*/ 876300 h 1269206"/>
                    <a:gd name="connsiteX33" fmla="*/ 109538 w 821531"/>
                    <a:gd name="connsiteY33" fmla="*/ 900113 h 1269206"/>
                    <a:gd name="connsiteX34" fmla="*/ 123825 w 821531"/>
                    <a:gd name="connsiteY34" fmla="*/ 945356 h 1269206"/>
                    <a:gd name="connsiteX35" fmla="*/ 126206 w 821531"/>
                    <a:gd name="connsiteY35" fmla="*/ 983456 h 1269206"/>
                    <a:gd name="connsiteX36" fmla="*/ 95250 w 821531"/>
                    <a:gd name="connsiteY36" fmla="*/ 1004888 h 1269206"/>
                    <a:gd name="connsiteX37" fmla="*/ 88106 w 821531"/>
                    <a:gd name="connsiteY37" fmla="*/ 1023938 h 1269206"/>
                    <a:gd name="connsiteX38" fmla="*/ 92869 w 821531"/>
                    <a:gd name="connsiteY38" fmla="*/ 1073944 h 1269206"/>
                    <a:gd name="connsiteX39" fmla="*/ 100013 w 821531"/>
                    <a:gd name="connsiteY39" fmla="*/ 1092994 h 1269206"/>
                    <a:gd name="connsiteX40" fmla="*/ 80963 w 821531"/>
                    <a:gd name="connsiteY40" fmla="*/ 1171575 h 1269206"/>
                    <a:gd name="connsiteX41" fmla="*/ 61913 w 821531"/>
                    <a:gd name="connsiteY41" fmla="*/ 1209675 h 1269206"/>
                    <a:gd name="connsiteX42" fmla="*/ 54769 w 821531"/>
                    <a:gd name="connsiteY42" fmla="*/ 1233488 h 1269206"/>
                    <a:gd name="connsiteX43" fmla="*/ 52388 w 821531"/>
                    <a:gd name="connsiteY43" fmla="*/ 1264444 h 1269206"/>
                    <a:gd name="connsiteX44" fmla="*/ 45244 w 821531"/>
                    <a:gd name="connsiteY44" fmla="*/ 1269206 h 1269206"/>
                    <a:gd name="connsiteX45" fmla="*/ 97631 w 821531"/>
                    <a:gd name="connsiteY45" fmla="*/ 1264444 h 1269206"/>
                    <a:gd name="connsiteX46" fmla="*/ 126206 w 821531"/>
                    <a:gd name="connsiteY46" fmla="*/ 1257300 h 1269206"/>
                    <a:gd name="connsiteX47" fmla="*/ 133350 w 821531"/>
                    <a:gd name="connsiteY47" fmla="*/ 1207294 h 1269206"/>
                    <a:gd name="connsiteX48" fmla="*/ 171450 w 821531"/>
                    <a:gd name="connsiteY48" fmla="*/ 1164431 h 1269206"/>
                    <a:gd name="connsiteX49" fmla="*/ 219075 w 821531"/>
                    <a:gd name="connsiteY49" fmla="*/ 1159669 h 1269206"/>
                    <a:gd name="connsiteX50" fmla="*/ 252413 w 821531"/>
                    <a:gd name="connsiteY50" fmla="*/ 1166813 h 1269206"/>
                    <a:gd name="connsiteX51" fmla="*/ 264319 w 821531"/>
                    <a:gd name="connsiteY51" fmla="*/ 1188244 h 1269206"/>
                    <a:gd name="connsiteX52" fmla="*/ 326231 w 821531"/>
                    <a:gd name="connsiteY52" fmla="*/ 1207294 h 1269206"/>
                    <a:gd name="connsiteX53" fmla="*/ 328613 w 821531"/>
                    <a:gd name="connsiteY53" fmla="*/ 1221582 h 1269206"/>
                    <a:gd name="connsiteX54" fmla="*/ 378618 w 821531"/>
                    <a:gd name="connsiteY54" fmla="*/ 1197769 h 1269206"/>
                    <a:gd name="connsiteX55" fmla="*/ 373856 w 821531"/>
                    <a:gd name="connsiteY55" fmla="*/ 1157288 h 1269206"/>
                    <a:gd name="connsiteX56" fmla="*/ 404813 w 821531"/>
                    <a:gd name="connsiteY56" fmla="*/ 1131094 h 1269206"/>
                    <a:gd name="connsiteX57" fmla="*/ 390525 w 821531"/>
                    <a:gd name="connsiteY57" fmla="*/ 1071563 h 1269206"/>
                    <a:gd name="connsiteX58" fmla="*/ 390525 w 821531"/>
                    <a:gd name="connsiteY58" fmla="*/ 1035844 h 1269206"/>
                    <a:gd name="connsiteX59" fmla="*/ 366713 w 821531"/>
                    <a:gd name="connsiteY59" fmla="*/ 988219 h 1269206"/>
                    <a:gd name="connsiteX60" fmla="*/ 350044 w 821531"/>
                    <a:gd name="connsiteY60" fmla="*/ 935831 h 1269206"/>
                    <a:gd name="connsiteX61" fmla="*/ 364331 w 821531"/>
                    <a:gd name="connsiteY61" fmla="*/ 914400 h 1269206"/>
                    <a:gd name="connsiteX62" fmla="*/ 352425 w 821531"/>
                    <a:gd name="connsiteY62" fmla="*/ 857250 h 1269206"/>
                    <a:gd name="connsiteX63" fmla="*/ 361950 w 821531"/>
                    <a:gd name="connsiteY63" fmla="*/ 826294 h 1269206"/>
                    <a:gd name="connsiteX64" fmla="*/ 395288 w 821531"/>
                    <a:gd name="connsiteY64" fmla="*/ 823913 h 1269206"/>
                    <a:gd name="connsiteX65" fmla="*/ 411956 w 821531"/>
                    <a:gd name="connsiteY65" fmla="*/ 788194 h 1269206"/>
                    <a:gd name="connsiteX66" fmla="*/ 459581 w 821531"/>
                    <a:gd name="connsiteY66" fmla="*/ 802481 h 1269206"/>
                    <a:gd name="connsiteX67" fmla="*/ 497681 w 821531"/>
                    <a:gd name="connsiteY67" fmla="*/ 802481 h 1269206"/>
                    <a:gd name="connsiteX68" fmla="*/ 526256 w 821531"/>
                    <a:gd name="connsiteY68" fmla="*/ 821531 h 1269206"/>
                    <a:gd name="connsiteX69" fmla="*/ 576263 w 821531"/>
                    <a:gd name="connsiteY69" fmla="*/ 840582 h 1269206"/>
                    <a:gd name="connsiteX70" fmla="*/ 654844 w 821531"/>
                    <a:gd name="connsiteY70" fmla="*/ 790575 h 1269206"/>
                    <a:gd name="connsiteX71" fmla="*/ 702469 w 821531"/>
                    <a:gd name="connsiteY71" fmla="*/ 759619 h 1269206"/>
                    <a:gd name="connsiteX72" fmla="*/ 752475 w 821531"/>
                    <a:gd name="connsiteY72" fmla="*/ 750094 h 1269206"/>
                    <a:gd name="connsiteX73" fmla="*/ 783431 w 821531"/>
                    <a:gd name="connsiteY73" fmla="*/ 742950 h 1269206"/>
                    <a:gd name="connsiteX74" fmla="*/ 812006 w 821531"/>
                    <a:gd name="connsiteY74" fmla="*/ 688181 h 1269206"/>
                    <a:gd name="connsiteX75" fmla="*/ 812006 w 821531"/>
                    <a:gd name="connsiteY75" fmla="*/ 642938 h 1269206"/>
                    <a:gd name="connsiteX76" fmla="*/ 821531 w 821531"/>
                    <a:gd name="connsiteY76" fmla="*/ 614363 h 1269206"/>
                    <a:gd name="connsiteX77" fmla="*/ 821531 w 821531"/>
                    <a:gd name="connsiteY77" fmla="*/ 578644 h 1269206"/>
                    <a:gd name="connsiteX78" fmla="*/ 816769 w 821531"/>
                    <a:gd name="connsiteY78" fmla="*/ 528638 h 1269206"/>
                    <a:gd name="connsiteX79" fmla="*/ 816769 w 821531"/>
                    <a:gd name="connsiteY79" fmla="*/ 488156 h 1269206"/>
                    <a:gd name="connsiteX80" fmla="*/ 797719 w 821531"/>
                    <a:gd name="connsiteY80" fmla="*/ 431006 h 1269206"/>
                    <a:gd name="connsiteX81" fmla="*/ 778669 w 821531"/>
                    <a:gd name="connsiteY81" fmla="*/ 390525 h 1269206"/>
                    <a:gd name="connsiteX82" fmla="*/ 762000 w 821531"/>
                    <a:gd name="connsiteY82" fmla="*/ 357188 h 1269206"/>
                    <a:gd name="connsiteX83" fmla="*/ 723900 w 821531"/>
                    <a:gd name="connsiteY83" fmla="*/ 340519 h 1269206"/>
                    <a:gd name="connsiteX84" fmla="*/ 695325 w 821531"/>
                    <a:gd name="connsiteY84" fmla="*/ 319088 h 1269206"/>
                    <a:gd name="connsiteX85" fmla="*/ 664369 w 821531"/>
                    <a:gd name="connsiteY85" fmla="*/ 323850 h 1269206"/>
                    <a:gd name="connsiteX86" fmla="*/ 611981 w 821531"/>
                    <a:gd name="connsiteY86" fmla="*/ 335756 h 1269206"/>
                    <a:gd name="connsiteX87" fmla="*/ 578644 w 821531"/>
                    <a:gd name="connsiteY87" fmla="*/ 328613 h 1269206"/>
                    <a:gd name="connsiteX88" fmla="*/ 547688 w 821531"/>
                    <a:gd name="connsiteY88" fmla="*/ 273844 h 1269206"/>
                    <a:gd name="connsiteX89" fmla="*/ 542925 w 821531"/>
                    <a:gd name="connsiteY89" fmla="*/ 238125 h 1269206"/>
                    <a:gd name="connsiteX90" fmla="*/ 528638 w 821531"/>
                    <a:gd name="connsiteY90" fmla="*/ 216694 h 1269206"/>
                    <a:gd name="connsiteX91" fmla="*/ 485775 w 821531"/>
                    <a:gd name="connsiteY91" fmla="*/ 202406 h 1269206"/>
                    <a:gd name="connsiteX92" fmla="*/ 421481 w 821531"/>
                    <a:gd name="connsiteY92" fmla="*/ 190500 h 1269206"/>
                    <a:gd name="connsiteX93" fmla="*/ 400050 w 821531"/>
                    <a:gd name="connsiteY93" fmla="*/ 154781 h 1269206"/>
                    <a:gd name="connsiteX94" fmla="*/ 388144 w 821531"/>
                    <a:gd name="connsiteY94" fmla="*/ 130969 h 1269206"/>
                    <a:gd name="connsiteX95" fmla="*/ 385763 w 821531"/>
                    <a:gd name="connsiteY95" fmla="*/ 95250 h 1269206"/>
                    <a:gd name="connsiteX96" fmla="*/ 388144 w 821531"/>
                    <a:gd name="connsiteY96" fmla="*/ 69056 h 1269206"/>
                    <a:gd name="connsiteX97" fmla="*/ 383381 w 821531"/>
                    <a:gd name="connsiteY97" fmla="*/ 33338 h 1269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821531" h="1269206">
                      <a:moveTo>
                        <a:pt x="383381" y="33338"/>
                      </a:moveTo>
                      <a:lnTo>
                        <a:pt x="364331" y="7144"/>
                      </a:lnTo>
                      <a:lnTo>
                        <a:pt x="326231" y="7144"/>
                      </a:lnTo>
                      <a:lnTo>
                        <a:pt x="285750" y="0"/>
                      </a:lnTo>
                      <a:lnTo>
                        <a:pt x="254794" y="4763"/>
                      </a:lnTo>
                      <a:lnTo>
                        <a:pt x="242888" y="16669"/>
                      </a:lnTo>
                      <a:lnTo>
                        <a:pt x="245269" y="52388"/>
                      </a:lnTo>
                      <a:lnTo>
                        <a:pt x="223838" y="80963"/>
                      </a:lnTo>
                      <a:lnTo>
                        <a:pt x="204788" y="83344"/>
                      </a:lnTo>
                      <a:lnTo>
                        <a:pt x="183356" y="95250"/>
                      </a:lnTo>
                      <a:lnTo>
                        <a:pt x="195263" y="126206"/>
                      </a:lnTo>
                      <a:lnTo>
                        <a:pt x="183356" y="159544"/>
                      </a:lnTo>
                      <a:lnTo>
                        <a:pt x="173831" y="185738"/>
                      </a:lnTo>
                      <a:lnTo>
                        <a:pt x="166688" y="245269"/>
                      </a:lnTo>
                      <a:lnTo>
                        <a:pt x="164306" y="321469"/>
                      </a:lnTo>
                      <a:lnTo>
                        <a:pt x="138113" y="411956"/>
                      </a:lnTo>
                      <a:lnTo>
                        <a:pt x="114300" y="466725"/>
                      </a:lnTo>
                      <a:lnTo>
                        <a:pt x="100013" y="492919"/>
                      </a:lnTo>
                      <a:lnTo>
                        <a:pt x="59531" y="481013"/>
                      </a:lnTo>
                      <a:lnTo>
                        <a:pt x="23813" y="492919"/>
                      </a:lnTo>
                      <a:lnTo>
                        <a:pt x="35719" y="519113"/>
                      </a:lnTo>
                      <a:lnTo>
                        <a:pt x="0" y="538163"/>
                      </a:lnTo>
                      <a:lnTo>
                        <a:pt x="4763" y="564356"/>
                      </a:lnTo>
                      <a:lnTo>
                        <a:pt x="23813" y="592931"/>
                      </a:lnTo>
                      <a:lnTo>
                        <a:pt x="28575" y="635794"/>
                      </a:lnTo>
                      <a:lnTo>
                        <a:pt x="2381" y="666750"/>
                      </a:lnTo>
                      <a:lnTo>
                        <a:pt x="4763" y="702469"/>
                      </a:lnTo>
                      <a:lnTo>
                        <a:pt x="33338" y="709613"/>
                      </a:lnTo>
                      <a:lnTo>
                        <a:pt x="61913" y="733425"/>
                      </a:lnTo>
                      <a:lnTo>
                        <a:pt x="104775" y="728663"/>
                      </a:lnTo>
                      <a:lnTo>
                        <a:pt x="126206" y="747713"/>
                      </a:lnTo>
                      <a:lnTo>
                        <a:pt x="114300" y="781050"/>
                      </a:lnTo>
                      <a:lnTo>
                        <a:pt x="100013" y="876300"/>
                      </a:lnTo>
                      <a:lnTo>
                        <a:pt x="109538" y="900113"/>
                      </a:lnTo>
                      <a:lnTo>
                        <a:pt x="123825" y="945356"/>
                      </a:lnTo>
                      <a:lnTo>
                        <a:pt x="126206" y="983456"/>
                      </a:lnTo>
                      <a:lnTo>
                        <a:pt x="95250" y="1004888"/>
                      </a:lnTo>
                      <a:lnTo>
                        <a:pt x="88106" y="1023938"/>
                      </a:lnTo>
                      <a:lnTo>
                        <a:pt x="92869" y="1073944"/>
                      </a:lnTo>
                      <a:lnTo>
                        <a:pt x="100013" y="1092994"/>
                      </a:lnTo>
                      <a:lnTo>
                        <a:pt x="80963" y="1171575"/>
                      </a:lnTo>
                      <a:lnTo>
                        <a:pt x="61913" y="1209675"/>
                      </a:lnTo>
                      <a:lnTo>
                        <a:pt x="54769" y="1233488"/>
                      </a:lnTo>
                      <a:cubicBezTo>
                        <a:pt x="53975" y="1243807"/>
                        <a:pt x="53976" y="1258491"/>
                        <a:pt x="52388" y="1264444"/>
                      </a:cubicBezTo>
                      <a:cubicBezTo>
                        <a:pt x="50801" y="1270397"/>
                        <a:pt x="47625" y="1267619"/>
                        <a:pt x="45244" y="1269206"/>
                      </a:cubicBezTo>
                      <a:lnTo>
                        <a:pt x="97631" y="1264444"/>
                      </a:lnTo>
                      <a:lnTo>
                        <a:pt x="126206" y="1257300"/>
                      </a:lnTo>
                      <a:lnTo>
                        <a:pt x="133350" y="1207294"/>
                      </a:lnTo>
                      <a:lnTo>
                        <a:pt x="171450" y="1164431"/>
                      </a:lnTo>
                      <a:lnTo>
                        <a:pt x="219075" y="1159669"/>
                      </a:lnTo>
                      <a:lnTo>
                        <a:pt x="252413" y="1166813"/>
                      </a:lnTo>
                      <a:lnTo>
                        <a:pt x="264319" y="1188244"/>
                      </a:lnTo>
                      <a:cubicBezTo>
                        <a:pt x="284956" y="1194594"/>
                        <a:pt x="315515" y="1201738"/>
                        <a:pt x="326231" y="1207294"/>
                      </a:cubicBezTo>
                      <a:cubicBezTo>
                        <a:pt x="336947" y="1212850"/>
                        <a:pt x="319882" y="1223170"/>
                        <a:pt x="328613" y="1221582"/>
                      </a:cubicBezTo>
                      <a:cubicBezTo>
                        <a:pt x="337344" y="1219994"/>
                        <a:pt x="361950" y="1205707"/>
                        <a:pt x="378618" y="1197769"/>
                      </a:cubicBezTo>
                      <a:lnTo>
                        <a:pt x="373856" y="1157288"/>
                      </a:lnTo>
                      <a:lnTo>
                        <a:pt x="404813" y="1131094"/>
                      </a:lnTo>
                      <a:lnTo>
                        <a:pt x="390525" y="1071563"/>
                      </a:lnTo>
                      <a:lnTo>
                        <a:pt x="390525" y="1035844"/>
                      </a:lnTo>
                      <a:lnTo>
                        <a:pt x="366713" y="988219"/>
                      </a:lnTo>
                      <a:lnTo>
                        <a:pt x="350044" y="935831"/>
                      </a:lnTo>
                      <a:lnTo>
                        <a:pt x="364331" y="914400"/>
                      </a:lnTo>
                      <a:lnTo>
                        <a:pt x="352425" y="857250"/>
                      </a:lnTo>
                      <a:lnTo>
                        <a:pt x="361950" y="826294"/>
                      </a:lnTo>
                      <a:lnTo>
                        <a:pt x="395288" y="823913"/>
                      </a:lnTo>
                      <a:lnTo>
                        <a:pt x="411956" y="788194"/>
                      </a:lnTo>
                      <a:lnTo>
                        <a:pt x="459581" y="802481"/>
                      </a:lnTo>
                      <a:lnTo>
                        <a:pt x="497681" y="802481"/>
                      </a:lnTo>
                      <a:lnTo>
                        <a:pt x="526256" y="821531"/>
                      </a:lnTo>
                      <a:lnTo>
                        <a:pt x="576263" y="840582"/>
                      </a:lnTo>
                      <a:cubicBezTo>
                        <a:pt x="609601" y="823913"/>
                        <a:pt x="628650" y="807244"/>
                        <a:pt x="654844" y="790575"/>
                      </a:cubicBezTo>
                      <a:lnTo>
                        <a:pt x="702469" y="759619"/>
                      </a:lnTo>
                      <a:lnTo>
                        <a:pt x="752475" y="750094"/>
                      </a:lnTo>
                      <a:lnTo>
                        <a:pt x="783431" y="742950"/>
                      </a:lnTo>
                      <a:lnTo>
                        <a:pt x="812006" y="688181"/>
                      </a:lnTo>
                      <a:lnTo>
                        <a:pt x="812006" y="642938"/>
                      </a:lnTo>
                      <a:lnTo>
                        <a:pt x="821531" y="614363"/>
                      </a:lnTo>
                      <a:lnTo>
                        <a:pt x="821531" y="578644"/>
                      </a:lnTo>
                      <a:lnTo>
                        <a:pt x="816769" y="528638"/>
                      </a:lnTo>
                      <a:lnTo>
                        <a:pt x="816769" y="488156"/>
                      </a:lnTo>
                      <a:lnTo>
                        <a:pt x="797719" y="431006"/>
                      </a:lnTo>
                      <a:lnTo>
                        <a:pt x="778669" y="390525"/>
                      </a:lnTo>
                      <a:lnTo>
                        <a:pt x="762000" y="357188"/>
                      </a:lnTo>
                      <a:lnTo>
                        <a:pt x="723900" y="340519"/>
                      </a:lnTo>
                      <a:lnTo>
                        <a:pt x="695325" y="319088"/>
                      </a:lnTo>
                      <a:lnTo>
                        <a:pt x="664369" y="323850"/>
                      </a:lnTo>
                      <a:lnTo>
                        <a:pt x="611981" y="335756"/>
                      </a:lnTo>
                      <a:lnTo>
                        <a:pt x="578644" y="328613"/>
                      </a:lnTo>
                      <a:lnTo>
                        <a:pt x="547688" y="273844"/>
                      </a:lnTo>
                      <a:lnTo>
                        <a:pt x="542925" y="238125"/>
                      </a:lnTo>
                      <a:lnTo>
                        <a:pt x="528638" y="216694"/>
                      </a:lnTo>
                      <a:lnTo>
                        <a:pt x="485775" y="202406"/>
                      </a:lnTo>
                      <a:lnTo>
                        <a:pt x="421481" y="190500"/>
                      </a:lnTo>
                      <a:lnTo>
                        <a:pt x="400050" y="154781"/>
                      </a:lnTo>
                      <a:lnTo>
                        <a:pt x="388144" y="130969"/>
                      </a:lnTo>
                      <a:lnTo>
                        <a:pt x="385763" y="95250"/>
                      </a:lnTo>
                      <a:cubicBezTo>
                        <a:pt x="384175" y="85725"/>
                        <a:pt x="389732" y="78581"/>
                        <a:pt x="388144" y="69056"/>
                      </a:cubicBezTo>
                      <a:lnTo>
                        <a:pt x="383381" y="33338"/>
                      </a:lnTo>
                      <a:close/>
                    </a:path>
                  </a:pathLst>
                </a:cu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700">
                    <a:ln>
                      <a:solidFill>
                        <a:schemeClr val="accent1">
                          <a:alpha val="0"/>
                        </a:schemeClr>
                      </a:solidFill>
                    </a:ln>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22" name="김포시">
                  <a:extLst>
                    <a:ext uri="{FF2B5EF4-FFF2-40B4-BE49-F238E27FC236}">
                      <a16:creationId xmlns:a16="http://schemas.microsoft.com/office/drawing/2014/main" id="{F19E8D78-92BB-5030-2FCA-8E6476AFEEA6}"/>
                    </a:ext>
                  </a:extLst>
                </p:cNvPr>
                <p:cNvSpPr/>
                <p:nvPr/>
              </p:nvSpPr>
              <p:spPr>
                <a:xfrm>
                  <a:off x="2876550" y="2245519"/>
                  <a:ext cx="1064418" cy="990600"/>
                </a:xfrm>
                <a:custGeom>
                  <a:avLst/>
                  <a:gdLst>
                    <a:gd name="connsiteX0" fmla="*/ 21431 w 1064419"/>
                    <a:gd name="connsiteY0" fmla="*/ 0 h 990600"/>
                    <a:gd name="connsiteX1" fmla="*/ 7144 w 1064419"/>
                    <a:gd name="connsiteY1" fmla="*/ 23812 h 990600"/>
                    <a:gd name="connsiteX2" fmla="*/ 0 w 1064419"/>
                    <a:gd name="connsiteY2" fmla="*/ 78581 h 990600"/>
                    <a:gd name="connsiteX3" fmla="*/ 11906 w 1064419"/>
                    <a:gd name="connsiteY3" fmla="*/ 102394 h 990600"/>
                    <a:gd name="connsiteX4" fmla="*/ 21431 w 1064419"/>
                    <a:gd name="connsiteY4" fmla="*/ 104775 h 990600"/>
                    <a:gd name="connsiteX5" fmla="*/ 2381 w 1064419"/>
                    <a:gd name="connsiteY5" fmla="*/ 128587 h 990600"/>
                    <a:gd name="connsiteX6" fmla="*/ 2381 w 1064419"/>
                    <a:gd name="connsiteY6" fmla="*/ 128587 h 990600"/>
                    <a:gd name="connsiteX7" fmla="*/ 47625 w 1064419"/>
                    <a:gd name="connsiteY7" fmla="*/ 176212 h 990600"/>
                    <a:gd name="connsiteX8" fmla="*/ 54769 w 1064419"/>
                    <a:gd name="connsiteY8" fmla="*/ 219075 h 990600"/>
                    <a:gd name="connsiteX9" fmla="*/ 40481 w 1064419"/>
                    <a:gd name="connsiteY9" fmla="*/ 261937 h 990600"/>
                    <a:gd name="connsiteX10" fmla="*/ 26194 w 1064419"/>
                    <a:gd name="connsiteY10" fmla="*/ 290512 h 990600"/>
                    <a:gd name="connsiteX11" fmla="*/ 16669 w 1064419"/>
                    <a:gd name="connsiteY11" fmla="*/ 342900 h 990600"/>
                    <a:gd name="connsiteX12" fmla="*/ 16669 w 1064419"/>
                    <a:gd name="connsiteY12" fmla="*/ 383381 h 990600"/>
                    <a:gd name="connsiteX13" fmla="*/ 42863 w 1064419"/>
                    <a:gd name="connsiteY13" fmla="*/ 404812 h 990600"/>
                    <a:gd name="connsiteX14" fmla="*/ 61913 w 1064419"/>
                    <a:gd name="connsiteY14" fmla="*/ 431006 h 990600"/>
                    <a:gd name="connsiteX15" fmla="*/ 66675 w 1064419"/>
                    <a:gd name="connsiteY15" fmla="*/ 476250 h 990600"/>
                    <a:gd name="connsiteX16" fmla="*/ 59531 w 1064419"/>
                    <a:gd name="connsiteY16" fmla="*/ 528637 h 990600"/>
                    <a:gd name="connsiteX17" fmla="*/ 38100 w 1064419"/>
                    <a:gd name="connsiteY17" fmla="*/ 564356 h 990600"/>
                    <a:gd name="connsiteX18" fmla="*/ 78581 w 1064419"/>
                    <a:gd name="connsiteY18" fmla="*/ 578644 h 990600"/>
                    <a:gd name="connsiteX19" fmla="*/ 83344 w 1064419"/>
                    <a:gd name="connsiteY19" fmla="*/ 609600 h 990600"/>
                    <a:gd name="connsiteX20" fmla="*/ 104775 w 1064419"/>
                    <a:gd name="connsiteY20" fmla="*/ 633412 h 990600"/>
                    <a:gd name="connsiteX21" fmla="*/ 66675 w 1064419"/>
                    <a:gd name="connsiteY21" fmla="*/ 652462 h 990600"/>
                    <a:gd name="connsiteX22" fmla="*/ 64294 w 1064419"/>
                    <a:gd name="connsiteY22" fmla="*/ 676275 h 990600"/>
                    <a:gd name="connsiteX23" fmla="*/ 80963 w 1064419"/>
                    <a:gd name="connsiteY23" fmla="*/ 719137 h 990600"/>
                    <a:gd name="connsiteX24" fmla="*/ 109538 w 1064419"/>
                    <a:gd name="connsiteY24" fmla="*/ 747712 h 990600"/>
                    <a:gd name="connsiteX25" fmla="*/ 133350 w 1064419"/>
                    <a:gd name="connsiteY25" fmla="*/ 792956 h 990600"/>
                    <a:gd name="connsiteX26" fmla="*/ 140494 w 1064419"/>
                    <a:gd name="connsiteY26" fmla="*/ 847725 h 990600"/>
                    <a:gd name="connsiteX27" fmla="*/ 140494 w 1064419"/>
                    <a:gd name="connsiteY27" fmla="*/ 885825 h 990600"/>
                    <a:gd name="connsiteX28" fmla="*/ 171450 w 1064419"/>
                    <a:gd name="connsiteY28" fmla="*/ 909637 h 990600"/>
                    <a:gd name="connsiteX29" fmla="*/ 200025 w 1064419"/>
                    <a:gd name="connsiteY29" fmla="*/ 933450 h 990600"/>
                    <a:gd name="connsiteX30" fmla="*/ 221456 w 1064419"/>
                    <a:gd name="connsiteY30" fmla="*/ 900112 h 990600"/>
                    <a:gd name="connsiteX31" fmla="*/ 259556 w 1064419"/>
                    <a:gd name="connsiteY31" fmla="*/ 919162 h 990600"/>
                    <a:gd name="connsiteX32" fmla="*/ 288131 w 1064419"/>
                    <a:gd name="connsiteY32" fmla="*/ 919162 h 990600"/>
                    <a:gd name="connsiteX33" fmla="*/ 300038 w 1064419"/>
                    <a:gd name="connsiteY33" fmla="*/ 895350 h 990600"/>
                    <a:gd name="connsiteX34" fmla="*/ 326231 w 1064419"/>
                    <a:gd name="connsiteY34" fmla="*/ 869156 h 990600"/>
                    <a:gd name="connsiteX35" fmla="*/ 357188 w 1064419"/>
                    <a:gd name="connsiteY35" fmla="*/ 871537 h 990600"/>
                    <a:gd name="connsiteX36" fmla="*/ 383381 w 1064419"/>
                    <a:gd name="connsiteY36" fmla="*/ 878681 h 990600"/>
                    <a:gd name="connsiteX37" fmla="*/ 414338 w 1064419"/>
                    <a:gd name="connsiteY37" fmla="*/ 821531 h 990600"/>
                    <a:gd name="connsiteX38" fmla="*/ 414338 w 1064419"/>
                    <a:gd name="connsiteY38" fmla="*/ 821531 h 990600"/>
                    <a:gd name="connsiteX39" fmla="*/ 423863 w 1064419"/>
                    <a:gd name="connsiteY39" fmla="*/ 771525 h 990600"/>
                    <a:gd name="connsiteX40" fmla="*/ 450056 w 1064419"/>
                    <a:gd name="connsiteY40" fmla="*/ 752475 h 990600"/>
                    <a:gd name="connsiteX41" fmla="*/ 476250 w 1064419"/>
                    <a:gd name="connsiteY41" fmla="*/ 754856 h 990600"/>
                    <a:gd name="connsiteX42" fmla="*/ 471488 w 1064419"/>
                    <a:gd name="connsiteY42" fmla="*/ 723900 h 990600"/>
                    <a:gd name="connsiteX43" fmla="*/ 500063 w 1064419"/>
                    <a:gd name="connsiteY43" fmla="*/ 711994 h 990600"/>
                    <a:gd name="connsiteX44" fmla="*/ 542925 w 1064419"/>
                    <a:gd name="connsiteY44" fmla="*/ 704850 h 990600"/>
                    <a:gd name="connsiteX45" fmla="*/ 607219 w 1064419"/>
                    <a:gd name="connsiteY45" fmla="*/ 752475 h 990600"/>
                    <a:gd name="connsiteX46" fmla="*/ 650081 w 1064419"/>
                    <a:gd name="connsiteY46" fmla="*/ 792956 h 990600"/>
                    <a:gd name="connsiteX47" fmla="*/ 671513 w 1064419"/>
                    <a:gd name="connsiteY47" fmla="*/ 807244 h 990600"/>
                    <a:gd name="connsiteX48" fmla="*/ 714375 w 1064419"/>
                    <a:gd name="connsiteY48" fmla="*/ 838200 h 990600"/>
                    <a:gd name="connsiteX49" fmla="*/ 723900 w 1064419"/>
                    <a:gd name="connsiteY49" fmla="*/ 883444 h 990600"/>
                    <a:gd name="connsiteX50" fmla="*/ 762000 w 1064419"/>
                    <a:gd name="connsiteY50" fmla="*/ 892969 h 990600"/>
                    <a:gd name="connsiteX51" fmla="*/ 785813 w 1064419"/>
                    <a:gd name="connsiteY51" fmla="*/ 931069 h 990600"/>
                    <a:gd name="connsiteX52" fmla="*/ 812006 w 1064419"/>
                    <a:gd name="connsiteY52" fmla="*/ 947737 h 990600"/>
                    <a:gd name="connsiteX53" fmla="*/ 857250 w 1064419"/>
                    <a:gd name="connsiteY53" fmla="*/ 940594 h 990600"/>
                    <a:gd name="connsiteX54" fmla="*/ 873919 w 1064419"/>
                    <a:gd name="connsiteY54" fmla="*/ 959644 h 990600"/>
                    <a:gd name="connsiteX55" fmla="*/ 892969 w 1064419"/>
                    <a:gd name="connsiteY55" fmla="*/ 990600 h 990600"/>
                    <a:gd name="connsiteX56" fmla="*/ 902494 w 1064419"/>
                    <a:gd name="connsiteY56" fmla="*/ 988219 h 990600"/>
                    <a:gd name="connsiteX57" fmla="*/ 909638 w 1064419"/>
                    <a:gd name="connsiteY57" fmla="*/ 952500 h 990600"/>
                    <a:gd name="connsiteX58" fmla="*/ 940594 w 1064419"/>
                    <a:gd name="connsiteY58" fmla="*/ 947737 h 990600"/>
                    <a:gd name="connsiteX59" fmla="*/ 969169 w 1064419"/>
                    <a:gd name="connsiteY59" fmla="*/ 962025 h 990600"/>
                    <a:gd name="connsiteX60" fmla="*/ 988219 w 1064419"/>
                    <a:gd name="connsiteY60" fmla="*/ 988219 h 990600"/>
                    <a:gd name="connsiteX61" fmla="*/ 1033463 w 1064419"/>
                    <a:gd name="connsiteY61" fmla="*/ 981075 h 990600"/>
                    <a:gd name="connsiteX62" fmla="*/ 1054894 w 1064419"/>
                    <a:gd name="connsiteY62" fmla="*/ 981075 h 990600"/>
                    <a:gd name="connsiteX63" fmla="*/ 1064419 w 1064419"/>
                    <a:gd name="connsiteY63" fmla="*/ 959644 h 990600"/>
                    <a:gd name="connsiteX64" fmla="*/ 1052513 w 1064419"/>
                    <a:gd name="connsiteY64" fmla="*/ 919162 h 990600"/>
                    <a:gd name="connsiteX65" fmla="*/ 1059656 w 1064419"/>
                    <a:gd name="connsiteY65" fmla="*/ 900112 h 990600"/>
                    <a:gd name="connsiteX66" fmla="*/ 990600 w 1064419"/>
                    <a:gd name="connsiteY66" fmla="*/ 857250 h 990600"/>
                    <a:gd name="connsiteX67" fmla="*/ 954881 w 1064419"/>
                    <a:gd name="connsiteY67" fmla="*/ 835819 h 990600"/>
                    <a:gd name="connsiteX68" fmla="*/ 869156 w 1064419"/>
                    <a:gd name="connsiteY68" fmla="*/ 781050 h 990600"/>
                    <a:gd name="connsiteX69" fmla="*/ 771525 w 1064419"/>
                    <a:gd name="connsiteY69" fmla="*/ 716756 h 990600"/>
                    <a:gd name="connsiteX70" fmla="*/ 750094 w 1064419"/>
                    <a:gd name="connsiteY70" fmla="*/ 704850 h 990600"/>
                    <a:gd name="connsiteX71" fmla="*/ 714375 w 1064419"/>
                    <a:gd name="connsiteY71" fmla="*/ 678656 h 990600"/>
                    <a:gd name="connsiteX72" fmla="*/ 692944 w 1064419"/>
                    <a:gd name="connsiteY72" fmla="*/ 652462 h 990600"/>
                    <a:gd name="connsiteX73" fmla="*/ 642938 w 1064419"/>
                    <a:gd name="connsiteY73" fmla="*/ 609600 h 990600"/>
                    <a:gd name="connsiteX74" fmla="*/ 566738 w 1064419"/>
                    <a:gd name="connsiteY74" fmla="*/ 554831 h 990600"/>
                    <a:gd name="connsiteX75" fmla="*/ 535781 w 1064419"/>
                    <a:gd name="connsiteY75" fmla="*/ 535781 h 990600"/>
                    <a:gd name="connsiteX76" fmla="*/ 535781 w 1064419"/>
                    <a:gd name="connsiteY76" fmla="*/ 521494 h 990600"/>
                    <a:gd name="connsiteX77" fmla="*/ 545306 w 1064419"/>
                    <a:gd name="connsiteY77" fmla="*/ 500062 h 990600"/>
                    <a:gd name="connsiteX78" fmla="*/ 531019 w 1064419"/>
                    <a:gd name="connsiteY78" fmla="*/ 483394 h 990600"/>
                    <a:gd name="connsiteX79" fmla="*/ 552450 w 1064419"/>
                    <a:gd name="connsiteY79" fmla="*/ 471487 h 990600"/>
                    <a:gd name="connsiteX80" fmla="*/ 566738 w 1064419"/>
                    <a:gd name="connsiteY80" fmla="*/ 459581 h 990600"/>
                    <a:gd name="connsiteX81" fmla="*/ 564356 w 1064419"/>
                    <a:gd name="connsiteY81" fmla="*/ 409575 h 990600"/>
                    <a:gd name="connsiteX82" fmla="*/ 592931 w 1064419"/>
                    <a:gd name="connsiteY82" fmla="*/ 316706 h 990600"/>
                    <a:gd name="connsiteX83" fmla="*/ 592931 w 1064419"/>
                    <a:gd name="connsiteY83" fmla="*/ 292894 h 990600"/>
                    <a:gd name="connsiteX84" fmla="*/ 533400 w 1064419"/>
                    <a:gd name="connsiteY84" fmla="*/ 197644 h 990600"/>
                    <a:gd name="connsiteX85" fmla="*/ 533400 w 1064419"/>
                    <a:gd name="connsiteY85" fmla="*/ 161925 h 990600"/>
                    <a:gd name="connsiteX86" fmla="*/ 519113 w 1064419"/>
                    <a:gd name="connsiteY86" fmla="*/ 138112 h 990600"/>
                    <a:gd name="connsiteX87" fmla="*/ 528638 w 1064419"/>
                    <a:gd name="connsiteY87" fmla="*/ 97631 h 990600"/>
                    <a:gd name="connsiteX88" fmla="*/ 507206 w 1064419"/>
                    <a:gd name="connsiteY88" fmla="*/ 71437 h 990600"/>
                    <a:gd name="connsiteX89" fmla="*/ 481013 w 1064419"/>
                    <a:gd name="connsiteY89" fmla="*/ 71437 h 990600"/>
                    <a:gd name="connsiteX90" fmla="*/ 450056 w 1064419"/>
                    <a:gd name="connsiteY90" fmla="*/ 85725 h 990600"/>
                    <a:gd name="connsiteX91" fmla="*/ 445294 w 1064419"/>
                    <a:gd name="connsiteY91" fmla="*/ 107156 h 990600"/>
                    <a:gd name="connsiteX92" fmla="*/ 409575 w 1064419"/>
                    <a:gd name="connsiteY92" fmla="*/ 135731 h 990600"/>
                    <a:gd name="connsiteX93" fmla="*/ 383381 w 1064419"/>
                    <a:gd name="connsiteY93" fmla="*/ 159544 h 990600"/>
                    <a:gd name="connsiteX94" fmla="*/ 369094 w 1064419"/>
                    <a:gd name="connsiteY94" fmla="*/ 178594 h 990600"/>
                    <a:gd name="connsiteX95" fmla="*/ 345281 w 1064419"/>
                    <a:gd name="connsiteY95" fmla="*/ 185737 h 990600"/>
                    <a:gd name="connsiteX96" fmla="*/ 326231 w 1064419"/>
                    <a:gd name="connsiteY96" fmla="*/ 154781 h 990600"/>
                    <a:gd name="connsiteX97" fmla="*/ 295275 w 1064419"/>
                    <a:gd name="connsiteY97" fmla="*/ 154781 h 990600"/>
                    <a:gd name="connsiteX98" fmla="*/ 266700 w 1064419"/>
                    <a:gd name="connsiteY98" fmla="*/ 169069 h 990600"/>
                    <a:gd name="connsiteX99" fmla="*/ 214313 w 1064419"/>
                    <a:gd name="connsiteY99" fmla="*/ 183356 h 990600"/>
                    <a:gd name="connsiteX100" fmla="*/ 190500 w 1064419"/>
                    <a:gd name="connsiteY100" fmla="*/ 166687 h 990600"/>
                    <a:gd name="connsiteX101" fmla="*/ 178594 w 1064419"/>
                    <a:gd name="connsiteY101" fmla="*/ 142875 h 990600"/>
                    <a:gd name="connsiteX102" fmla="*/ 176213 w 1064419"/>
                    <a:gd name="connsiteY102" fmla="*/ 109537 h 990600"/>
                    <a:gd name="connsiteX103" fmla="*/ 147638 w 1064419"/>
                    <a:gd name="connsiteY103" fmla="*/ 100012 h 990600"/>
                    <a:gd name="connsiteX104" fmla="*/ 88106 w 1064419"/>
                    <a:gd name="connsiteY104" fmla="*/ 97631 h 990600"/>
                    <a:gd name="connsiteX105" fmla="*/ 78581 w 1064419"/>
                    <a:gd name="connsiteY105" fmla="*/ 85725 h 990600"/>
                    <a:gd name="connsiteX106" fmla="*/ 73819 w 1064419"/>
                    <a:gd name="connsiteY106" fmla="*/ 59531 h 990600"/>
                    <a:gd name="connsiteX107" fmla="*/ 83344 w 1064419"/>
                    <a:gd name="connsiteY107" fmla="*/ 33337 h 990600"/>
                    <a:gd name="connsiteX108" fmla="*/ 21431 w 1064419"/>
                    <a:gd name="connsiteY108" fmla="*/ 0 h 990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64419" h="990600">
                      <a:moveTo>
                        <a:pt x="21431" y="0"/>
                      </a:moveTo>
                      <a:lnTo>
                        <a:pt x="7144" y="23812"/>
                      </a:lnTo>
                      <a:lnTo>
                        <a:pt x="0" y="78581"/>
                      </a:lnTo>
                      <a:lnTo>
                        <a:pt x="11906" y="102394"/>
                      </a:lnTo>
                      <a:lnTo>
                        <a:pt x="21431" y="104775"/>
                      </a:lnTo>
                      <a:lnTo>
                        <a:pt x="2381" y="128587"/>
                      </a:lnTo>
                      <a:lnTo>
                        <a:pt x="2381" y="128587"/>
                      </a:lnTo>
                      <a:lnTo>
                        <a:pt x="47625" y="176212"/>
                      </a:lnTo>
                      <a:lnTo>
                        <a:pt x="54769" y="219075"/>
                      </a:lnTo>
                      <a:lnTo>
                        <a:pt x="40481" y="261937"/>
                      </a:lnTo>
                      <a:lnTo>
                        <a:pt x="26194" y="290512"/>
                      </a:lnTo>
                      <a:lnTo>
                        <a:pt x="16669" y="342900"/>
                      </a:lnTo>
                      <a:lnTo>
                        <a:pt x="16669" y="383381"/>
                      </a:lnTo>
                      <a:lnTo>
                        <a:pt x="42863" y="404812"/>
                      </a:lnTo>
                      <a:lnTo>
                        <a:pt x="61913" y="431006"/>
                      </a:lnTo>
                      <a:lnTo>
                        <a:pt x="66675" y="476250"/>
                      </a:lnTo>
                      <a:lnTo>
                        <a:pt x="59531" y="528637"/>
                      </a:lnTo>
                      <a:lnTo>
                        <a:pt x="38100" y="564356"/>
                      </a:lnTo>
                      <a:lnTo>
                        <a:pt x="78581" y="578644"/>
                      </a:lnTo>
                      <a:lnTo>
                        <a:pt x="83344" y="609600"/>
                      </a:lnTo>
                      <a:lnTo>
                        <a:pt x="104775" y="633412"/>
                      </a:lnTo>
                      <a:lnTo>
                        <a:pt x="66675" y="652462"/>
                      </a:lnTo>
                      <a:lnTo>
                        <a:pt x="64294" y="676275"/>
                      </a:lnTo>
                      <a:lnTo>
                        <a:pt x="80963" y="719137"/>
                      </a:lnTo>
                      <a:lnTo>
                        <a:pt x="109538" y="747712"/>
                      </a:lnTo>
                      <a:lnTo>
                        <a:pt x="133350" y="792956"/>
                      </a:lnTo>
                      <a:lnTo>
                        <a:pt x="140494" y="847725"/>
                      </a:lnTo>
                      <a:lnTo>
                        <a:pt x="140494" y="885825"/>
                      </a:lnTo>
                      <a:lnTo>
                        <a:pt x="171450" y="909637"/>
                      </a:lnTo>
                      <a:lnTo>
                        <a:pt x="200025" y="933450"/>
                      </a:lnTo>
                      <a:lnTo>
                        <a:pt x="221456" y="900112"/>
                      </a:lnTo>
                      <a:lnTo>
                        <a:pt x="259556" y="919162"/>
                      </a:lnTo>
                      <a:lnTo>
                        <a:pt x="288131" y="919162"/>
                      </a:lnTo>
                      <a:lnTo>
                        <a:pt x="300038" y="895350"/>
                      </a:lnTo>
                      <a:lnTo>
                        <a:pt x="326231" y="869156"/>
                      </a:lnTo>
                      <a:lnTo>
                        <a:pt x="357188" y="871537"/>
                      </a:lnTo>
                      <a:lnTo>
                        <a:pt x="383381" y="878681"/>
                      </a:lnTo>
                      <a:lnTo>
                        <a:pt x="414338" y="821531"/>
                      </a:lnTo>
                      <a:lnTo>
                        <a:pt x="414338" y="821531"/>
                      </a:lnTo>
                      <a:lnTo>
                        <a:pt x="423863" y="771525"/>
                      </a:lnTo>
                      <a:lnTo>
                        <a:pt x="450056" y="752475"/>
                      </a:lnTo>
                      <a:lnTo>
                        <a:pt x="476250" y="754856"/>
                      </a:lnTo>
                      <a:lnTo>
                        <a:pt x="471488" y="723900"/>
                      </a:lnTo>
                      <a:lnTo>
                        <a:pt x="500063" y="711994"/>
                      </a:lnTo>
                      <a:lnTo>
                        <a:pt x="542925" y="704850"/>
                      </a:lnTo>
                      <a:lnTo>
                        <a:pt x="607219" y="752475"/>
                      </a:lnTo>
                      <a:lnTo>
                        <a:pt x="650081" y="792956"/>
                      </a:lnTo>
                      <a:lnTo>
                        <a:pt x="671513" y="807244"/>
                      </a:lnTo>
                      <a:lnTo>
                        <a:pt x="714375" y="838200"/>
                      </a:lnTo>
                      <a:lnTo>
                        <a:pt x="723900" y="883444"/>
                      </a:lnTo>
                      <a:lnTo>
                        <a:pt x="762000" y="892969"/>
                      </a:lnTo>
                      <a:lnTo>
                        <a:pt x="785813" y="931069"/>
                      </a:lnTo>
                      <a:lnTo>
                        <a:pt x="812006" y="947737"/>
                      </a:lnTo>
                      <a:lnTo>
                        <a:pt x="857250" y="940594"/>
                      </a:lnTo>
                      <a:lnTo>
                        <a:pt x="873919" y="959644"/>
                      </a:lnTo>
                      <a:lnTo>
                        <a:pt x="892969" y="990600"/>
                      </a:lnTo>
                      <a:lnTo>
                        <a:pt x="902494" y="988219"/>
                      </a:lnTo>
                      <a:lnTo>
                        <a:pt x="909638" y="952500"/>
                      </a:lnTo>
                      <a:lnTo>
                        <a:pt x="940594" y="947737"/>
                      </a:lnTo>
                      <a:lnTo>
                        <a:pt x="969169" y="962025"/>
                      </a:lnTo>
                      <a:lnTo>
                        <a:pt x="988219" y="988219"/>
                      </a:lnTo>
                      <a:lnTo>
                        <a:pt x="1033463" y="981075"/>
                      </a:lnTo>
                      <a:lnTo>
                        <a:pt x="1054894" y="981075"/>
                      </a:lnTo>
                      <a:lnTo>
                        <a:pt x="1064419" y="959644"/>
                      </a:lnTo>
                      <a:lnTo>
                        <a:pt x="1052513" y="919162"/>
                      </a:lnTo>
                      <a:lnTo>
                        <a:pt x="1059656" y="900112"/>
                      </a:lnTo>
                      <a:lnTo>
                        <a:pt x="990600" y="857250"/>
                      </a:lnTo>
                      <a:lnTo>
                        <a:pt x="954881" y="835819"/>
                      </a:lnTo>
                      <a:lnTo>
                        <a:pt x="869156" y="781050"/>
                      </a:lnTo>
                      <a:lnTo>
                        <a:pt x="771525" y="716756"/>
                      </a:lnTo>
                      <a:cubicBezTo>
                        <a:pt x="749369" y="706909"/>
                        <a:pt x="750094" y="715048"/>
                        <a:pt x="750094" y="704850"/>
                      </a:cubicBezTo>
                      <a:lnTo>
                        <a:pt x="714375" y="678656"/>
                      </a:lnTo>
                      <a:lnTo>
                        <a:pt x="692944" y="652462"/>
                      </a:lnTo>
                      <a:lnTo>
                        <a:pt x="642938" y="609600"/>
                      </a:lnTo>
                      <a:lnTo>
                        <a:pt x="566738" y="554831"/>
                      </a:lnTo>
                      <a:lnTo>
                        <a:pt x="535781" y="535781"/>
                      </a:lnTo>
                      <a:lnTo>
                        <a:pt x="535781" y="521494"/>
                      </a:lnTo>
                      <a:lnTo>
                        <a:pt x="545306" y="500062"/>
                      </a:lnTo>
                      <a:lnTo>
                        <a:pt x="531019" y="483394"/>
                      </a:lnTo>
                      <a:lnTo>
                        <a:pt x="552450" y="471487"/>
                      </a:lnTo>
                      <a:lnTo>
                        <a:pt x="566738" y="459581"/>
                      </a:lnTo>
                      <a:lnTo>
                        <a:pt x="564356" y="409575"/>
                      </a:lnTo>
                      <a:lnTo>
                        <a:pt x="592931" y="316706"/>
                      </a:lnTo>
                      <a:lnTo>
                        <a:pt x="592931" y="292894"/>
                      </a:lnTo>
                      <a:lnTo>
                        <a:pt x="533400" y="197644"/>
                      </a:lnTo>
                      <a:lnTo>
                        <a:pt x="533400" y="161925"/>
                      </a:lnTo>
                      <a:lnTo>
                        <a:pt x="519113" y="138112"/>
                      </a:lnTo>
                      <a:lnTo>
                        <a:pt x="528638" y="97631"/>
                      </a:lnTo>
                      <a:lnTo>
                        <a:pt x="507206" y="71437"/>
                      </a:lnTo>
                      <a:lnTo>
                        <a:pt x="481013" y="71437"/>
                      </a:lnTo>
                      <a:lnTo>
                        <a:pt x="450056" y="85725"/>
                      </a:lnTo>
                      <a:lnTo>
                        <a:pt x="445294" y="107156"/>
                      </a:lnTo>
                      <a:lnTo>
                        <a:pt x="409575" y="135731"/>
                      </a:lnTo>
                      <a:lnTo>
                        <a:pt x="383381" y="159544"/>
                      </a:lnTo>
                      <a:lnTo>
                        <a:pt x="369094" y="178594"/>
                      </a:lnTo>
                      <a:lnTo>
                        <a:pt x="345281" y="185737"/>
                      </a:lnTo>
                      <a:lnTo>
                        <a:pt x="326231" y="154781"/>
                      </a:lnTo>
                      <a:lnTo>
                        <a:pt x="295275" y="154781"/>
                      </a:lnTo>
                      <a:lnTo>
                        <a:pt x="266700" y="169069"/>
                      </a:lnTo>
                      <a:lnTo>
                        <a:pt x="214313" y="183356"/>
                      </a:lnTo>
                      <a:lnTo>
                        <a:pt x="190500" y="166687"/>
                      </a:lnTo>
                      <a:lnTo>
                        <a:pt x="178594" y="142875"/>
                      </a:lnTo>
                      <a:lnTo>
                        <a:pt x="176213" y="109537"/>
                      </a:lnTo>
                      <a:lnTo>
                        <a:pt x="147638" y="100012"/>
                      </a:lnTo>
                      <a:lnTo>
                        <a:pt x="88106" y="97631"/>
                      </a:lnTo>
                      <a:lnTo>
                        <a:pt x="78581" y="85725"/>
                      </a:lnTo>
                      <a:lnTo>
                        <a:pt x="73819" y="59531"/>
                      </a:lnTo>
                      <a:lnTo>
                        <a:pt x="83344" y="33337"/>
                      </a:lnTo>
                      <a:lnTo>
                        <a:pt x="21431" y="0"/>
                      </a:lnTo>
                      <a:close/>
                    </a:path>
                  </a:pathLst>
                </a:custGeom>
                <a:pattFill prst="dkUpDiag">
                  <a:fgClr>
                    <a:schemeClr val="tx2">
                      <a:lumMod val="60000"/>
                      <a:lumOff val="40000"/>
                    </a:schemeClr>
                  </a:fgClr>
                  <a:bgClr>
                    <a:prstClr val="white"/>
                  </a:bgClr>
                </a:patt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700">
                    <a:ln>
                      <a:solidFill>
                        <a:schemeClr val="accent1">
                          <a:alpha val="0"/>
                        </a:schemeClr>
                      </a:solidFill>
                    </a:ln>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grpSp>
          <p:grpSp>
            <p:nvGrpSpPr>
              <p:cNvPr id="111" name="경기 동북부">
                <a:extLst>
                  <a:ext uri="{FF2B5EF4-FFF2-40B4-BE49-F238E27FC236}">
                    <a16:creationId xmlns:a16="http://schemas.microsoft.com/office/drawing/2014/main" id="{5AA2150E-8598-F2F7-541A-3A73BC5B6987}"/>
                  </a:ext>
                </a:extLst>
              </p:cNvPr>
              <p:cNvGrpSpPr/>
              <p:nvPr/>
            </p:nvGrpSpPr>
            <p:grpSpPr>
              <a:xfrm>
                <a:off x="6921150" y="2116743"/>
                <a:ext cx="1663411" cy="2315332"/>
                <a:chOff x="4755356" y="309563"/>
                <a:chExt cx="2357437" cy="3281363"/>
              </a:xfrm>
              <a:solidFill>
                <a:schemeClr val="bg1">
                  <a:lumMod val="95000"/>
                </a:schemeClr>
              </a:solidFill>
            </p:grpSpPr>
            <p:sp>
              <p:nvSpPr>
                <p:cNvPr id="113" name="포천시">
                  <a:extLst>
                    <a:ext uri="{FF2B5EF4-FFF2-40B4-BE49-F238E27FC236}">
                      <a16:creationId xmlns:a16="http://schemas.microsoft.com/office/drawing/2014/main" id="{E4CCE7DF-6873-D1B8-BFA7-304FC5B86D25}"/>
                    </a:ext>
                  </a:extLst>
                </p:cNvPr>
                <p:cNvSpPr/>
                <p:nvPr/>
              </p:nvSpPr>
              <p:spPr>
                <a:xfrm>
                  <a:off x="5091112" y="309563"/>
                  <a:ext cx="1362075" cy="2121694"/>
                </a:xfrm>
                <a:custGeom>
                  <a:avLst/>
                  <a:gdLst>
                    <a:gd name="connsiteX0" fmla="*/ 371475 w 1362075"/>
                    <a:gd name="connsiteY0" fmla="*/ 0 h 2121693"/>
                    <a:gd name="connsiteX1" fmla="*/ 385762 w 1362075"/>
                    <a:gd name="connsiteY1" fmla="*/ 11906 h 2121693"/>
                    <a:gd name="connsiteX2" fmla="*/ 366712 w 1362075"/>
                    <a:gd name="connsiteY2" fmla="*/ 69056 h 2121693"/>
                    <a:gd name="connsiteX3" fmla="*/ 381000 w 1362075"/>
                    <a:gd name="connsiteY3" fmla="*/ 135731 h 2121693"/>
                    <a:gd name="connsiteX4" fmla="*/ 454818 w 1362075"/>
                    <a:gd name="connsiteY4" fmla="*/ 192881 h 2121693"/>
                    <a:gd name="connsiteX5" fmla="*/ 495300 w 1362075"/>
                    <a:gd name="connsiteY5" fmla="*/ 240506 h 2121693"/>
                    <a:gd name="connsiteX6" fmla="*/ 511968 w 1362075"/>
                    <a:gd name="connsiteY6" fmla="*/ 200025 h 2121693"/>
                    <a:gd name="connsiteX7" fmla="*/ 552450 w 1362075"/>
                    <a:gd name="connsiteY7" fmla="*/ 207168 h 2121693"/>
                    <a:gd name="connsiteX8" fmla="*/ 559593 w 1362075"/>
                    <a:gd name="connsiteY8" fmla="*/ 161925 h 2121693"/>
                    <a:gd name="connsiteX9" fmla="*/ 607218 w 1362075"/>
                    <a:gd name="connsiteY9" fmla="*/ 145256 h 2121693"/>
                    <a:gd name="connsiteX10" fmla="*/ 633412 w 1362075"/>
                    <a:gd name="connsiteY10" fmla="*/ 111918 h 2121693"/>
                    <a:gd name="connsiteX11" fmla="*/ 654843 w 1362075"/>
                    <a:gd name="connsiteY11" fmla="*/ 85725 h 2121693"/>
                    <a:gd name="connsiteX12" fmla="*/ 673893 w 1362075"/>
                    <a:gd name="connsiteY12" fmla="*/ 61912 h 2121693"/>
                    <a:gd name="connsiteX13" fmla="*/ 664368 w 1362075"/>
                    <a:gd name="connsiteY13" fmla="*/ 38100 h 2121693"/>
                    <a:gd name="connsiteX14" fmla="*/ 728662 w 1362075"/>
                    <a:gd name="connsiteY14" fmla="*/ 23812 h 2121693"/>
                    <a:gd name="connsiteX15" fmla="*/ 759618 w 1362075"/>
                    <a:gd name="connsiteY15" fmla="*/ 66675 h 2121693"/>
                    <a:gd name="connsiteX16" fmla="*/ 797718 w 1362075"/>
                    <a:gd name="connsiteY16" fmla="*/ 73818 h 2121693"/>
                    <a:gd name="connsiteX17" fmla="*/ 750093 w 1362075"/>
                    <a:gd name="connsiteY17" fmla="*/ 109537 h 2121693"/>
                    <a:gd name="connsiteX18" fmla="*/ 752475 w 1362075"/>
                    <a:gd name="connsiteY18" fmla="*/ 142875 h 2121693"/>
                    <a:gd name="connsiteX19" fmla="*/ 742950 w 1362075"/>
                    <a:gd name="connsiteY19" fmla="*/ 169068 h 2121693"/>
                    <a:gd name="connsiteX20" fmla="*/ 721518 w 1362075"/>
                    <a:gd name="connsiteY20" fmla="*/ 240506 h 2121693"/>
                    <a:gd name="connsiteX21" fmla="*/ 704850 w 1362075"/>
                    <a:gd name="connsiteY21" fmla="*/ 254793 h 2121693"/>
                    <a:gd name="connsiteX22" fmla="*/ 716756 w 1362075"/>
                    <a:gd name="connsiteY22" fmla="*/ 311943 h 2121693"/>
                    <a:gd name="connsiteX23" fmla="*/ 750093 w 1362075"/>
                    <a:gd name="connsiteY23" fmla="*/ 352425 h 2121693"/>
                    <a:gd name="connsiteX24" fmla="*/ 797718 w 1362075"/>
                    <a:gd name="connsiteY24" fmla="*/ 359568 h 2121693"/>
                    <a:gd name="connsiteX25" fmla="*/ 840581 w 1362075"/>
                    <a:gd name="connsiteY25" fmla="*/ 335756 h 2121693"/>
                    <a:gd name="connsiteX26" fmla="*/ 869156 w 1362075"/>
                    <a:gd name="connsiteY26" fmla="*/ 450056 h 2121693"/>
                    <a:gd name="connsiteX27" fmla="*/ 921543 w 1362075"/>
                    <a:gd name="connsiteY27" fmla="*/ 469106 h 2121693"/>
                    <a:gd name="connsiteX28" fmla="*/ 945356 w 1362075"/>
                    <a:gd name="connsiteY28" fmla="*/ 478631 h 2121693"/>
                    <a:gd name="connsiteX29" fmla="*/ 950118 w 1362075"/>
                    <a:gd name="connsiteY29" fmla="*/ 423862 h 2121693"/>
                    <a:gd name="connsiteX30" fmla="*/ 1009650 w 1362075"/>
                    <a:gd name="connsiteY30" fmla="*/ 397668 h 2121693"/>
                    <a:gd name="connsiteX31" fmla="*/ 1069181 w 1362075"/>
                    <a:gd name="connsiteY31" fmla="*/ 385762 h 2121693"/>
                    <a:gd name="connsiteX32" fmla="*/ 1078706 w 1362075"/>
                    <a:gd name="connsiteY32" fmla="*/ 345281 h 2121693"/>
                    <a:gd name="connsiteX33" fmla="*/ 1119187 w 1362075"/>
                    <a:gd name="connsiteY33" fmla="*/ 330993 h 2121693"/>
                    <a:gd name="connsiteX34" fmla="*/ 1128712 w 1362075"/>
                    <a:gd name="connsiteY34" fmla="*/ 366712 h 2121693"/>
                    <a:gd name="connsiteX35" fmla="*/ 1195387 w 1362075"/>
                    <a:gd name="connsiteY35" fmla="*/ 361950 h 2121693"/>
                    <a:gd name="connsiteX36" fmla="*/ 1212056 w 1362075"/>
                    <a:gd name="connsiteY36" fmla="*/ 411956 h 2121693"/>
                    <a:gd name="connsiteX37" fmla="*/ 1250156 w 1362075"/>
                    <a:gd name="connsiteY37" fmla="*/ 414337 h 2121693"/>
                    <a:gd name="connsiteX38" fmla="*/ 1288256 w 1362075"/>
                    <a:gd name="connsiteY38" fmla="*/ 383381 h 2121693"/>
                    <a:gd name="connsiteX39" fmla="*/ 1288256 w 1362075"/>
                    <a:gd name="connsiteY39" fmla="*/ 352425 h 2121693"/>
                    <a:gd name="connsiteX40" fmla="*/ 1312068 w 1362075"/>
                    <a:gd name="connsiteY40" fmla="*/ 345281 h 2121693"/>
                    <a:gd name="connsiteX41" fmla="*/ 1323975 w 1362075"/>
                    <a:gd name="connsiteY41" fmla="*/ 381000 h 2121693"/>
                    <a:gd name="connsiteX42" fmla="*/ 1354931 w 1362075"/>
                    <a:gd name="connsiteY42" fmla="*/ 407193 h 2121693"/>
                    <a:gd name="connsiteX43" fmla="*/ 1362075 w 1362075"/>
                    <a:gd name="connsiteY43" fmla="*/ 526256 h 2121693"/>
                    <a:gd name="connsiteX44" fmla="*/ 1352550 w 1362075"/>
                    <a:gd name="connsiteY44" fmla="*/ 602456 h 2121693"/>
                    <a:gd name="connsiteX45" fmla="*/ 1347787 w 1362075"/>
                    <a:gd name="connsiteY45" fmla="*/ 666750 h 2121693"/>
                    <a:gd name="connsiteX46" fmla="*/ 1293018 w 1362075"/>
                    <a:gd name="connsiteY46" fmla="*/ 723900 h 2121693"/>
                    <a:gd name="connsiteX47" fmla="*/ 1259681 w 1362075"/>
                    <a:gd name="connsiteY47" fmla="*/ 750093 h 2121693"/>
                    <a:gd name="connsiteX48" fmla="*/ 1269206 w 1362075"/>
                    <a:gd name="connsiteY48" fmla="*/ 790575 h 2121693"/>
                    <a:gd name="connsiteX49" fmla="*/ 1214437 w 1362075"/>
                    <a:gd name="connsiteY49" fmla="*/ 869156 h 2121693"/>
                    <a:gd name="connsiteX50" fmla="*/ 1223962 w 1362075"/>
                    <a:gd name="connsiteY50" fmla="*/ 904875 h 2121693"/>
                    <a:gd name="connsiteX51" fmla="*/ 1188243 w 1362075"/>
                    <a:gd name="connsiteY51" fmla="*/ 933450 h 2121693"/>
                    <a:gd name="connsiteX52" fmla="*/ 1126331 w 1362075"/>
                    <a:gd name="connsiteY52" fmla="*/ 964406 h 2121693"/>
                    <a:gd name="connsiteX53" fmla="*/ 1097756 w 1362075"/>
                    <a:gd name="connsiteY53" fmla="*/ 1028700 h 2121693"/>
                    <a:gd name="connsiteX54" fmla="*/ 1085850 w 1362075"/>
                    <a:gd name="connsiteY54" fmla="*/ 1088231 h 2121693"/>
                    <a:gd name="connsiteX55" fmla="*/ 1078706 w 1362075"/>
                    <a:gd name="connsiteY55" fmla="*/ 1135856 h 2121693"/>
                    <a:gd name="connsiteX56" fmla="*/ 1097756 w 1362075"/>
                    <a:gd name="connsiteY56" fmla="*/ 1181100 h 2121693"/>
                    <a:gd name="connsiteX57" fmla="*/ 1023937 w 1362075"/>
                    <a:gd name="connsiteY57" fmla="*/ 1264443 h 2121693"/>
                    <a:gd name="connsiteX58" fmla="*/ 995362 w 1362075"/>
                    <a:gd name="connsiteY58" fmla="*/ 1264443 h 2121693"/>
                    <a:gd name="connsiteX59" fmla="*/ 950118 w 1362075"/>
                    <a:gd name="connsiteY59" fmla="*/ 1247775 h 2121693"/>
                    <a:gd name="connsiteX60" fmla="*/ 900112 w 1362075"/>
                    <a:gd name="connsiteY60" fmla="*/ 1254918 h 2121693"/>
                    <a:gd name="connsiteX61" fmla="*/ 891540 w 1362075"/>
                    <a:gd name="connsiteY61" fmla="*/ 1317070 h 2121693"/>
                    <a:gd name="connsiteX62" fmla="*/ 892968 w 1362075"/>
                    <a:gd name="connsiteY62" fmla="*/ 1340643 h 2121693"/>
                    <a:gd name="connsiteX63" fmla="*/ 878681 w 1362075"/>
                    <a:gd name="connsiteY63" fmla="*/ 1393031 h 2121693"/>
                    <a:gd name="connsiteX64" fmla="*/ 866775 w 1362075"/>
                    <a:gd name="connsiteY64" fmla="*/ 1440656 h 2121693"/>
                    <a:gd name="connsiteX65" fmla="*/ 866775 w 1362075"/>
                    <a:gd name="connsiteY65" fmla="*/ 1507331 h 2121693"/>
                    <a:gd name="connsiteX66" fmla="*/ 854868 w 1362075"/>
                    <a:gd name="connsiteY66" fmla="*/ 1533525 h 2121693"/>
                    <a:gd name="connsiteX67" fmla="*/ 812006 w 1362075"/>
                    <a:gd name="connsiteY67" fmla="*/ 1533525 h 2121693"/>
                    <a:gd name="connsiteX68" fmla="*/ 795337 w 1362075"/>
                    <a:gd name="connsiteY68" fmla="*/ 1502568 h 2121693"/>
                    <a:gd name="connsiteX69" fmla="*/ 762000 w 1362075"/>
                    <a:gd name="connsiteY69" fmla="*/ 1483518 h 2121693"/>
                    <a:gd name="connsiteX70" fmla="*/ 702468 w 1362075"/>
                    <a:gd name="connsiteY70" fmla="*/ 1574006 h 2121693"/>
                    <a:gd name="connsiteX71" fmla="*/ 695325 w 1362075"/>
                    <a:gd name="connsiteY71" fmla="*/ 1593056 h 2121693"/>
                    <a:gd name="connsiteX72" fmla="*/ 709612 w 1362075"/>
                    <a:gd name="connsiteY72" fmla="*/ 1647825 h 2121693"/>
                    <a:gd name="connsiteX73" fmla="*/ 685800 w 1362075"/>
                    <a:gd name="connsiteY73" fmla="*/ 1676400 h 2121693"/>
                    <a:gd name="connsiteX74" fmla="*/ 676275 w 1362075"/>
                    <a:gd name="connsiteY74" fmla="*/ 1700212 h 2121693"/>
                    <a:gd name="connsiteX75" fmla="*/ 690562 w 1362075"/>
                    <a:gd name="connsiteY75" fmla="*/ 1790700 h 2121693"/>
                    <a:gd name="connsiteX76" fmla="*/ 688181 w 1362075"/>
                    <a:gd name="connsiteY76" fmla="*/ 1854993 h 2121693"/>
                    <a:gd name="connsiteX77" fmla="*/ 669131 w 1362075"/>
                    <a:gd name="connsiteY77" fmla="*/ 1907381 h 2121693"/>
                    <a:gd name="connsiteX78" fmla="*/ 661987 w 1362075"/>
                    <a:gd name="connsiteY78" fmla="*/ 1966912 h 2121693"/>
                    <a:gd name="connsiteX79" fmla="*/ 628650 w 1362075"/>
                    <a:gd name="connsiteY79" fmla="*/ 2028825 h 2121693"/>
                    <a:gd name="connsiteX80" fmla="*/ 561975 w 1362075"/>
                    <a:gd name="connsiteY80" fmla="*/ 2035968 h 2121693"/>
                    <a:gd name="connsiteX81" fmla="*/ 526256 w 1362075"/>
                    <a:gd name="connsiteY81" fmla="*/ 2085975 h 2121693"/>
                    <a:gd name="connsiteX82" fmla="*/ 495300 w 1362075"/>
                    <a:gd name="connsiteY82" fmla="*/ 2069306 h 2121693"/>
                    <a:gd name="connsiteX83" fmla="*/ 492918 w 1362075"/>
                    <a:gd name="connsiteY83" fmla="*/ 2035968 h 2121693"/>
                    <a:gd name="connsiteX84" fmla="*/ 454818 w 1362075"/>
                    <a:gd name="connsiteY84" fmla="*/ 2012156 h 2121693"/>
                    <a:gd name="connsiteX85" fmla="*/ 431006 w 1362075"/>
                    <a:gd name="connsiteY85" fmla="*/ 2047875 h 2121693"/>
                    <a:gd name="connsiteX86" fmla="*/ 383381 w 1362075"/>
                    <a:gd name="connsiteY86" fmla="*/ 2038350 h 2121693"/>
                    <a:gd name="connsiteX87" fmla="*/ 335756 w 1362075"/>
                    <a:gd name="connsiteY87" fmla="*/ 2047875 h 2121693"/>
                    <a:gd name="connsiteX88" fmla="*/ 297656 w 1362075"/>
                    <a:gd name="connsiteY88" fmla="*/ 2064543 h 2121693"/>
                    <a:gd name="connsiteX89" fmla="*/ 283368 w 1362075"/>
                    <a:gd name="connsiteY89" fmla="*/ 2121693 h 2121693"/>
                    <a:gd name="connsiteX90" fmla="*/ 238125 w 1362075"/>
                    <a:gd name="connsiteY90" fmla="*/ 2090737 h 2121693"/>
                    <a:gd name="connsiteX91" fmla="*/ 219075 w 1362075"/>
                    <a:gd name="connsiteY91" fmla="*/ 2055018 h 2121693"/>
                    <a:gd name="connsiteX92" fmla="*/ 178593 w 1362075"/>
                    <a:gd name="connsiteY92" fmla="*/ 2052637 h 2121693"/>
                    <a:gd name="connsiteX93" fmla="*/ 164306 w 1362075"/>
                    <a:gd name="connsiteY93" fmla="*/ 2016918 h 2121693"/>
                    <a:gd name="connsiteX94" fmla="*/ 111918 w 1362075"/>
                    <a:gd name="connsiteY94" fmla="*/ 1997868 h 2121693"/>
                    <a:gd name="connsiteX95" fmla="*/ 85725 w 1362075"/>
                    <a:gd name="connsiteY95" fmla="*/ 1976437 h 2121693"/>
                    <a:gd name="connsiteX96" fmla="*/ 109537 w 1362075"/>
                    <a:gd name="connsiteY96" fmla="*/ 1952625 h 2121693"/>
                    <a:gd name="connsiteX97" fmla="*/ 128587 w 1362075"/>
                    <a:gd name="connsiteY97" fmla="*/ 1876425 h 2121693"/>
                    <a:gd name="connsiteX98" fmla="*/ 142875 w 1362075"/>
                    <a:gd name="connsiteY98" fmla="*/ 1833562 h 2121693"/>
                    <a:gd name="connsiteX99" fmla="*/ 133350 w 1362075"/>
                    <a:gd name="connsiteY99" fmla="*/ 1807368 h 2121693"/>
                    <a:gd name="connsiteX100" fmla="*/ 135731 w 1362075"/>
                    <a:gd name="connsiteY100" fmla="*/ 1731168 h 2121693"/>
                    <a:gd name="connsiteX101" fmla="*/ 119062 w 1362075"/>
                    <a:gd name="connsiteY101" fmla="*/ 1671637 h 2121693"/>
                    <a:gd name="connsiteX102" fmla="*/ 90487 w 1362075"/>
                    <a:gd name="connsiteY102" fmla="*/ 1609725 h 2121693"/>
                    <a:gd name="connsiteX103" fmla="*/ 114300 w 1362075"/>
                    <a:gd name="connsiteY103" fmla="*/ 1590675 h 2121693"/>
                    <a:gd name="connsiteX104" fmla="*/ 138112 w 1362075"/>
                    <a:gd name="connsiteY104" fmla="*/ 1564481 h 2121693"/>
                    <a:gd name="connsiteX105" fmla="*/ 188118 w 1362075"/>
                    <a:gd name="connsiteY105" fmla="*/ 1552575 h 2121693"/>
                    <a:gd name="connsiteX106" fmla="*/ 228600 w 1362075"/>
                    <a:gd name="connsiteY106" fmla="*/ 1538287 h 2121693"/>
                    <a:gd name="connsiteX107" fmla="*/ 252412 w 1362075"/>
                    <a:gd name="connsiteY107" fmla="*/ 1476375 h 2121693"/>
                    <a:gd name="connsiteX108" fmla="*/ 273843 w 1362075"/>
                    <a:gd name="connsiteY108" fmla="*/ 1433512 h 2121693"/>
                    <a:gd name="connsiteX109" fmla="*/ 261937 w 1362075"/>
                    <a:gd name="connsiteY109" fmla="*/ 1400175 h 2121693"/>
                    <a:gd name="connsiteX110" fmla="*/ 238125 w 1362075"/>
                    <a:gd name="connsiteY110" fmla="*/ 1400175 h 2121693"/>
                    <a:gd name="connsiteX111" fmla="*/ 228600 w 1362075"/>
                    <a:gd name="connsiteY111" fmla="*/ 1343025 h 2121693"/>
                    <a:gd name="connsiteX112" fmla="*/ 197643 w 1362075"/>
                    <a:gd name="connsiteY112" fmla="*/ 1312068 h 2121693"/>
                    <a:gd name="connsiteX113" fmla="*/ 138112 w 1362075"/>
                    <a:gd name="connsiteY113" fmla="*/ 1307306 h 2121693"/>
                    <a:gd name="connsiteX114" fmla="*/ 116681 w 1362075"/>
                    <a:gd name="connsiteY114" fmla="*/ 1264443 h 2121693"/>
                    <a:gd name="connsiteX115" fmla="*/ 90487 w 1362075"/>
                    <a:gd name="connsiteY115" fmla="*/ 1202531 h 2121693"/>
                    <a:gd name="connsiteX116" fmla="*/ 40481 w 1362075"/>
                    <a:gd name="connsiteY116" fmla="*/ 1178718 h 2121693"/>
                    <a:gd name="connsiteX117" fmla="*/ 50006 w 1362075"/>
                    <a:gd name="connsiteY117" fmla="*/ 1162050 h 2121693"/>
                    <a:gd name="connsiteX118" fmla="*/ 40481 w 1362075"/>
                    <a:gd name="connsiteY118" fmla="*/ 1119187 h 2121693"/>
                    <a:gd name="connsiteX119" fmla="*/ 19050 w 1362075"/>
                    <a:gd name="connsiteY119" fmla="*/ 1076325 h 2121693"/>
                    <a:gd name="connsiteX120" fmla="*/ 25113 w 1362075"/>
                    <a:gd name="connsiteY120" fmla="*/ 1055539 h 2121693"/>
                    <a:gd name="connsiteX121" fmla="*/ 0 w 1362075"/>
                    <a:gd name="connsiteY121" fmla="*/ 1047750 h 2121693"/>
                    <a:gd name="connsiteX122" fmla="*/ 7143 w 1362075"/>
                    <a:gd name="connsiteY122" fmla="*/ 995362 h 2121693"/>
                    <a:gd name="connsiteX123" fmla="*/ 52387 w 1362075"/>
                    <a:gd name="connsiteY123" fmla="*/ 971550 h 2121693"/>
                    <a:gd name="connsiteX124" fmla="*/ 80962 w 1362075"/>
                    <a:gd name="connsiteY124" fmla="*/ 985837 h 2121693"/>
                    <a:gd name="connsiteX125" fmla="*/ 111918 w 1362075"/>
                    <a:gd name="connsiteY125" fmla="*/ 1026318 h 2121693"/>
                    <a:gd name="connsiteX126" fmla="*/ 147637 w 1362075"/>
                    <a:gd name="connsiteY126" fmla="*/ 1000125 h 2121693"/>
                    <a:gd name="connsiteX127" fmla="*/ 185737 w 1362075"/>
                    <a:gd name="connsiteY127" fmla="*/ 971550 h 2121693"/>
                    <a:gd name="connsiteX128" fmla="*/ 228600 w 1362075"/>
                    <a:gd name="connsiteY128" fmla="*/ 952500 h 2121693"/>
                    <a:gd name="connsiteX129" fmla="*/ 235743 w 1362075"/>
                    <a:gd name="connsiteY129" fmla="*/ 897731 h 2121693"/>
                    <a:gd name="connsiteX130" fmla="*/ 219075 w 1362075"/>
                    <a:gd name="connsiteY130" fmla="*/ 835818 h 2121693"/>
                    <a:gd name="connsiteX131" fmla="*/ 169068 w 1362075"/>
                    <a:gd name="connsiteY131" fmla="*/ 771525 h 2121693"/>
                    <a:gd name="connsiteX132" fmla="*/ 150018 w 1362075"/>
                    <a:gd name="connsiteY132" fmla="*/ 733425 h 2121693"/>
                    <a:gd name="connsiteX133" fmla="*/ 102393 w 1362075"/>
                    <a:gd name="connsiteY133" fmla="*/ 711993 h 2121693"/>
                    <a:gd name="connsiteX134" fmla="*/ 90487 w 1362075"/>
                    <a:gd name="connsiteY134" fmla="*/ 659606 h 2121693"/>
                    <a:gd name="connsiteX135" fmla="*/ 114300 w 1362075"/>
                    <a:gd name="connsiteY135" fmla="*/ 616743 h 2121693"/>
                    <a:gd name="connsiteX136" fmla="*/ 171450 w 1362075"/>
                    <a:gd name="connsiteY136" fmla="*/ 604837 h 2121693"/>
                    <a:gd name="connsiteX137" fmla="*/ 190500 w 1362075"/>
                    <a:gd name="connsiteY137" fmla="*/ 581025 h 2121693"/>
                    <a:gd name="connsiteX138" fmla="*/ 200025 w 1362075"/>
                    <a:gd name="connsiteY138" fmla="*/ 600075 h 2121693"/>
                    <a:gd name="connsiteX139" fmla="*/ 221456 w 1362075"/>
                    <a:gd name="connsiteY139" fmla="*/ 650081 h 2121693"/>
                    <a:gd name="connsiteX140" fmla="*/ 264318 w 1362075"/>
                    <a:gd name="connsiteY140" fmla="*/ 619125 h 2121693"/>
                    <a:gd name="connsiteX141" fmla="*/ 292893 w 1362075"/>
                    <a:gd name="connsiteY141" fmla="*/ 619125 h 2121693"/>
                    <a:gd name="connsiteX142" fmla="*/ 319087 w 1362075"/>
                    <a:gd name="connsiteY142" fmla="*/ 592931 h 2121693"/>
                    <a:gd name="connsiteX143" fmla="*/ 373856 w 1362075"/>
                    <a:gd name="connsiteY143" fmla="*/ 616743 h 2121693"/>
                    <a:gd name="connsiteX144" fmla="*/ 397668 w 1362075"/>
                    <a:gd name="connsiteY144" fmla="*/ 588168 h 2121693"/>
                    <a:gd name="connsiteX145" fmla="*/ 385762 w 1362075"/>
                    <a:gd name="connsiteY145" fmla="*/ 533400 h 2121693"/>
                    <a:gd name="connsiteX146" fmla="*/ 392906 w 1362075"/>
                    <a:gd name="connsiteY146" fmla="*/ 495300 h 2121693"/>
                    <a:gd name="connsiteX147" fmla="*/ 357187 w 1362075"/>
                    <a:gd name="connsiteY147" fmla="*/ 459581 h 2121693"/>
                    <a:gd name="connsiteX148" fmla="*/ 359568 w 1362075"/>
                    <a:gd name="connsiteY148" fmla="*/ 350043 h 2121693"/>
                    <a:gd name="connsiteX149" fmla="*/ 323850 w 1362075"/>
                    <a:gd name="connsiteY149" fmla="*/ 314325 h 2121693"/>
                    <a:gd name="connsiteX150" fmla="*/ 338137 w 1362075"/>
                    <a:gd name="connsiteY150" fmla="*/ 273843 h 2121693"/>
                    <a:gd name="connsiteX151" fmla="*/ 319087 w 1362075"/>
                    <a:gd name="connsiteY151" fmla="*/ 242887 h 2121693"/>
                    <a:gd name="connsiteX152" fmla="*/ 319087 w 1362075"/>
                    <a:gd name="connsiteY152" fmla="*/ 216693 h 2121693"/>
                    <a:gd name="connsiteX153" fmla="*/ 338137 w 1362075"/>
                    <a:gd name="connsiteY153" fmla="*/ 185737 h 2121693"/>
                    <a:gd name="connsiteX154" fmla="*/ 326231 w 1362075"/>
                    <a:gd name="connsiteY154" fmla="*/ 102393 h 2121693"/>
                    <a:gd name="connsiteX155" fmla="*/ 323850 w 1362075"/>
                    <a:gd name="connsiteY155" fmla="*/ 57150 h 2121693"/>
                    <a:gd name="connsiteX156" fmla="*/ 340518 w 1362075"/>
                    <a:gd name="connsiteY156" fmla="*/ 14287 h 2121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Lst>
                  <a:rect l="l" t="t" r="r" b="b"/>
                  <a:pathLst>
                    <a:path w="1362075" h="2121693">
                      <a:moveTo>
                        <a:pt x="371475" y="0"/>
                      </a:moveTo>
                      <a:lnTo>
                        <a:pt x="385762" y="11906"/>
                      </a:lnTo>
                      <a:lnTo>
                        <a:pt x="366712" y="69056"/>
                      </a:lnTo>
                      <a:lnTo>
                        <a:pt x="381000" y="135731"/>
                      </a:lnTo>
                      <a:lnTo>
                        <a:pt x="454818" y="192881"/>
                      </a:lnTo>
                      <a:lnTo>
                        <a:pt x="495300" y="240506"/>
                      </a:lnTo>
                      <a:lnTo>
                        <a:pt x="511968" y="200025"/>
                      </a:lnTo>
                      <a:lnTo>
                        <a:pt x="552450" y="207168"/>
                      </a:lnTo>
                      <a:lnTo>
                        <a:pt x="559593" y="161925"/>
                      </a:lnTo>
                      <a:lnTo>
                        <a:pt x="607218" y="145256"/>
                      </a:lnTo>
                      <a:lnTo>
                        <a:pt x="633412" y="111918"/>
                      </a:lnTo>
                      <a:lnTo>
                        <a:pt x="654843" y="85725"/>
                      </a:lnTo>
                      <a:lnTo>
                        <a:pt x="673893" y="61912"/>
                      </a:lnTo>
                      <a:lnTo>
                        <a:pt x="664368" y="38100"/>
                      </a:lnTo>
                      <a:lnTo>
                        <a:pt x="728662" y="23812"/>
                      </a:lnTo>
                      <a:lnTo>
                        <a:pt x="759618" y="66675"/>
                      </a:lnTo>
                      <a:lnTo>
                        <a:pt x="797718" y="73818"/>
                      </a:lnTo>
                      <a:lnTo>
                        <a:pt x="750093" y="109537"/>
                      </a:lnTo>
                      <a:lnTo>
                        <a:pt x="752475" y="142875"/>
                      </a:lnTo>
                      <a:lnTo>
                        <a:pt x="742950" y="169068"/>
                      </a:lnTo>
                      <a:lnTo>
                        <a:pt x="721518" y="240506"/>
                      </a:lnTo>
                      <a:lnTo>
                        <a:pt x="704850" y="254793"/>
                      </a:lnTo>
                      <a:lnTo>
                        <a:pt x="716756" y="311943"/>
                      </a:lnTo>
                      <a:lnTo>
                        <a:pt x="750093" y="352425"/>
                      </a:lnTo>
                      <a:lnTo>
                        <a:pt x="797718" y="359568"/>
                      </a:lnTo>
                      <a:lnTo>
                        <a:pt x="840581" y="335756"/>
                      </a:lnTo>
                      <a:lnTo>
                        <a:pt x="869156" y="450056"/>
                      </a:lnTo>
                      <a:lnTo>
                        <a:pt x="921543" y="469106"/>
                      </a:lnTo>
                      <a:lnTo>
                        <a:pt x="945356" y="478631"/>
                      </a:lnTo>
                      <a:lnTo>
                        <a:pt x="950118" y="423862"/>
                      </a:lnTo>
                      <a:lnTo>
                        <a:pt x="1009650" y="397668"/>
                      </a:lnTo>
                      <a:lnTo>
                        <a:pt x="1069181" y="385762"/>
                      </a:lnTo>
                      <a:lnTo>
                        <a:pt x="1078706" y="345281"/>
                      </a:lnTo>
                      <a:lnTo>
                        <a:pt x="1119187" y="330993"/>
                      </a:lnTo>
                      <a:lnTo>
                        <a:pt x="1128712" y="366712"/>
                      </a:lnTo>
                      <a:lnTo>
                        <a:pt x="1195387" y="361950"/>
                      </a:lnTo>
                      <a:lnTo>
                        <a:pt x="1212056" y="411956"/>
                      </a:lnTo>
                      <a:lnTo>
                        <a:pt x="1250156" y="414337"/>
                      </a:lnTo>
                      <a:lnTo>
                        <a:pt x="1288256" y="383381"/>
                      </a:lnTo>
                      <a:lnTo>
                        <a:pt x="1288256" y="352425"/>
                      </a:lnTo>
                      <a:lnTo>
                        <a:pt x="1312068" y="345281"/>
                      </a:lnTo>
                      <a:lnTo>
                        <a:pt x="1323975" y="381000"/>
                      </a:lnTo>
                      <a:lnTo>
                        <a:pt x="1354931" y="407193"/>
                      </a:lnTo>
                      <a:lnTo>
                        <a:pt x="1362075" y="526256"/>
                      </a:lnTo>
                      <a:lnTo>
                        <a:pt x="1352550" y="602456"/>
                      </a:lnTo>
                      <a:lnTo>
                        <a:pt x="1347787" y="666750"/>
                      </a:lnTo>
                      <a:lnTo>
                        <a:pt x="1293018" y="723900"/>
                      </a:lnTo>
                      <a:lnTo>
                        <a:pt x="1259681" y="750093"/>
                      </a:lnTo>
                      <a:lnTo>
                        <a:pt x="1269206" y="790575"/>
                      </a:lnTo>
                      <a:lnTo>
                        <a:pt x="1214437" y="869156"/>
                      </a:lnTo>
                      <a:lnTo>
                        <a:pt x="1223962" y="904875"/>
                      </a:lnTo>
                      <a:lnTo>
                        <a:pt x="1188243" y="933450"/>
                      </a:lnTo>
                      <a:lnTo>
                        <a:pt x="1126331" y="964406"/>
                      </a:lnTo>
                      <a:lnTo>
                        <a:pt x="1097756" y="1028700"/>
                      </a:lnTo>
                      <a:lnTo>
                        <a:pt x="1085850" y="1088231"/>
                      </a:lnTo>
                      <a:lnTo>
                        <a:pt x="1078706" y="1135856"/>
                      </a:lnTo>
                      <a:lnTo>
                        <a:pt x="1097756" y="1181100"/>
                      </a:lnTo>
                      <a:lnTo>
                        <a:pt x="1023937" y="1264443"/>
                      </a:lnTo>
                      <a:lnTo>
                        <a:pt x="995362" y="1264443"/>
                      </a:lnTo>
                      <a:lnTo>
                        <a:pt x="950118" y="1247775"/>
                      </a:lnTo>
                      <a:lnTo>
                        <a:pt x="900112" y="1254918"/>
                      </a:lnTo>
                      <a:lnTo>
                        <a:pt x="891540" y="1317070"/>
                      </a:lnTo>
                      <a:lnTo>
                        <a:pt x="892968" y="1340643"/>
                      </a:lnTo>
                      <a:lnTo>
                        <a:pt x="878681" y="1393031"/>
                      </a:lnTo>
                      <a:lnTo>
                        <a:pt x="866775" y="1440656"/>
                      </a:lnTo>
                      <a:lnTo>
                        <a:pt x="866775" y="1507331"/>
                      </a:lnTo>
                      <a:lnTo>
                        <a:pt x="854868" y="1533525"/>
                      </a:lnTo>
                      <a:lnTo>
                        <a:pt x="812006" y="1533525"/>
                      </a:lnTo>
                      <a:lnTo>
                        <a:pt x="795337" y="1502568"/>
                      </a:lnTo>
                      <a:lnTo>
                        <a:pt x="762000" y="1483518"/>
                      </a:lnTo>
                      <a:lnTo>
                        <a:pt x="702468" y="1574006"/>
                      </a:lnTo>
                      <a:lnTo>
                        <a:pt x="695325" y="1593056"/>
                      </a:lnTo>
                      <a:lnTo>
                        <a:pt x="709612" y="1647825"/>
                      </a:lnTo>
                      <a:lnTo>
                        <a:pt x="685800" y="1676400"/>
                      </a:lnTo>
                      <a:lnTo>
                        <a:pt x="676275" y="1700212"/>
                      </a:lnTo>
                      <a:lnTo>
                        <a:pt x="690562" y="1790700"/>
                      </a:lnTo>
                      <a:cubicBezTo>
                        <a:pt x="689768" y="1812131"/>
                        <a:pt x="688975" y="1833562"/>
                        <a:pt x="688181" y="1854993"/>
                      </a:cubicBezTo>
                      <a:lnTo>
                        <a:pt x="669131" y="1907381"/>
                      </a:lnTo>
                      <a:lnTo>
                        <a:pt x="661987" y="1966912"/>
                      </a:lnTo>
                      <a:lnTo>
                        <a:pt x="628650" y="2028825"/>
                      </a:lnTo>
                      <a:lnTo>
                        <a:pt x="561975" y="2035968"/>
                      </a:lnTo>
                      <a:lnTo>
                        <a:pt x="526256" y="2085975"/>
                      </a:lnTo>
                      <a:lnTo>
                        <a:pt x="495300" y="2069306"/>
                      </a:lnTo>
                      <a:lnTo>
                        <a:pt x="492918" y="2035968"/>
                      </a:lnTo>
                      <a:lnTo>
                        <a:pt x="454818" y="2012156"/>
                      </a:lnTo>
                      <a:lnTo>
                        <a:pt x="431006" y="2047875"/>
                      </a:lnTo>
                      <a:lnTo>
                        <a:pt x="383381" y="2038350"/>
                      </a:lnTo>
                      <a:lnTo>
                        <a:pt x="335756" y="2047875"/>
                      </a:lnTo>
                      <a:lnTo>
                        <a:pt x="297656" y="2064543"/>
                      </a:lnTo>
                      <a:lnTo>
                        <a:pt x="283368" y="2121693"/>
                      </a:lnTo>
                      <a:lnTo>
                        <a:pt x="238125" y="2090737"/>
                      </a:lnTo>
                      <a:lnTo>
                        <a:pt x="219075" y="2055018"/>
                      </a:lnTo>
                      <a:lnTo>
                        <a:pt x="178593" y="2052637"/>
                      </a:lnTo>
                      <a:lnTo>
                        <a:pt x="164306" y="2016918"/>
                      </a:lnTo>
                      <a:lnTo>
                        <a:pt x="111918" y="1997868"/>
                      </a:lnTo>
                      <a:lnTo>
                        <a:pt x="85725" y="1976437"/>
                      </a:lnTo>
                      <a:lnTo>
                        <a:pt x="109537" y="1952625"/>
                      </a:lnTo>
                      <a:lnTo>
                        <a:pt x="128587" y="1876425"/>
                      </a:lnTo>
                      <a:lnTo>
                        <a:pt x="142875" y="1833562"/>
                      </a:lnTo>
                      <a:lnTo>
                        <a:pt x="133350" y="1807368"/>
                      </a:lnTo>
                      <a:cubicBezTo>
                        <a:pt x="134144" y="1781968"/>
                        <a:pt x="134937" y="1756568"/>
                        <a:pt x="135731" y="1731168"/>
                      </a:cubicBezTo>
                      <a:lnTo>
                        <a:pt x="119062" y="1671637"/>
                      </a:lnTo>
                      <a:lnTo>
                        <a:pt x="90487" y="1609725"/>
                      </a:lnTo>
                      <a:lnTo>
                        <a:pt x="114300" y="1590675"/>
                      </a:lnTo>
                      <a:lnTo>
                        <a:pt x="138112" y="1564481"/>
                      </a:lnTo>
                      <a:lnTo>
                        <a:pt x="188118" y="1552575"/>
                      </a:lnTo>
                      <a:lnTo>
                        <a:pt x="228600" y="1538287"/>
                      </a:lnTo>
                      <a:lnTo>
                        <a:pt x="252412" y="1476375"/>
                      </a:lnTo>
                      <a:lnTo>
                        <a:pt x="273843" y="1433512"/>
                      </a:lnTo>
                      <a:lnTo>
                        <a:pt x="261937" y="1400175"/>
                      </a:lnTo>
                      <a:lnTo>
                        <a:pt x="238125" y="1400175"/>
                      </a:lnTo>
                      <a:lnTo>
                        <a:pt x="228600" y="1343025"/>
                      </a:lnTo>
                      <a:lnTo>
                        <a:pt x="197643" y="1312068"/>
                      </a:lnTo>
                      <a:lnTo>
                        <a:pt x="138112" y="1307306"/>
                      </a:lnTo>
                      <a:lnTo>
                        <a:pt x="116681" y="1264443"/>
                      </a:lnTo>
                      <a:lnTo>
                        <a:pt x="90487" y="1202531"/>
                      </a:lnTo>
                      <a:lnTo>
                        <a:pt x="40481" y="1178718"/>
                      </a:lnTo>
                      <a:lnTo>
                        <a:pt x="50006" y="1162050"/>
                      </a:lnTo>
                      <a:lnTo>
                        <a:pt x="40481" y="1119187"/>
                      </a:lnTo>
                      <a:lnTo>
                        <a:pt x="19050" y="1076325"/>
                      </a:lnTo>
                      <a:lnTo>
                        <a:pt x="25113" y="1055539"/>
                      </a:lnTo>
                      <a:lnTo>
                        <a:pt x="0" y="1047750"/>
                      </a:lnTo>
                      <a:lnTo>
                        <a:pt x="7143" y="995362"/>
                      </a:lnTo>
                      <a:lnTo>
                        <a:pt x="52387" y="971550"/>
                      </a:lnTo>
                      <a:lnTo>
                        <a:pt x="80962" y="985837"/>
                      </a:lnTo>
                      <a:lnTo>
                        <a:pt x="111918" y="1026318"/>
                      </a:lnTo>
                      <a:lnTo>
                        <a:pt x="147637" y="1000125"/>
                      </a:lnTo>
                      <a:lnTo>
                        <a:pt x="185737" y="971550"/>
                      </a:lnTo>
                      <a:lnTo>
                        <a:pt x="228600" y="952500"/>
                      </a:lnTo>
                      <a:lnTo>
                        <a:pt x="235743" y="897731"/>
                      </a:lnTo>
                      <a:lnTo>
                        <a:pt x="219075" y="835818"/>
                      </a:lnTo>
                      <a:lnTo>
                        <a:pt x="169068" y="771525"/>
                      </a:lnTo>
                      <a:lnTo>
                        <a:pt x="150018" y="733425"/>
                      </a:lnTo>
                      <a:lnTo>
                        <a:pt x="102393" y="711993"/>
                      </a:lnTo>
                      <a:lnTo>
                        <a:pt x="90487" y="659606"/>
                      </a:lnTo>
                      <a:lnTo>
                        <a:pt x="114300" y="616743"/>
                      </a:lnTo>
                      <a:lnTo>
                        <a:pt x="171450" y="604837"/>
                      </a:lnTo>
                      <a:lnTo>
                        <a:pt x="190500" y="581025"/>
                      </a:lnTo>
                      <a:lnTo>
                        <a:pt x="200025" y="600075"/>
                      </a:lnTo>
                      <a:lnTo>
                        <a:pt x="221456" y="650081"/>
                      </a:lnTo>
                      <a:lnTo>
                        <a:pt x="264318" y="619125"/>
                      </a:lnTo>
                      <a:lnTo>
                        <a:pt x="292893" y="619125"/>
                      </a:lnTo>
                      <a:lnTo>
                        <a:pt x="319087" y="592931"/>
                      </a:lnTo>
                      <a:lnTo>
                        <a:pt x="373856" y="616743"/>
                      </a:lnTo>
                      <a:lnTo>
                        <a:pt x="397668" y="588168"/>
                      </a:lnTo>
                      <a:lnTo>
                        <a:pt x="385762" y="533400"/>
                      </a:lnTo>
                      <a:lnTo>
                        <a:pt x="392906" y="495300"/>
                      </a:lnTo>
                      <a:lnTo>
                        <a:pt x="357187" y="459581"/>
                      </a:lnTo>
                      <a:cubicBezTo>
                        <a:pt x="357981" y="423068"/>
                        <a:pt x="358774" y="386556"/>
                        <a:pt x="359568" y="350043"/>
                      </a:cubicBezTo>
                      <a:lnTo>
                        <a:pt x="323850" y="314325"/>
                      </a:lnTo>
                      <a:lnTo>
                        <a:pt x="338137" y="273843"/>
                      </a:lnTo>
                      <a:lnTo>
                        <a:pt x="319087" y="242887"/>
                      </a:lnTo>
                      <a:lnTo>
                        <a:pt x="319087" y="216693"/>
                      </a:lnTo>
                      <a:lnTo>
                        <a:pt x="338137" y="185737"/>
                      </a:lnTo>
                      <a:lnTo>
                        <a:pt x="326231" y="102393"/>
                      </a:lnTo>
                      <a:lnTo>
                        <a:pt x="323850" y="57150"/>
                      </a:lnTo>
                      <a:lnTo>
                        <a:pt x="340518" y="14287"/>
                      </a:lnTo>
                      <a:close/>
                    </a:path>
                  </a:pathLst>
                </a:cu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700">
                    <a:ln>
                      <a:solidFill>
                        <a:schemeClr val="accent1">
                          <a:alpha val="0"/>
                        </a:schemeClr>
                      </a:solidFill>
                    </a:ln>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14" name="구리시">
                  <a:extLst>
                    <a:ext uri="{FF2B5EF4-FFF2-40B4-BE49-F238E27FC236}">
                      <a16:creationId xmlns:a16="http://schemas.microsoft.com/office/drawing/2014/main" id="{7E3512E4-7F56-7938-BF28-F6125F3630AA}"/>
                    </a:ext>
                  </a:extLst>
                </p:cNvPr>
                <p:cNvSpPr/>
                <p:nvPr/>
              </p:nvSpPr>
              <p:spPr>
                <a:xfrm>
                  <a:off x="5153024" y="2943225"/>
                  <a:ext cx="247650" cy="400051"/>
                </a:xfrm>
                <a:custGeom>
                  <a:avLst/>
                  <a:gdLst>
                    <a:gd name="connsiteX0" fmla="*/ 42863 w 247650"/>
                    <a:gd name="connsiteY0" fmla="*/ 400050 h 400050"/>
                    <a:gd name="connsiteX1" fmla="*/ 0 w 247650"/>
                    <a:gd name="connsiteY1" fmla="*/ 397669 h 400050"/>
                    <a:gd name="connsiteX2" fmla="*/ 9525 w 247650"/>
                    <a:gd name="connsiteY2" fmla="*/ 342900 h 400050"/>
                    <a:gd name="connsiteX3" fmla="*/ 7144 w 247650"/>
                    <a:gd name="connsiteY3" fmla="*/ 326231 h 400050"/>
                    <a:gd name="connsiteX4" fmla="*/ 30956 w 247650"/>
                    <a:gd name="connsiteY4" fmla="*/ 302419 h 400050"/>
                    <a:gd name="connsiteX5" fmla="*/ 47625 w 247650"/>
                    <a:gd name="connsiteY5" fmla="*/ 276225 h 400050"/>
                    <a:gd name="connsiteX6" fmla="*/ 66675 w 247650"/>
                    <a:gd name="connsiteY6" fmla="*/ 245269 h 400050"/>
                    <a:gd name="connsiteX7" fmla="*/ 54769 w 247650"/>
                    <a:gd name="connsiteY7" fmla="*/ 211931 h 400050"/>
                    <a:gd name="connsiteX8" fmla="*/ 71438 w 247650"/>
                    <a:gd name="connsiteY8" fmla="*/ 161925 h 400050"/>
                    <a:gd name="connsiteX9" fmla="*/ 59531 w 247650"/>
                    <a:gd name="connsiteY9" fmla="*/ 111919 h 400050"/>
                    <a:gd name="connsiteX10" fmla="*/ 16669 w 247650"/>
                    <a:gd name="connsiteY10" fmla="*/ 102394 h 400050"/>
                    <a:gd name="connsiteX11" fmla="*/ 14288 w 247650"/>
                    <a:gd name="connsiteY11" fmla="*/ 92869 h 400050"/>
                    <a:gd name="connsiteX12" fmla="*/ 40481 w 247650"/>
                    <a:gd name="connsiteY12" fmla="*/ 66675 h 400050"/>
                    <a:gd name="connsiteX13" fmla="*/ 28575 w 247650"/>
                    <a:gd name="connsiteY13" fmla="*/ 7144 h 400050"/>
                    <a:gd name="connsiteX14" fmla="*/ 78581 w 247650"/>
                    <a:gd name="connsiteY14" fmla="*/ 28575 h 400050"/>
                    <a:gd name="connsiteX15" fmla="*/ 107156 w 247650"/>
                    <a:gd name="connsiteY15" fmla="*/ 0 h 400050"/>
                    <a:gd name="connsiteX16" fmla="*/ 152400 w 247650"/>
                    <a:gd name="connsiteY16" fmla="*/ 14288 h 400050"/>
                    <a:gd name="connsiteX17" fmla="*/ 169069 w 247650"/>
                    <a:gd name="connsiteY17" fmla="*/ 52388 h 400050"/>
                    <a:gd name="connsiteX18" fmla="*/ 140494 w 247650"/>
                    <a:gd name="connsiteY18" fmla="*/ 97631 h 400050"/>
                    <a:gd name="connsiteX19" fmla="*/ 154781 w 247650"/>
                    <a:gd name="connsiteY19" fmla="*/ 164306 h 400050"/>
                    <a:gd name="connsiteX20" fmla="*/ 161925 w 247650"/>
                    <a:gd name="connsiteY20" fmla="*/ 226219 h 400050"/>
                    <a:gd name="connsiteX21" fmla="*/ 209550 w 247650"/>
                    <a:gd name="connsiteY21" fmla="*/ 252413 h 400050"/>
                    <a:gd name="connsiteX22" fmla="*/ 247650 w 247650"/>
                    <a:gd name="connsiteY22" fmla="*/ 276225 h 400050"/>
                    <a:gd name="connsiteX23" fmla="*/ 228600 w 247650"/>
                    <a:gd name="connsiteY23" fmla="*/ 297656 h 400050"/>
                    <a:gd name="connsiteX24" fmla="*/ 228600 w 247650"/>
                    <a:gd name="connsiteY24" fmla="*/ 297656 h 400050"/>
                    <a:gd name="connsiteX25" fmla="*/ 195263 w 247650"/>
                    <a:gd name="connsiteY25" fmla="*/ 340519 h 400050"/>
                    <a:gd name="connsiteX26" fmla="*/ 161925 w 247650"/>
                    <a:gd name="connsiteY26" fmla="*/ 333375 h 400050"/>
                    <a:gd name="connsiteX27" fmla="*/ 121444 w 247650"/>
                    <a:gd name="connsiteY27" fmla="*/ 357188 h 400050"/>
                    <a:gd name="connsiteX28" fmla="*/ 92869 w 247650"/>
                    <a:gd name="connsiteY28" fmla="*/ 359569 h 400050"/>
                    <a:gd name="connsiteX29" fmla="*/ 42863 w 247650"/>
                    <a:gd name="connsiteY29" fmla="*/ 400050 h 400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47650" h="400050">
                      <a:moveTo>
                        <a:pt x="42863" y="400050"/>
                      </a:moveTo>
                      <a:lnTo>
                        <a:pt x="0" y="397669"/>
                      </a:lnTo>
                      <a:lnTo>
                        <a:pt x="9525" y="342900"/>
                      </a:lnTo>
                      <a:lnTo>
                        <a:pt x="7144" y="326231"/>
                      </a:lnTo>
                      <a:lnTo>
                        <a:pt x="30956" y="302419"/>
                      </a:lnTo>
                      <a:lnTo>
                        <a:pt x="47625" y="276225"/>
                      </a:lnTo>
                      <a:lnTo>
                        <a:pt x="66675" y="245269"/>
                      </a:lnTo>
                      <a:lnTo>
                        <a:pt x="54769" y="211931"/>
                      </a:lnTo>
                      <a:lnTo>
                        <a:pt x="71438" y="161925"/>
                      </a:lnTo>
                      <a:lnTo>
                        <a:pt x="59531" y="111919"/>
                      </a:lnTo>
                      <a:lnTo>
                        <a:pt x="16669" y="102394"/>
                      </a:lnTo>
                      <a:lnTo>
                        <a:pt x="14288" y="92869"/>
                      </a:lnTo>
                      <a:lnTo>
                        <a:pt x="40481" y="66675"/>
                      </a:lnTo>
                      <a:lnTo>
                        <a:pt x="28575" y="7144"/>
                      </a:lnTo>
                      <a:lnTo>
                        <a:pt x="78581" y="28575"/>
                      </a:lnTo>
                      <a:lnTo>
                        <a:pt x="107156" y="0"/>
                      </a:lnTo>
                      <a:lnTo>
                        <a:pt x="152400" y="14288"/>
                      </a:lnTo>
                      <a:lnTo>
                        <a:pt x="169069" y="52388"/>
                      </a:lnTo>
                      <a:lnTo>
                        <a:pt x="140494" y="97631"/>
                      </a:lnTo>
                      <a:lnTo>
                        <a:pt x="154781" y="164306"/>
                      </a:lnTo>
                      <a:lnTo>
                        <a:pt x="161925" y="226219"/>
                      </a:lnTo>
                      <a:lnTo>
                        <a:pt x="209550" y="252413"/>
                      </a:lnTo>
                      <a:lnTo>
                        <a:pt x="247650" y="276225"/>
                      </a:lnTo>
                      <a:lnTo>
                        <a:pt x="228600" y="297656"/>
                      </a:lnTo>
                      <a:lnTo>
                        <a:pt x="228600" y="297656"/>
                      </a:lnTo>
                      <a:lnTo>
                        <a:pt x="195263" y="340519"/>
                      </a:lnTo>
                      <a:lnTo>
                        <a:pt x="161925" y="333375"/>
                      </a:lnTo>
                      <a:lnTo>
                        <a:pt x="121444" y="357188"/>
                      </a:lnTo>
                      <a:lnTo>
                        <a:pt x="92869" y="359569"/>
                      </a:lnTo>
                      <a:lnTo>
                        <a:pt x="42863" y="400050"/>
                      </a:lnTo>
                      <a:close/>
                    </a:path>
                  </a:pathLst>
                </a:custGeom>
                <a:solidFill>
                  <a:schemeClr val="bg1">
                    <a:lumMod val="95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700">
                    <a:ln>
                      <a:solidFill>
                        <a:schemeClr val="accent1">
                          <a:alpha val="0"/>
                        </a:schemeClr>
                      </a:solidFill>
                    </a:ln>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15" name="남양주시">
                  <a:extLst>
                    <a:ext uri="{FF2B5EF4-FFF2-40B4-BE49-F238E27FC236}">
                      <a16:creationId xmlns:a16="http://schemas.microsoft.com/office/drawing/2014/main" id="{9C70B607-3E94-7E76-199E-B9CDD28D86C1}"/>
                    </a:ext>
                  </a:extLst>
                </p:cNvPr>
                <p:cNvSpPr/>
                <p:nvPr/>
              </p:nvSpPr>
              <p:spPr>
                <a:xfrm>
                  <a:off x="5079205" y="2302669"/>
                  <a:ext cx="1123949" cy="1288257"/>
                </a:xfrm>
                <a:custGeom>
                  <a:avLst/>
                  <a:gdLst>
                    <a:gd name="connsiteX0" fmla="*/ 240507 w 1123950"/>
                    <a:gd name="connsiteY0" fmla="*/ 121444 h 1288256"/>
                    <a:gd name="connsiteX1" fmla="*/ 278607 w 1123950"/>
                    <a:gd name="connsiteY1" fmla="*/ 161925 h 1288256"/>
                    <a:gd name="connsiteX2" fmla="*/ 323850 w 1123950"/>
                    <a:gd name="connsiteY2" fmla="*/ 145256 h 1288256"/>
                    <a:gd name="connsiteX3" fmla="*/ 326232 w 1123950"/>
                    <a:gd name="connsiteY3" fmla="*/ 100012 h 1288256"/>
                    <a:gd name="connsiteX4" fmla="*/ 369094 w 1123950"/>
                    <a:gd name="connsiteY4" fmla="*/ 80962 h 1288256"/>
                    <a:gd name="connsiteX5" fmla="*/ 431007 w 1123950"/>
                    <a:gd name="connsiteY5" fmla="*/ 88106 h 1288256"/>
                    <a:gd name="connsiteX6" fmla="*/ 473869 w 1123950"/>
                    <a:gd name="connsiteY6" fmla="*/ 66675 h 1288256"/>
                    <a:gd name="connsiteX7" fmla="*/ 497682 w 1123950"/>
                    <a:gd name="connsiteY7" fmla="*/ 102394 h 1288256"/>
                    <a:gd name="connsiteX8" fmla="*/ 523875 w 1123950"/>
                    <a:gd name="connsiteY8" fmla="*/ 121444 h 1288256"/>
                    <a:gd name="connsiteX9" fmla="*/ 569119 w 1123950"/>
                    <a:gd name="connsiteY9" fmla="*/ 119062 h 1288256"/>
                    <a:gd name="connsiteX10" fmla="*/ 595313 w 1123950"/>
                    <a:gd name="connsiteY10" fmla="*/ 71437 h 1288256"/>
                    <a:gd name="connsiteX11" fmla="*/ 659607 w 1123950"/>
                    <a:gd name="connsiteY11" fmla="*/ 52387 h 1288256"/>
                    <a:gd name="connsiteX12" fmla="*/ 690563 w 1123950"/>
                    <a:gd name="connsiteY12" fmla="*/ 0 h 1288256"/>
                    <a:gd name="connsiteX13" fmla="*/ 723900 w 1123950"/>
                    <a:gd name="connsiteY13" fmla="*/ 26194 h 1288256"/>
                    <a:gd name="connsiteX14" fmla="*/ 781050 w 1123950"/>
                    <a:gd name="connsiteY14" fmla="*/ 16669 h 1288256"/>
                    <a:gd name="connsiteX15" fmla="*/ 842963 w 1123950"/>
                    <a:gd name="connsiteY15" fmla="*/ 42862 h 1288256"/>
                    <a:gd name="connsiteX16" fmla="*/ 890588 w 1123950"/>
                    <a:gd name="connsiteY16" fmla="*/ 47625 h 1288256"/>
                    <a:gd name="connsiteX17" fmla="*/ 945357 w 1123950"/>
                    <a:gd name="connsiteY17" fmla="*/ 123825 h 1288256"/>
                    <a:gd name="connsiteX18" fmla="*/ 940594 w 1123950"/>
                    <a:gd name="connsiteY18" fmla="*/ 150019 h 1288256"/>
                    <a:gd name="connsiteX19" fmla="*/ 969169 w 1123950"/>
                    <a:gd name="connsiteY19" fmla="*/ 200025 h 1288256"/>
                    <a:gd name="connsiteX20" fmla="*/ 981075 w 1123950"/>
                    <a:gd name="connsiteY20" fmla="*/ 219075 h 1288256"/>
                    <a:gd name="connsiteX21" fmla="*/ 997744 w 1123950"/>
                    <a:gd name="connsiteY21" fmla="*/ 245269 h 1288256"/>
                    <a:gd name="connsiteX22" fmla="*/ 1042988 w 1123950"/>
                    <a:gd name="connsiteY22" fmla="*/ 254794 h 1288256"/>
                    <a:gd name="connsiteX23" fmla="*/ 1031082 w 1123950"/>
                    <a:gd name="connsiteY23" fmla="*/ 333375 h 1288256"/>
                    <a:gd name="connsiteX24" fmla="*/ 1023938 w 1123950"/>
                    <a:gd name="connsiteY24" fmla="*/ 373856 h 1288256"/>
                    <a:gd name="connsiteX25" fmla="*/ 1047750 w 1123950"/>
                    <a:gd name="connsiteY25" fmla="*/ 411956 h 1288256"/>
                    <a:gd name="connsiteX26" fmla="*/ 1114425 w 1123950"/>
                    <a:gd name="connsiteY26" fmla="*/ 423862 h 1288256"/>
                    <a:gd name="connsiteX27" fmla="*/ 1083469 w 1123950"/>
                    <a:gd name="connsiteY27" fmla="*/ 447675 h 1288256"/>
                    <a:gd name="connsiteX28" fmla="*/ 1104900 w 1123950"/>
                    <a:gd name="connsiteY28" fmla="*/ 478631 h 1288256"/>
                    <a:gd name="connsiteX29" fmla="*/ 1123950 w 1123950"/>
                    <a:gd name="connsiteY29" fmla="*/ 507206 h 1288256"/>
                    <a:gd name="connsiteX30" fmla="*/ 1092994 w 1123950"/>
                    <a:gd name="connsiteY30" fmla="*/ 619125 h 1288256"/>
                    <a:gd name="connsiteX31" fmla="*/ 1023938 w 1123950"/>
                    <a:gd name="connsiteY31" fmla="*/ 690562 h 1288256"/>
                    <a:gd name="connsiteX32" fmla="*/ 1000125 w 1123950"/>
                    <a:gd name="connsiteY32" fmla="*/ 757237 h 1288256"/>
                    <a:gd name="connsiteX33" fmla="*/ 981075 w 1123950"/>
                    <a:gd name="connsiteY33" fmla="*/ 821531 h 1288256"/>
                    <a:gd name="connsiteX34" fmla="*/ 964407 w 1123950"/>
                    <a:gd name="connsiteY34" fmla="*/ 921544 h 1288256"/>
                    <a:gd name="connsiteX35" fmla="*/ 914400 w 1123950"/>
                    <a:gd name="connsiteY35" fmla="*/ 1007269 h 1288256"/>
                    <a:gd name="connsiteX36" fmla="*/ 885825 w 1123950"/>
                    <a:gd name="connsiteY36" fmla="*/ 1073944 h 1288256"/>
                    <a:gd name="connsiteX37" fmla="*/ 833438 w 1123950"/>
                    <a:gd name="connsiteY37" fmla="*/ 1145381 h 1288256"/>
                    <a:gd name="connsiteX38" fmla="*/ 833438 w 1123950"/>
                    <a:gd name="connsiteY38" fmla="*/ 1181100 h 1288256"/>
                    <a:gd name="connsiteX39" fmla="*/ 828675 w 1123950"/>
                    <a:gd name="connsiteY39" fmla="*/ 1216819 h 1288256"/>
                    <a:gd name="connsiteX40" fmla="*/ 828675 w 1123950"/>
                    <a:gd name="connsiteY40" fmla="*/ 1264444 h 1288256"/>
                    <a:gd name="connsiteX41" fmla="*/ 812007 w 1123950"/>
                    <a:gd name="connsiteY41" fmla="*/ 1288256 h 1288256"/>
                    <a:gd name="connsiteX42" fmla="*/ 783432 w 1123950"/>
                    <a:gd name="connsiteY42" fmla="*/ 1271587 h 1288256"/>
                    <a:gd name="connsiteX43" fmla="*/ 773907 w 1123950"/>
                    <a:gd name="connsiteY43" fmla="*/ 1226344 h 1288256"/>
                    <a:gd name="connsiteX44" fmla="*/ 676275 w 1123950"/>
                    <a:gd name="connsiteY44" fmla="*/ 1171575 h 1288256"/>
                    <a:gd name="connsiteX45" fmla="*/ 642938 w 1123950"/>
                    <a:gd name="connsiteY45" fmla="*/ 1140619 h 1288256"/>
                    <a:gd name="connsiteX46" fmla="*/ 602457 w 1123950"/>
                    <a:gd name="connsiteY46" fmla="*/ 1123950 h 1288256"/>
                    <a:gd name="connsiteX47" fmla="*/ 552450 w 1123950"/>
                    <a:gd name="connsiteY47" fmla="*/ 1026319 h 1288256"/>
                    <a:gd name="connsiteX48" fmla="*/ 492919 w 1123950"/>
                    <a:gd name="connsiteY48" fmla="*/ 985837 h 1288256"/>
                    <a:gd name="connsiteX49" fmla="*/ 457200 w 1123950"/>
                    <a:gd name="connsiteY49" fmla="*/ 921544 h 1288256"/>
                    <a:gd name="connsiteX50" fmla="*/ 414338 w 1123950"/>
                    <a:gd name="connsiteY50" fmla="*/ 888206 h 1288256"/>
                    <a:gd name="connsiteX51" fmla="*/ 371475 w 1123950"/>
                    <a:gd name="connsiteY51" fmla="*/ 919162 h 1288256"/>
                    <a:gd name="connsiteX52" fmla="*/ 338138 w 1123950"/>
                    <a:gd name="connsiteY52" fmla="*/ 935831 h 1288256"/>
                    <a:gd name="connsiteX53" fmla="*/ 359569 w 1123950"/>
                    <a:gd name="connsiteY53" fmla="*/ 888206 h 1288256"/>
                    <a:gd name="connsiteX54" fmla="*/ 271463 w 1123950"/>
                    <a:gd name="connsiteY54" fmla="*/ 850106 h 1288256"/>
                    <a:gd name="connsiteX55" fmla="*/ 254794 w 1123950"/>
                    <a:gd name="connsiteY55" fmla="*/ 792956 h 1288256"/>
                    <a:gd name="connsiteX56" fmla="*/ 250032 w 1123950"/>
                    <a:gd name="connsiteY56" fmla="*/ 738187 h 1288256"/>
                    <a:gd name="connsiteX57" fmla="*/ 273844 w 1123950"/>
                    <a:gd name="connsiteY57" fmla="*/ 690562 h 1288256"/>
                    <a:gd name="connsiteX58" fmla="*/ 250032 w 1123950"/>
                    <a:gd name="connsiteY58" fmla="*/ 633412 h 1288256"/>
                    <a:gd name="connsiteX59" fmla="*/ 202407 w 1123950"/>
                    <a:gd name="connsiteY59" fmla="*/ 607219 h 1288256"/>
                    <a:gd name="connsiteX60" fmla="*/ 166688 w 1123950"/>
                    <a:gd name="connsiteY60" fmla="*/ 609600 h 1288256"/>
                    <a:gd name="connsiteX61" fmla="*/ 147638 w 1123950"/>
                    <a:gd name="connsiteY61" fmla="*/ 631031 h 1288256"/>
                    <a:gd name="connsiteX62" fmla="*/ 111919 w 1123950"/>
                    <a:gd name="connsiteY62" fmla="*/ 616744 h 1288256"/>
                    <a:gd name="connsiteX63" fmla="*/ 80963 w 1123950"/>
                    <a:gd name="connsiteY63" fmla="*/ 611981 h 1288256"/>
                    <a:gd name="connsiteX64" fmla="*/ 47625 w 1123950"/>
                    <a:gd name="connsiteY64" fmla="*/ 611981 h 1288256"/>
                    <a:gd name="connsiteX65" fmla="*/ 33338 w 1123950"/>
                    <a:gd name="connsiteY65" fmla="*/ 585787 h 1288256"/>
                    <a:gd name="connsiteX66" fmla="*/ 57150 w 1123950"/>
                    <a:gd name="connsiteY66" fmla="*/ 564356 h 1288256"/>
                    <a:gd name="connsiteX67" fmla="*/ 50007 w 1123950"/>
                    <a:gd name="connsiteY67" fmla="*/ 542925 h 1288256"/>
                    <a:gd name="connsiteX68" fmla="*/ 54769 w 1123950"/>
                    <a:gd name="connsiteY68" fmla="*/ 521494 h 1288256"/>
                    <a:gd name="connsiteX69" fmla="*/ 47625 w 1123950"/>
                    <a:gd name="connsiteY69" fmla="*/ 483394 h 1288256"/>
                    <a:gd name="connsiteX70" fmla="*/ 59532 w 1123950"/>
                    <a:gd name="connsiteY70" fmla="*/ 452437 h 1288256"/>
                    <a:gd name="connsiteX71" fmla="*/ 59532 w 1123950"/>
                    <a:gd name="connsiteY71" fmla="*/ 411956 h 1288256"/>
                    <a:gd name="connsiteX72" fmla="*/ 38100 w 1123950"/>
                    <a:gd name="connsiteY72" fmla="*/ 402431 h 1288256"/>
                    <a:gd name="connsiteX73" fmla="*/ 9525 w 1123950"/>
                    <a:gd name="connsiteY73" fmla="*/ 404812 h 1288256"/>
                    <a:gd name="connsiteX74" fmla="*/ 0 w 1123950"/>
                    <a:gd name="connsiteY74" fmla="*/ 400050 h 1288256"/>
                    <a:gd name="connsiteX75" fmla="*/ 16669 w 1123950"/>
                    <a:gd name="connsiteY75" fmla="*/ 383381 h 1288256"/>
                    <a:gd name="connsiteX76" fmla="*/ 73819 w 1123950"/>
                    <a:gd name="connsiteY76" fmla="*/ 378619 h 1288256"/>
                    <a:gd name="connsiteX77" fmla="*/ 107157 w 1123950"/>
                    <a:gd name="connsiteY77" fmla="*/ 342900 h 1288256"/>
                    <a:gd name="connsiteX78" fmla="*/ 107157 w 1123950"/>
                    <a:gd name="connsiteY78" fmla="*/ 319087 h 1288256"/>
                    <a:gd name="connsiteX79" fmla="*/ 145257 w 1123950"/>
                    <a:gd name="connsiteY79" fmla="*/ 297656 h 1288256"/>
                    <a:gd name="connsiteX80" fmla="*/ 169069 w 1123950"/>
                    <a:gd name="connsiteY80" fmla="*/ 254794 h 1288256"/>
                    <a:gd name="connsiteX81" fmla="*/ 171450 w 1123950"/>
                    <a:gd name="connsiteY81" fmla="*/ 226219 h 1288256"/>
                    <a:gd name="connsiteX82" fmla="*/ 166688 w 1123950"/>
                    <a:gd name="connsiteY82" fmla="*/ 202406 h 1288256"/>
                    <a:gd name="connsiteX83" fmla="*/ 176213 w 1123950"/>
                    <a:gd name="connsiteY83" fmla="*/ 176212 h 1288256"/>
                    <a:gd name="connsiteX84" fmla="*/ 200025 w 1123950"/>
                    <a:gd name="connsiteY84" fmla="*/ 173831 h 1288256"/>
                    <a:gd name="connsiteX85" fmla="*/ 219075 w 1123950"/>
                    <a:gd name="connsiteY85" fmla="*/ 173831 h 1288256"/>
                    <a:gd name="connsiteX86" fmla="*/ 240507 w 1123950"/>
                    <a:gd name="connsiteY86" fmla="*/ 121444 h 1288256"/>
                    <a:gd name="connsiteX0" fmla="*/ 250032 w 1123950"/>
                    <a:gd name="connsiteY0" fmla="*/ 128588 h 1288256"/>
                    <a:gd name="connsiteX1" fmla="*/ 278607 w 1123950"/>
                    <a:gd name="connsiteY1" fmla="*/ 161925 h 1288256"/>
                    <a:gd name="connsiteX2" fmla="*/ 323850 w 1123950"/>
                    <a:gd name="connsiteY2" fmla="*/ 145256 h 1288256"/>
                    <a:gd name="connsiteX3" fmla="*/ 326232 w 1123950"/>
                    <a:gd name="connsiteY3" fmla="*/ 100012 h 1288256"/>
                    <a:gd name="connsiteX4" fmla="*/ 369094 w 1123950"/>
                    <a:gd name="connsiteY4" fmla="*/ 80962 h 1288256"/>
                    <a:gd name="connsiteX5" fmla="*/ 431007 w 1123950"/>
                    <a:gd name="connsiteY5" fmla="*/ 88106 h 1288256"/>
                    <a:gd name="connsiteX6" fmla="*/ 473869 w 1123950"/>
                    <a:gd name="connsiteY6" fmla="*/ 66675 h 1288256"/>
                    <a:gd name="connsiteX7" fmla="*/ 497682 w 1123950"/>
                    <a:gd name="connsiteY7" fmla="*/ 102394 h 1288256"/>
                    <a:gd name="connsiteX8" fmla="*/ 523875 w 1123950"/>
                    <a:gd name="connsiteY8" fmla="*/ 121444 h 1288256"/>
                    <a:gd name="connsiteX9" fmla="*/ 569119 w 1123950"/>
                    <a:gd name="connsiteY9" fmla="*/ 119062 h 1288256"/>
                    <a:gd name="connsiteX10" fmla="*/ 595313 w 1123950"/>
                    <a:gd name="connsiteY10" fmla="*/ 71437 h 1288256"/>
                    <a:gd name="connsiteX11" fmla="*/ 659607 w 1123950"/>
                    <a:gd name="connsiteY11" fmla="*/ 52387 h 1288256"/>
                    <a:gd name="connsiteX12" fmla="*/ 690563 w 1123950"/>
                    <a:gd name="connsiteY12" fmla="*/ 0 h 1288256"/>
                    <a:gd name="connsiteX13" fmla="*/ 723900 w 1123950"/>
                    <a:gd name="connsiteY13" fmla="*/ 26194 h 1288256"/>
                    <a:gd name="connsiteX14" fmla="*/ 781050 w 1123950"/>
                    <a:gd name="connsiteY14" fmla="*/ 16669 h 1288256"/>
                    <a:gd name="connsiteX15" fmla="*/ 842963 w 1123950"/>
                    <a:gd name="connsiteY15" fmla="*/ 42862 h 1288256"/>
                    <a:gd name="connsiteX16" fmla="*/ 890588 w 1123950"/>
                    <a:gd name="connsiteY16" fmla="*/ 47625 h 1288256"/>
                    <a:gd name="connsiteX17" fmla="*/ 945357 w 1123950"/>
                    <a:gd name="connsiteY17" fmla="*/ 123825 h 1288256"/>
                    <a:gd name="connsiteX18" fmla="*/ 940594 w 1123950"/>
                    <a:gd name="connsiteY18" fmla="*/ 150019 h 1288256"/>
                    <a:gd name="connsiteX19" fmla="*/ 969169 w 1123950"/>
                    <a:gd name="connsiteY19" fmla="*/ 200025 h 1288256"/>
                    <a:gd name="connsiteX20" fmla="*/ 981075 w 1123950"/>
                    <a:gd name="connsiteY20" fmla="*/ 219075 h 1288256"/>
                    <a:gd name="connsiteX21" fmla="*/ 997744 w 1123950"/>
                    <a:gd name="connsiteY21" fmla="*/ 245269 h 1288256"/>
                    <a:gd name="connsiteX22" fmla="*/ 1042988 w 1123950"/>
                    <a:gd name="connsiteY22" fmla="*/ 254794 h 1288256"/>
                    <a:gd name="connsiteX23" fmla="*/ 1031082 w 1123950"/>
                    <a:gd name="connsiteY23" fmla="*/ 333375 h 1288256"/>
                    <a:gd name="connsiteX24" fmla="*/ 1023938 w 1123950"/>
                    <a:gd name="connsiteY24" fmla="*/ 373856 h 1288256"/>
                    <a:gd name="connsiteX25" fmla="*/ 1047750 w 1123950"/>
                    <a:gd name="connsiteY25" fmla="*/ 411956 h 1288256"/>
                    <a:gd name="connsiteX26" fmla="*/ 1114425 w 1123950"/>
                    <a:gd name="connsiteY26" fmla="*/ 423862 h 1288256"/>
                    <a:gd name="connsiteX27" fmla="*/ 1083469 w 1123950"/>
                    <a:gd name="connsiteY27" fmla="*/ 447675 h 1288256"/>
                    <a:gd name="connsiteX28" fmla="*/ 1104900 w 1123950"/>
                    <a:gd name="connsiteY28" fmla="*/ 478631 h 1288256"/>
                    <a:gd name="connsiteX29" fmla="*/ 1123950 w 1123950"/>
                    <a:gd name="connsiteY29" fmla="*/ 507206 h 1288256"/>
                    <a:gd name="connsiteX30" fmla="*/ 1092994 w 1123950"/>
                    <a:gd name="connsiteY30" fmla="*/ 619125 h 1288256"/>
                    <a:gd name="connsiteX31" fmla="*/ 1023938 w 1123950"/>
                    <a:gd name="connsiteY31" fmla="*/ 690562 h 1288256"/>
                    <a:gd name="connsiteX32" fmla="*/ 1000125 w 1123950"/>
                    <a:gd name="connsiteY32" fmla="*/ 757237 h 1288256"/>
                    <a:gd name="connsiteX33" fmla="*/ 981075 w 1123950"/>
                    <a:gd name="connsiteY33" fmla="*/ 821531 h 1288256"/>
                    <a:gd name="connsiteX34" fmla="*/ 964407 w 1123950"/>
                    <a:gd name="connsiteY34" fmla="*/ 921544 h 1288256"/>
                    <a:gd name="connsiteX35" fmla="*/ 914400 w 1123950"/>
                    <a:gd name="connsiteY35" fmla="*/ 1007269 h 1288256"/>
                    <a:gd name="connsiteX36" fmla="*/ 885825 w 1123950"/>
                    <a:gd name="connsiteY36" fmla="*/ 1073944 h 1288256"/>
                    <a:gd name="connsiteX37" fmla="*/ 833438 w 1123950"/>
                    <a:gd name="connsiteY37" fmla="*/ 1145381 h 1288256"/>
                    <a:gd name="connsiteX38" fmla="*/ 833438 w 1123950"/>
                    <a:gd name="connsiteY38" fmla="*/ 1181100 h 1288256"/>
                    <a:gd name="connsiteX39" fmla="*/ 828675 w 1123950"/>
                    <a:gd name="connsiteY39" fmla="*/ 1216819 h 1288256"/>
                    <a:gd name="connsiteX40" fmla="*/ 828675 w 1123950"/>
                    <a:gd name="connsiteY40" fmla="*/ 1264444 h 1288256"/>
                    <a:gd name="connsiteX41" fmla="*/ 812007 w 1123950"/>
                    <a:gd name="connsiteY41" fmla="*/ 1288256 h 1288256"/>
                    <a:gd name="connsiteX42" fmla="*/ 783432 w 1123950"/>
                    <a:gd name="connsiteY42" fmla="*/ 1271587 h 1288256"/>
                    <a:gd name="connsiteX43" fmla="*/ 773907 w 1123950"/>
                    <a:gd name="connsiteY43" fmla="*/ 1226344 h 1288256"/>
                    <a:gd name="connsiteX44" fmla="*/ 676275 w 1123950"/>
                    <a:gd name="connsiteY44" fmla="*/ 1171575 h 1288256"/>
                    <a:gd name="connsiteX45" fmla="*/ 642938 w 1123950"/>
                    <a:gd name="connsiteY45" fmla="*/ 1140619 h 1288256"/>
                    <a:gd name="connsiteX46" fmla="*/ 602457 w 1123950"/>
                    <a:gd name="connsiteY46" fmla="*/ 1123950 h 1288256"/>
                    <a:gd name="connsiteX47" fmla="*/ 552450 w 1123950"/>
                    <a:gd name="connsiteY47" fmla="*/ 1026319 h 1288256"/>
                    <a:gd name="connsiteX48" fmla="*/ 492919 w 1123950"/>
                    <a:gd name="connsiteY48" fmla="*/ 985837 h 1288256"/>
                    <a:gd name="connsiteX49" fmla="*/ 457200 w 1123950"/>
                    <a:gd name="connsiteY49" fmla="*/ 921544 h 1288256"/>
                    <a:gd name="connsiteX50" fmla="*/ 414338 w 1123950"/>
                    <a:gd name="connsiteY50" fmla="*/ 888206 h 1288256"/>
                    <a:gd name="connsiteX51" fmla="*/ 371475 w 1123950"/>
                    <a:gd name="connsiteY51" fmla="*/ 919162 h 1288256"/>
                    <a:gd name="connsiteX52" fmla="*/ 338138 w 1123950"/>
                    <a:gd name="connsiteY52" fmla="*/ 935831 h 1288256"/>
                    <a:gd name="connsiteX53" fmla="*/ 359569 w 1123950"/>
                    <a:gd name="connsiteY53" fmla="*/ 888206 h 1288256"/>
                    <a:gd name="connsiteX54" fmla="*/ 271463 w 1123950"/>
                    <a:gd name="connsiteY54" fmla="*/ 850106 h 1288256"/>
                    <a:gd name="connsiteX55" fmla="*/ 254794 w 1123950"/>
                    <a:gd name="connsiteY55" fmla="*/ 792956 h 1288256"/>
                    <a:gd name="connsiteX56" fmla="*/ 250032 w 1123950"/>
                    <a:gd name="connsiteY56" fmla="*/ 738187 h 1288256"/>
                    <a:gd name="connsiteX57" fmla="*/ 273844 w 1123950"/>
                    <a:gd name="connsiteY57" fmla="*/ 690562 h 1288256"/>
                    <a:gd name="connsiteX58" fmla="*/ 250032 w 1123950"/>
                    <a:gd name="connsiteY58" fmla="*/ 633412 h 1288256"/>
                    <a:gd name="connsiteX59" fmla="*/ 202407 w 1123950"/>
                    <a:gd name="connsiteY59" fmla="*/ 607219 h 1288256"/>
                    <a:gd name="connsiteX60" fmla="*/ 166688 w 1123950"/>
                    <a:gd name="connsiteY60" fmla="*/ 609600 h 1288256"/>
                    <a:gd name="connsiteX61" fmla="*/ 147638 w 1123950"/>
                    <a:gd name="connsiteY61" fmla="*/ 631031 h 1288256"/>
                    <a:gd name="connsiteX62" fmla="*/ 111919 w 1123950"/>
                    <a:gd name="connsiteY62" fmla="*/ 616744 h 1288256"/>
                    <a:gd name="connsiteX63" fmla="*/ 80963 w 1123950"/>
                    <a:gd name="connsiteY63" fmla="*/ 611981 h 1288256"/>
                    <a:gd name="connsiteX64" fmla="*/ 47625 w 1123950"/>
                    <a:gd name="connsiteY64" fmla="*/ 611981 h 1288256"/>
                    <a:gd name="connsiteX65" fmla="*/ 33338 w 1123950"/>
                    <a:gd name="connsiteY65" fmla="*/ 585787 h 1288256"/>
                    <a:gd name="connsiteX66" fmla="*/ 57150 w 1123950"/>
                    <a:gd name="connsiteY66" fmla="*/ 564356 h 1288256"/>
                    <a:gd name="connsiteX67" fmla="*/ 50007 w 1123950"/>
                    <a:gd name="connsiteY67" fmla="*/ 542925 h 1288256"/>
                    <a:gd name="connsiteX68" fmla="*/ 54769 w 1123950"/>
                    <a:gd name="connsiteY68" fmla="*/ 521494 h 1288256"/>
                    <a:gd name="connsiteX69" fmla="*/ 47625 w 1123950"/>
                    <a:gd name="connsiteY69" fmla="*/ 483394 h 1288256"/>
                    <a:gd name="connsiteX70" fmla="*/ 59532 w 1123950"/>
                    <a:gd name="connsiteY70" fmla="*/ 452437 h 1288256"/>
                    <a:gd name="connsiteX71" fmla="*/ 59532 w 1123950"/>
                    <a:gd name="connsiteY71" fmla="*/ 411956 h 1288256"/>
                    <a:gd name="connsiteX72" fmla="*/ 38100 w 1123950"/>
                    <a:gd name="connsiteY72" fmla="*/ 402431 h 1288256"/>
                    <a:gd name="connsiteX73" fmla="*/ 9525 w 1123950"/>
                    <a:gd name="connsiteY73" fmla="*/ 404812 h 1288256"/>
                    <a:gd name="connsiteX74" fmla="*/ 0 w 1123950"/>
                    <a:gd name="connsiteY74" fmla="*/ 400050 h 1288256"/>
                    <a:gd name="connsiteX75" fmla="*/ 16669 w 1123950"/>
                    <a:gd name="connsiteY75" fmla="*/ 383381 h 1288256"/>
                    <a:gd name="connsiteX76" fmla="*/ 73819 w 1123950"/>
                    <a:gd name="connsiteY76" fmla="*/ 378619 h 1288256"/>
                    <a:gd name="connsiteX77" fmla="*/ 107157 w 1123950"/>
                    <a:gd name="connsiteY77" fmla="*/ 342900 h 1288256"/>
                    <a:gd name="connsiteX78" fmla="*/ 107157 w 1123950"/>
                    <a:gd name="connsiteY78" fmla="*/ 319087 h 1288256"/>
                    <a:gd name="connsiteX79" fmla="*/ 145257 w 1123950"/>
                    <a:gd name="connsiteY79" fmla="*/ 297656 h 1288256"/>
                    <a:gd name="connsiteX80" fmla="*/ 169069 w 1123950"/>
                    <a:gd name="connsiteY80" fmla="*/ 254794 h 1288256"/>
                    <a:gd name="connsiteX81" fmla="*/ 171450 w 1123950"/>
                    <a:gd name="connsiteY81" fmla="*/ 226219 h 1288256"/>
                    <a:gd name="connsiteX82" fmla="*/ 166688 w 1123950"/>
                    <a:gd name="connsiteY82" fmla="*/ 202406 h 1288256"/>
                    <a:gd name="connsiteX83" fmla="*/ 176213 w 1123950"/>
                    <a:gd name="connsiteY83" fmla="*/ 176212 h 1288256"/>
                    <a:gd name="connsiteX84" fmla="*/ 200025 w 1123950"/>
                    <a:gd name="connsiteY84" fmla="*/ 173831 h 1288256"/>
                    <a:gd name="connsiteX85" fmla="*/ 219075 w 1123950"/>
                    <a:gd name="connsiteY85" fmla="*/ 173831 h 1288256"/>
                    <a:gd name="connsiteX86" fmla="*/ 250032 w 1123950"/>
                    <a:gd name="connsiteY86" fmla="*/ 128588 h 1288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1123950" h="1288256">
                      <a:moveTo>
                        <a:pt x="250032" y="128588"/>
                      </a:moveTo>
                      <a:lnTo>
                        <a:pt x="278607" y="161925"/>
                      </a:lnTo>
                      <a:lnTo>
                        <a:pt x="323850" y="145256"/>
                      </a:lnTo>
                      <a:lnTo>
                        <a:pt x="326232" y="100012"/>
                      </a:lnTo>
                      <a:lnTo>
                        <a:pt x="369094" y="80962"/>
                      </a:lnTo>
                      <a:lnTo>
                        <a:pt x="431007" y="88106"/>
                      </a:lnTo>
                      <a:lnTo>
                        <a:pt x="473869" y="66675"/>
                      </a:lnTo>
                      <a:lnTo>
                        <a:pt x="497682" y="102394"/>
                      </a:lnTo>
                      <a:lnTo>
                        <a:pt x="523875" y="121444"/>
                      </a:lnTo>
                      <a:lnTo>
                        <a:pt x="569119" y="119062"/>
                      </a:lnTo>
                      <a:lnTo>
                        <a:pt x="595313" y="71437"/>
                      </a:lnTo>
                      <a:lnTo>
                        <a:pt x="659607" y="52387"/>
                      </a:lnTo>
                      <a:lnTo>
                        <a:pt x="690563" y="0"/>
                      </a:lnTo>
                      <a:lnTo>
                        <a:pt x="723900" y="26194"/>
                      </a:lnTo>
                      <a:lnTo>
                        <a:pt x="781050" y="16669"/>
                      </a:lnTo>
                      <a:lnTo>
                        <a:pt x="842963" y="42862"/>
                      </a:lnTo>
                      <a:lnTo>
                        <a:pt x="890588" y="47625"/>
                      </a:lnTo>
                      <a:lnTo>
                        <a:pt x="945357" y="123825"/>
                      </a:lnTo>
                      <a:lnTo>
                        <a:pt x="940594" y="150019"/>
                      </a:lnTo>
                      <a:lnTo>
                        <a:pt x="969169" y="200025"/>
                      </a:lnTo>
                      <a:lnTo>
                        <a:pt x="981075" y="219075"/>
                      </a:lnTo>
                      <a:lnTo>
                        <a:pt x="997744" y="245269"/>
                      </a:lnTo>
                      <a:lnTo>
                        <a:pt x="1042988" y="254794"/>
                      </a:lnTo>
                      <a:lnTo>
                        <a:pt x="1031082" y="333375"/>
                      </a:lnTo>
                      <a:lnTo>
                        <a:pt x="1023938" y="373856"/>
                      </a:lnTo>
                      <a:lnTo>
                        <a:pt x="1047750" y="411956"/>
                      </a:lnTo>
                      <a:lnTo>
                        <a:pt x="1114425" y="423862"/>
                      </a:lnTo>
                      <a:lnTo>
                        <a:pt x="1083469" y="447675"/>
                      </a:lnTo>
                      <a:lnTo>
                        <a:pt x="1104900" y="478631"/>
                      </a:lnTo>
                      <a:lnTo>
                        <a:pt x="1123950" y="507206"/>
                      </a:lnTo>
                      <a:lnTo>
                        <a:pt x="1092994" y="619125"/>
                      </a:lnTo>
                      <a:lnTo>
                        <a:pt x="1023938" y="690562"/>
                      </a:lnTo>
                      <a:lnTo>
                        <a:pt x="1000125" y="757237"/>
                      </a:lnTo>
                      <a:lnTo>
                        <a:pt x="981075" y="821531"/>
                      </a:lnTo>
                      <a:lnTo>
                        <a:pt x="964407" y="921544"/>
                      </a:lnTo>
                      <a:lnTo>
                        <a:pt x="914400" y="1007269"/>
                      </a:lnTo>
                      <a:lnTo>
                        <a:pt x="885825" y="1073944"/>
                      </a:lnTo>
                      <a:lnTo>
                        <a:pt x="833438" y="1145381"/>
                      </a:lnTo>
                      <a:lnTo>
                        <a:pt x="833438" y="1181100"/>
                      </a:lnTo>
                      <a:lnTo>
                        <a:pt x="828675" y="1216819"/>
                      </a:lnTo>
                      <a:lnTo>
                        <a:pt x="828675" y="1264444"/>
                      </a:lnTo>
                      <a:lnTo>
                        <a:pt x="812007" y="1288256"/>
                      </a:lnTo>
                      <a:lnTo>
                        <a:pt x="783432" y="1271587"/>
                      </a:lnTo>
                      <a:lnTo>
                        <a:pt x="773907" y="1226344"/>
                      </a:lnTo>
                      <a:lnTo>
                        <a:pt x="676275" y="1171575"/>
                      </a:lnTo>
                      <a:lnTo>
                        <a:pt x="642938" y="1140619"/>
                      </a:lnTo>
                      <a:lnTo>
                        <a:pt x="602457" y="1123950"/>
                      </a:lnTo>
                      <a:lnTo>
                        <a:pt x="552450" y="1026319"/>
                      </a:lnTo>
                      <a:lnTo>
                        <a:pt x="492919" y="985837"/>
                      </a:lnTo>
                      <a:lnTo>
                        <a:pt x="457200" y="921544"/>
                      </a:lnTo>
                      <a:lnTo>
                        <a:pt x="414338" y="888206"/>
                      </a:lnTo>
                      <a:lnTo>
                        <a:pt x="371475" y="919162"/>
                      </a:lnTo>
                      <a:lnTo>
                        <a:pt x="338138" y="935831"/>
                      </a:lnTo>
                      <a:lnTo>
                        <a:pt x="359569" y="888206"/>
                      </a:lnTo>
                      <a:lnTo>
                        <a:pt x="271463" y="850106"/>
                      </a:lnTo>
                      <a:lnTo>
                        <a:pt x="254794" y="792956"/>
                      </a:lnTo>
                      <a:lnTo>
                        <a:pt x="250032" y="738187"/>
                      </a:lnTo>
                      <a:lnTo>
                        <a:pt x="273844" y="690562"/>
                      </a:lnTo>
                      <a:lnTo>
                        <a:pt x="250032" y="633412"/>
                      </a:lnTo>
                      <a:lnTo>
                        <a:pt x="202407" y="607219"/>
                      </a:lnTo>
                      <a:lnTo>
                        <a:pt x="166688" y="609600"/>
                      </a:lnTo>
                      <a:lnTo>
                        <a:pt x="147638" y="631031"/>
                      </a:lnTo>
                      <a:lnTo>
                        <a:pt x="111919" y="616744"/>
                      </a:lnTo>
                      <a:lnTo>
                        <a:pt x="80963" y="611981"/>
                      </a:lnTo>
                      <a:lnTo>
                        <a:pt x="47625" y="611981"/>
                      </a:lnTo>
                      <a:lnTo>
                        <a:pt x="33338" y="585787"/>
                      </a:lnTo>
                      <a:lnTo>
                        <a:pt x="57150" y="564356"/>
                      </a:lnTo>
                      <a:lnTo>
                        <a:pt x="50007" y="542925"/>
                      </a:lnTo>
                      <a:lnTo>
                        <a:pt x="54769" y="521494"/>
                      </a:lnTo>
                      <a:lnTo>
                        <a:pt x="47625" y="483394"/>
                      </a:lnTo>
                      <a:lnTo>
                        <a:pt x="59532" y="452437"/>
                      </a:lnTo>
                      <a:lnTo>
                        <a:pt x="59532" y="411956"/>
                      </a:lnTo>
                      <a:lnTo>
                        <a:pt x="38100" y="402431"/>
                      </a:lnTo>
                      <a:lnTo>
                        <a:pt x="9525" y="404812"/>
                      </a:lnTo>
                      <a:lnTo>
                        <a:pt x="0" y="400050"/>
                      </a:lnTo>
                      <a:lnTo>
                        <a:pt x="16669" y="383381"/>
                      </a:lnTo>
                      <a:lnTo>
                        <a:pt x="73819" y="378619"/>
                      </a:lnTo>
                      <a:lnTo>
                        <a:pt x="107157" y="342900"/>
                      </a:lnTo>
                      <a:lnTo>
                        <a:pt x="107157" y="319087"/>
                      </a:lnTo>
                      <a:lnTo>
                        <a:pt x="145257" y="297656"/>
                      </a:lnTo>
                      <a:lnTo>
                        <a:pt x="169069" y="254794"/>
                      </a:lnTo>
                      <a:lnTo>
                        <a:pt x="171450" y="226219"/>
                      </a:lnTo>
                      <a:lnTo>
                        <a:pt x="166688" y="202406"/>
                      </a:lnTo>
                      <a:lnTo>
                        <a:pt x="176213" y="176212"/>
                      </a:lnTo>
                      <a:lnTo>
                        <a:pt x="200025" y="173831"/>
                      </a:lnTo>
                      <a:lnTo>
                        <a:pt x="219075" y="173831"/>
                      </a:lnTo>
                      <a:lnTo>
                        <a:pt x="250032" y="128588"/>
                      </a:lnTo>
                      <a:close/>
                    </a:path>
                  </a:pathLst>
                </a:custGeom>
                <a:pattFill prst="dkUpDiag">
                  <a:fgClr>
                    <a:schemeClr val="tx2">
                      <a:lumMod val="60000"/>
                      <a:lumOff val="40000"/>
                    </a:schemeClr>
                  </a:fgClr>
                  <a:bgClr>
                    <a:prstClr val="white"/>
                  </a:bgClr>
                </a:patt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700">
                    <a:ln>
                      <a:solidFill>
                        <a:schemeClr val="accent1">
                          <a:alpha val="0"/>
                        </a:schemeClr>
                      </a:solidFill>
                    </a:ln>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16" name="가평군">
                  <a:extLst>
                    <a:ext uri="{FF2B5EF4-FFF2-40B4-BE49-F238E27FC236}">
                      <a16:creationId xmlns:a16="http://schemas.microsoft.com/office/drawing/2014/main" id="{24651798-560A-4324-DF6C-2973C1233873}"/>
                    </a:ext>
                  </a:extLst>
                </p:cNvPr>
                <p:cNvSpPr/>
                <p:nvPr/>
              </p:nvSpPr>
              <p:spPr>
                <a:xfrm>
                  <a:off x="5788819" y="983457"/>
                  <a:ext cx="1323974" cy="2316958"/>
                </a:xfrm>
                <a:custGeom>
                  <a:avLst/>
                  <a:gdLst>
                    <a:gd name="connsiteX0" fmla="*/ 676275 w 1323975"/>
                    <a:gd name="connsiteY0" fmla="*/ 0 h 2316957"/>
                    <a:gd name="connsiteX1" fmla="*/ 700087 w 1323975"/>
                    <a:gd name="connsiteY1" fmla="*/ 28576 h 2316957"/>
                    <a:gd name="connsiteX2" fmla="*/ 709612 w 1323975"/>
                    <a:gd name="connsiteY2" fmla="*/ 119063 h 2316957"/>
                    <a:gd name="connsiteX3" fmla="*/ 731044 w 1323975"/>
                    <a:gd name="connsiteY3" fmla="*/ 180975 h 2316957"/>
                    <a:gd name="connsiteX4" fmla="*/ 757237 w 1323975"/>
                    <a:gd name="connsiteY4" fmla="*/ 211932 h 2316957"/>
                    <a:gd name="connsiteX5" fmla="*/ 812006 w 1323975"/>
                    <a:gd name="connsiteY5" fmla="*/ 214313 h 2316957"/>
                    <a:gd name="connsiteX6" fmla="*/ 842962 w 1323975"/>
                    <a:gd name="connsiteY6" fmla="*/ 214313 h 2316957"/>
                    <a:gd name="connsiteX7" fmla="*/ 869156 w 1323975"/>
                    <a:gd name="connsiteY7" fmla="*/ 226219 h 2316957"/>
                    <a:gd name="connsiteX8" fmla="*/ 895350 w 1323975"/>
                    <a:gd name="connsiteY8" fmla="*/ 250032 h 2316957"/>
                    <a:gd name="connsiteX9" fmla="*/ 909637 w 1323975"/>
                    <a:gd name="connsiteY9" fmla="*/ 233363 h 2316957"/>
                    <a:gd name="connsiteX10" fmla="*/ 964406 w 1323975"/>
                    <a:gd name="connsiteY10" fmla="*/ 230982 h 2316957"/>
                    <a:gd name="connsiteX11" fmla="*/ 1002506 w 1323975"/>
                    <a:gd name="connsiteY11" fmla="*/ 226219 h 2316957"/>
                    <a:gd name="connsiteX12" fmla="*/ 1026319 w 1323975"/>
                    <a:gd name="connsiteY12" fmla="*/ 235744 h 2316957"/>
                    <a:gd name="connsiteX13" fmla="*/ 1042987 w 1323975"/>
                    <a:gd name="connsiteY13" fmla="*/ 257175 h 2316957"/>
                    <a:gd name="connsiteX14" fmla="*/ 1045369 w 1323975"/>
                    <a:gd name="connsiteY14" fmla="*/ 300038 h 2316957"/>
                    <a:gd name="connsiteX15" fmla="*/ 1057275 w 1323975"/>
                    <a:gd name="connsiteY15" fmla="*/ 335757 h 2316957"/>
                    <a:gd name="connsiteX16" fmla="*/ 1040606 w 1323975"/>
                    <a:gd name="connsiteY16" fmla="*/ 376238 h 2316957"/>
                    <a:gd name="connsiteX17" fmla="*/ 1057275 w 1323975"/>
                    <a:gd name="connsiteY17" fmla="*/ 397669 h 2316957"/>
                    <a:gd name="connsiteX18" fmla="*/ 1081087 w 1323975"/>
                    <a:gd name="connsiteY18" fmla="*/ 402432 h 2316957"/>
                    <a:gd name="connsiteX19" fmla="*/ 1123950 w 1323975"/>
                    <a:gd name="connsiteY19" fmla="*/ 419100 h 2316957"/>
                    <a:gd name="connsiteX20" fmla="*/ 1150144 w 1323975"/>
                    <a:gd name="connsiteY20" fmla="*/ 419100 h 2316957"/>
                    <a:gd name="connsiteX21" fmla="*/ 1178719 w 1323975"/>
                    <a:gd name="connsiteY21" fmla="*/ 421482 h 2316957"/>
                    <a:gd name="connsiteX22" fmla="*/ 1204912 w 1323975"/>
                    <a:gd name="connsiteY22" fmla="*/ 421482 h 2316957"/>
                    <a:gd name="connsiteX23" fmla="*/ 1238250 w 1323975"/>
                    <a:gd name="connsiteY23" fmla="*/ 442913 h 2316957"/>
                    <a:gd name="connsiteX24" fmla="*/ 1259681 w 1323975"/>
                    <a:gd name="connsiteY24" fmla="*/ 450057 h 2316957"/>
                    <a:gd name="connsiteX25" fmla="*/ 1271587 w 1323975"/>
                    <a:gd name="connsiteY25" fmla="*/ 471488 h 2316957"/>
                    <a:gd name="connsiteX26" fmla="*/ 1276350 w 1323975"/>
                    <a:gd name="connsiteY26" fmla="*/ 497682 h 2316957"/>
                    <a:gd name="connsiteX27" fmla="*/ 1302544 w 1323975"/>
                    <a:gd name="connsiteY27" fmla="*/ 509588 h 2316957"/>
                    <a:gd name="connsiteX28" fmla="*/ 1302544 w 1323975"/>
                    <a:gd name="connsiteY28" fmla="*/ 542925 h 2316957"/>
                    <a:gd name="connsiteX29" fmla="*/ 1319212 w 1323975"/>
                    <a:gd name="connsiteY29" fmla="*/ 583407 h 2316957"/>
                    <a:gd name="connsiteX30" fmla="*/ 1302544 w 1323975"/>
                    <a:gd name="connsiteY30" fmla="*/ 607219 h 2316957"/>
                    <a:gd name="connsiteX31" fmla="*/ 1309687 w 1323975"/>
                    <a:gd name="connsiteY31" fmla="*/ 633413 h 2316957"/>
                    <a:gd name="connsiteX32" fmla="*/ 1323975 w 1323975"/>
                    <a:gd name="connsiteY32" fmla="*/ 664369 h 2316957"/>
                    <a:gd name="connsiteX33" fmla="*/ 1321594 w 1323975"/>
                    <a:gd name="connsiteY33" fmla="*/ 709613 h 2316957"/>
                    <a:gd name="connsiteX34" fmla="*/ 1297781 w 1323975"/>
                    <a:gd name="connsiteY34" fmla="*/ 735807 h 2316957"/>
                    <a:gd name="connsiteX35" fmla="*/ 1283494 w 1323975"/>
                    <a:gd name="connsiteY35" fmla="*/ 766763 h 2316957"/>
                    <a:gd name="connsiteX36" fmla="*/ 1295400 w 1323975"/>
                    <a:gd name="connsiteY36" fmla="*/ 792957 h 2316957"/>
                    <a:gd name="connsiteX37" fmla="*/ 1297781 w 1323975"/>
                    <a:gd name="connsiteY37" fmla="*/ 840582 h 2316957"/>
                    <a:gd name="connsiteX38" fmla="*/ 1276350 w 1323975"/>
                    <a:gd name="connsiteY38" fmla="*/ 842963 h 2316957"/>
                    <a:gd name="connsiteX39" fmla="*/ 1212056 w 1323975"/>
                    <a:gd name="connsiteY39" fmla="*/ 835819 h 2316957"/>
                    <a:gd name="connsiteX40" fmla="*/ 1166812 w 1323975"/>
                    <a:gd name="connsiteY40" fmla="*/ 850107 h 2316957"/>
                    <a:gd name="connsiteX41" fmla="*/ 1135856 w 1323975"/>
                    <a:gd name="connsiteY41" fmla="*/ 890588 h 2316957"/>
                    <a:gd name="connsiteX42" fmla="*/ 1133475 w 1323975"/>
                    <a:gd name="connsiteY42" fmla="*/ 938213 h 2316957"/>
                    <a:gd name="connsiteX43" fmla="*/ 1097756 w 1323975"/>
                    <a:gd name="connsiteY43" fmla="*/ 931069 h 2316957"/>
                    <a:gd name="connsiteX44" fmla="*/ 1069181 w 1323975"/>
                    <a:gd name="connsiteY44" fmla="*/ 950119 h 2316957"/>
                    <a:gd name="connsiteX45" fmla="*/ 1076325 w 1323975"/>
                    <a:gd name="connsiteY45" fmla="*/ 988219 h 2316957"/>
                    <a:gd name="connsiteX46" fmla="*/ 1040606 w 1323975"/>
                    <a:gd name="connsiteY46" fmla="*/ 985838 h 2316957"/>
                    <a:gd name="connsiteX47" fmla="*/ 1004887 w 1323975"/>
                    <a:gd name="connsiteY47" fmla="*/ 992982 h 2316957"/>
                    <a:gd name="connsiteX48" fmla="*/ 971550 w 1323975"/>
                    <a:gd name="connsiteY48" fmla="*/ 1042988 h 2316957"/>
                    <a:gd name="connsiteX49" fmla="*/ 971550 w 1323975"/>
                    <a:gd name="connsiteY49" fmla="*/ 1090613 h 2316957"/>
                    <a:gd name="connsiteX50" fmla="*/ 1004887 w 1323975"/>
                    <a:gd name="connsiteY50" fmla="*/ 1112044 h 2316957"/>
                    <a:gd name="connsiteX51" fmla="*/ 1021556 w 1323975"/>
                    <a:gd name="connsiteY51" fmla="*/ 1138238 h 2316957"/>
                    <a:gd name="connsiteX52" fmla="*/ 1004887 w 1323975"/>
                    <a:gd name="connsiteY52" fmla="*/ 1173957 h 2316957"/>
                    <a:gd name="connsiteX53" fmla="*/ 964406 w 1323975"/>
                    <a:gd name="connsiteY53" fmla="*/ 1216819 h 2316957"/>
                    <a:gd name="connsiteX54" fmla="*/ 957262 w 1323975"/>
                    <a:gd name="connsiteY54" fmla="*/ 1240632 h 2316957"/>
                    <a:gd name="connsiteX55" fmla="*/ 983456 w 1323975"/>
                    <a:gd name="connsiteY55" fmla="*/ 1281113 h 2316957"/>
                    <a:gd name="connsiteX56" fmla="*/ 1016794 w 1323975"/>
                    <a:gd name="connsiteY56" fmla="*/ 1312069 h 2316957"/>
                    <a:gd name="connsiteX57" fmla="*/ 1054894 w 1323975"/>
                    <a:gd name="connsiteY57" fmla="*/ 1357313 h 2316957"/>
                    <a:gd name="connsiteX58" fmla="*/ 1050131 w 1323975"/>
                    <a:gd name="connsiteY58" fmla="*/ 1414463 h 2316957"/>
                    <a:gd name="connsiteX59" fmla="*/ 1028700 w 1323975"/>
                    <a:gd name="connsiteY59" fmla="*/ 1450182 h 2316957"/>
                    <a:gd name="connsiteX60" fmla="*/ 954881 w 1323975"/>
                    <a:gd name="connsiteY60" fmla="*/ 1495425 h 2316957"/>
                    <a:gd name="connsiteX61" fmla="*/ 926306 w 1323975"/>
                    <a:gd name="connsiteY61" fmla="*/ 1524000 h 2316957"/>
                    <a:gd name="connsiteX62" fmla="*/ 904875 w 1323975"/>
                    <a:gd name="connsiteY62" fmla="*/ 1578769 h 2316957"/>
                    <a:gd name="connsiteX63" fmla="*/ 928254 w 1323975"/>
                    <a:gd name="connsiteY63" fmla="*/ 1613839 h 2316957"/>
                    <a:gd name="connsiteX64" fmla="*/ 947737 w 1323975"/>
                    <a:gd name="connsiteY64" fmla="*/ 1621632 h 2316957"/>
                    <a:gd name="connsiteX65" fmla="*/ 958033 w 1323975"/>
                    <a:gd name="connsiteY65" fmla="*/ 1625064 h 2316957"/>
                    <a:gd name="connsiteX66" fmla="*/ 959644 w 1323975"/>
                    <a:gd name="connsiteY66" fmla="*/ 1607344 h 2316957"/>
                    <a:gd name="connsiteX67" fmla="*/ 983456 w 1323975"/>
                    <a:gd name="connsiteY67" fmla="*/ 1578769 h 2316957"/>
                    <a:gd name="connsiteX68" fmla="*/ 1016794 w 1323975"/>
                    <a:gd name="connsiteY68" fmla="*/ 1581150 h 2316957"/>
                    <a:gd name="connsiteX69" fmla="*/ 1050131 w 1323975"/>
                    <a:gd name="connsiteY69" fmla="*/ 1600200 h 2316957"/>
                    <a:gd name="connsiteX70" fmla="*/ 1057275 w 1323975"/>
                    <a:gd name="connsiteY70" fmla="*/ 1576388 h 2316957"/>
                    <a:gd name="connsiteX71" fmla="*/ 1102519 w 1323975"/>
                    <a:gd name="connsiteY71" fmla="*/ 1564482 h 2316957"/>
                    <a:gd name="connsiteX72" fmla="*/ 1109662 w 1323975"/>
                    <a:gd name="connsiteY72" fmla="*/ 1602582 h 2316957"/>
                    <a:gd name="connsiteX73" fmla="*/ 1095375 w 1323975"/>
                    <a:gd name="connsiteY73" fmla="*/ 1635919 h 2316957"/>
                    <a:gd name="connsiteX74" fmla="*/ 1081087 w 1323975"/>
                    <a:gd name="connsiteY74" fmla="*/ 1681163 h 2316957"/>
                    <a:gd name="connsiteX75" fmla="*/ 1069181 w 1323975"/>
                    <a:gd name="connsiteY75" fmla="*/ 1738313 h 2316957"/>
                    <a:gd name="connsiteX76" fmla="*/ 1054894 w 1323975"/>
                    <a:gd name="connsiteY76" fmla="*/ 1831182 h 2316957"/>
                    <a:gd name="connsiteX77" fmla="*/ 1076325 w 1323975"/>
                    <a:gd name="connsiteY77" fmla="*/ 1871663 h 2316957"/>
                    <a:gd name="connsiteX78" fmla="*/ 1050131 w 1323975"/>
                    <a:gd name="connsiteY78" fmla="*/ 1878807 h 2316957"/>
                    <a:gd name="connsiteX79" fmla="*/ 1040606 w 1323975"/>
                    <a:gd name="connsiteY79" fmla="*/ 1926432 h 2316957"/>
                    <a:gd name="connsiteX80" fmla="*/ 1007269 w 1323975"/>
                    <a:gd name="connsiteY80" fmla="*/ 1928813 h 2316957"/>
                    <a:gd name="connsiteX81" fmla="*/ 1007269 w 1323975"/>
                    <a:gd name="connsiteY81" fmla="*/ 1966913 h 2316957"/>
                    <a:gd name="connsiteX82" fmla="*/ 1045369 w 1323975"/>
                    <a:gd name="connsiteY82" fmla="*/ 2014538 h 2316957"/>
                    <a:gd name="connsiteX83" fmla="*/ 1090612 w 1323975"/>
                    <a:gd name="connsiteY83" fmla="*/ 2050257 h 2316957"/>
                    <a:gd name="connsiteX84" fmla="*/ 1092994 w 1323975"/>
                    <a:gd name="connsiteY84" fmla="*/ 2085975 h 2316957"/>
                    <a:gd name="connsiteX85" fmla="*/ 1135856 w 1323975"/>
                    <a:gd name="connsiteY85" fmla="*/ 2126457 h 2316957"/>
                    <a:gd name="connsiteX86" fmla="*/ 1116806 w 1323975"/>
                    <a:gd name="connsiteY86" fmla="*/ 2159794 h 2316957"/>
                    <a:gd name="connsiteX87" fmla="*/ 1102519 w 1323975"/>
                    <a:gd name="connsiteY87" fmla="*/ 2226469 h 2316957"/>
                    <a:gd name="connsiteX88" fmla="*/ 1083469 w 1323975"/>
                    <a:gd name="connsiteY88" fmla="*/ 2240757 h 2316957"/>
                    <a:gd name="connsiteX89" fmla="*/ 1014412 w 1323975"/>
                    <a:gd name="connsiteY89" fmla="*/ 2245519 h 2316957"/>
                    <a:gd name="connsiteX90" fmla="*/ 947737 w 1323975"/>
                    <a:gd name="connsiteY90" fmla="*/ 2252663 h 2316957"/>
                    <a:gd name="connsiteX91" fmla="*/ 921544 w 1323975"/>
                    <a:gd name="connsiteY91" fmla="*/ 2290763 h 2316957"/>
                    <a:gd name="connsiteX92" fmla="*/ 892969 w 1323975"/>
                    <a:gd name="connsiteY92" fmla="*/ 2312194 h 2316957"/>
                    <a:gd name="connsiteX93" fmla="*/ 859631 w 1323975"/>
                    <a:gd name="connsiteY93" fmla="*/ 2316957 h 2316957"/>
                    <a:gd name="connsiteX94" fmla="*/ 804862 w 1323975"/>
                    <a:gd name="connsiteY94" fmla="*/ 2305050 h 2316957"/>
                    <a:gd name="connsiteX95" fmla="*/ 776287 w 1323975"/>
                    <a:gd name="connsiteY95" fmla="*/ 2278857 h 2316957"/>
                    <a:gd name="connsiteX96" fmla="*/ 759619 w 1323975"/>
                    <a:gd name="connsiteY96" fmla="*/ 2224088 h 2316957"/>
                    <a:gd name="connsiteX97" fmla="*/ 773906 w 1323975"/>
                    <a:gd name="connsiteY97" fmla="*/ 2178844 h 2316957"/>
                    <a:gd name="connsiteX98" fmla="*/ 771525 w 1323975"/>
                    <a:gd name="connsiteY98" fmla="*/ 2135982 h 2316957"/>
                    <a:gd name="connsiteX99" fmla="*/ 773906 w 1323975"/>
                    <a:gd name="connsiteY99" fmla="*/ 2088357 h 2316957"/>
                    <a:gd name="connsiteX100" fmla="*/ 747712 w 1323975"/>
                    <a:gd name="connsiteY100" fmla="*/ 2074069 h 2316957"/>
                    <a:gd name="connsiteX101" fmla="*/ 714375 w 1323975"/>
                    <a:gd name="connsiteY101" fmla="*/ 2047875 h 2316957"/>
                    <a:gd name="connsiteX102" fmla="*/ 707231 w 1323975"/>
                    <a:gd name="connsiteY102" fmla="*/ 2012157 h 2316957"/>
                    <a:gd name="connsiteX103" fmla="*/ 683419 w 1323975"/>
                    <a:gd name="connsiteY103" fmla="*/ 1983582 h 2316957"/>
                    <a:gd name="connsiteX104" fmla="*/ 642937 w 1323975"/>
                    <a:gd name="connsiteY104" fmla="*/ 1950244 h 2316957"/>
                    <a:gd name="connsiteX105" fmla="*/ 626269 w 1323975"/>
                    <a:gd name="connsiteY105" fmla="*/ 1916907 h 2316957"/>
                    <a:gd name="connsiteX106" fmla="*/ 654844 w 1323975"/>
                    <a:gd name="connsiteY106" fmla="*/ 1888332 h 2316957"/>
                    <a:gd name="connsiteX107" fmla="*/ 631031 w 1323975"/>
                    <a:gd name="connsiteY107" fmla="*/ 1876425 h 2316957"/>
                    <a:gd name="connsiteX108" fmla="*/ 592931 w 1323975"/>
                    <a:gd name="connsiteY108" fmla="*/ 1831182 h 2316957"/>
                    <a:gd name="connsiteX109" fmla="*/ 581025 w 1323975"/>
                    <a:gd name="connsiteY109" fmla="*/ 1857375 h 2316957"/>
                    <a:gd name="connsiteX110" fmla="*/ 571500 w 1323975"/>
                    <a:gd name="connsiteY110" fmla="*/ 1878807 h 2316957"/>
                    <a:gd name="connsiteX111" fmla="*/ 540544 w 1323975"/>
                    <a:gd name="connsiteY111" fmla="*/ 1902619 h 2316957"/>
                    <a:gd name="connsiteX112" fmla="*/ 502444 w 1323975"/>
                    <a:gd name="connsiteY112" fmla="*/ 1912144 h 2316957"/>
                    <a:gd name="connsiteX113" fmla="*/ 478631 w 1323975"/>
                    <a:gd name="connsiteY113" fmla="*/ 1940719 h 2316957"/>
                    <a:gd name="connsiteX114" fmla="*/ 416719 w 1323975"/>
                    <a:gd name="connsiteY114" fmla="*/ 1935957 h 2316957"/>
                    <a:gd name="connsiteX115" fmla="*/ 426244 w 1323975"/>
                    <a:gd name="connsiteY115" fmla="*/ 1902619 h 2316957"/>
                    <a:gd name="connsiteX116" fmla="*/ 440531 w 1323975"/>
                    <a:gd name="connsiteY116" fmla="*/ 1840707 h 2316957"/>
                    <a:gd name="connsiteX117" fmla="*/ 447675 w 1323975"/>
                    <a:gd name="connsiteY117" fmla="*/ 1802607 h 2316957"/>
                    <a:gd name="connsiteX118" fmla="*/ 419100 w 1323975"/>
                    <a:gd name="connsiteY118" fmla="*/ 1781175 h 2316957"/>
                    <a:gd name="connsiteX119" fmla="*/ 419100 w 1323975"/>
                    <a:gd name="connsiteY119" fmla="*/ 1769269 h 2316957"/>
                    <a:gd name="connsiteX120" fmla="*/ 433387 w 1323975"/>
                    <a:gd name="connsiteY120" fmla="*/ 1740694 h 2316957"/>
                    <a:gd name="connsiteX121" fmla="*/ 429125 w 1323975"/>
                    <a:gd name="connsiteY121" fmla="*/ 1712993 h 2316957"/>
                    <a:gd name="connsiteX122" fmla="*/ 421481 w 1323975"/>
                    <a:gd name="connsiteY122" fmla="*/ 1714500 h 2316957"/>
                    <a:gd name="connsiteX123" fmla="*/ 369094 w 1323975"/>
                    <a:gd name="connsiteY123" fmla="*/ 1707357 h 2316957"/>
                    <a:gd name="connsiteX124" fmla="*/ 350044 w 1323975"/>
                    <a:gd name="connsiteY124" fmla="*/ 1690688 h 2316957"/>
                    <a:gd name="connsiteX125" fmla="*/ 354806 w 1323975"/>
                    <a:gd name="connsiteY125" fmla="*/ 1643063 h 2316957"/>
                    <a:gd name="connsiteX126" fmla="*/ 361950 w 1323975"/>
                    <a:gd name="connsiteY126" fmla="*/ 1571625 h 2316957"/>
                    <a:gd name="connsiteX127" fmla="*/ 340519 w 1323975"/>
                    <a:gd name="connsiteY127" fmla="*/ 1535907 h 2316957"/>
                    <a:gd name="connsiteX128" fmla="*/ 300037 w 1323975"/>
                    <a:gd name="connsiteY128" fmla="*/ 1526382 h 2316957"/>
                    <a:gd name="connsiteX129" fmla="*/ 269081 w 1323975"/>
                    <a:gd name="connsiteY129" fmla="*/ 1476375 h 2316957"/>
                    <a:gd name="connsiteX130" fmla="*/ 271462 w 1323975"/>
                    <a:gd name="connsiteY130" fmla="*/ 1438275 h 2316957"/>
                    <a:gd name="connsiteX131" fmla="*/ 247650 w 1323975"/>
                    <a:gd name="connsiteY131" fmla="*/ 1390650 h 2316957"/>
                    <a:gd name="connsiteX132" fmla="*/ 197644 w 1323975"/>
                    <a:gd name="connsiteY132" fmla="*/ 1335882 h 2316957"/>
                    <a:gd name="connsiteX133" fmla="*/ 152400 w 1323975"/>
                    <a:gd name="connsiteY133" fmla="*/ 1340644 h 2316957"/>
                    <a:gd name="connsiteX134" fmla="*/ 123825 w 1323975"/>
                    <a:gd name="connsiteY134" fmla="*/ 1316832 h 2316957"/>
                    <a:gd name="connsiteX135" fmla="*/ 66675 w 1323975"/>
                    <a:gd name="connsiteY135" fmla="*/ 1304925 h 2316957"/>
                    <a:gd name="connsiteX136" fmla="*/ 40481 w 1323975"/>
                    <a:gd name="connsiteY136" fmla="*/ 1316832 h 2316957"/>
                    <a:gd name="connsiteX137" fmla="*/ 7144 w 1323975"/>
                    <a:gd name="connsiteY137" fmla="*/ 1300163 h 2316957"/>
                    <a:gd name="connsiteX138" fmla="*/ 0 w 1323975"/>
                    <a:gd name="connsiteY138" fmla="*/ 1264444 h 2316957"/>
                    <a:gd name="connsiteX139" fmla="*/ 23812 w 1323975"/>
                    <a:gd name="connsiteY139" fmla="*/ 1195388 h 2316957"/>
                    <a:gd name="connsiteX140" fmla="*/ 26194 w 1323975"/>
                    <a:gd name="connsiteY140" fmla="*/ 1143000 h 2316957"/>
                    <a:gd name="connsiteX141" fmla="*/ 11906 w 1323975"/>
                    <a:gd name="connsiteY141" fmla="*/ 1100138 h 2316957"/>
                    <a:gd name="connsiteX142" fmla="*/ 16669 w 1323975"/>
                    <a:gd name="connsiteY142" fmla="*/ 1021557 h 2316957"/>
                    <a:gd name="connsiteX143" fmla="*/ 52387 w 1323975"/>
                    <a:gd name="connsiteY143" fmla="*/ 990600 h 2316957"/>
                    <a:gd name="connsiteX144" fmla="*/ 33337 w 1323975"/>
                    <a:gd name="connsiteY144" fmla="*/ 964407 h 2316957"/>
                    <a:gd name="connsiteX145" fmla="*/ 30956 w 1323975"/>
                    <a:gd name="connsiteY145" fmla="*/ 921544 h 2316957"/>
                    <a:gd name="connsiteX146" fmla="*/ 71437 w 1323975"/>
                    <a:gd name="connsiteY146" fmla="*/ 857250 h 2316957"/>
                    <a:gd name="connsiteX147" fmla="*/ 76200 w 1323975"/>
                    <a:gd name="connsiteY147" fmla="*/ 883444 h 2316957"/>
                    <a:gd name="connsiteX148" fmla="*/ 123825 w 1323975"/>
                    <a:gd name="connsiteY148" fmla="*/ 895350 h 2316957"/>
                    <a:gd name="connsiteX149" fmla="*/ 164306 w 1323975"/>
                    <a:gd name="connsiteY149" fmla="*/ 888207 h 2316957"/>
                    <a:gd name="connsiteX150" fmla="*/ 200025 w 1323975"/>
                    <a:gd name="connsiteY150" fmla="*/ 862013 h 2316957"/>
                    <a:gd name="connsiteX151" fmla="*/ 200025 w 1323975"/>
                    <a:gd name="connsiteY151" fmla="*/ 833438 h 2316957"/>
                    <a:gd name="connsiteX152" fmla="*/ 200025 w 1323975"/>
                    <a:gd name="connsiteY152" fmla="*/ 788194 h 2316957"/>
                    <a:gd name="connsiteX153" fmla="*/ 219075 w 1323975"/>
                    <a:gd name="connsiteY153" fmla="*/ 683419 h 2316957"/>
                    <a:gd name="connsiteX154" fmla="*/ 221456 w 1323975"/>
                    <a:gd name="connsiteY154" fmla="*/ 626269 h 2316957"/>
                    <a:gd name="connsiteX155" fmla="*/ 233362 w 1323975"/>
                    <a:gd name="connsiteY155" fmla="*/ 607219 h 2316957"/>
                    <a:gd name="connsiteX156" fmla="*/ 261937 w 1323975"/>
                    <a:gd name="connsiteY156" fmla="*/ 609600 h 2316957"/>
                    <a:gd name="connsiteX157" fmla="*/ 292894 w 1323975"/>
                    <a:gd name="connsiteY157" fmla="*/ 628650 h 2316957"/>
                    <a:gd name="connsiteX158" fmla="*/ 326231 w 1323975"/>
                    <a:gd name="connsiteY158" fmla="*/ 628650 h 2316957"/>
                    <a:gd name="connsiteX159" fmla="*/ 376237 w 1323975"/>
                    <a:gd name="connsiteY159" fmla="*/ 583407 h 2316957"/>
                    <a:gd name="connsiteX160" fmla="*/ 433387 w 1323975"/>
                    <a:gd name="connsiteY160" fmla="*/ 521494 h 2316957"/>
                    <a:gd name="connsiteX161" fmla="*/ 421481 w 1323975"/>
                    <a:gd name="connsiteY161" fmla="*/ 483394 h 2316957"/>
                    <a:gd name="connsiteX162" fmla="*/ 409575 w 1323975"/>
                    <a:gd name="connsiteY162" fmla="*/ 450057 h 2316957"/>
                    <a:gd name="connsiteX163" fmla="*/ 421481 w 1323975"/>
                    <a:gd name="connsiteY163" fmla="*/ 397669 h 2316957"/>
                    <a:gd name="connsiteX164" fmla="*/ 445294 w 1323975"/>
                    <a:gd name="connsiteY164" fmla="*/ 316707 h 2316957"/>
                    <a:gd name="connsiteX165" fmla="*/ 473869 w 1323975"/>
                    <a:gd name="connsiteY165" fmla="*/ 300038 h 2316957"/>
                    <a:gd name="connsiteX166" fmla="*/ 523875 w 1323975"/>
                    <a:gd name="connsiteY166" fmla="*/ 273844 h 2316957"/>
                    <a:gd name="connsiteX167" fmla="*/ 552450 w 1323975"/>
                    <a:gd name="connsiteY167" fmla="*/ 245269 h 2316957"/>
                    <a:gd name="connsiteX168" fmla="*/ 547687 w 1323975"/>
                    <a:gd name="connsiteY168" fmla="*/ 207169 h 2316957"/>
                    <a:gd name="connsiteX169" fmla="*/ 564356 w 1323975"/>
                    <a:gd name="connsiteY169" fmla="*/ 173832 h 2316957"/>
                    <a:gd name="connsiteX170" fmla="*/ 602456 w 1323975"/>
                    <a:gd name="connsiteY170" fmla="*/ 114300 h 2316957"/>
                    <a:gd name="connsiteX171" fmla="*/ 595312 w 1323975"/>
                    <a:gd name="connsiteY171" fmla="*/ 85725 h 23169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Lst>
                  <a:rect l="l" t="t" r="r" b="b"/>
                  <a:pathLst>
                    <a:path w="1323975" h="2316957">
                      <a:moveTo>
                        <a:pt x="676275" y="0"/>
                      </a:moveTo>
                      <a:lnTo>
                        <a:pt x="700087" y="28576"/>
                      </a:lnTo>
                      <a:cubicBezTo>
                        <a:pt x="691355" y="65882"/>
                        <a:pt x="706437" y="88901"/>
                        <a:pt x="709612" y="119063"/>
                      </a:cubicBezTo>
                      <a:lnTo>
                        <a:pt x="731044" y="180975"/>
                      </a:lnTo>
                      <a:lnTo>
                        <a:pt x="757237" y="211932"/>
                      </a:lnTo>
                      <a:lnTo>
                        <a:pt x="812006" y="214313"/>
                      </a:lnTo>
                      <a:lnTo>
                        <a:pt x="842962" y="214313"/>
                      </a:lnTo>
                      <a:lnTo>
                        <a:pt x="869156" y="226219"/>
                      </a:lnTo>
                      <a:lnTo>
                        <a:pt x="895350" y="250032"/>
                      </a:lnTo>
                      <a:lnTo>
                        <a:pt x="909637" y="233363"/>
                      </a:lnTo>
                      <a:lnTo>
                        <a:pt x="964406" y="230982"/>
                      </a:lnTo>
                      <a:lnTo>
                        <a:pt x="1002506" y="226219"/>
                      </a:lnTo>
                      <a:lnTo>
                        <a:pt x="1026319" y="235744"/>
                      </a:lnTo>
                      <a:lnTo>
                        <a:pt x="1042987" y="257175"/>
                      </a:lnTo>
                      <a:lnTo>
                        <a:pt x="1045369" y="300038"/>
                      </a:lnTo>
                      <a:lnTo>
                        <a:pt x="1057275" y="335757"/>
                      </a:lnTo>
                      <a:lnTo>
                        <a:pt x="1040606" y="376238"/>
                      </a:lnTo>
                      <a:lnTo>
                        <a:pt x="1057275" y="397669"/>
                      </a:lnTo>
                      <a:lnTo>
                        <a:pt x="1081087" y="402432"/>
                      </a:lnTo>
                      <a:lnTo>
                        <a:pt x="1123950" y="419100"/>
                      </a:lnTo>
                      <a:lnTo>
                        <a:pt x="1150144" y="419100"/>
                      </a:lnTo>
                      <a:lnTo>
                        <a:pt x="1178719" y="421482"/>
                      </a:lnTo>
                      <a:lnTo>
                        <a:pt x="1204912" y="421482"/>
                      </a:lnTo>
                      <a:lnTo>
                        <a:pt x="1238250" y="442913"/>
                      </a:lnTo>
                      <a:lnTo>
                        <a:pt x="1259681" y="450057"/>
                      </a:lnTo>
                      <a:lnTo>
                        <a:pt x="1271587" y="471488"/>
                      </a:lnTo>
                      <a:lnTo>
                        <a:pt x="1276350" y="497682"/>
                      </a:lnTo>
                      <a:lnTo>
                        <a:pt x="1302544" y="509588"/>
                      </a:lnTo>
                      <a:lnTo>
                        <a:pt x="1302544" y="542925"/>
                      </a:lnTo>
                      <a:lnTo>
                        <a:pt x="1319212" y="583407"/>
                      </a:lnTo>
                      <a:lnTo>
                        <a:pt x="1302544" y="607219"/>
                      </a:lnTo>
                      <a:lnTo>
                        <a:pt x="1309687" y="633413"/>
                      </a:lnTo>
                      <a:lnTo>
                        <a:pt x="1323975" y="664369"/>
                      </a:lnTo>
                      <a:lnTo>
                        <a:pt x="1321594" y="709613"/>
                      </a:lnTo>
                      <a:lnTo>
                        <a:pt x="1297781" y="735807"/>
                      </a:lnTo>
                      <a:lnTo>
                        <a:pt x="1283494" y="766763"/>
                      </a:lnTo>
                      <a:lnTo>
                        <a:pt x="1295400" y="792957"/>
                      </a:lnTo>
                      <a:lnTo>
                        <a:pt x="1297781" y="840582"/>
                      </a:lnTo>
                      <a:lnTo>
                        <a:pt x="1276350" y="842963"/>
                      </a:lnTo>
                      <a:lnTo>
                        <a:pt x="1212056" y="835819"/>
                      </a:lnTo>
                      <a:lnTo>
                        <a:pt x="1166812" y="850107"/>
                      </a:lnTo>
                      <a:lnTo>
                        <a:pt x="1135856" y="890588"/>
                      </a:lnTo>
                      <a:lnTo>
                        <a:pt x="1133475" y="938213"/>
                      </a:lnTo>
                      <a:lnTo>
                        <a:pt x="1097756" y="931069"/>
                      </a:lnTo>
                      <a:lnTo>
                        <a:pt x="1069181" y="950119"/>
                      </a:lnTo>
                      <a:lnTo>
                        <a:pt x="1076325" y="988219"/>
                      </a:lnTo>
                      <a:lnTo>
                        <a:pt x="1040606" y="985838"/>
                      </a:lnTo>
                      <a:lnTo>
                        <a:pt x="1004887" y="992982"/>
                      </a:lnTo>
                      <a:lnTo>
                        <a:pt x="971550" y="1042988"/>
                      </a:lnTo>
                      <a:lnTo>
                        <a:pt x="971550" y="1090613"/>
                      </a:lnTo>
                      <a:lnTo>
                        <a:pt x="1004887" y="1112044"/>
                      </a:lnTo>
                      <a:lnTo>
                        <a:pt x="1021556" y="1138238"/>
                      </a:lnTo>
                      <a:lnTo>
                        <a:pt x="1004887" y="1173957"/>
                      </a:lnTo>
                      <a:lnTo>
                        <a:pt x="964406" y="1216819"/>
                      </a:lnTo>
                      <a:lnTo>
                        <a:pt x="957262" y="1240632"/>
                      </a:lnTo>
                      <a:lnTo>
                        <a:pt x="983456" y="1281113"/>
                      </a:lnTo>
                      <a:lnTo>
                        <a:pt x="1016794" y="1312069"/>
                      </a:lnTo>
                      <a:lnTo>
                        <a:pt x="1054894" y="1357313"/>
                      </a:lnTo>
                      <a:lnTo>
                        <a:pt x="1050131" y="1414463"/>
                      </a:lnTo>
                      <a:lnTo>
                        <a:pt x="1028700" y="1450182"/>
                      </a:lnTo>
                      <a:lnTo>
                        <a:pt x="954881" y="1495425"/>
                      </a:lnTo>
                      <a:lnTo>
                        <a:pt x="926306" y="1524000"/>
                      </a:lnTo>
                      <a:lnTo>
                        <a:pt x="904875" y="1578769"/>
                      </a:lnTo>
                      <a:lnTo>
                        <a:pt x="928254" y="1613839"/>
                      </a:lnTo>
                      <a:lnTo>
                        <a:pt x="947737" y="1621632"/>
                      </a:lnTo>
                      <a:lnTo>
                        <a:pt x="958033" y="1625064"/>
                      </a:lnTo>
                      <a:lnTo>
                        <a:pt x="959644" y="1607344"/>
                      </a:lnTo>
                      <a:lnTo>
                        <a:pt x="983456" y="1578769"/>
                      </a:lnTo>
                      <a:lnTo>
                        <a:pt x="1016794" y="1581150"/>
                      </a:lnTo>
                      <a:lnTo>
                        <a:pt x="1050131" y="1600200"/>
                      </a:lnTo>
                      <a:lnTo>
                        <a:pt x="1057275" y="1576388"/>
                      </a:lnTo>
                      <a:lnTo>
                        <a:pt x="1102519" y="1564482"/>
                      </a:lnTo>
                      <a:lnTo>
                        <a:pt x="1109662" y="1602582"/>
                      </a:lnTo>
                      <a:lnTo>
                        <a:pt x="1095375" y="1635919"/>
                      </a:lnTo>
                      <a:lnTo>
                        <a:pt x="1081087" y="1681163"/>
                      </a:lnTo>
                      <a:lnTo>
                        <a:pt x="1069181" y="1738313"/>
                      </a:lnTo>
                      <a:lnTo>
                        <a:pt x="1054894" y="1831182"/>
                      </a:lnTo>
                      <a:lnTo>
                        <a:pt x="1076325" y="1871663"/>
                      </a:lnTo>
                      <a:lnTo>
                        <a:pt x="1050131" y="1878807"/>
                      </a:lnTo>
                      <a:lnTo>
                        <a:pt x="1040606" y="1926432"/>
                      </a:lnTo>
                      <a:lnTo>
                        <a:pt x="1007269" y="1928813"/>
                      </a:lnTo>
                      <a:lnTo>
                        <a:pt x="1007269" y="1966913"/>
                      </a:lnTo>
                      <a:lnTo>
                        <a:pt x="1045369" y="2014538"/>
                      </a:lnTo>
                      <a:lnTo>
                        <a:pt x="1090612" y="2050257"/>
                      </a:lnTo>
                      <a:lnTo>
                        <a:pt x="1092994" y="2085975"/>
                      </a:lnTo>
                      <a:lnTo>
                        <a:pt x="1135856" y="2126457"/>
                      </a:lnTo>
                      <a:lnTo>
                        <a:pt x="1116806" y="2159794"/>
                      </a:lnTo>
                      <a:lnTo>
                        <a:pt x="1102519" y="2226469"/>
                      </a:lnTo>
                      <a:lnTo>
                        <a:pt x="1083469" y="2240757"/>
                      </a:lnTo>
                      <a:lnTo>
                        <a:pt x="1014412" y="2245519"/>
                      </a:lnTo>
                      <a:lnTo>
                        <a:pt x="947737" y="2252663"/>
                      </a:lnTo>
                      <a:lnTo>
                        <a:pt x="921544" y="2290763"/>
                      </a:lnTo>
                      <a:lnTo>
                        <a:pt x="892969" y="2312194"/>
                      </a:lnTo>
                      <a:lnTo>
                        <a:pt x="859631" y="2316957"/>
                      </a:lnTo>
                      <a:lnTo>
                        <a:pt x="804862" y="2305050"/>
                      </a:lnTo>
                      <a:lnTo>
                        <a:pt x="776287" y="2278857"/>
                      </a:lnTo>
                      <a:lnTo>
                        <a:pt x="759619" y="2224088"/>
                      </a:lnTo>
                      <a:lnTo>
                        <a:pt x="773906" y="2178844"/>
                      </a:lnTo>
                      <a:lnTo>
                        <a:pt x="771525" y="2135982"/>
                      </a:lnTo>
                      <a:lnTo>
                        <a:pt x="773906" y="2088357"/>
                      </a:lnTo>
                      <a:lnTo>
                        <a:pt x="747712" y="2074069"/>
                      </a:lnTo>
                      <a:lnTo>
                        <a:pt x="714375" y="2047875"/>
                      </a:lnTo>
                      <a:lnTo>
                        <a:pt x="707231" y="2012157"/>
                      </a:lnTo>
                      <a:lnTo>
                        <a:pt x="683419" y="1983582"/>
                      </a:lnTo>
                      <a:lnTo>
                        <a:pt x="642937" y="1950244"/>
                      </a:lnTo>
                      <a:lnTo>
                        <a:pt x="626269" y="1916907"/>
                      </a:lnTo>
                      <a:lnTo>
                        <a:pt x="654844" y="1888332"/>
                      </a:lnTo>
                      <a:lnTo>
                        <a:pt x="631031" y="1876425"/>
                      </a:lnTo>
                      <a:lnTo>
                        <a:pt x="592931" y="1831182"/>
                      </a:lnTo>
                      <a:lnTo>
                        <a:pt x="581025" y="1857375"/>
                      </a:lnTo>
                      <a:lnTo>
                        <a:pt x="571500" y="1878807"/>
                      </a:lnTo>
                      <a:lnTo>
                        <a:pt x="540544" y="1902619"/>
                      </a:lnTo>
                      <a:lnTo>
                        <a:pt x="502444" y="1912144"/>
                      </a:lnTo>
                      <a:lnTo>
                        <a:pt x="478631" y="1940719"/>
                      </a:lnTo>
                      <a:lnTo>
                        <a:pt x="416719" y="1935957"/>
                      </a:lnTo>
                      <a:lnTo>
                        <a:pt x="426244" y="1902619"/>
                      </a:lnTo>
                      <a:lnTo>
                        <a:pt x="440531" y="1840707"/>
                      </a:lnTo>
                      <a:lnTo>
                        <a:pt x="447675" y="1802607"/>
                      </a:lnTo>
                      <a:lnTo>
                        <a:pt x="419100" y="1781175"/>
                      </a:lnTo>
                      <a:lnTo>
                        <a:pt x="419100" y="1769269"/>
                      </a:lnTo>
                      <a:lnTo>
                        <a:pt x="433387" y="1740694"/>
                      </a:lnTo>
                      <a:lnTo>
                        <a:pt x="429125" y="1712993"/>
                      </a:lnTo>
                      <a:lnTo>
                        <a:pt x="421481" y="1714500"/>
                      </a:lnTo>
                      <a:lnTo>
                        <a:pt x="369094" y="1707357"/>
                      </a:lnTo>
                      <a:lnTo>
                        <a:pt x="350044" y="1690688"/>
                      </a:lnTo>
                      <a:lnTo>
                        <a:pt x="354806" y="1643063"/>
                      </a:lnTo>
                      <a:lnTo>
                        <a:pt x="361950" y="1571625"/>
                      </a:lnTo>
                      <a:lnTo>
                        <a:pt x="340519" y="1535907"/>
                      </a:lnTo>
                      <a:lnTo>
                        <a:pt x="300037" y="1526382"/>
                      </a:lnTo>
                      <a:lnTo>
                        <a:pt x="269081" y="1476375"/>
                      </a:lnTo>
                      <a:lnTo>
                        <a:pt x="271462" y="1438275"/>
                      </a:lnTo>
                      <a:lnTo>
                        <a:pt x="247650" y="1390650"/>
                      </a:lnTo>
                      <a:lnTo>
                        <a:pt x="197644" y="1335882"/>
                      </a:lnTo>
                      <a:lnTo>
                        <a:pt x="152400" y="1340644"/>
                      </a:lnTo>
                      <a:lnTo>
                        <a:pt x="123825" y="1316832"/>
                      </a:lnTo>
                      <a:lnTo>
                        <a:pt x="66675" y="1304925"/>
                      </a:lnTo>
                      <a:lnTo>
                        <a:pt x="40481" y="1316832"/>
                      </a:lnTo>
                      <a:lnTo>
                        <a:pt x="7144" y="1300163"/>
                      </a:lnTo>
                      <a:lnTo>
                        <a:pt x="0" y="1264444"/>
                      </a:lnTo>
                      <a:lnTo>
                        <a:pt x="23812" y="1195388"/>
                      </a:lnTo>
                      <a:lnTo>
                        <a:pt x="26194" y="1143000"/>
                      </a:lnTo>
                      <a:lnTo>
                        <a:pt x="11906" y="1100138"/>
                      </a:lnTo>
                      <a:lnTo>
                        <a:pt x="16669" y="1021557"/>
                      </a:lnTo>
                      <a:lnTo>
                        <a:pt x="52387" y="990600"/>
                      </a:lnTo>
                      <a:lnTo>
                        <a:pt x="33337" y="964407"/>
                      </a:lnTo>
                      <a:lnTo>
                        <a:pt x="30956" y="921544"/>
                      </a:lnTo>
                      <a:lnTo>
                        <a:pt x="71437" y="857250"/>
                      </a:lnTo>
                      <a:lnTo>
                        <a:pt x="76200" y="883444"/>
                      </a:lnTo>
                      <a:lnTo>
                        <a:pt x="123825" y="895350"/>
                      </a:lnTo>
                      <a:lnTo>
                        <a:pt x="164306" y="888207"/>
                      </a:lnTo>
                      <a:lnTo>
                        <a:pt x="200025" y="862013"/>
                      </a:lnTo>
                      <a:lnTo>
                        <a:pt x="200025" y="833438"/>
                      </a:lnTo>
                      <a:lnTo>
                        <a:pt x="200025" y="788194"/>
                      </a:lnTo>
                      <a:lnTo>
                        <a:pt x="219075" y="683419"/>
                      </a:lnTo>
                      <a:cubicBezTo>
                        <a:pt x="219869" y="664369"/>
                        <a:pt x="220662" y="645319"/>
                        <a:pt x="221456" y="626269"/>
                      </a:cubicBezTo>
                      <a:lnTo>
                        <a:pt x="233362" y="607219"/>
                      </a:lnTo>
                      <a:lnTo>
                        <a:pt x="261937" y="609600"/>
                      </a:lnTo>
                      <a:lnTo>
                        <a:pt x="292894" y="628650"/>
                      </a:lnTo>
                      <a:lnTo>
                        <a:pt x="326231" y="628650"/>
                      </a:lnTo>
                      <a:lnTo>
                        <a:pt x="376237" y="583407"/>
                      </a:lnTo>
                      <a:lnTo>
                        <a:pt x="433387" y="521494"/>
                      </a:lnTo>
                      <a:lnTo>
                        <a:pt x="421481" y="483394"/>
                      </a:lnTo>
                      <a:lnTo>
                        <a:pt x="409575" y="450057"/>
                      </a:lnTo>
                      <a:lnTo>
                        <a:pt x="421481" y="397669"/>
                      </a:lnTo>
                      <a:lnTo>
                        <a:pt x="445294" y="316707"/>
                      </a:lnTo>
                      <a:lnTo>
                        <a:pt x="473869" y="300038"/>
                      </a:lnTo>
                      <a:lnTo>
                        <a:pt x="523875" y="273844"/>
                      </a:lnTo>
                      <a:lnTo>
                        <a:pt x="552450" y="245269"/>
                      </a:lnTo>
                      <a:lnTo>
                        <a:pt x="547687" y="207169"/>
                      </a:lnTo>
                      <a:lnTo>
                        <a:pt x="564356" y="173832"/>
                      </a:lnTo>
                      <a:lnTo>
                        <a:pt x="602456" y="114300"/>
                      </a:lnTo>
                      <a:lnTo>
                        <a:pt x="595312" y="85725"/>
                      </a:lnTo>
                      <a:close/>
                    </a:path>
                  </a:pathLst>
                </a:cu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700">
                    <a:ln>
                      <a:solidFill>
                        <a:schemeClr val="accent1">
                          <a:alpha val="0"/>
                        </a:schemeClr>
                      </a:solidFill>
                    </a:ln>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17" name="동두천시">
                  <a:extLst>
                    <a:ext uri="{FF2B5EF4-FFF2-40B4-BE49-F238E27FC236}">
                      <a16:creationId xmlns:a16="http://schemas.microsoft.com/office/drawing/2014/main" id="{58B962BF-868C-2846-34A0-F02DE39646BD}"/>
                    </a:ext>
                  </a:extLst>
                </p:cNvPr>
                <p:cNvSpPr/>
                <p:nvPr/>
              </p:nvSpPr>
              <p:spPr>
                <a:xfrm>
                  <a:off x="4786310" y="1323977"/>
                  <a:ext cx="538162" cy="564356"/>
                </a:xfrm>
                <a:custGeom>
                  <a:avLst/>
                  <a:gdLst>
                    <a:gd name="connsiteX0" fmla="*/ 271462 w 538162"/>
                    <a:gd name="connsiteY0" fmla="*/ 35719 h 564356"/>
                    <a:gd name="connsiteX1" fmla="*/ 216693 w 538162"/>
                    <a:gd name="connsiteY1" fmla="*/ 21431 h 564356"/>
                    <a:gd name="connsiteX2" fmla="*/ 188118 w 538162"/>
                    <a:gd name="connsiteY2" fmla="*/ 0 h 564356"/>
                    <a:gd name="connsiteX3" fmla="*/ 159543 w 538162"/>
                    <a:gd name="connsiteY3" fmla="*/ 9525 h 564356"/>
                    <a:gd name="connsiteX4" fmla="*/ 140493 w 538162"/>
                    <a:gd name="connsiteY4" fmla="*/ 42863 h 564356"/>
                    <a:gd name="connsiteX5" fmla="*/ 130968 w 538162"/>
                    <a:gd name="connsiteY5" fmla="*/ 85725 h 564356"/>
                    <a:gd name="connsiteX6" fmla="*/ 92868 w 538162"/>
                    <a:gd name="connsiteY6" fmla="*/ 114300 h 564356"/>
                    <a:gd name="connsiteX7" fmla="*/ 71437 w 538162"/>
                    <a:gd name="connsiteY7" fmla="*/ 126206 h 564356"/>
                    <a:gd name="connsiteX8" fmla="*/ 73818 w 538162"/>
                    <a:gd name="connsiteY8" fmla="*/ 164306 h 564356"/>
                    <a:gd name="connsiteX9" fmla="*/ 50006 w 538162"/>
                    <a:gd name="connsiteY9" fmla="*/ 197644 h 564356"/>
                    <a:gd name="connsiteX10" fmla="*/ 16668 w 538162"/>
                    <a:gd name="connsiteY10" fmla="*/ 233363 h 564356"/>
                    <a:gd name="connsiteX11" fmla="*/ 0 w 538162"/>
                    <a:gd name="connsiteY11" fmla="*/ 259556 h 564356"/>
                    <a:gd name="connsiteX12" fmla="*/ 9525 w 538162"/>
                    <a:gd name="connsiteY12" fmla="*/ 290513 h 564356"/>
                    <a:gd name="connsiteX13" fmla="*/ 2381 w 538162"/>
                    <a:gd name="connsiteY13" fmla="*/ 314325 h 564356"/>
                    <a:gd name="connsiteX14" fmla="*/ 2381 w 538162"/>
                    <a:gd name="connsiteY14" fmla="*/ 342900 h 564356"/>
                    <a:gd name="connsiteX15" fmla="*/ 42862 w 538162"/>
                    <a:gd name="connsiteY15" fmla="*/ 376238 h 564356"/>
                    <a:gd name="connsiteX16" fmla="*/ 107156 w 538162"/>
                    <a:gd name="connsiteY16" fmla="*/ 390525 h 564356"/>
                    <a:gd name="connsiteX17" fmla="*/ 152400 w 538162"/>
                    <a:gd name="connsiteY17" fmla="*/ 402431 h 564356"/>
                    <a:gd name="connsiteX18" fmla="*/ 157162 w 538162"/>
                    <a:gd name="connsiteY18" fmla="*/ 469106 h 564356"/>
                    <a:gd name="connsiteX19" fmla="*/ 185737 w 538162"/>
                    <a:gd name="connsiteY19" fmla="*/ 509588 h 564356"/>
                    <a:gd name="connsiteX20" fmla="*/ 209550 w 538162"/>
                    <a:gd name="connsiteY20" fmla="*/ 511969 h 564356"/>
                    <a:gd name="connsiteX21" fmla="*/ 240506 w 538162"/>
                    <a:gd name="connsiteY21" fmla="*/ 511969 h 564356"/>
                    <a:gd name="connsiteX22" fmla="*/ 276225 w 538162"/>
                    <a:gd name="connsiteY22" fmla="*/ 502444 h 564356"/>
                    <a:gd name="connsiteX23" fmla="*/ 309562 w 538162"/>
                    <a:gd name="connsiteY23" fmla="*/ 507206 h 564356"/>
                    <a:gd name="connsiteX24" fmla="*/ 338137 w 538162"/>
                    <a:gd name="connsiteY24" fmla="*/ 523875 h 564356"/>
                    <a:gd name="connsiteX25" fmla="*/ 357187 w 538162"/>
                    <a:gd name="connsiteY25" fmla="*/ 545306 h 564356"/>
                    <a:gd name="connsiteX26" fmla="*/ 378618 w 538162"/>
                    <a:gd name="connsiteY26" fmla="*/ 564356 h 564356"/>
                    <a:gd name="connsiteX27" fmla="*/ 390525 w 538162"/>
                    <a:gd name="connsiteY27" fmla="*/ 538163 h 564356"/>
                    <a:gd name="connsiteX28" fmla="*/ 407193 w 538162"/>
                    <a:gd name="connsiteY28" fmla="*/ 538163 h 564356"/>
                    <a:gd name="connsiteX29" fmla="*/ 428625 w 538162"/>
                    <a:gd name="connsiteY29" fmla="*/ 504825 h 564356"/>
                    <a:gd name="connsiteX30" fmla="*/ 485775 w 538162"/>
                    <a:gd name="connsiteY30" fmla="*/ 497681 h 564356"/>
                    <a:gd name="connsiteX31" fmla="*/ 504825 w 538162"/>
                    <a:gd name="connsiteY31" fmla="*/ 492919 h 564356"/>
                    <a:gd name="connsiteX32" fmla="*/ 516731 w 538162"/>
                    <a:gd name="connsiteY32" fmla="*/ 476250 h 564356"/>
                    <a:gd name="connsiteX33" fmla="*/ 538162 w 538162"/>
                    <a:gd name="connsiteY33" fmla="*/ 421481 h 564356"/>
                    <a:gd name="connsiteX34" fmla="*/ 526256 w 538162"/>
                    <a:gd name="connsiteY34" fmla="*/ 402431 h 564356"/>
                    <a:gd name="connsiteX35" fmla="*/ 507206 w 538162"/>
                    <a:gd name="connsiteY35" fmla="*/ 371475 h 564356"/>
                    <a:gd name="connsiteX36" fmla="*/ 509587 w 538162"/>
                    <a:gd name="connsiteY36" fmla="*/ 335756 h 564356"/>
                    <a:gd name="connsiteX37" fmla="*/ 490537 w 538162"/>
                    <a:gd name="connsiteY37" fmla="*/ 323850 h 564356"/>
                    <a:gd name="connsiteX38" fmla="*/ 452437 w 538162"/>
                    <a:gd name="connsiteY38" fmla="*/ 323850 h 564356"/>
                    <a:gd name="connsiteX39" fmla="*/ 407193 w 538162"/>
                    <a:gd name="connsiteY39" fmla="*/ 309563 h 564356"/>
                    <a:gd name="connsiteX40" fmla="*/ 378618 w 538162"/>
                    <a:gd name="connsiteY40" fmla="*/ 223838 h 564356"/>
                    <a:gd name="connsiteX41" fmla="*/ 359568 w 538162"/>
                    <a:gd name="connsiteY41" fmla="*/ 202406 h 564356"/>
                    <a:gd name="connsiteX42" fmla="*/ 311943 w 538162"/>
                    <a:gd name="connsiteY42" fmla="*/ 190500 h 564356"/>
                    <a:gd name="connsiteX43" fmla="*/ 311943 w 538162"/>
                    <a:gd name="connsiteY43" fmla="*/ 161925 h 564356"/>
                    <a:gd name="connsiteX44" fmla="*/ 323850 w 538162"/>
                    <a:gd name="connsiteY44" fmla="*/ 135731 h 564356"/>
                    <a:gd name="connsiteX45" fmla="*/ 307181 w 538162"/>
                    <a:gd name="connsiteY45" fmla="*/ 100013 h 564356"/>
                    <a:gd name="connsiteX46" fmla="*/ 304800 w 538162"/>
                    <a:gd name="connsiteY46" fmla="*/ 80963 h 564356"/>
                    <a:gd name="connsiteX47" fmla="*/ 271462 w 538162"/>
                    <a:gd name="connsiteY47" fmla="*/ 35719 h 564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538162" h="564356">
                      <a:moveTo>
                        <a:pt x="271462" y="35719"/>
                      </a:moveTo>
                      <a:lnTo>
                        <a:pt x="216693" y="21431"/>
                      </a:lnTo>
                      <a:lnTo>
                        <a:pt x="188118" y="0"/>
                      </a:lnTo>
                      <a:lnTo>
                        <a:pt x="159543" y="9525"/>
                      </a:lnTo>
                      <a:lnTo>
                        <a:pt x="140493" y="42863"/>
                      </a:lnTo>
                      <a:lnTo>
                        <a:pt x="130968" y="85725"/>
                      </a:lnTo>
                      <a:lnTo>
                        <a:pt x="92868" y="114300"/>
                      </a:lnTo>
                      <a:lnTo>
                        <a:pt x="71437" y="126206"/>
                      </a:lnTo>
                      <a:lnTo>
                        <a:pt x="73818" y="164306"/>
                      </a:lnTo>
                      <a:lnTo>
                        <a:pt x="50006" y="197644"/>
                      </a:lnTo>
                      <a:lnTo>
                        <a:pt x="16668" y="233363"/>
                      </a:lnTo>
                      <a:lnTo>
                        <a:pt x="0" y="259556"/>
                      </a:lnTo>
                      <a:lnTo>
                        <a:pt x="9525" y="290513"/>
                      </a:lnTo>
                      <a:lnTo>
                        <a:pt x="2381" y="314325"/>
                      </a:lnTo>
                      <a:lnTo>
                        <a:pt x="2381" y="342900"/>
                      </a:lnTo>
                      <a:lnTo>
                        <a:pt x="42862" y="376238"/>
                      </a:lnTo>
                      <a:lnTo>
                        <a:pt x="107156" y="390525"/>
                      </a:lnTo>
                      <a:lnTo>
                        <a:pt x="152400" y="402431"/>
                      </a:lnTo>
                      <a:lnTo>
                        <a:pt x="157162" y="469106"/>
                      </a:lnTo>
                      <a:lnTo>
                        <a:pt x="185737" y="509588"/>
                      </a:lnTo>
                      <a:lnTo>
                        <a:pt x="209550" y="511969"/>
                      </a:lnTo>
                      <a:lnTo>
                        <a:pt x="240506" y="511969"/>
                      </a:lnTo>
                      <a:lnTo>
                        <a:pt x="276225" y="502444"/>
                      </a:lnTo>
                      <a:lnTo>
                        <a:pt x="309562" y="507206"/>
                      </a:lnTo>
                      <a:lnTo>
                        <a:pt x="338137" y="523875"/>
                      </a:lnTo>
                      <a:lnTo>
                        <a:pt x="357187" y="545306"/>
                      </a:lnTo>
                      <a:lnTo>
                        <a:pt x="378618" y="564356"/>
                      </a:lnTo>
                      <a:lnTo>
                        <a:pt x="390525" y="538163"/>
                      </a:lnTo>
                      <a:lnTo>
                        <a:pt x="407193" y="538163"/>
                      </a:lnTo>
                      <a:lnTo>
                        <a:pt x="428625" y="504825"/>
                      </a:lnTo>
                      <a:lnTo>
                        <a:pt x="485775" y="497681"/>
                      </a:lnTo>
                      <a:lnTo>
                        <a:pt x="504825" y="492919"/>
                      </a:lnTo>
                      <a:lnTo>
                        <a:pt x="516731" y="476250"/>
                      </a:lnTo>
                      <a:lnTo>
                        <a:pt x="538162" y="421481"/>
                      </a:lnTo>
                      <a:lnTo>
                        <a:pt x="526256" y="402431"/>
                      </a:lnTo>
                      <a:lnTo>
                        <a:pt x="507206" y="371475"/>
                      </a:lnTo>
                      <a:lnTo>
                        <a:pt x="509587" y="335756"/>
                      </a:lnTo>
                      <a:lnTo>
                        <a:pt x="490537" y="323850"/>
                      </a:lnTo>
                      <a:lnTo>
                        <a:pt x="452437" y="323850"/>
                      </a:lnTo>
                      <a:lnTo>
                        <a:pt x="407193" y="309563"/>
                      </a:lnTo>
                      <a:lnTo>
                        <a:pt x="378618" y="223838"/>
                      </a:lnTo>
                      <a:lnTo>
                        <a:pt x="359568" y="202406"/>
                      </a:lnTo>
                      <a:lnTo>
                        <a:pt x="311943" y="190500"/>
                      </a:lnTo>
                      <a:lnTo>
                        <a:pt x="311943" y="161925"/>
                      </a:lnTo>
                      <a:lnTo>
                        <a:pt x="323850" y="135731"/>
                      </a:lnTo>
                      <a:lnTo>
                        <a:pt x="307181" y="100013"/>
                      </a:lnTo>
                      <a:lnTo>
                        <a:pt x="304800" y="80963"/>
                      </a:lnTo>
                      <a:lnTo>
                        <a:pt x="271462" y="35719"/>
                      </a:lnTo>
                      <a:close/>
                    </a:path>
                  </a:pathLst>
                </a:cu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700">
                    <a:ln>
                      <a:solidFill>
                        <a:schemeClr val="accent1">
                          <a:alpha val="0"/>
                        </a:schemeClr>
                      </a:solidFill>
                    </a:ln>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18" name="의정부시">
                  <a:extLst>
                    <a:ext uri="{FF2B5EF4-FFF2-40B4-BE49-F238E27FC236}">
                      <a16:creationId xmlns:a16="http://schemas.microsoft.com/office/drawing/2014/main" id="{A77F67A2-BAFF-94AC-A5E6-E36D722E9B2F}"/>
                    </a:ext>
                  </a:extLst>
                </p:cNvPr>
                <p:cNvSpPr/>
                <p:nvPr/>
              </p:nvSpPr>
              <p:spPr>
                <a:xfrm>
                  <a:off x="4755356" y="2305049"/>
                  <a:ext cx="538162" cy="414338"/>
                </a:xfrm>
                <a:custGeom>
                  <a:avLst/>
                  <a:gdLst>
                    <a:gd name="connsiteX0" fmla="*/ 47625 w 538163"/>
                    <a:gd name="connsiteY0" fmla="*/ 347663 h 414338"/>
                    <a:gd name="connsiteX1" fmla="*/ 104775 w 538163"/>
                    <a:gd name="connsiteY1" fmla="*/ 342900 h 414338"/>
                    <a:gd name="connsiteX2" fmla="*/ 116682 w 538163"/>
                    <a:gd name="connsiteY2" fmla="*/ 364331 h 414338"/>
                    <a:gd name="connsiteX3" fmla="*/ 109538 w 538163"/>
                    <a:gd name="connsiteY3" fmla="*/ 388144 h 414338"/>
                    <a:gd name="connsiteX4" fmla="*/ 119063 w 538163"/>
                    <a:gd name="connsiteY4" fmla="*/ 397669 h 414338"/>
                    <a:gd name="connsiteX5" fmla="*/ 142875 w 538163"/>
                    <a:gd name="connsiteY5" fmla="*/ 366713 h 414338"/>
                    <a:gd name="connsiteX6" fmla="*/ 176213 w 538163"/>
                    <a:gd name="connsiteY6" fmla="*/ 378619 h 414338"/>
                    <a:gd name="connsiteX7" fmla="*/ 183357 w 538163"/>
                    <a:gd name="connsiteY7" fmla="*/ 402431 h 414338"/>
                    <a:gd name="connsiteX8" fmla="*/ 197644 w 538163"/>
                    <a:gd name="connsiteY8" fmla="*/ 414338 h 414338"/>
                    <a:gd name="connsiteX9" fmla="*/ 226219 w 538163"/>
                    <a:gd name="connsiteY9" fmla="*/ 407194 h 414338"/>
                    <a:gd name="connsiteX10" fmla="*/ 233363 w 538163"/>
                    <a:gd name="connsiteY10" fmla="*/ 381000 h 414338"/>
                    <a:gd name="connsiteX11" fmla="*/ 276225 w 538163"/>
                    <a:gd name="connsiteY11" fmla="*/ 369094 h 414338"/>
                    <a:gd name="connsiteX12" fmla="*/ 319088 w 538163"/>
                    <a:gd name="connsiteY12" fmla="*/ 352425 h 414338"/>
                    <a:gd name="connsiteX13" fmla="*/ 371475 w 538163"/>
                    <a:gd name="connsiteY13" fmla="*/ 342900 h 414338"/>
                    <a:gd name="connsiteX14" fmla="*/ 392907 w 538163"/>
                    <a:gd name="connsiteY14" fmla="*/ 326231 h 414338"/>
                    <a:gd name="connsiteX15" fmla="*/ 402432 w 538163"/>
                    <a:gd name="connsiteY15" fmla="*/ 297656 h 414338"/>
                    <a:gd name="connsiteX16" fmla="*/ 431007 w 538163"/>
                    <a:gd name="connsiteY16" fmla="*/ 278606 h 414338"/>
                    <a:gd name="connsiteX17" fmla="*/ 454819 w 538163"/>
                    <a:gd name="connsiteY17" fmla="*/ 242888 h 414338"/>
                    <a:gd name="connsiteX18" fmla="*/ 454819 w 538163"/>
                    <a:gd name="connsiteY18" fmla="*/ 209550 h 414338"/>
                    <a:gd name="connsiteX19" fmla="*/ 459582 w 538163"/>
                    <a:gd name="connsiteY19" fmla="*/ 180975 h 414338"/>
                    <a:gd name="connsiteX20" fmla="*/ 476250 w 538163"/>
                    <a:gd name="connsiteY20" fmla="*/ 142875 h 414338"/>
                    <a:gd name="connsiteX21" fmla="*/ 523875 w 538163"/>
                    <a:gd name="connsiteY21" fmla="*/ 142875 h 414338"/>
                    <a:gd name="connsiteX22" fmla="*/ 538163 w 538163"/>
                    <a:gd name="connsiteY22" fmla="*/ 114300 h 414338"/>
                    <a:gd name="connsiteX23" fmla="*/ 523875 w 538163"/>
                    <a:gd name="connsiteY23" fmla="*/ 85725 h 414338"/>
                    <a:gd name="connsiteX24" fmla="*/ 483394 w 538163"/>
                    <a:gd name="connsiteY24" fmla="*/ 73819 h 414338"/>
                    <a:gd name="connsiteX25" fmla="*/ 471488 w 538163"/>
                    <a:gd name="connsiteY25" fmla="*/ 45244 h 414338"/>
                    <a:gd name="connsiteX26" fmla="*/ 433388 w 538163"/>
                    <a:gd name="connsiteY26" fmla="*/ 38100 h 414338"/>
                    <a:gd name="connsiteX27" fmla="*/ 395288 w 538163"/>
                    <a:gd name="connsiteY27" fmla="*/ 4763 h 414338"/>
                    <a:gd name="connsiteX28" fmla="*/ 376238 w 538163"/>
                    <a:gd name="connsiteY28" fmla="*/ 0 h 414338"/>
                    <a:gd name="connsiteX29" fmla="*/ 323850 w 538163"/>
                    <a:gd name="connsiteY29" fmla="*/ 26194 h 414338"/>
                    <a:gd name="connsiteX30" fmla="*/ 254794 w 538163"/>
                    <a:gd name="connsiteY30" fmla="*/ 73819 h 414338"/>
                    <a:gd name="connsiteX31" fmla="*/ 188119 w 538163"/>
                    <a:gd name="connsiteY31" fmla="*/ 102394 h 414338"/>
                    <a:gd name="connsiteX32" fmla="*/ 142875 w 538163"/>
                    <a:gd name="connsiteY32" fmla="*/ 80963 h 414338"/>
                    <a:gd name="connsiteX33" fmla="*/ 111919 w 538163"/>
                    <a:gd name="connsiteY33" fmla="*/ 64294 h 414338"/>
                    <a:gd name="connsiteX34" fmla="*/ 76200 w 538163"/>
                    <a:gd name="connsiteY34" fmla="*/ 66675 h 414338"/>
                    <a:gd name="connsiteX35" fmla="*/ 50007 w 538163"/>
                    <a:gd name="connsiteY35" fmla="*/ 59531 h 414338"/>
                    <a:gd name="connsiteX36" fmla="*/ 26194 w 538163"/>
                    <a:gd name="connsiteY36" fmla="*/ 83344 h 414338"/>
                    <a:gd name="connsiteX37" fmla="*/ 0 w 538163"/>
                    <a:gd name="connsiteY37" fmla="*/ 85725 h 414338"/>
                    <a:gd name="connsiteX38" fmla="*/ 4763 w 538163"/>
                    <a:gd name="connsiteY38" fmla="*/ 97631 h 414338"/>
                    <a:gd name="connsiteX39" fmla="*/ 16669 w 538163"/>
                    <a:gd name="connsiteY39" fmla="*/ 130969 h 414338"/>
                    <a:gd name="connsiteX40" fmla="*/ 19050 w 538163"/>
                    <a:gd name="connsiteY40" fmla="*/ 164306 h 414338"/>
                    <a:gd name="connsiteX41" fmla="*/ 7144 w 538163"/>
                    <a:gd name="connsiteY41" fmla="*/ 183356 h 414338"/>
                    <a:gd name="connsiteX42" fmla="*/ 19050 w 538163"/>
                    <a:gd name="connsiteY42" fmla="*/ 214313 h 414338"/>
                    <a:gd name="connsiteX43" fmla="*/ 45244 w 538163"/>
                    <a:gd name="connsiteY43" fmla="*/ 245269 h 414338"/>
                    <a:gd name="connsiteX44" fmla="*/ 45244 w 538163"/>
                    <a:gd name="connsiteY44" fmla="*/ 283369 h 414338"/>
                    <a:gd name="connsiteX45" fmla="*/ 47625 w 538163"/>
                    <a:gd name="connsiteY45" fmla="*/ 347663 h 414338"/>
                    <a:gd name="connsiteX0" fmla="*/ 47625 w 538163"/>
                    <a:gd name="connsiteY0" fmla="*/ 347663 h 414338"/>
                    <a:gd name="connsiteX1" fmla="*/ 104775 w 538163"/>
                    <a:gd name="connsiteY1" fmla="*/ 342900 h 414338"/>
                    <a:gd name="connsiteX2" fmla="*/ 116682 w 538163"/>
                    <a:gd name="connsiteY2" fmla="*/ 364331 h 414338"/>
                    <a:gd name="connsiteX3" fmla="*/ 109538 w 538163"/>
                    <a:gd name="connsiteY3" fmla="*/ 388144 h 414338"/>
                    <a:gd name="connsiteX4" fmla="*/ 119063 w 538163"/>
                    <a:gd name="connsiteY4" fmla="*/ 397669 h 414338"/>
                    <a:gd name="connsiteX5" fmla="*/ 142875 w 538163"/>
                    <a:gd name="connsiteY5" fmla="*/ 366713 h 414338"/>
                    <a:gd name="connsiteX6" fmla="*/ 176213 w 538163"/>
                    <a:gd name="connsiteY6" fmla="*/ 378619 h 414338"/>
                    <a:gd name="connsiteX7" fmla="*/ 183357 w 538163"/>
                    <a:gd name="connsiteY7" fmla="*/ 402431 h 414338"/>
                    <a:gd name="connsiteX8" fmla="*/ 197644 w 538163"/>
                    <a:gd name="connsiteY8" fmla="*/ 414338 h 414338"/>
                    <a:gd name="connsiteX9" fmla="*/ 226219 w 538163"/>
                    <a:gd name="connsiteY9" fmla="*/ 407194 h 414338"/>
                    <a:gd name="connsiteX10" fmla="*/ 233363 w 538163"/>
                    <a:gd name="connsiteY10" fmla="*/ 381000 h 414338"/>
                    <a:gd name="connsiteX11" fmla="*/ 276225 w 538163"/>
                    <a:gd name="connsiteY11" fmla="*/ 369094 h 414338"/>
                    <a:gd name="connsiteX12" fmla="*/ 319088 w 538163"/>
                    <a:gd name="connsiteY12" fmla="*/ 352425 h 414338"/>
                    <a:gd name="connsiteX13" fmla="*/ 371475 w 538163"/>
                    <a:gd name="connsiteY13" fmla="*/ 342900 h 414338"/>
                    <a:gd name="connsiteX14" fmla="*/ 392907 w 538163"/>
                    <a:gd name="connsiteY14" fmla="*/ 326231 h 414338"/>
                    <a:gd name="connsiteX15" fmla="*/ 402432 w 538163"/>
                    <a:gd name="connsiteY15" fmla="*/ 297656 h 414338"/>
                    <a:gd name="connsiteX16" fmla="*/ 431007 w 538163"/>
                    <a:gd name="connsiteY16" fmla="*/ 278606 h 414338"/>
                    <a:gd name="connsiteX17" fmla="*/ 454819 w 538163"/>
                    <a:gd name="connsiteY17" fmla="*/ 242888 h 414338"/>
                    <a:gd name="connsiteX18" fmla="*/ 454819 w 538163"/>
                    <a:gd name="connsiteY18" fmla="*/ 209550 h 414338"/>
                    <a:gd name="connsiteX19" fmla="*/ 459582 w 538163"/>
                    <a:gd name="connsiteY19" fmla="*/ 180975 h 414338"/>
                    <a:gd name="connsiteX20" fmla="*/ 476250 w 538163"/>
                    <a:gd name="connsiteY20" fmla="*/ 142875 h 414338"/>
                    <a:gd name="connsiteX21" fmla="*/ 523875 w 538163"/>
                    <a:gd name="connsiteY21" fmla="*/ 142875 h 414338"/>
                    <a:gd name="connsiteX22" fmla="*/ 538163 w 538163"/>
                    <a:gd name="connsiteY22" fmla="*/ 114300 h 414338"/>
                    <a:gd name="connsiteX23" fmla="*/ 523875 w 538163"/>
                    <a:gd name="connsiteY23" fmla="*/ 85725 h 414338"/>
                    <a:gd name="connsiteX24" fmla="*/ 483394 w 538163"/>
                    <a:gd name="connsiteY24" fmla="*/ 73819 h 414338"/>
                    <a:gd name="connsiteX25" fmla="*/ 471488 w 538163"/>
                    <a:gd name="connsiteY25" fmla="*/ 45244 h 414338"/>
                    <a:gd name="connsiteX26" fmla="*/ 433388 w 538163"/>
                    <a:gd name="connsiteY26" fmla="*/ 38100 h 414338"/>
                    <a:gd name="connsiteX27" fmla="*/ 395288 w 538163"/>
                    <a:gd name="connsiteY27" fmla="*/ 4763 h 414338"/>
                    <a:gd name="connsiteX28" fmla="*/ 376238 w 538163"/>
                    <a:gd name="connsiteY28" fmla="*/ 0 h 414338"/>
                    <a:gd name="connsiteX29" fmla="*/ 323850 w 538163"/>
                    <a:gd name="connsiteY29" fmla="*/ 26194 h 414338"/>
                    <a:gd name="connsiteX30" fmla="*/ 254794 w 538163"/>
                    <a:gd name="connsiteY30" fmla="*/ 73819 h 414338"/>
                    <a:gd name="connsiteX31" fmla="*/ 188119 w 538163"/>
                    <a:gd name="connsiteY31" fmla="*/ 102394 h 414338"/>
                    <a:gd name="connsiteX32" fmla="*/ 142875 w 538163"/>
                    <a:gd name="connsiteY32" fmla="*/ 80963 h 414338"/>
                    <a:gd name="connsiteX33" fmla="*/ 111919 w 538163"/>
                    <a:gd name="connsiteY33" fmla="*/ 64294 h 414338"/>
                    <a:gd name="connsiteX34" fmla="*/ 76200 w 538163"/>
                    <a:gd name="connsiteY34" fmla="*/ 66675 h 414338"/>
                    <a:gd name="connsiteX35" fmla="*/ 50007 w 538163"/>
                    <a:gd name="connsiteY35" fmla="*/ 59531 h 414338"/>
                    <a:gd name="connsiteX36" fmla="*/ 26194 w 538163"/>
                    <a:gd name="connsiteY36" fmla="*/ 83344 h 414338"/>
                    <a:gd name="connsiteX37" fmla="*/ 0 w 538163"/>
                    <a:gd name="connsiteY37" fmla="*/ 85725 h 414338"/>
                    <a:gd name="connsiteX38" fmla="*/ 4763 w 538163"/>
                    <a:gd name="connsiteY38" fmla="*/ 97631 h 414338"/>
                    <a:gd name="connsiteX39" fmla="*/ 16669 w 538163"/>
                    <a:gd name="connsiteY39" fmla="*/ 130969 h 414338"/>
                    <a:gd name="connsiteX40" fmla="*/ 19050 w 538163"/>
                    <a:gd name="connsiteY40" fmla="*/ 164306 h 414338"/>
                    <a:gd name="connsiteX41" fmla="*/ 7144 w 538163"/>
                    <a:gd name="connsiteY41" fmla="*/ 183356 h 414338"/>
                    <a:gd name="connsiteX42" fmla="*/ 19050 w 538163"/>
                    <a:gd name="connsiteY42" fmla="*/ 214313 h 414338"/>
                    <a:gd name="connsiteX43" fmla="*/ 45244 w 538163"/>
                    <a:gd name="connsiteY43" fmla="*/ 245269 h 414338"/>
                    <a:gd name="connsiteX44" fmla="*/ 33338 w 538163"/>
                    <a:gd name="connsiteY44" fmla="*/ 300038 h 414338"/>
                    <a:gd name="connsiteX45" fmla="*/ 47625 w 538163"/>
                    <a:gd name="connsiteY45" fmla="*/ 347663 h 41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538163" h="414338">
                      <a:moveTo>
                        <a:pt x="47625" y="347663"/>
                      </a:moveTo>
                      <a:lnTo>
                        <a:pt x="104775" y="342900"/>
                      </a:lnTo>
                      <a:lnTo>
                        <a:pt x="116682" y="364331"/>
                      </a:lnTo>
                      <a:lnTo>
                        <a:pt x="109538" y="388144"/>
                      </a:lnTo>
                      <a:lnTo>
                        <a:pt x="119063" y="397669"/>
                      </a:lnTo>
                      <a:lnTo>
                        <a:pt x="142875" y="366713"/>
                      </a:lnTo>
                      <a:lnTo>
                        <a:pt x="176213" y="378619"/>
                      </a:lnTo>
                      <a:lnTo>
                        <a:pt x="183357" y="402431"/>
                      </a:lnTo>
                      <a:lnTo>
                        <a:pt x="197644" y="414338"/>
                      </a:lnTo>
                      <a:lnTo>
                        <a:pt x="226219" y="407194"/>
                      </a:lnTo>
                      <a:lnTo>
                        <a:pt x="233363" y="381000"/>
                      </a:lnTo>
                      <a:lnTo>
                        <a:pt x="276225" y="369094"/>
                      </a:lnTo>
                      <a:lnTo>
                        <a:pt x="319088" y="352425"/>
                      </a:lnTo>
                      <a:lnTo>
                        <a:pt x="371475" y="342900"/>
                      </a:lnTo>
                      <a:lnTo>
                        <a:pt x="392907" y="326231"/>
                      </a:lnTo>
                      <a:lnTo>
                        <a:pt x="402432" y="297656"/>
                      </a:lnTo>
                      <a:lnTo>
                        <a:pt x="431007" y="278606"/>
                      </a:lnTo>
                      <a:lnTo>
                        <a:pt x="454819" y="242888"/>
                      </a:lnTo>
                      <a:lnTo>
                        <a:pt x="454819" y="209550"/>
                      </a:lnTo>
                      <a:lnTo>
                        <a:pt x="459582" y="180975"/>
                      </a:lnTo>
                      <a:lnTo>
                        <a:pt x="476250" y="142875"/>
                      </a:lnTo>
                      <a:lnTo>
                        <a:pt x="523875" y="142875"/>
                      </a:lnTo>
                      <a:lnTo>
                        <a:pt x="538163" y="114300"/>
                      </a:lnTo>
                      <a:lnTo>
                        <a:pt x="523875" y="85725"/>
                      </a:lnTo>
                      <a:lnTo>
                        <a:pt x="483394" y="73819"/>
                      </a:lnTo>
                      <a:lnTo>
                        <a:pt x="471488" y="45244"/>
                      </a:lnTo>
                      <a:lnTo>
                        <a:pt x="433388" y="38100"/>
                      </a:lnTo>
                      <a:lnTo>
                        <a:pt x="395288" y="4763"/>
                      </a:lnTo>
                      <a:lnTo>
                        <a:pt x="376238" y="0"/>
                      </a:lnTo>
                      <a:lnTo>
                        <a:pt x="323850" y="26194"/>
                      </a:lnTo>
                      <a:lnTo>
                        <a:pt x="254794" y="73819"/>
                      </a:lnTo>
                      <a:lnTo>
                        <a:pt x="188119" y="102394"/>
                      </a:lnTo>
                      <a:lnTo>
                        <a:pt x="142875" y="80963"/>
                      </a:lnTo>
                      <a:lnTo>
                        <a:pt x="111919" y="64294"/>
                      </a:lnTo>
                      <a:lnTo>
                        <a:pt x="76200" y="66675"/>
                      </a:lnTo>
                      <a:lnTo>
                        <a:pt x="50007" y="59531"/>
                      </a:lnTo>
                      <a:lnTo>
                        <a:pt x="26194" y="83344"/>
                      </a:lnTo>
                      <a:lnTo>
                        <a:pt x="0" y="85725"/>
                      </a:lnTo>
                      <a:lnTo>
                        <a:pt x="4763" y="97631"/>
                      </a:lnTo>
                      <a:lnTo>
                        <a:pt x="16669" y="130969"/>
                      </a:lnTo>
                      <a:lnTo>
                        <a:pt x="19050" y="164306"/>
                      </a:lnTo>
                      <a:lnTo>
                        <a:pt x="7144" y="183356"/>
                      </a:lnTo>
                      <a:lnTo>
                        <a:pt x="19050" y="214313"/>
                      </a:lnTo>
                      <a:lnTo>
                        <a:pt x="45244" y="245269"/>
                      </a:lnTo>
                      <a:lnTo>
                        <a:pt x="33338" y="300038"/>
                      </a:lnTo>
                      <a:cubicBezTo>
                        <a:pt x="34132" y="321469"/>
                        <a:pt x="46831" y="326232"/>
                        <a:pt x="47625" y="347663"/>
                      </a:cubicBezTo>
                      <a:close/>
                    </a:path>
                  </a:pathLst>
                </a:custGeom>
                <a:pattFill prst="dkUpDiag">
                  <a:fgClr>
                    <a:schemeClr val="tx2">
                      <a:lumMod val="60000"/>
                      <a:lumOff val="40000"/>
                    </a:schemeClr>
                  </a:fgClr>
                  <a:bgClr>
                    <a:prstClr val="white"/>
                  </a:bgClr>
                </a:patt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700">
                    <a:ln>
                      <a:solidFill>
                        <a:schemeClr val="accent1">
                          <a:alpha val="0"/>
                        </a:schemeClr>
                      </a:solidFill>
                    </a:ln>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grpSp>
          <p:sp>
            <p:nvSpPr>
              <p:cNvPr id="112" name="화성시">
                <a:extLst>
                  <a:ext uri="{FF2B5EF4-FFF2-40B4-BE49-F238E27FC236}">
                    <a16:creationId xmlns:a16="http://schemas.microsoft.com/office/drawing/2014/main" id="{954E93FF-0B87-E588-BB6D-1EF6068C4462}"/>
                  </a:ext>
                </a:extLst>
              </p:cNvPr>
              <p:cNvSpPr/>
              <p:nvPr/>
            </p:nvSpPr>
            <p:spPr>
              <a:xfrm>
                <a:off x="5938224" y="5203293"/>
                <a:ext cx="1409698" cy="935880"/>
              </a:xfrm>
              <a:custGeom>
                <a:avLst/>
                <a:gdLst>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1519 w 1997869"/>
                  <a:gd name="connsiteY96" fmla="*/ 64294 h 1331119"/>
                  <a:gd name="connsiteX97" fmla="*/ 769144 w 1997869"/>
                  <a:gd name="connsiteY97" fmla="*/ 107156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4494 w 1997869"/>
                  <a:gd name="connsiteY184" fmla="*/ 602456 h 1331119"/>
                  <a:gd name="connsiteX185" fmla="*/ 1662113 w 1997869"/>
                  <a:gd name="connsiteY185" fmla="*/ 588169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71638 w 1997869"/>
                  <a:gd name="connsiteY189" fmla="*/ 502444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8269 w 1997869"/>
                  <a:gd name="connsiteY201" fmla="*/ 514350 h 1331119"/>
                  <a:gd name="connsiteX202" fmla="*/ 1354931 w 1997869"/>
                  <a:gd name="connsiteY202" fmla="*/ 516731 h 1331119"/>
                  <a:gd name="connsiteX203" fmla="*/ 1331119 w 1997869"/>
                  <a:gd name="connsiteY203" fmla="*/ 554831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69144 w 1997869"/>
                  <a:gd name="connsiteY97" fmla="*/ 107156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4494 w 1997869"/>
                  <a:gd name="connsiteY184" fmla="*/ 602456 h 1331119"/>
                  <a:gd name="connsiteX185" fmla="*/ 1662113 w 1997869"/>
                  <a:gd name="connsiteY185" fmla="*/ 588169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71638 w 1997869"/>
                  <a:gd name="connsiteY189" fmla="*/ 502444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8269 w 1997869"/>
                  <a:gd name="connsiteY201" fmla="*/ 514350 h 1331119"/>
                  <a:gd name="connsiteX202" fmla="*/ 1354931 w 1997869"/>
                  <a:gd name="connsiteY202" fmla="*/ 516731 h 1331119"/>
                  <a:gd name="connsiteX203" fmla="*/ 1331119 w 1997869"/>
                  <a:gd name="connsiteY203" fmla="*/ 554831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4494 w 1997869"/>
                  <a:gd name="connsiteY184" fmla="*/ 602456 h 1331119"/>
                  <a:gd name="connsiteX185" fmla="*/ 1662113 w 1997869"/>
                  <a:gd name="connsiteY185" fmla="*/ 588169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71638 w 1997869"/>
                  <a:gd name="connsiteY189" fmla="*/ 502444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8269 w 1997869"/>
                  <a:gd name="connsiteY201" fmla="*/ 514350 h 1331119"/>
                  <a:gd name="connsiteX202" fmla="*/ 1354931 w 1997869"/>
                  <a:gd name="connsiteY202" fmla="*/ 516731 h 1331119"/>
                  <a:gd name="connsiteX203" fmla="*/ 1331119 w 1997869"/>
                  <a:gd name="connsiteY203" fmla="*/ 554831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4494 w 1997869"/>
                  <a:gd name="connsiteY184" fmla="*/ 602456 h 1331119"/>
                  <a:gd name="connsiteX185" fmla="*/ 1662113 w 1997869"/>
                  <a:gd name="connsiteY185" fmla="*/ 588169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71638 w 1997869"/>
                  <a:gd name="connsiteY189" fmla="*/ 502444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1119 w 1997869"/>
                  <a:gd name="connsiteY203" fmla="*/ 554831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4494 w 1997869"/>
                  <a:gd name="connsiteY184" fmla="*/ 602456 h 1331119"/>
                  <a:gd name="connsiteX185" fmla="*/ 1662113 w 1997869"/>
                  <a:gd name="connsiteY185" fmla="*/ 588169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71638 w 1997869"/>
                  <a:gd name="connsiteY189" fmla="*/ 502444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4494 w 1997869"/>
                  <a:gd name="connsiteY184" fmla="*/ 602456 h 1331119"/>
                  <a:gd name="connsiteX185" fmla="*/ 1652588 w 1997869"/>
                  <a:gd name="connsiteY185" fmla="*/ 571500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71638 w 1997869"/>
                  <a:gd name="connsiteY189" fmla="*/ 502444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9257 w 1997869"/>
                  <a:gd name="connsiteY184" fmla="*/ 600075 h 1331119"/>
                  <a:gd name="connsiteX185" fmla="*/ 1652588 w 1997869"/>
                  <a:gd name="connsiteY185" fmla="*/ 571500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71638 w 1997869"/>
                  <a:gd name="connsiteY189" fmla="*/ 502444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9257 w 1997869"/>
                  <a:gd name="connsiteY184" fmla="*/ 600075 h 1331119"/>
                  <a:gd name="connsiteX185" fmla="*/ 1654970 w 1997869"/>
                  <a:gd name="connsiteY185" fmla="*/ 573881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71638 w 1997869"/>
                  <a:gd name="connsiteY189" fmla="*/ 502444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9257 w 1997869"/>
                  <a:gd name="connsiteY184" fmla="*/ 600075 h 1331119"/>
                  <a:gd name="connsiteX185" fmla="*/ 1654970 w 1997869"/>
                  <a:gd name="connsiteY185" fmla="*/ 573881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9257 w 1997869"/>
                  <a:gd name="connsiteY184" fmla="*/ 600075 h 1331119"/>
                  <a:gd name="connsiteX185" fmla="*/ 1654970 w 1997869"/>
                  <a:gd name="connsiteY185" fmla="*/ 573881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9257 w 1997869"/>
                  <a:gd name="connsiteY184" fmla="*/ 600075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9257 w 1997869"/>
                  <a:gd name="connsiteY184" fmla="*/ 597694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7219 h 1331119"/>
                  <a:gd name="connsiteX183" fmla="*/ 1688306 w 1997869"/>
                  <a:gd name="connsiteY183" fmla="*/ 592931 h 1331119"/>
                  <a:gd name="connsiteX184" fmla="*/ 1669257 w 1997869"/>
                  <a:gd name="connsiteY184" fmla="*/ 597694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7219 h 1331119"/>
                  <a:gd name="connsiteX183" fmla="*/ 1688306 w 1997869"/>
                  <a:gd name="connsiteY183" fmla="*/ 592931 h 1331119"/>
                  <a:gd name="connsiteX184" fmla="*/ 1669257 w 1997869"/>
                  <a:gd name="connsiteY184" fmla="*/ 597694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66762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7219 h 1331119"/>
                  <a:gd name="connsiteX183" fmla="*/ 1688306 w 1997869"/>
                  <a:gd name="connsiteY183" fmla="*/ 592931 h 1331119"/>
                  <a:gd name="connsiteX184" fmla="*/ 1669257 w 1997869"/>
                  <a:gd name="connsiteY184" fmla="*/ 597694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3988 w 1997869"/>
                  <a:gd name="connsiteY215" fmla="*/ 759619 h 1331119"/>
                  <a:gd name="connsiteX216" fmla="*/ 1385888 w 1997869"/>
                  <a:gd name="connsiteY216" fmla="*/ 766762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7219 h 1331119"/>
                  <a:gd name="connsiteX183" fmla="*/ 1688306 w 1997869"/>
                  <a:gd name="connsiteY183" fmla="*/ 592931 h 1331119"/>
                  <a:gd name="connsiteX184" fmla="*/ 1669257 w 1997869"/>
                  <a:gd name="connsiteY184" fmla="*/ 597694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2562 w 1997869"/>
                  <a:gd name="connsiteY214" fmla="*/ 740569 h 1331119"/>
                  <a:gd name="connsiteX215" fmla="*/ 1423988 w 1997869"/>
                  <a:gd name="connsiteY215" fmla="*/ 759619 h 1331119"/>
                  <a:gd name="connsiteX216" fmla="*/ 1385888 w 1997869"/>
                  <a:gd name="connsiteY216" fmla="*/ 766762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7219 h 1331119"/>
                  <a:gd name="connsiteX183" fmla="*/ 1688306 w 1997869"/>
                  <a:gd name="connsiteY183" fmla="*/ 592931 h 1331119"/>
                  <a:gd name="connsiteX184" fmla="*/ 1669257 w 1997869"/>
                  <a:gd name="connsiteY184" fmla="*/ 597694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490663 w 1997869"/>
                  <a:gd name="connsiteY213" fmla="*/ 731043 h 1331119"/>
                  <a:gd name="connsiteX214" fmla="*/ 1452562 w 1997869"/>
                  <a:gd name="connsiteY214" fmla="*/ 740569 h 1331119"/>
                  <a:gd name="connsiteX215" fmla="*/ 1423988 w 1997869"/>
                  <a:gd name="connsiteY215" fmla="*/ 759619 h 1331119"/>
                  <a:gd name="connsiteX216" fmla="*/ 1385888 w 1997869"/>
                  <a:gd name="connsiteY216" fmla="*/ 766762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7219 h 1331119"/>
                  <a:gd name="connsiteX183" fmla="*/ 1688306 w 1997869"/>
                  <a:gd name="connsiteY183" fmla="*/ 592931 h 1331119"/>
                  <a:gd name="connsiteX184" fmla="*/ 1669257 w 1997869"/>
                  <a:gd name="connsiteY184" fmla="*/ 597694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490663 w 1997869"/>
                  <a:gd name="connsiteY213" fmla="*/ 731043 h 1331119"/>
                  <a:gd name="connsiteX214" fmla="*/ 1452562 w 1997869"/>
                  <a:gd name="connsiteY214" fmla="*/ 740569 h 1331119"/>
                  <a:gd name="connsiteX215" fmla="*/ 1423988 w 1997869"/>
                  <a:gd name="connsiteY215" fmla="*/ 759619 h 1331119"/>
                  <a:gd name="connsiteX216" fmla="*/ 1385888 w 1997869"/>
                  <a:gd name="connsiteY216" fmla="*/ 766762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895350 w 1997869"/>
                  <a:gd name="connsiteY248" fmla="*/ 1109663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7219 h 1331119"/>
                  <a:gd name="connsiteX183" fmla="*/ 1688306 w 1997869"/>
                  <a:gd name="connsiteY183" fmla="*/ 592931 h 1331119"/>
                  <a:gd name="connsiteX184" fmla="*/ 1669257 w 1997869"/>
                  <a:gd name="connsiteY184" fmla="*/ 597694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490663 w 1997869"/>
                  <a:gd name="connsiteY213" fmla="*/ 731043 h 1331119"/>
                  <a:gd name="connsiteX214" fmla="*/ 1452562 w 1997869"/>
                  <a:gd name="connsiteY214" fmla="*/ 740569 h 1331119"/>
                  <a:gd name="connsiteX215" fmla="*/ 1423988 w 1997869"/>
                  <a:gd name="connsiteY215" fmla="*/ 759619 h 1331119"/>
                  <a:gd name="connsiteX216" fmla="*/ 1385888 w 1997869"/>
                  <a:gd name="connsiteY216" fmla="*/ 766762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895350 w 1997869"/>
                  <a:gd name="connsiteY248" fmla="*/ 1109663 h 1331119"/>
                  <a:gd name="connsiteX249" fmla="*/ 881063 w 1997869"/>
                  <a:gd name="connsiteY249" fmla="*/ 1154906 h 1331119"/>
                  <a:gd name="connsiteX250" fmla="*/ 838200 w 1997869"/>
                  <a:gd name="connsiteY250" fmla="*/ 1219200 h 1331119"/>
                  <a:gd name="connsiteX251" fmla="*/ 812006 w 1997869"/>
                  <a:gd name="connsiteY251" fmla="*/ 1266825 h 1331119"/>
                  <a:gd name="connsiteX252" fmla="*/ 785813 w 1997869"/>
                  <a:gd name="connsiteY252" fmla="*/ 1302544 h 1331119"/>
                  <a:gd name="connsiteX253" fmla="*/ 752475 w 1997869"/>
                  <a:gd name="connsiteY253" fmla="*/ 1321594 h 1331119"/>
                  <a:gd name="connsiteX254" fmla="*/ 702469 w 1997869"/>
                  <a:gd name="connsiteY254" fmla="*/ 1323975 h 1331119"/>
                  <a:gd name="connsiteX255" fmla="*/ 573881 w 1997869"/>
                  <a:gd name="connsiteY255" fmla="*/ 1331119 h 1331119"/>
                  <a:gd name="connsiteX256" fmla="*/ 571500 w 1997869"/>
                  <a:gd name="connsiteY256" fmla="*/ 1312069 h 1331119"/>
                  <a:gd name="connsiteX257" fmla="*/ 576263 w 1997869"/>
                  <a:gd name="connsiteY257" fmla="*/ 1285875 h 1331119"/>
                  <a:gd name="connsiteX258" fmla="*/ 557213 w 1997869"/>
                  <a:gd name="connsiteY258" fmla="*/ 1257300 h 1331119"/>
                  <a:gd name="connsiteX259" fmla="*/ 438150 w 1997869"/>
                  <a:gd name="connsiteY259" fmla="*/ 1254919 h 1331119"/>
                  <a:gd name="connsiteX260" fmla="*/ 395288 w 1997869"/>
                  <a:gd name="connsiteY260" fmla="*/ 1247775 h 1331119"/>
                  <a:gd name="connsiteX261" fmla="*/ 385763 w 1997869"/>
                  <a:gd name="connsiteY261" fmla="*/ 1216819 h 1331119"/>
                  <a:gd name="connsiteX262" fmla="*/ 392906 w 1997869"/>
                  <a:gd name="connsiteY262" fmla="*/ 1185862 h 1331119"/>
                  <a:gd name="connsiteX263" fmla="*/ 426244 w 1997869"/>
                  <a:gd name="connsiteY263" fmla="*/ 1135856 h 1331119"/>
                  <a:gd name="connsiteX264" fmla="*/ 466725 w 1997869"/>
                  <a:gd name="connsiteY264" fmla="*/ 1123950 h 1331119"/>
                  <a:gd name="connsiteX265" fmla="*/ 485775 w 1997869"/>
                  <a:gd name="connsiteY265" fmla="*/ 1090612 h 1331119"/>
                  <a:gd name="connsiteX266" fmla="*/ 476250 w 1997869"/>
                  <a:gd name="connsiteY266" fmla="*/ 1073944 h 1331119"/>
                  <a:gd name="connsiteX267" fmla="*/ 452438 w 1997869"/>
                  <a:gd name="connsiteY267" fmla="*/ 1088231 h 1331119"/>
                  <a:gd name="connsiteX268" fmla="*/ 452438 w 1997869"/>
                  <a:gd name="connsiteY268" fmla="*/ 1088231 h 1331119"/>
                  <a:gd name="connsiteX269" fmla="*/ 464344 w 1997869"/>
                  <a:gd name="connsiteY269" fmla="*/ 1062037 h 1331119"/>
                  <a:gd name="connsiteX270" fmla="*/ 457200 w 1997869"/>
                  <a:gd name="connsiteY270" fmla="*/ 1023937 h 1331119"/>
                  <a:gd name="connsiteX271" fmla="*/ 476250 w 1997869"/>
                  <a:gd name="connsiteY271" fmla="*/ 964406 h 1331119"/>
                  <a:gd name="connsiteX272" fmla="*/ 492919 w 1997869"/>
                  <a:gd name="connsiteY272" fmla="*/ 928687 h 1331119"/>
                  <a:gd name="connsiteX273" fmla="*/ 492919 w 1997869"/>
                  <a:gd name="connsiteY273" fmla="*/ 904875 h 1331119"/>
                  <a:gd name="connsiteX274" fmla="*/ 478631 w 1997869"/>
                  <a:gd name="connsiteY274" fmla="*/ 878681 h 1331119"/>
                  <a:gd name="connsiteX275" fmla="*/ 457200 w 1997869"/>
                  <a:gd name="connsiteY275" fmla="*/ 890587 h 1331119"/>
                  <a:gd name="connsiteX276" fmla="*/ 442913 w 1997869"/>
                  <a:gd name="connsiteY276" fmla="*/ 864394 h 1331119"/>
                  <a:gd name="connsiteX277" fmla="*/ 461963 w 1997869"/>
                  <a:gd name="connsiteY277" fmla="*/ 809625 h 1331119"/>
                  <a:gd name="connsiteX278" fmla="*/ 502444 w 1997869"/>
                  <a:gd name="connsiteY278" fmla="*/ 776287 h 1331119"/>
                  <a:gd name="connsiteX279" fmla="*/ 528638 w 1997869"/>
                  <a:gd name="connsiteY279" fmla="*/ 762000 h 1331119"/>
                  <a:gd name="connsiteX280" fmla="*/ 540544 w 1997869"/>
                  <a:gd name="connsiteY280" fmla="*/ 771525 h 1331119"/>
                  <a:gd name="connsiteX281" fmla="*/ 573881 w 1997869"/>
                  <a:gd name="connsiteY281" fmla="*/ 783431 h 1331119"/>
                  <a:gd name="connsiteX282" fmla="*/ 585788 w 1997869"/>
                  <a:gd name="connsiteY282" fmla="*/ 766762 h 1331119"/>
                  <a:gd name="connsiteX283" fmla="*/ 595313 w 1997869"/>
                  <a:gd name="connsiteY283" fmla="*/ 740569 h 1331119"/>
                  <a:gd name="connsiteX284" fmla="*/ 642938 w 1997869"/>
                  <a:gd name="connsiteY284" fmla="*/ 726281 h 1331119"/>
                  <a:gd name="connsiteX285" fmla="*/ 669131 w 1997869"/>
                  <a:gd name="connsiteY285" fmla="*/ 697706 h 1331119"/>
                  <a:gd name="connsiteX286" fmla="*/ 628650 w 1997869"/>
                  <a:gd name="connsiteY286" fmla="*/ 690562 h 1331119"/>
                  <a:gd name="connsiteX287" fmla="*/ 616744 w 1997869"/>
                  <a:gd name="connsiteY287" fmla="*/ 673894 h 1331119"/>
                  <a:gd name="connsiteX288" fmla="*/ 611981 w 1997869"/>
                  <a:gd name="connsiteY288" fmla="*/ 654844 h 1331119"/>
                  <a:gd name="connsiteX289" fmla="*/ 600075 w 1997869"/>
                  <a:gd name="connsiteY289" fmla="*/ 652462 h 1331119"/>
                  <a:gd name="connsiteX290" fmla="*/ 576263 w 1997869"/>
                  <a:gd name="connsiteY290" fmla="*/ 673894 h 1331119"/>
                  <a:gd name="connsiteX291" fmla="*/ 542925 w 1997869"/>
                  <a:gd name="connsiteY291" fmla="*/ 666750 h 1331119"/>
                  <a:gd name="connsiteX292" fmla="*/ 528638 w 1997869"/>
                  <a:gd name="connsiteY292" fmla="*/ 664369 h 1331119"/>
                  <a:gd name="connsiteX293" fmla="*/ 535781 w 1997869"/>
                  <a:gd name="connsiteY293" fmla="*/ 642937 h 1331119"/>
                  <a:gd name="connsiteX294" fmla="*/ 561975 w 1997869"/>
                  <a:gd name="connsiteY294" fmla="*/ 642937 h 1331119"/>
                  <a:gd name="connsiteX295" fmla="*/ 592931 w 1997869"/>
                  <a:gd name="connsiteY295" fmla="*/ 614362 h 1331119"/>
                  <a:gd name="connsiteX296" fmla="*/ 585788 w 1997869"/>
                  <a:gd name="connsiteY296" fmla="*/ 600075 h 1331119"/>
                  <a:gd name="connsiteX297" fmla="*/ 588169 w 1997869"/>
                  <a:gd name="connsiteY297" fmla="*/ 578644 h 1331119"/>
                  <a:gd name="connsiteX298" fmla="*/ 578644 w 1997869"/>
                  <a:gd name="connsiteY298" fmla="*/ 564356 h 1331119"/>
                  <a:gd name="connsiteX299" fmla="*/ 581025 w 1997869"/>
                  <a:gd name="connsiteY299" fmla="*/ 552450 h 1331119"/>
                  <a:gd name="connsiteX300" fmla="*/ 595313 w 1997869"/>
                  <a:gd name="connsiteY300" fmla="*/ 509587 h 1331119"/>
                  <a:gd name="connsiteX301" fmla="*/ 597694 w 1997869"/>
                  <a:gd name="connsiteY301" fmla="*/ 476250 h 1331119"/>
                  <a:gd name="connsiteX302" fmla="*/ 600075 w 1997869"/>
                  <a:gd name="connsiteY302" fmla="*/ 440531 h 1331119"/>
                  <a:gd name="connsiteX303" fmla="*/ 588169 w 1997869"/>
                  <a:gd name="connsiteY303" fmla="*/ 440531 h 1331119"/>
                  <a:gd name="connsiteX304" fmla="*/ 576263 w 1997869"/>
                  <a:gd name="connsiteY304" fmla="*/ 464344 h 1331119"/>
                  <a:gd name="connsiteX305" fmla="*/ 564356 w 1997869"/>
                  <a:gd name="connsiteY305" fmla="*/ 495300 h 1331119"/>
                  <a:gd name="connsiteX306" fmla="*/ 566738 w 1997869"/>
                  <a:gd name="connsiteY306" fmla="*/ 531019 h 1331119"/>
                  <a:gd name="connsiteX307" fmla="*/ 547688 w 1997869"/>
                  <a:gd name="connsiteY307" fmla="*/ 557212 h 1331119"/>
                  <a:gd name="connsiteX308" fmla="*/ 514350 w 1997869"/>
                  <a:gd name="connsiteY308" fmla="*/ 564356 h 1331119"/>
                  <a:gd name="connsiteX309" fmla="*/ 509588 w 1997869"/>
                  <a:gd name="connsiteY309" fmla="*/ 600075 h 1331119"/>
                  <a:gd name="connsiteX310" fmla="*/ 438150 w 1997869"/>
                  <a:gd name="connsiteY310" fmla="*/ 600075 h 1331119"/>
                  <a:gd name="connsiteX311" fmla="*/ 411956 w 1997869"/>
                  <a:gd name="connsiteY311" fmla="*/ 578644 h 1331119"/>
                  <a:gd name="connsiteX312" fmla="*/ 388144 w 1997869"/>
                  <a:gd name="connsiteY312" fmla="*/ 585787 h 1331119"/>
                  <a:gd name="connsiteX313" fmla="*/ 378619 w 1997869"/>
                  <a:gd name="connsiteY313" fmla="*/ 604837 h 1331119"/>
                  <a:gd name="connsiteX314" fmla="*/ 381000 w 1997869"/>
                  <a:gd name="connsiteY314" fmla="*/ 628650 h 1331119"/>
                  <a:gd name="connsiteX315" fmla="*/ 354806 w 1997869"/>
                  <a:gd name="connsiteY315" fmla="*/ 669131 h 1331119"/>
                  <a:gd name="connsiteX316" fmla="*/ 321469 w 1997869"/>
                  <a:gd name="connsiteY316" fmla="*/ 669131 h 1331119"/>
                  <a:gd name="connsiteX317" fmla="*/ 319088 w 1997869"/>
                  <a:gd name="connsiteY317" fmla="*/ 688181 h 1331119"/>
                  <a:gd name="connsiteX318" fmla="*/ 326231 w 1997869"/>
                  <a:gd name="connsiteY318" fmla="*/ 709612 h 1331119"/>
                  <a:gd name="connsiteX319" fmla="*/ 309563 w 1997869"/>
                  <a:gd name="connsiteY319" fmla="*/ 733425 h 1331119"/>
                  <a:gd name="connsiteX320" fmla="*/ 288131 w 1997869"/>
                  <a:gd name="connsiteY320" fmla="*/ 740569 h 1331119"/>
                  <a:gd name="connsiteX321" fmla="*/ 278606 w 1997869"/>
                  <a:gd name="connsiteY321" fmla="*/ 764381 h 1331119"/>
                  <a:gd name="connsiteX322" fmla="*/ 257175 w 1997869"/>
                  <a:gd name="connsiteY322" fmla="*/ 771525 h 1331119"/>
                  <a:gd name="connsiteX323" fmla="*/ 233363 w 1997869"/>
                  <a:gd name="connsiteY323" fmla="*/ 759619 h 1331119"/>
                  <a:gd name="connsiteX324" fmla="*/ 219075 w 1997869"/>
                  <a:gd name="connsiteY324" fmla="*/ 769144 h 1331119"/>
                  <a:gd name="connsiteX325" fmla="*/ 207169 w 1997869"/>
                  <a:gd name="connsiteY325" fmla="*/ 785812 h 1331119"/>
                  <a:gd name="connsiteX326" fmla="*/ 207169 w 1997869"/>
                  <a:gd name="connsiteY326" fmla="*/ 795337 h 1331119"/>
                  <a:gd name="connsiteX327" fmla="*/ 150019 w 1997869"/>
                  <a:gd name="connsiteY327"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7219 h 1331119"/>
                  <a:gd name="connsiteX183" fmla="*/ 1688306 w 1997869"/>
                  <a:gd name="connsiteY183" fmla="*/ 592931 h 1331119"/>
                  <a:gd name="connsiteX184" fmla="*/ 1669257 w 1997869"/>
                  <a:gd name="connsiteY184" fmla="*/ 597694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490663 w 1997869"/>
                  <a:gd name="connsiteY213" fmla="*/ 731043 h 1331119"/>
                  <a:gd name="connsiteX214" fmla="*/ 1452562 w 1997869"/>
                  <a:gd name="connsiteY214" fmla="*/ 740569 h 1331119"/>
                  <a:gd name="connsiteX215" fmla="*/ 1423988 w 1997869"/>
                  <a:gd name="connsiteY215" fmla="*/ 759619 h 1331119"/>
                  <a:gd name="connsiteX216" fmla="*/ 1385888 w 1997869"/>
                  <a:gd name="connsiteY216" fmla="*/ 766762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895350 w 1997869"/>
                  <a:gd name="connsiteY248" fmla="*/ 1109663 h 1331119"/>
                  <a:gd name="connsiteX249" fmla="*/ 881063 w 1997869"/>
                  <a:gd name="connsiteY249" fmla="*/ 1154906 h 1331119"/>
                  <a:gd name="connsiteX250" fmla="*/ 838200 w 1997869"/>
                  <a:gd name="connsiteY250" fmla="*/ 1219200 h 1331119"/>
                  <a:gd name="connsiteX251" fmla="*/ 812006 w 1997869"/>
                  <a:gd name="connsiteY251" fmla="*/ 1266825 h 1331119"/>
                  <a:gd name="connsiteX252" fmla="*/ 785813 w 1997869"/>
                  <a:gd name="connsiteY252" fmla="*/ 1302544 h 1331119"/>
                  <a:gd name="connsiteX253" fmla="*/ 752475 w 1997869"/>
                  <a:gd name="connsiteY253" fmla="*/ 1321594 h 1331119"/>
                  <a:gd name="connsiteX254" fmla="*/ 702469 w 1997869"/>
                  <a:gd name="connsiteY254" fmla="*/ 1323975 h 1331119"/>
                  <a:gd name="connsiteX255" fmla="*/ 573881 w 1997869"/>
                  <a:gd name="connsiteY255" fmla="*/ 1331119 h 1331119"/>
                  <a:gd name="connsiteX256" fmla="*/ 571500 w 1997869"/>
                  <a:gd name="connsiteY256" fmla="*/ 1312069 h 1331119"/>
                  <a:gd name="connsiteX257" fmla="*/ 576263 w 1997869"/>
                  <a:gd name="connsiteY257" fmla="*/ 1285875 h 1331119"/>
                  <a:gd name="connsiteX258" fmla="*/ 557213 w 1997869"/>
                  <a:gd name="connsiteY258" fmla="*/ 1257300 h 1331119"/>
                  <a:gd name="connsiteX259" fmla="*/ 438150 w 1997869"/>
                  <a:gd name="connsiteY259" fmla="*/ 1254919 h 1331119"/>
                  <a:gd name="connsiteX260" fmla="*/ 395288 w 1997869"/>
                  <a:gd name="connsiteY260" fmla="*/ 1247775 h 1331119"/>
                  <a:gd name="connsiteX261" fmla="*/ 385763 w 1997869"/>
                  <a:gd name="connsiteY261" fmla="*/ 1216819 h 1331119"/>
                  <a:gd name="connsiteX262" fmla="*/ 392906 w 1997869"/>
                  <a:gd name="connsiteY262" fmla="*/ 1185862 h 1331119"/>
                  <a:gd name="connsiteX263" fmla="*/ 426244 w 1997869"/>
                  <a:gd name="connsiteY263" fmla="*/ 1135856 h 1331119"/>
                  <a:gd name="connsiteX264" fmla="*/ 466725 w 1997869"/>
                  <a:gd name="connsiteY264" fmla="*/ 1123950 h 1331119"/>
                  <a:gd name="connsiteX265" fmla="*/ 485775 w 1997869"/>
                  <a:gd name="connsiteY265" fmla="*/ 1090612 h 1331119"/>
                  <a:gd name="connsiteX266" fmla="*/ 476250 w 1997869"/>
                  <a:gd name="connsiteY266" fmla="*/ 1073944 h 1331119"/>
                  <a:gd name="connsiteX267" fmla="*/ 452438 w 1997869"/>
                  <a:gd name="connsiteY267" fmla="*/ 1088231 h 1331119"/>
                  <a:gd name="connsiteX268" fmla="*/ 452438 w 1997869"/>
                  <a:gd name="connsiteY268" fmla="*/ 1088231 h 1331119"/>
                  <a:gd name="connsiteX269" fmla="*/ 464344 w 1997869"/>
                  <a:gd name="connsiteY269" fmla="*/ 1062037 h 1331119"/>
                  <a:gd name="connsiteX270" fmla="*/ 457200 w 1997869"/>
                  <a:gd name="connsiteY270" fmla="*/ 1023937 h 1331119"/>
                  <a:gd name="connsiteX271" fmla="*/ 476250 w 1997869"/>
                  <a:gd name="connsiteY271" fmla="*/ 964406 h 1331119"/>
                  <a:gd name="connsiteX272" fmla="*/ 492919 w 1997869"/>
                  <a:gd name="connsiteY272" fmla="*/ 928687 h 1331119"/>
                  <a:gd name="connsiteX273" fmla="*/ 492919 w 1997869"/>
                  <a:gd name="connsiteY273" fmla="*/ 904875 h 1331119"/>
                  <a:gd name="connsiteX274" fmla="*/ 478631 w 1997869"/>
                  <a:gd name="connsiteY274" fmla="*/ 878681 h 1331119"/>
                  <a:gd name="connsiteX275" fmla="*/ 457200 w 1997869"/>
                  <a:gd name="connsiteY275" fmla="*/ 890587 h 1331119"/>
                  <a:gd name="connsiteX276" fmla="*/ 442913 w 1997869"/>
                  <a:gd name="connsiteY276" fmla="*/ 864394 h 1331119"/>
                  <a:gd name="connsiteX277" fmla="*/ 461963 w 1997869"/>
                  <a:gd name="connsiteY277" fmla="*/ 809625 h 1331119"/>
                  <a:gd name="connsiteX278" fmla="*/ 502444 w 1997869"/>
                  <a:gd name="connsiteY278" fmla="*/ 776287 h 1331119"/>
                  <a:gd name="connsiteX279" fmla="*/ 528638 w 1997869"/>
                  <a:gd name="connsiteY279" fmla="*/ 762000 h 1331119"/>
                  <a:gd name="connsiteX280" fmla="*/ 540544 w 1997869"/>
                  <a:gd name="connsiteY280" fmla="*/ 771525 h 1331119"/>
                  <a:gd name="connsiteX281" fmla="*/ 573881 w 1997869"/>
                  <a:gd name="connsiteY281" fmla="*/ 783431 h 1331119"/>
                  <a:gd name="connsiteX282" fmla="*/ 585788 w 1997869"/>
                  <a:gd name="connsiteY282" fmla="*/ 766762 h 1331119"/>
                  <a:gd name="connsiteX283" fmla="*/ 595313 w 1997869"/>
                  <a:gd name="connsiteY283" fmla="*/ 740569 h 1331119"/>
                  <a:gd name="connsiteX284" fmla="*/ 642938 w 1997869"/>
                  <a:gd name="connsiteY284" fmla="*/ 726281 h 1331119"/>
                  <a:gd name="connsiteX285" fmla="*/ 669131 w 1997869"/>
                  <a:gd name="connsiteY285" fmla="*/ 697706 h 1331119"/>
                  <a:gd name="connsiteX286" fmla="*/ 628650 w 1997869"/>
                  <a:gd name="connsiteY286" fmla="*/ 690562 h 1331119"/>
                  <a:gd name="connsiteX287" fmla="*/ 616744 w 1997869"/>
                  <a:gd name="connsiteY287" fmla="*/ 673894 h 1331119"/>
                  <a:gd name="connsiteX288" fmla="*/ 611981 w 1997869"/>
                  <a:gd name="connsiteY288" fmla="*/ 654844 h 1331119"/>
                  <a:gd name="connsiteX289" fmla="*/ 600075 w 1997869"/>
                  <a:gd name="connsiteY289" fmla="*/ 652462 h 1331119"/>
                  <a:gd name="connsiteX290" fmla="*/ 576263 w 1997869"/>
                  <a:gd name="connsiteY290" fmla="*/ 673894 h 1331119"/>
                  <a:gd name="connsiteX291" fmla="*/ 542925 w 1997869"/>
                  <a:gd name="connsiteY291" fmla="*/ 666750 h 1331119"/>
                  <a:gd name="connsiteX292" fmla="*/ 528638 w 1997869"/>
                  <a:gd name="connsiteY292" fmla="*/ 664369 h 1331119"/>
                  <a:gd name="connsiteX293" fmla="*/ 535781 w 1997869"/>
                  <a:gd name="connsiteY293" fmla="*/ 642937 h 1331119"/>
                  <a:gd name="connsiteX294" fmla="*/ 561975 w 1997869"/>
                  <a:gd name="connsiteY294" fmla="*/ 642937 h 1331119"/>
                  <a:gd name="connsiteX295" fmla="*/ 592931 w 1997869"/>
                  <a:gd name="connsiteY295" fmla="*/ 614362 h 1331119"/>
                  <a:gd name="connsiteX296" fmla="*/ 585788 w 1997869"/>
                  <a:gd name="connsiteY296" fmla="*/ 600075 h 1331119"/>
                  <a:gd name="connsiteX297" fmla="*/ 588169 w 1997869"/>
                  <a:gd name="connsiteY297" fmla="*/ 578644 h 1331119"/>
                  <a:gd name="connsiteX298" fmla="*/ 578644 w 1997869"/>
                  <a:gd name="connsiteY298" fmla="*/ 564356 h 1331119"/>
                  <a:gd name="connsiteX299" fmla="*/ 581025 w 1997869"/>
                  <a:gd name="connsiteY299" fmla="*/ 552450 h 1331119"/>
                  <a:gd name="connsiteX300" fmla="*/ 595313 w 1997869"/>
                  <a:gd name="connsiteY300" fmla="*/ 509587 h 1331119"/>
                  <a:gd name="connsiteX301" fmla="*/ 597694 w 1997869"/>
                  <a:gd name="connsiteY301" fmla="*/ 476250 h 1331119"/>
                  <a:gd name="connsiteX302" fmla="*/ 600075 w 1997869"/>
                  <a:gd name="connsiteY302" fmla="*/ 440531 h 1331119"/>
                  <a:gd name="connsiteX303" fmla="*/ 588169 w 1997869"/>
                  <a:gd name="connsiteY303" fmla="*/ 440531 h 1331119"/>
                  <a:gd name="connsiteX304" fmla="*/ 576263 w 1997869"/>
                  <a:gd name="connsiteY304" fmla="*/ 464344 h 1331119"/>
                  <a:gd name="connsiteX305" fmla="*/ 564356 w 1997869"/>
                  <a:gd name="connsiteY305" fmla="*/ 495300 h 1331119"/>
                  <a:gd name="connsiteX306" fmla="*/ 566738 w 1997869"/>
                  <a:gd name="connsiteY306" fmla="*/ 531019 h 1331119"/>
                  <a:gd name="connsiteX307" fmla="*/ 547688 w 1997869"/>
                  <a:gd name="connsiteY307" fmla="*/ 557212 h 1331119"/>
                  <a:gd name="connsiteX308" fmla="*/ 514350 w 1997869"/>
                  <a:gd name="connsiteY308" fmla="*/ 564356 h 1331119"/>
                  <a:gd name="connsiteX309" fmla="*/ 509588 w 1997869"/>
                  <a:gd name="connsiteY309" fmla="*/ 600075 h 1331119"/>
                  <a:gd name="connsiteX310" fmla="*/ 438150 w 1997869"/>
                  <a:gd name="connsiteY310" fmla="*/ 600075 h 1331119"/>
                  <a:gd name="connsiteX311" fmla="*/ 411956 w 1997869"/>
                  <a:gd name="connsiteY311" fmla="*/ 578644 h 1331119"/>
                  <a:gd name="connsiteX312" fmla="*/ 388144 w 1997869"/>
                  <a:gd name="connsiteY312" fmla="*/ 585787 h 1331119"/>
                  <a:gd name="connsiteX313" fmla="*/ 378619 w 1997869"/>
                  <a:gd name="connsiteY313" fmla="*/ 604837 h 1331119"/>
                  <a:gd name="connsiteX314" fmla="*/ 381000 w 1997869"/>
                  <a:gd name="connsiteY314" fmla="*/ 628650 h 1331119"/>
                  <a:gd name="connsiteX315" fmla="*/ 354806 w 1997869"/>
                  <a:gd name="connsiteY315" fmla="*/ 669131 h 1331119"/>
                  <a:gd name="connsiteX316" fmla="*/ 321469 w 1997869"/>
                  <a:gd name="connsiteY316" fmla="*/ 669131 h 1331119"/>
                  <a:gd name="connsiteX317" fmla="*/ 319088 w 1997869"/>
                  <a:gd name="connsiteY317" fmla="*/ 688181 h 1331119"/>
                  <a:gd name="connsiteX318" fmla="*/ 326231 w 1997869"/>
                  <a:gd name="connsiteY318" fmla="*/ 709612 h 1331119"/>
                  <a:gd name="connsiteX319" fmla="*/ 309563 w 1997869"/>
                  <a:gd name="connsiteY319" fmla="*/ 733425 h 1331119"/>
                  <a:gd name="connsiteX320" fmla="*/ 288131 w 1997869"/>
                  <a:gd name="connsiteY320" fmla="*/ 740569 h 1331119"/>
                  <a:gd name="connsiteX321" fmla="*/ 278606 w 1997869"/>
                  <a:gd name="connsiteY321" fmla="*/ 764381 h 1331119"/>
                  <a:gd name="connsiteX322" fmla="*/ 257175 w 1997869"/>
                  <a:gd name="connsiteY322" fmla="*/ 771525 h 1331119"/>
                  <a:gd name="connsiteX323" fmla="*/ 233363 w 1997869"/>
                  <a:gd name="connsiteY323" fmla="*/ 759619 h 1331119"/>
                  <a:gd name="connsiteX324" fmla="*/ 219075 w 1997869"/>
                  <a:gd name="connsiteY324" fmla="*/ 769144 h 1331119"/>
                  <a:gd name="connsiteX325" fmla="*/ 207169 w 1997869"/>
                  <a:gd name="connsiteY325" fmla="*/ 785812 h 1331119"/>
                  <a:gd name="connsiteX326" fmla="*/ 207169 w 1997869"/>
                  <a:gd name="connsiteY326" fmla="*/ 795337 h 1331119"/>
                  <a:gd name="connsiteX327" fmla="*/ 150019 w 1997869"/>
                  <a:gd name="connsiteY327" fmla="*/ 835819 h 1331119"/>
                  <a:gd name="connsiteX0" fmla="*/ 150019 w 1997869"/>
                  <a:gd name="connsiteY0" fmla="*/ 835819 h 1326356"/>
                  <a:gd name="connsiteX1" fmla="*/ 121444 w 1997869"/>
                  <a:gd name="connsiteY1" fmla="*/ 757237 h 1326356"/>
                  <a:gd name="connsiteX2" fmla="*/ 102394 w 1997869"/>
                  <a:gd name="connsiteY2" fmla="*/ 750094 h 1326356"/>
                  <a:gd name="connsiteX3" fmla="*/ 123825 w 1997869"/>
                  <a:gd name="connsiteY3" fmla="*/ 716756 h 1326356"/>
                  <a:gd name="connsiteX4" fmla="*/ 126206 w 1997869"/>
                  <a:gd name="connsiteY4" fmla="*/ 681037 h 1326356"/>
                  <a:gd name="connsiteX5" fmla="*/ 176213 w 1997869"/>
                  <a:gd name="connsiteY5" fmla="*/ 676275 h 1326356"/>
                  <a:gd name="connsiteX6" fmla="*/ 195263 w 1997869"/>
                  <a:gd name="connsiteY6" fmla="*/ 676275 h 1326356"/>
                  <a:gd name="connsiteX7" fmla="*/ 173831 w 1997869"/>
                  <a:gd name="connsiteY7" fmla="*/ 645319 h 1326356"/>
                  <a:gd name="connsiteX8" fmla="*/ 145256 w 1997869"/>
                  <a:gd name="connsiteY8" fmla="*/ 626269 h 1326356"/>
                  <a:gd name="connsiteX9" fmla="*/ 123825 w 1997869"/>
                  <a:gd name="connsiteY9" fmla="*/ 626269 h 1326356"/>
                  <a:gd name="connsiteX10" fmla="*/ 102394 w 1997869"/>
                  <a:gd name="connsiteY10" fmla="*/ 645319 h 1326356"/>
                  <a:gd name="connsiteX11" fmla="*/ 83344 w 1997869"/>
                  <a:gd name="connsiteY11" fmla="*/ 642937 h 1326356"/>
                  <a:gd name="connsiteX12" fmla="*/ 64294 w 1997869"/>
                  <a:gd name="connsiteY12" fmla="*/ 645319 h 1326356"/>
                  <a:gd name="connsiteX13" fmla="*/ 35719 w 1997869"/>
                  <a:gd name="connsiteY13" fmla="*/ 654844 h 1326356"/>
                  <a:gd name="connsiteX14" fmla="*/ 14288 w 1997869"/>
                  <a:gd name="connsiteY14" fmla="*/ 652462 h 1326356"/>
                  <a:gd name="connsiteX15" fmla="*/ 16669 w 1997869"/>
                  <a:gd name="connsiteY15" fmla="*/ 638175 h 1326356"/>
                  <a:gd name="connsiteX16" fmla="*/ 47625 w 1997869"/>
                  <a:gd name="connsiteY16" fmla="*/ 621506 h 1326356"/>
                  <a:gd name="connsiteX17" fmla="*/ 45244 w 1997869"/>
                  <a:gd name="connsiteY17" fmla="*/ 604837 h 1326356"/>
                  <a:gd name="connsiteX18" fmla="*/ 33338 w 1997869"/>
                  <a:gd name="connsiteY18" fmla="*/ 566737 h 1326356"/>
                  <a:gd name="connsiteX19" fmla="*/ 33338 w 1997869"/>
                  <a:gd name="connsiteY19" fmla="*/ 566737 h 1326356"/>
                  <a:gd name="connsiteX20" fmla="*/ 73819 w 1997869"/>
                  <a:gd name="connsiteY20" fmla="*/ 523875 h 1326356"/>
                  <a:gd name="connsiteX21" fmla="*/ 80963 w 1997869"/>
                  <a:gd name="connsiteY21" fmla="*/ 488156 h 1326356"/>
                  <a:gd name="connsiteX22" fmla="*/ 57150 w 1997869"/>
                  <a:gd name="connsiteY22" fmla="*/ 476250 h 1326356"/>
                  <a:gd name="connsiteX23" fmla="*/ 28575 w 1997869"/>
                  <a:gd name="connsiteY23" fmla="*/ 492919 h 1326356"/>
                  <a:gd name="connsiteX24" fmla="*/ 4763 w 1997869"/>
                  <a:gd name="connsiteY24" fmla="*/ 521494 h 1326356"/>
                  <a:gd name="connsiteX25" fmla="*/ 0 w 1997869"/>
                  <a:gd name="connsiteY25" fmla="*/ 507206 h 1326356"/>
                  <a:gd name="connsiteX26" fmla="*/ 38100 w 1997869"/>
                  <a:gd name="connsiteY26" fmla="*/ 461962 h 1326356"/>
                  <a:gd name="connsiteX27" fmla="*/ 47625 w 1997869"/>
                  <a:gd name="connsiteY27" fmla="*/ 438150 h 1326356"/>
                  <a:gd name="connsiteX28" fmla="*/ 73819 w 1997869"/>
                  <a:gd name="connsiteY28" fmla="*/ 445294 h 1326356"/>
                  <a:gd name="connsiteX29" fmla="*/ 92869 w 1997869"/>
                  <a:gd name="connsiteY29" fmla="*/ 459581 h 1326356"/>
                  <a:gd name="connsiteX30" fmla="*/ 114300 w 1997869"/>
                  <a:gd name="connsiteY30" fmla="*/ 454819 h 1326356"/>
                  <a:gd name="connsiteX31" fmla="*/ 123825 w 1997869"/>
                  <a:gd name="connsiteY31" fmla="*/ 435769 h 1326356"/>
                  <a:gd name="connsiteX32" fmla="*/ 142875 w 1997869"/>
                  <a:gd name="connsiteY32" fmla="*/ 421481 h 1326356"/>
                  <a:gd name="connsiteX33" fmla="*/ 173831 w 1997869"/>
                  <a:gd name="connsiteY33" fmla="*/ 421481 h 1326356"/>
                  <a:gd name="connsiteX34" fmla="*/ 173831 w 1997869"/>
                  <a:gd name="connsiteY34" fmla="*/ 421481 h 1326356"/>
                  <a:gd name="connsiteX35" fmla="*/ 202406 w 1997869"/>
                  <a:gd name="connsiteY35" fmla="*/ 373856 h 1326356"/>
                  <a:gd name="connsiteX36" fmla="*/ 195263 w 1997869"/>
                  <a:gd name="connsiteY36" fmla="*/ 354806 h 1326356"/>
                  <a:gd name="connsiteX37" fmla="*/ 171450 w 1997869"/>
                  <a:gd name="connsiteY37" fmla="*/ 357187 h 1326356"/>
                  <a:gd name="connsiteX38" fmla="*/ 159544 w 1997869"/>
                  <a:gd name="connsiteY38" fmla="*/ 383381 h 1326356"/>
                  <a:gd name="connsiteX39" fmla="*/ 159544 w 1997869"/>
                  <a:gd name="connsiteY39" fmla="*/ 383381 h 1326356"/>
                  <a:gd name="connsiteX40" fmla="*/ 128588 w 1997869"/>
                  <a:gd name="connsiteY40" fmla="*/ 395287 h 1326356"/>
                  <a:gd name="connsiteX41" fmla="*/ 121444 w 1997869"/>
                  <a:gd name="connsiteY41" fmla="*/ 416719 h 1326356"/>
                  <a:gd name="connsiteX42" fmla="*/ 102394 w 1997869"/>
                  <a:gd name="connsiteY42" fmla="*/ 433387 h 1326356"/>
                  <a:gd name="connsiteX43" fmla="*/ 78581 w 1997869"/>
                  <a:gd name="connsiteY43" fmla="*/ 397669 h 1326356"/>
                  <a:gd name="connsiteX44" fmla="*/ 78581 w 1997869"/>
                  <a:gd name="connsiteY44" fmla="*/ 371475 h 1326356"/>
                  <a:gd name="connsiteX45" fmla="*/ 80963 w 1997869"/>
                  <a:gd name="connsiteY45" fmla="*/ 345281 h 1326356"/>
                  <a:gd name="connsiteX46" fmla="*/ 100013 w 1997869"/>
                  <a:gd name="connsiteY46" fmla="*/ 333375 h 1326356"/>
                  <a:gd name="connsiteX47" fmla="*/ 111919 w 1997869"/>
                  <a:gd name="connsiteY47" fmla="*/ 321469 h 1326356"/>
                  <a:gd name="connsiteX48" fmla="*/ 102394 w 1997869"/>
                  <a:gd name="connsiteY48" fmla="*/ 292894 h 1326356"/>
                  <a:gd name="connsiteX49" fmla="*/ 92869 w 1997869"/>
                  <a:gd name="connsiteY49" fmla="*/ 288131 h 1326356"/>
                  <a:gd name="connsiteX50" fmla="*/ 78581 w 1997869"/>
                  <a:gd name="connsiteY50" fmla="*/ 288131 h 1326356"/>
                  <a:gd name="connsiteX51" fmla="*/ 69056 w 1997869"/>
                  <a:gd name="connsiteY51" fmla="*/ 264319 h 1326356"/>
                  <a:gd name="connsiteX52" fmla="*/ 59531 w 1997869"/>
                  <a:gd name="connsiteY52" fmla="*/ 238125 h 1326356"/>
                  <a:gd name="connsiteX53" fmla="*/ 64294 w 1997869"/>
                  <a:gd name="connsiteY53" fmla="*/ 209550 h 1326356"/>
                  <a:gd name="connsiteX54" fmla="*/ 76200 w 1997869"/>
                  <a:gd name="connsiteY54" fmla="*/ 209550 h 1326356"/>
                  <a:gd name="connsiteX55" fmla="*/ 80963 w 1997869"/>
                  <a:gd name="connsiteY55" fmla="*/ 226219 h 1326356"/>
                  <a:gd name="connsiteX56" fmla="*/ 95250 w 1997869"/>
                  <a:gd name="connsiteY56" fmla="*/ 226219 h 1326356"/>
                  <a:gd name="connsiteX57" fmla="*/ 111919 w 1997869"/>
                  <a:gd name="connsiteY57" fmla="*/ 207169 h 1326356"/>
                  <a:gd name="connsiteX58" fmla="*/ 128588 w 1997869"/>
                  <a:gd name="connsiteY58" fmla="*/ 166687 h 1326356"/>
                  <a:gd name="connsiteX59" fmla="*/ 135731 w 1997869"/>
                  <a:gd name="connsiteY59" fmla="*/ 145256 h 1326356"/>
                  <a:gd name="connsiteX60" fmla="*/ 152400 w 1997869"/>
                  <a:gd name="connsiteY60" fmla="*/ 135731 h 1326356"/>
                  <a:gd name="connsiteX61" fmla="*/ 154781 w 1997869"/>
                  <a:gd name="connsiteY61" fmla="*/ 126206 h 1326356"/>
                  <a:gd name="connsiteX62" fmla="*/ 180975 w 1997869"/>
                  <a:gd name="connsiteY62" fmla="*/ 142875 h 1326356"/>
                  <a:gd name="connsiteX63" fmla="*/ 214313 w 1997869"/>
                  <a:gd name="connsiteY63" fmla="*/ 135731 h 1326356"/>
                  <a:gd name="connsiteX64" fmla="*/ 245269 w 1997869"/>
                  <a:gd name="connsiteY64" fmla="*/ 147637 h 1326356"/>
                  <a:gd name="connsiteX65" fmla="*/ 269081 w 1997869"/>
                  <a:gd name="connsiteY65" fmla="*/ 159544 h 1326356"/>
                  <a:gd name="connsiteX66" fmla="*/ 309563 w 1997869"/>
                  <a:gd name="connsiteY66" fmla="*/ 154781 h 1326356"/>
                  <a:gd name="connsiteX67" fmla="*/ 328613 w 1997869"/>
                  <a:gd name="connsiteY67" fmla="*/ 178594 h 1326356"/>
                  <a:gd name="connsiteX68" fmla="*/ 352425 w 1997869"/>
                  <a:gd name="connsiteY68" fmla="*/ 183356 h 1326356"/>
                  <a:gd name="connsiteX69" fmla="*/ 352425 w 1997869"/>
                  <a:gd name="connsiteY69" fmla="*/ 183356 h 1326356"/>
                  <a:gd name="connsiteX70" fmla="*/ 383381 w 1997869"/>
                  <a:gd name="connsiteY70" fmla="*/ 164306 h 1326356"/>
                  <a:gd name="connsiteX71" fmla="*/ 433388 w 1997869"/>
                  <a:gd name="connsiteY71" fmla="*/ 176212 h 1326356"/>
                  <a:gd name="connsiteX72" fmla="*/ 438150 w 1997869"/>
                  <a:gd name="connsiteY72" fmla="*/ 195262 h 1326356"/>
                  <a:gd name="connsiteX73" fmla="*/ 466725 w 1997869"/>
                  <a:gd name="connsiteY73" fmla="*/ 195262 h 1326356"/>
                  <a:gd name="connsiteX74" fmla="*/ 478631 w 1997869"/>
                  <a:gd name="connsiteY74" fmla="*/ 202406 h 1326356"/>
                  <a:gd name="connsiteX75" fmla="*/ 492919 w 1997869"/>
                  <a:gd name="connsiteY75" fmla="*/ 190500 h 1326356"/>
                  <a:gd name="connsiteX76" fmla="*/ 514350 w 1997869"/>
                  <a:gd name="connsiteY76" fmla="*/ 211931 h 1326356"/>
                  <a:gd name="connsiteX77" fmla="*/ 535781 w 1997869"/>
                  <a:gd name="connsiteY77" fmla="*/ 219075 h 1326356"/>
                  <a:gd name="connsiteX78" fmla="*/ 554831 w 1997869"/>
                  <a:gd name="connsiteY78" fmla="*/ 219075 h 1326356"/>
                  <a:gd name="connsiteX79" fmla="*/ 552450 w 1997869"/>
                  <a:gd name="connsiteY79" fmla="*/ 192881 h 1326356"/>
                  <a:gd name="connsiteX80" fmla="*/ 550069 w 1997869"/>
                  <a:gd name="connsiteY80" fmla="*/ 164306 h 1326356"/>
                  <a:gd name="connsiteX81" fmla="*/ 561975 w 1997869"/>
                  <a:gd name="connsiteY81" fmla="*/ 140494 h 1326356"/>
                  <a:gd name="connsiteX82" fmla="*/ 561975 w 1997869"/>
                  <a:gd name="connsiteY82" fmla="*/ 111919 h 1326356"/>
                  <a:gd name="connsiteX83" fmla="*/ 569119 w 1997869"/>
                  <a:gd name="connsiteY83" fmla="*/ 92869 h 1326356"/>
                  <a:gd name="connsiteX84" fmla="*/ 597694 w 1997869"/>
                  <a:gd name="connsiteY84" fmla="*/ 80962 h 1326356"/>
                  <a:gd name="connsiteX85" fmla="*/ 623888 w 1997869"/>
                  <a:gd name="connsiteY85" fmla="*/ 107156 h 1326356"/>
                  <a:gd name="connsiteX86" fmla="*/ 638175 w 1997869"/>
                  <a:gd name="connsiteY86" fmla="*/ 95250 h 1326356"/>
                  <a:gd name="connsiteX87" fmla="*/ 607219 w 1997869"/>
                  <a:gd name="connsiteY87" fmla="*/ 57150 h 1326356"/>
                  <a:gd name="connsiteX88" fmla="*/ 600075 w 1997869"/>
                  <a:gd name="connsiteY88" fmla="*/ 40481 h 1326356"/>
                  <a:gd name="connsiteX89" fmla="*/ 621506 w 1997869"/>
                  <a:gd name="connsiteY89" fmla="*/ 14287 h 1326356"/>
                  <a:gd name="connsiteX90" fmla="*/ 652463 w 1997869"/>
                  <a:gd name="connsiteY90" fmla="*/ 14287 h 1326356"/>
                  <a:gd name="connsiteX91" fmla="*/ 635794 w 1997869"/>
                  <a:gd name="connsiteY91" fmla="*/ 40481 h 1326356"/>
                  <a:gd name="connsiteX92" fmla="*/ 650081 w 1997869"/>
                  <a:gd name="connsiteY92" fmla="*/ 59531 h 1326356"/>
                  <a:gd name="connsiteX93" fmla="*/ 678656 w 1997869"/>
                  <a:gd name="connsiteY93" fmla="*/ 73819 h 1326356"/>
                  <a:gd name="connsiteX94" fmla="*/ 695325 w 1997869"/>
                  <a:gd name="connsiteY94" fmla="*/ 88106 h 1326356"/>
                  <a:gd name="connsiteX95" fmla="*/ 709613 w 1997869"/>
                  <a:gd name="connsiteY95" fmla="*/ 64294 h 1326356"/>
                  <a:gd name="connsiteX96" fmla="*/ 726282 w 1997869"/>
                  <a:gd name="connsiteY96" fmla="*/ 66675 h 1326356"/>
                  <a:gd name="connsiteX97" fmla="*/ 759619 w 1997869"/>
                  <a:gd name="connsiteY97" fmla="*/ 111918 h 1326356"/>
                  <a:gd name="connsiteX98" fmla="*/ 795338 w 1997869"/>
                  <a:gd name="connsiteY98" fmla="*/ 119062 h 1326356"/>
                  <a:gd name="connsiteX99" fmla="*/ 814388 w 1997869"/>
                  <a:gd name="connsiteY99" fmla="*/ 95250 h 1326356"/>
                  <a:gd name="connsiteX100" fmla="*/ 850106 w 1997869"/>
                  <a:gd name="connsiteY100" fmla="*/ 95250 h 1326356"/>
                  <a:gd name="connsiteX101" fmla="*/ 857250 w 1997869"/>
                  <a:gd name="connsiteY101" fmla="*/ 80962 h 1326356"/>
                  <a:gd name="connsiteX102" fmla="*/ 850106 w 1997869"/>
                  <a:gd name="connsiteY102" fmla="*/ 57150 h 1326356"/>
                  <a:gd name="connsiteX103" fmla="*/ 854869 w 1997869"/>
                  <a:gd name="connsiteY103" fmla="*/ 47625 h 1326356"/>
                  <a:gd name="connsiteX104" fmla="*/ 885825 w 1997869"/>
                  <a:gd name="connsiteY104" fmla="*/ 59531 h 1326356"/>
                  <a:gd name="connsiteX105" fmla="*/ 900113 w 1997869"/>
                  <a:gd name="connsiteY105" fmla="*/ 45244 h 1326356"/>
                  <a:gd name="connsiteX106" fmla="*/ 912019 w 1997869"/>
                  <a:gd name="connsiteY106" fmla="*/ 26194 h 1326356"/>
                  <a:gd name="connsiteX107" fmla="*/ 926306 w 1997869"/>
                  <a:gd name="connsiteY107" fmla="*/ 26194 h 1326356"/>
                  <a:gd name="connsiteX108" fmla="*/ 945356 w 1997869"/>
                  <a:gd name="connsiteY108" fmla="*/ 26194 h 1326356"/>
                  <a:gd name="connsiteX109" fmla="*/ 966788 w 1997869"/>
                  <a:gd name="connsiteY109" fmla="*/ 26194 h 1326356"/>
                  <a:gd name="connsiteX110" fmla="*/ 981075 w 1997869"/>
                  <a:gd name="connsiteY110" fmla="*/ 7144 h 1326356"/>
                  <a:gd name="connsiteX111" fmla="*/ 988219 w 1997869"/>
                  <a:gd name="connsiteY111" fmla="*/ 0 h 1326356"/>
                  <a:gd name="connsiteX112" fmla="*/ 1007269 w 1997869"/>
                  <a:gd name="connsiteY112" fmla="*/ 14287 h 1326356"/>
                  <a:gd name="connsiteX113" fmla="*/ 1031081 w 1997869"/>
                  <a:gd name="connsiteY113" fmla="*/ 9525 h 1326356"/>
                  <a:gd name="connsiteX114" fmla="*/ 1059656 w 1997869"/>
                  <a:gd name="connsiteY114" fmla="*/ 47625 h 1326356"/>
                  <a:gd name="connsiteX115" fmla="*/ 1078706 w 1997869"/>
                  <a:gd name="connsiteY115" fmla="*/ 64294 h 1326356"/>
                  <a:gd name="connsiteX116" fmla="*/ 1088231 w 1997869"/>
                  <a:gd name="connsiteY116" fmla="*/ 61912 h 1326356"/>
                  <a:gd name="connsiteX117" fmla="*/ 1078706 w 1997869"/>
                  <a:gd name="connsiteY117" fmla="*/ 109537 h 1326356"/>
                  <a:gd name="connsiteX118" fmla="*/ 1097756 w 1997869"/>
                  <a:gd name="connsiteY118" fmla="*/ 145256 h 1326356"/>
                  <a:gd name="connsiteX119" fmla="*/ 1114425 w 1997869"/>
                  <a:gd name="connsiteY119" fmla="*/ 166687 h 1326356"/>
                  <a:gd name="connsiteX120" fmla="*/ 1133475 w 1997869"/>
                  <a:gd name="connsiteY120" fmla="*/ 169069 h 1326356"/>
                  <a:gd name="connsiteX121" fmla="*/ 1166813 w 1997869"/>
                  <a:gd name="connsiteY121" fmla="*/ 169069 h 1326356"/>
                  <a:gd name="connsiteX122" fmla="*/ 1195388 w 1997869"/>
                  <a:gd name="connsiteY122" fmla="*/ 207169 h 1326356"/>
                  <a:gd name="connsiteX123" fmla="*/ 1202531 w 1997869"/>
                  <a:gd name="connsiteY123" fmla="*/ 226219 h 1326356"/>
                  <a:gd name="connsiteX124" fmla="*/ 1197769 w 1997869"/>
                  <a:gd name="connsiteY124" fmla="*/ 247650 h 1326356"/>
                  <a:gd name="connsiteX125" fmla="*/ 1219200 w 1997869"/>
                  <a:gd name="connsiteY125" fmla="*/ 264319 h 1326356"/>
                  <a:gd name="connsiteX126" fmla="*/ 1238250 w 1997869"/>
                  <a:gd name="connsiteY126" fmla="*/ 266700 h 1326356"/>
                  <a:gd name="connsiteX127" fmla="*/ 1243013 w 1997869"/>
                  <a:gd name="connsiteY127" fmla="*/ 302419 h 1326356"/>
                  <a:gd name="connsiteX128" fmla="*/ 1283494 w 1997869"/>
                  <a:gd name="connsiteY128" fmla="*/ 314325 h 1326356"/>
                  <a:gd name="connsiteX129" fmla="*/ 1309688 w 1997869"/>
                  <a:gd name="connsiteY129" fmla="*/ 297656 h 1326356"/>
                  <a:gd name="connsiteX130" fmla="*/ 1323975 w 1997869"/>
                  <a:gd name="connsiteY130" fmla="*/ 297656 h 1326356"/>
                  <a:gd name="connsiteX131" fmla="*/ 1323975 w 1997869"/>
                  <a:gd name="connsiteY131" fmla="*/ 297656 h 1326356"/>
                  <a:gd name="connsiteX132" fmla="*/ 1347788 w 1997869"/>
                  <a:gd name="connsiteY132" fmla="*/ 304800 h 1326356"/>
                  <a:gd name="connsiteX133" fmla="*/ 1352550 w 1997869"/>
                  <a:gd name="connsiteY133" fmla="*/ 333375 h 1326356"/>
                  <a:gd name="connsiteX134" fmla="*/ 1373981 w 1997869"/>
                  <a:gd name="connsiteY134" fmla="*/ 333375 h 1326356"/>
                  <a:gd name="connsiteX135" fmla="*/ 1388269 w 1997869"/>
                  <a:gd name="connsiteY135" fmla="*/ 311944 h 1326356"/>
                  <a:gd name="connsiteX136" fmla="*/ 1402556 w 1997869"/>
                  <a:gd name="connsiteY136" fmla="*/ 326231 h 1326356"/>
                  <a:gd name="connsiteX137" fmla="*/ 1476375 w 1997869"/>
                  <a:gd name="connsiteY137" fmla="*/ 338137 h 1326356"/>
                  <a:gd name="connsiteX138" fmla="*/ 1490663 w 1997869"/>
                  <a:gd name="connsiteY138" fmla="*/ 319087 h 1326356"/>
                  <a:gd name="connsiteX139" fmla="*/ 1509713 w 1997869"/>
                  <a:gd name="connsiteY139" fmla="*/ 280987 h 1326356"/>
                  <a:gd name="connsiteX140" fmla="*/ 1519238 w 1997869"/>
                  <a:gd name="connsiteY140" fmla="*/ 276225 h 1326356"/>
                  <a:gd name="connsiteX141" fmla="*/ 1538288 w 1997869"/>
                  <a:gd name="connsiteY141" fmla="*/ 295275 h 1326356"/>
                  <a:gd name="connsiteX142" fmla="*/ 1595438 w 1997869"/>
                  <a:gd name="connsiteY142" fmla="*/ 295275 h 1326356"/>
                  <a:gd name="connsiteX143" fmla="*/ 1609725 w 1997869"/>
                  <a:gd name="connsiteY143" fmla="*/ 285750 h 1326356"/>
                  <a:gd name="connsiteX144" fmla="*/ 1616869 w 1997869"/>
                  <a:gd name="connsiteY144" fmla="*/ 269081 h 1326356"/>
                  <a:gd name="connsiteX145" fmla="*/ 1624013 w 1997869"/>
                  <a:gd name="connsiteY145" fmla="*/ 261937 h 1326356"/>
                  <a:gd name="connsiteX146" fmla="*/ 1626394 w 1997869"/>
                  <a:gd name="connsiteY146" fmla="*/ 290512 h 1326356"/>
                  <a:gd name="connsiteX147" fmla="*/ 1640681 w 1997869"/>
                  <a:gd name="connsiteY147" fmla="*/ 311944 h 1326356"/>
                  <a:gd name="connsiteX148" fmla="*/ 1657350 w 1997869"/>
                  <a:gd name="connsiteY148" fmla="*/ 307181 h 1326356"/>
                  <a:gd name="connsiteX149" fmla="*/ 1666875 w 1997869"/>
                  <a:gd name="connsiteY149" fmla="*/ 335756 h 1326356"/>
                  <a:gd name="connsiteX150" fmla="*/ 1716881 w 1997869"/>
                  <a:gd name="connsiteY150" fmla="*/ 371475 h 1326356"/>
                  <a:gd name="connsiteX151" fmla="*/ 1743075 w 1997869"/>
                  <a:gd name="connsiteY151" fmla="*/ 354806 h 1326356"/>
                  <a:gd name="connsiteX152" fmla="*/ 1766888 w 1997869"/>
                  <a:gd name="connsiteY152" fmla="*/ 345281 h 1326356"/>
                  <a:gd name="connsiteX153" fmla="*/ 1840706 w 1997869"/>
                  <a:gd name="connsiteY153" fmla="*/ 347662 h 1326356"/>
                  <a:gd name="connsiteX154" fmla="*/ 1874044 w 1997869"/>
                  <a:gd name="connsiteY154" fmla="*/ 345281 h 1326356"/>
                  <a:gd name="connsiteX155" fmla="*/ 1897856 w 1997869"/>
                  <a:gd name="connsiteY155" fmla="*/ 371475 h 1326356"/>
                  <a:gd name="connsiteX156" fmla="*/ 1897856 w 1997869"/>
                  <a:gd name="connsiteY156" fmla="*/ 371475 h 1326356"/>
                  <a:gd name="connsiteX157" fmla="*/ 1935956 w 1997869"/>
                  <a:gd name="connsiteY157" fmla="*/ 359569 h 1326356"/>
                  <a:gd name="connsiteX158" fmla="*/ 1945481 w 1997869"/>
                  <a:gd name="connsiteY158" fmla="*/ 347662 h 1326356"/>
                  <a:gd name="connsiteX159" fmla="*/ 1962150 w 1997869"/>
                  <a:gd name="connsiteY159" fmla="*/ 347662 h 1326356"/>
                  <a:gd name="connsiteX160" fmla="*/ 1966913 w 1997869"/>
                  <a:gd name="connsiteY160" fmla="*/ 376237 h 1326356"/>
                  <a:gd name="connsiteX161" fmla="*/ 1978819 w 1997869"/>
                  <a:gd name="connsiteY161" fmla="*/ 392906 h 1326356"/>
                  <a:gd name="connsiteX162" fmla="*/ 1966913 w 1997869"/>
                  <a:gd name="connsiteY162" fmla="*/ 426244 h 1326356"/>
                  <a:gd name="connsiteX163" fmla="*/ 1969294 w 1997869"/>
                  <a:gd name="connsiteY163" fmla="*/ 445294 h 1326356"/>
                  <a:gd name="connsiteX164" fmla="*/ 1985963 w 1997869"/>
                  <a:gd name="connsiteY164" fmla="*/ 464344 h 1326356"/>
                  <a:gd name="connsiteX165" fmla="*/ 1993106 w 1997869"/>
                  <a:gd name="connsiteY165" fmla="*/ 466725 h 1326356"/>
                  <a:gd name="connsiteX166" fmla="*/ 1997869 w 1997869"/>
                  <a:gd name="connsiteY166" fmla="*/ 504825 h 1326356"/>
                  <a:gd name="connsiteX167" fmla="*/ 1995488 w 1997869"/>
                  <a:gd name="connsiteY167" fmla="*/ 531019 h 1326356"/>
                  <a:gd name="connsiteX168" fmla="*/ 1971675 w 1997869"/>
                  <a:gd name="connsiteY168" fmla="*/ 545306 h 1326356"/>
                  <a:gd name="connsiteX169" fmla="*/ 1962150 w 1997869"/>
                  <a:gd name="connsiteY169" fmla="*/ 571500 h 1326356"/>
                  <a:gd name="connsiteX170" fmla="*/ 1933575 w 1997869"/>
                  <a:gd name="connsiteY170" fmla="*/ 578644 h 1326356"/>
                  <a:gd name="connsiteX171" fmla="*/ 1888331 w 1997869"/>
                  <a:gd name="connsiteY171" fmla="*/ 585787 h 1326356"/>
                  <a:gd name="connsiteX172" fmla="*/ 1869281 w 1997869"/>
                  <a:gd name="connsiteY172" fmla="*/ 616744 h 1326356"/>
                  <a:gd name="connsiteX173" fmla="*/ 1874044 w 1997869"/>
                  <a:gd name="connsiteY173" fmla="*/ 652462 h 1326356"/>
                  <a:gd name="connsiteX174" fmla="*/ 1874044 w 1997869"/>
                  <a:gd name="connsiteY174" fmla="*/ 652462 h 1326356"/>
                  <a:gd name="connsiteX175" fmla="*/ 1871663 w 1997869"/>
                  <a:gd name="connsiteY175" fmla="*/ 692944 h 1326356"/>
                  <a:gd name="connsiteX176" fmla="*/ 1862138 w 1997869"/>
                  <a:gd name="connsiteY176" fmla="*/ 704850 h 1326356"/>
                  <a:gd name="connsiteX177" fmla="*/ 1809750 w 1997869"/>
                  <a:gd name="connsiteY177" fmla="*/ 709612 h 1326356"/>
                  <a:gd name="connsiteX178" fmla="*/ 1793081 w 1997869"/>
                  <a:gd name="connsiteY178" fmla="*/ 709612 h 1326356"/>
                  <a:gd name="connsiteX179" fmla="*/ 1771650 w 1997869"/>
                  <a:gd name="connsiteY179" fmla="*/ 683419 h 1326356"/>
                  <a:gd name="connsiteX180" fmla="*/ 1769269 w 1997869"/>
                  <a:gd name="connsiteY180" fmla="*/ 654844 h 1326356"/>
                  <a:gd name="connsiteX181" fmla="*/ 1757363 w 1997869"/>
                  <a:gd name="connsiteY181" fmla="*/ 621506 h 1326356"/>
                  <a:gd name="connsiteX182" fmla="*/ 1716881 w 1997869"/>
                  <a:gd name="connsiteY182" fmla="*/ 607219 h 1326356"/>
                  <a:gd name="connsiteX183" fmla="*/ 1688306 w 1997869"/>
                  <a:gd name="connsiteY183" fmla="*/ 592931 h 1326356"/>
                  <a:gd name="connsiteX184" fmla="*/ 1669257 w 1997869"/>
                  <a:gd name="connsiteY184" fmla="*/ 597694 h 1326356"/>
                  <a:gd name="connsiteX185" fmla="*/ 1659732 w 1997869"/>
                  <a:gd name="connsiteY185" fmla="*/ 583406 h 1326356"/>
                  <a:gd name="connsiteX186" fmla="*/ 1671638 w 1997869"/>
                  <a:gd name="connsiteY186" fmla="*/ 561975 h 1326356"/>
                  <a:gd name="connsiteX187" fmla="*/ 1674019 w 1997869"/>
                  <a:gd name="connsiteY187" fmla="*/ 526256 h 1326356"/>
                  <a:gd name="connsiteX188" fmla="*/ 1671638 w 1997869"/>
                  <a:gd name="connsiteY188" fmla="*/ 502444 h 1326356"/>
                  <a:gd name="connsiteX189" fmla="*/ 1654969 w 1997869"/>
                  <a:gd name="connsiteY189" fmla="*/ 497681 h 1326356"/>
                  <a:gd name="connsiteX190" fmla="*/ 1666875 w 1997869"/>
                  <a:gd name="connsiteY190" fmla="*/ 481012 h 1326356"/>
                  <a:gd name="connsiteX191" fmla="*/ 1645444 w 1997869"/>
                  <a:gd name="connsiteY191" fmla="*/ 457200 h 1326356"/>
                  <a:gd name="connsiteX192" fmla="*/ 1645444 w 1997869"/>
                  <a:gd name="connsiteY192" fmla="*/ 416719 h 1326356"/>
                  <a:gd name="connsiteX193" fmla="*/ 1624013 w 1997869"/>
                  <a:gd name="connsiteY193" fmla="*/ 407194 h 1326356"/>
                  <a:gd name="connsiteX194" fmla="*/ 1581150 w 1997869"/>
                  <a:gd name="connsiteY194" fmla="*/ 423862 h 1326356"/>
                  <a:gd name="connsiteX195" fmla="*/ 1559719 w 1997869"/>
                  <a:gd name="connsiteY195" fmla="*/ 435769 h 1326356"/>
                  <a:gd name="connsiteX196" fmla="*/ 1521619 w 1997869"/>
                  <a:gd name="connsiteY196" fmla="*/ 419100 h 1326356"/>
                  <a:gd name="connsiteX197" fmla="*/ 1478756 w 1997869"/>
                  <a:gd name="connsiteY197" fmla="*/ 419100 h 1326356"/>
                  <a:gd name="connsiteX198" fmla="*/ 1393031 w 1997869"/>
                  <a:gd name="connsiteY198" fmla="*/ 454819 h 1326356"/>
                  <a:gd name="connsiteX199" fmla="*/ 1385888 w 1997869"/>
                  <a:gd name="connsiteY199" fmla="*/ 471487 h 1326356"/>
                  <a:gd name="connsiteX200" fmla="*/ 1393031 w 1997869"/>
                  <a:gd name="connsiteY200" fmla="*/ 490537 h 1326356"/>
                  <a:gd name="connsiteX201" fmla="*/ 1381125 w 1997869"/>
                  <a:gd name="connsiteY201" fmla="*/ 511969 h 1326356"/>
                  <a:gd name="connsiteX202" fmla="*/ 1354931 w 1997869"/>
                  <a:gd name="connsiteY202" fmla="*/ 516731 h 1326356"/>
                  <a:gd name="connsiteX203" fmla="*/ 1338263 w 1997869"/>
                  <a:gd name="connsiteY203" fmla="*/ 547687 h 1326356"/>
                  <a:gd name="connsiteX204" fmla="*/ 1345406 w 1997869"/>
                  <a:gd name="connsiteY204" fmla="*/ 573881 h 1326356"/>
                  <a:gd name="connsiteX205" fmla="*/ 1371600 w 1997869"/>
                  <a:gd name="connsiteY205" fmla="*/ 583406 h 1326356"/>
                  <a:gd name="connsiteX206" fmla="*/ 1385888 w 1997869"/>
                  <a:gd name="connsiteY206" fmla="*/ 600075 h 1326356"/>
                  <a:gd name="connsiteX207" fmla="*/ 1428750 w 1997869"/>
                  <a:gd name="connsiteY207" fmla="*/ 604837 h 1326356"/>
                  <a:gd name="connsiteX208" fmla="*/ 1454944 w 1997869"/>
                  <a:gd name="connsiteY208" fmla="*/ 607219 h 1326356"/>
                  <a:gd name="connsiteX209" fmla="*/ 1473994 w 1997869"/>
                  <a:gd name="connsiteY209" fmla="*/ 635794 h 1326356"/>
                  <a:gd name="connsiteX210" fmla="*/ 1473994 w 1997869"/>
                  <a:gd name="connsiteY210" fmla="*/ 645319 h 1326356"/>
                  <a:gd name="connsiteX211" fmla="*/ 1469231 w 1997869"/>
                  <a:gd name="connsiteY211" fmla="*/ 659606 h 1326356"/>
                  <a:gd name="connsiteX212" fmla="*/ 1481138 w 1997869"/>
                  <a:gd name="connsiteY212" fmla="*/ 704850 h 1326356"/>
                  <a:gd name="connsiteX213" fmla="*/ 1490663 w 1997869"/>
                  <a:gd name="connsiteY213" fmla="*/ 731043 h 1326356"/>
                  <a:gd name="connsiteX214" fmla="*/ 1452562 w 1997869"/>
                  <a:gd name="connsiteY214" fmla="*/ 740569 h 1326356"/>
                  <a:gd name="connsiteX215" fmla="*/ 1423988 w 1997869"/>
                  <a:gd name="connsiteY215" fmla="*/ 759619 h 1326356"/>
                  <a:gd name="connsiteX216" fmla="*/ 1385888 w 1997869"/>
                  <a:gd name="connsiteY216" fmla="*/ 766762 h 1326356"/>
                  <a:gd name="connsiteX217" fmla="*/ 1357313 w 1997869"/>
                  <a:gd name="connsiteY217" fmla="*/ 781050 h 1326356"/>
                  <a:gd name="connsiteX218" fmla="*/ 1357313 w 1997869"/>
                  <a:gd name="connsiteY218" fmla="*/ 802481 h 1326356"/>
                  <a:gd name="connsiteX219" fmla="*/ 1352550 w 1997869"/>
                  <a:gd name="connsiteY219" fmla="*/ 816769 h 1326356"/>
                  <a:gd name="connsiteX220" fmla="*/ 1335881 w 1997869"/>
                  <a:gd name="connsiteY220" fmla="*/ 847725 h 1326356"/>
                  <a:gd name="connsiteX221" fmla="*/ 1345406 w 1997869"/>
                  <a:gd name="connsiteY221" fmla="*/ 895350 h 1326356"/>
                  <a:gd name="connsiteX222" fmla="*/ 1352550 w 1997869"/>
                  <a:gd name="connsiteY222" fmla="*/ 935831 h 1326356"/>
                  <a:gd name="connsiteX223" fmla="*/ 1352550 w 1997869"/>
                  <a:gd name="connsiteY223" fmla="*/ 966787 h 1326356"/>
                  <a:gd name="connsiteX224" fmla="*/ 1326356 w 1997869"/>
                  <a:gd name="connsiteY224" fmla="*/ 969169 h 1326356"/>
                  <a:gd name="connsiteX225" fmla="*/ 1326356 w 1997869"/>
                  <a:gd name="connsiteY225" fmla="*/ 988219 h 1326356"/>
                  <a:gd name="connsiteX226" fmla="*/ 1340644 w 1997869"/>
                  <a:gd name="connsiteY226" fmla="*/ 1012031 h 1326356"/>
                  <a:gd name="connsiteX227" fmla="*/ 1331119 w 1997869"/>
                  <a:gd name="connsiteY227" fmla="*/ 1031081 h 1326356"/>
                  <a:gd name="connsiteX228" fmla="*/ 1345406 w 1997869"/>
                  <a:gd name="connsiteY228" fmla="*/ 1057275 h 1326356"/>
                  <a:gd name="connsiteX229" fmla="*/ 1314450 w 1997869"/>
                  <a:gd name="connsiteY229" fmla="*/ 1050131 h 1326356"/>
                  <a:gd name="connsiteX230" fmla="*/ 1276350 w 1997869"/>
                  <a:gd name="connsiteY230" fmla="*/ 1047750 h 1326356"/>
                  <a:gd name="connsiteX231" fmla="*/ 1252538 w 1997869"/>
                  <a:gd name="connsiteY231" fmla="*/ 1031081 h 1326356"/>
                  <a:gd name="connsiteX232" fmla="*/ 1240631 w 1997869"/>
                  <a:gd name="connsiteY232" fmla="*/ 1047750 h 1326356"/>
                  <a:gd name="connsiteX233" fmla="*/ 1226344 w 1997869"/>
                  <a:gd name="connsiteY233" fmla="*/ 1057275 h 1326356"/>
                  <a:gd name="connsiteX234" fmla="*/ 1185863 w 1997869"/>
                  <a:gd name="connsiteY234" fmla="*/ 1052512 h 1326356"/>
                  <a:gd name="connsiteX235" fmla="*/ 1162050 w 1997869"/>
                  <a:gd name="connsiteY235" fmla="*/ 1062037 h 1326356"/>
                  <a:gd name="connsiteX236" fmla="*/ 1159669 w 1997869"/>
                  <a:gd name="connsiteY236" fmla="*/ 1088231 h 1326356"/>
                  <a:gd name="connsiteX237" fmla="*/ 1152525 w 1997869"/>
                  <a:gd name="connsiteY237" fmla="*/ 1104900 h 1326356"/>
                  <a:gd name="connsiteX238" fmla="*/ 1112044 w 1997869"/>
                  <a:gd name="connsiteY238" fmla="*/ 1092994 h 1326356"/>
                  <a:gd name="connsiteX239" fmla="*/ 1109663 w 1997869"/>
                  <a:gd name="connsiteY239" fmla="*/ 1066800 h 1326356"/>
                  <a:gd name="connsiteX240" fmla="*/ 1083469 w 1997869"/>
                  <a:gd name="connsiteY240" fmla="*/ 1064419 h 1326356"/>
                  <a:gd name="connsiteX241" fmla="*/ 1066800 w 1997869"/>
                  <a:gd name="connsiteY241" fmla="*/ 1081087 h 1326356"/>
                  <a:gd name="connsiteX242" fmla="*/ 1021556 w 1997869"/>
                  <a:gd name="connsiteY242" fmla="*/ 1062037 h 1326356"/>
                  <a:gd name="connsiteX243" fmla="*/ 1004888 w 1997869"/>
                  <a:gd name="connsiteY243" fmla="*/ 1040606 h 1326356"/>
                  <a:gd name="connsiteX244" fmla="*/ 973931 w 1997869"/>
                  <a:gd name="connsiteY244" fmla="*/ 1045369 h 1326356"/>
                  <a:gd name="connsiteX245" fmla="*/ 959644 w 1997869"/>
                  <a:gd name="connsiteY245" fmla="*/ 1066800 h 1326356"/>
                  <a:gd name="connsiteX246" fmla="*/ 921544 w 1997869"/>
                  <a:gd name="connsiteY246" fmla="*/ 1069181 h 1326356"/>
                  <a:gd name="connsiteX247" fmla="*/ 914400 w 1997869"/>
                  <a:gd name="connsiteY247" fmla="*/ 1081087 h 1326356"/>
                  <a:gd name="connsiteX248" fmla="*/ 895350 w 1997869"/>
                  <a:gd name="connsiteY248" fmla="*/ 1109663 h 1326356"/>
                  <a:gd name="connsiteX249" fmla="*/ 881063 w 1997869"/>
                  <a:gd name="connsiteY249" fmla="*/ 1154906 h 1326356"/>
                  <a:gd name="connsiteX250" fmla="*/ 838200 w 1997869"/>
                  <a:gd name="connsiteY250" fmla="*/ 1219200 h 1326356"/>
                  <a:gd name="connsiteX251" fmla="*/ 812006 w 1997869"/>
                  <a:gd name="connsiteY251" fmla="*/ 1266825 h 1326356"/>
                  <a:gd name="connsiteX252" fmla="*/ 785813 w 1997869"/>
                  <a:gd name="connsiteY252" fmla="*/ 1302544 h 1326356"/>
                  <a:gd name="connsiteX253" fmla="*/ 752475 w 1997869"/>
                  <a:gd name="connsiteY253" fmla="*/ 1321594 h 1326356"/>
                  <a:gd name="connsiteX254" fmla="*/ 702469 w 1997869"/>
                  <a:gd name="connsiteY254" fmla="*/ 1323975 h 1326356"/>
                  <a:gd name="connsiteX255" fmla="*/ 581025 w 1997869"/>
                  <a:gd name="connsiteY255" fmla="*/ 1326356 h 1326356"/>
                  <a:gd name="connsiteX256" fmla="*/ 571500 w 1997869"/>
                  <a:gd name="connsiteY256" fmla="*/ 1312069 h 1326356"/>
                  <a:gd name="connsiteX257" fmla="*/ 576263 w 1997869"/>
                  <a:gd name="connsiteY257" fmla="*/ 1285875 h 1326356"/>
                  <a:gd name="connsiteX258" fmla="*/ 557213 w 1997869"/>
                  <a:gd name="connsiteY258" fmla="*/ 1257300 h 1326356"/>
                  <a:gd name="connsiteX259" fmla="*/ 438150 w 1997869"/>
                  <a:gd name="connsiteY259" fmla="*/ 1254919 h 1326356"/>
                  <a:gd name="connsiteX260" fmla="*/ 395288 w 1997869"/>
                  <a:gd name="connsiteY260" fmla="*/ 1247775 h 1326356"/>
                  <a:gd name="connsiteX261" fmla="*/ 385763 w 1997869"/>
                  <a:gd name="connsiteY261" fmla="*/ 1216819 h 1326356"/>
                  <a:gd name="connsiteX262" fmla="*/ 392906 w 1997869"/>
                  <a:gd name="connsiteY262" fmla="*/ 1185862 h 1326356"/>
                  <a:gd name="connsiteX263" fmla="*/ 426244 w 1997869"/>
                  <a:gd name="connsiteY263" fmla="*/ 1135856 h 1326356"/>
                  <a:gd name="connsiteX264" fmla="*/ 466725 w 1997869"/>
                  <a:gd name="connsiteY264" fmla="*/ 1123950 h 1326356"/>
                  <a:gd name="connsiteX265" fmla="*/ 485775 w 1997869"/>
                  <a:gd name="connsiteY265" fmla="*/ 1090612 h 1326356"/>
                  <a:gd name="connsiteX266" fmla="*/ 476250 w 1997869"/>
                  <a:gd name="connsiteY266" fmla="*/ 1073944 h 1326356"/>
                  <a:gd name="connsiteX267" fmla="*/ 452438 w 1997869"/>
                  <a:gd name="connsiteY267" fmla="*/ 1088231 h 1326356"/>
                  <a:gd name="connsiteX268" fmla="*/ 452438 w 1997869"/>
                  <a:gd name="connsiteY268" fmla="*/ 1088231 h 1326356"/>
                  <a:gd name="connsiteX269" fmla="*/ 464344 w 1997869"/>
                  <a:gd name="connsiteY269" fmla="*/ 1062037 h 1326356"/>
                  <a:gd name="connsiteX270" fmla="*/ 457200 w 1997869"/>
                  <a:gd name="connsiteY270" fmla="*/ 1023937 h 1326356"/>
                  <a:gd name="connsiteX271" fmla="*/ 476250 w 1997869"/>
                  <a:gd name="connsiteY271" fmla="*/ 964406 h 1326356"/>
                  <a:gd name="connsiteX272" fmla="*/ 492919 w 1997869"/>
                  <a:gd name="connsiteY272" fmla="*/ 928687 h 1326356"/>
                  <a:gd name="connsiteX273" fmla="*/ 492919 w 1997869"/>
                  <a:gd name="connsiteY273" fmla="*/ 904875 h 1326356"/>
                  <a:gd name="connsiteX274" fmla="*/ 478631 w 1997869"/>
                  <a:gd name="connsiteY274" fmla="*/ 878681 h 1326356"/>
                  <a:gd name="connsiteX275" fmla="*/ 457200 w 1997869"/>
                  <a:gd name="connsiteY275" fmla="*/ 890587 h 1326356"/>
                  <a:gd name="connsiteX276" fmla="*/ 442913 w 1997869"/>
                  <a:gd name="connsiteY276" fmla="*/ 864394 h 1326356"/>
                  <a:gd name="connsiteX277" fmla="*/ 461963 w 1997869"/>
                  <a:gd name="connsiteY277" fmla="*/ 809625 h 1326356"/>
                  <a:gd name="connsiteX278" fmla="*/ 502444 w 1997869"/>
                  <a:gd name="connsiteY278" fmla="*/ 776287 h 1326356"/>
                  <a:gd name="connsiteX279" fmla="*/ 528638 w 1997869"/>
                  <a:gd name="connsiteY279" fmla="*/ 762000 h 1326356"/>
                  <a:gd name="connsiteX280" fmla="*/ 540544 w 1997869"/>
                  <a:gd name="connsiteY280" fmla="*/ 771525 h 1326356"/>
                  <a:gd name="connsiteX281" fmla="*/ 573881 w 1997869"/>
                  <a:gd name="connsiteY281" fmla="*/ 783431 h 1326356"/>
                  <a:gd name="connsiteX282" fmla="*/ 585788 w 1997869"/>
                  <a:gd name="connsiteY282" fmla="*/ 766762 h 1326356"/>
                  <a:gd name="connsiteX283" fmla="*/ 595313 w 1997869"/>
                  <a:gd name="connsiteY283" fmla="*/ 740569 h 1326356"/>
                  <a:gd name="connsiteX284" fmla="*/ 642938 w 1997869"/>
                  <a:gd name="connsiteY284" fmla="*/ 726281 h 1326356"/>
                  <a:gd name="connsiteX285" fmla="*/ 669131 w 1997869"/>
                  <a:gd name="connsiteY285" fmla="*/ 697706 h 1326356"/>
                  <a:gd name="connsiteX286" fmla="*/ 628650 w 1997869"/>
                  <a:gd name="connsiteY286" fmla="*/ 690562 h 1326356"/>
                  <a:gd name="connsiteX287" fmla="*/ 616744 w 1997869"/>
                  <a:gd name="connsiteY287" fmla="*/ 673894 h 1326356"/>
                  <a:gd name="connsiteX288" fmla="*/ 611981 w 1997869"/>
                  <a:gd name="connsiteY288" fmla="*/ 654844 h 1326356"/>
                  <a:gd name="connsiteX289" fmla="*/ 600075 w 1997869"/>
                  <a:gd name="connsiteY289" fmla="*/ 652462 h 1326356"/>
                  <a:gd name="connsiteX290" fmla="*/ 576263 w 1997869"/>
                  <a:gd name="connsiteY290" fmla="*/ 673894 h 1326356"/>
                  <a:gd name="connsiteX291" fmla="*/ 542925 w 1997869"/>
                  <a:gd name="connsiteY291" fmla="*/ 666750 h 1326356"/>
                  <a:gd name="connsiteX292" fmla="*/ 528638 w 1997869"/>
                  <a:gd name="connsiteY292" fmla="*/ 664369 h 1326356"/>
                  <a:gd name="connsiteX293" fmla="*/ 535781 w 1997869"/>
                  <a:gd name="connsiteY293" fmla="*/ 642937 h 1326356"/>
                  <a:gd name="connsiteX294" fmla="*/ 561975 w 1997869"/>
                  <a:gd name="connsiteY294" fmla="*/ 642937 h 1326356"/>
                  <a:gd name="connsiteX295" fmla="*/ 592931 w 1997869"/>
                  <a:gd name="connsiteY295" fmla="*/ 614362 h 1326356"/>
                  <a:gd name="connsiteX296" fmla="*/ 585788 w 1997869"/>
                  <a:gd name="connsiteY296" fmla="*/ 600075 h 1326356"/>
                  <a:gd name="connsiteX297" fmla="*/ 588169 w 1997869"/>
                  <a:gd name="connsiteY297" fmla="*/ 578644 h 1326356"/>
                  <a:gd name="connsiteX298" fmla="*/ 578644 w 1997869"/>
                  <a:gd name="connsiteY298" fmla="*/ 564356 h 1326356"/>
                  <a:gd name="connsiteX299" fmla="*/ 581025 w 1997869"/>
                  <a:gd name="connsiteY299" fmla="*/ 552450 h 1326356"/>
                  <a:gd name="connsiteX300" fmla="*/ 595313 w 1997869"/>
                  <a:gd name="connsiteY300" fmla="*/ 509587 h 1326356"/>
                  <a:gd name="connsiteX301" fmla="*/ 597694 w 1997869"/>
                  <a:gd name="connsiteY301" fmla="*/ 476250 h 1326356"/>
                  <a:gd name="connsiteX302" fmla="*/ 600075 w 1997869"/>
                  <a:gd name="connsiteY302" fmla="*/ 440531 h 1326356"/>
                  <a:gd name="connsiteX303" fmla="*/ 588169 w 1997869"/>
                  <a:gd name="connsiteY303" fmla="*/ 440531 h 1326356"/>
                  <a:gd name="connsiteX304" fmla="*/ 576263 w 1997869"/>
                  <a:gd name="connsiteY304" fmla="*/ 464344 h 1326356"/>
                  <a:gd name="connsiteX305" fmla="*/ 564356 w 1997869"/>
                  <a:gd name="connsiteY305" fmla="*/ 495300 h 1326356"/>
                  <a:gd name="connsiteX306" fmla="*/ 566738 w 1997869"/>
                  <a:gd name="connsiteY306" fmla="*/ 531019 h 1326356"/>
                  <a:gd name="connsiteX307" fmla="*/ 547688 w 1997869"/>
                  <a:gd name="connsiteY307" fmla="*/ 557212 h 1326356"/>
                  <a:gd name="connsiteX308" fmla="*/ 514350 w 1997869"/>
                  <a:gd name="connsiteY308" fmla="*/ 564356 h 1326356"/>
                  <a:gd name="connsiteX309" fmla="*/ 509588 w 1997869"/>
                  <a:gd name="connsiteY309" fmla="*/ 600075 h 1326356"/>
                  <a:gd name="connsiteX310" fmla="*/ 438150 w 1997869"/>
                  <a:gd name="connsiteY310" fmla="*/ 600075 h 1326356"/>
                  <a:gd name="connsiteX311" fmla="*/ 411956 w 1997869"/>
                  <a:gd name="connsiteY311" fmla="*/ 578644 h 1326356"/>
                  <a:gd name="connsiteX312" fmla="*/ 388144 w 1997869"/>
                  <a:gd name="connsiteY312" fmla="*/ 585787 h 1326356"/>
                  <a:gd name="connsiteX313" fmla="*/ 378619 w 1997869"/>
                  <a:gd name="connsiteY313" fmla="*/ 604837 h 1326356"/>
                  <a:gd name="connsiteX314" fmla="*/ 381000 w 1997869"/>
                  <a:gd name="connsiteY314" fmla="*/ 628650 h 1326356"/>
                  <a:gd name="connsiteX315" fmla="*/ 354806 w 1997869"/>
                  <a:gd name="connsiteY315" fmla="*/ 669131 h 1326356"/>
                  <a:gd name="connsiteX316" fmla="*/ 321469 w 1997869"/>
                  <a:gd name="connsiteY316" fmla="*/ 669131 h 1326356"/>
                  <a:gd name="connsiteX317" fmla="*/ 319088 w 1997869"/>
                  <a:gd name="connsiteY317" fmla="*/ 688181 h 1326356"/>
                  <a:gd name="connsiteX318" fmla="*/ 326231 w 1997869"/>
                  <a:gd name="connsiteY318" fmla="*/ 709612 h 1326356"/>
                  <a:gd name="connsiteX319" fmla="*/ 309563 w 1997869"/>
                  <a:gd name="connsiteY319" fmla="*/ 733425 h 1326356"/>
                  <a:gd name="connsiteX320" fmla="*/ 288131 w 1997869"/>
                  <a:gd name="connsiteY320" fmla="*/ 740569 h 1326356"/>
                  <a:gd name="connsiteX321" fmla="*/ 278606 w 1997869"/>
                  <a:gd name="connsiteY321" fmla="*/ 764381 h 1326356"/>
                  <a:gd name="connsiteX322" fmla="*/ 257175 w 1997869"/>
                  <a:gd name="connsiteY322" fmla="*/ 771525 h 1326356"/>
                  <a:gd name="connsiteX323" fmla="*/ 233363 w 1997869"/>
                  <a:gd name="connsiteY323" fmla="*/ 759619 h 1326356"/>
                  <a:gd name="connsiteX324" fmla="*/ 219075 w 1997869"/>
                  <a:gd name="connsiteY324" fmla="*/ 769144 h 1326356"/>
                  <a:gd name="connsiteX325" fmla="*/ 207169 w 1997869"/>
                  <a:gd name="connsiteY325" fmla="*/ 785812 h 1326356"/>
                  <a:gd name="connsiteX326" fmla="*/ 207169 w 1997869"/>
                  <a:gd name="connsiteY326" fmla="*/ 795337 h 1326356"/>
                  <a:gd name="connsiteX327" fmla="*/ 150019 w 1997869"/>
                  <a:gd name="connsiteY327" fmla="*/ 835819 h 1326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Lst>
                <a:rect l="l" t="t" r="r" b="b"/>
                <a:pathLst>
                  <a:path w="1997869" h="1326356">
                    <a:moveTo>
                      <a:pt x="150019" y="835819"/>
                    </a:moveTo>
                    <a:lnTo>
                      <a:pt x="121444" y="757237"/>
                    </a:lnTo>
                    <a:lnTo>
                      <a:pt x="102394" y="750094"/>
                    </a:lnTo>
                    <a:lnTo>
                      <a:pt x="123825" y="716756"/>
                    </a:lnTo>
                    <a:lnTo>
                      <a:pt x="126206" y="681037"/>
                    </a:lnTo>
                    <a:lnTo>
                      <a:pt x="176213" y="676275"/>
                    </a:lnTo>
                    <a:lnTo>
                      <a:pt x="195263" y="676275"/>
                    </a:lnTo>
                    <a:lnTo>
                      <a:pt x="173831" y="645319"/>
                    </a:lnTo>
                    <a:lnTo>
                      <a:pt x="145256" y="626269"/>
                    </a:lnTo>
                    <a:lnTo>
                      <a:pt x="123825" y="626269"/>
                    </a:lnTo>
                    <a:lnTo>
                      <a:pt x="102394" y="645319"/>
                    </a:lnTo>
                    <a:lnTo>
                      <a:pt x="83344" y="642937"/>
                    </a:lnTo>
                    <a:lnTo>
                      <a:pt x="64294" y="645319"/>
                    </a:lnTo>
                    <a:lnTo>
                      <a:pt x="35719" y="654844"/>
                    </a:lnTo>
                    <a:lnTo>
                      <a:pt x="14288" y="652462"/>
                    </a:lnTo>
                    <a:lnTo>
                      <a:pt x="16669" y="638175"/>
                    </a:lnTo>
                    <a:lnTo>
                      <a:pt x="47625" y="621506"/>
                    </a:lnTo>
                    <a:lnTo>
                      <a:pt x="45244" y="604837"/>
                    </a:lnTo>
                    <a:lnTo>
                      <a:pt x="33338" y="566737"/>
                    </a:lnTo>
                    <a:lnTo>
                      <a:pt x="33338" y="566737"/>
                    </a:lnTo>
                    <a:lnTo>
                      <a:pt x="73819" y="523875"/>
                    </a:lnTo>
                    <a:lnTo>
                      <a:pt x="80963" y="488156"/>
                    </a:lnTo>
                    <a:lnTo>
                      <a:pt x="57150" y="476250"/>
                    </a:lnTo>
                    <a:lnTo>
                      <a:pt x="28575" y="492919"/>
                    </a:lnTo>
                    <a:lnTo>
                      <a:pt x="4763" y="521494"/>
                    </a:lnTo>
                    <a:lnTo>
                      <a:pt x="0" y="507206"/>
                    </a:lnTo>
                    <a:lnTo>
                      <a:pt x="38100" y="461962"/>
                    </a:lnTo>
                    <a:lnTo>
                      <a:pt x="47625" y="438150"/>
                    </a:lnTo>
                    <a:lnTo>
                      <a:pt x="73819" y="445294"/>
                    </a:lnTo>
                    <a:lnTo>
                      <a:pt x="92869" y="459581"/>
                    </a:lnTo>
                    <a:lnTo>
                      <a:pt x="114300" y="454819"/>
                    </a:lnTo>
                    <a:lnTo>
                      <a:pt x="123825" y="435769"/>
                    </a:lnTo>
                    <a:lnTo>
                      <a:pt x="142875" y="421481"/>
                    </a:lnTo>
                    <a:lnTo>
                      <a:pt x="173831" y="421481"/>
                    </a:lnTo>
                    <a:lnTo>
                      <a:pt x="173831" y="421481"/>
                    </a:lnTo>
                    <a:lnTo>
                      <a:pt x="202406" y="373856"/>
                    </a:lnTo>
                    <a:lnTo>
                      <a:pt x="195263" y="354806"/>
                    </a:lnTo>
                    <a:lnTo>
                      <a:pt x="171450" y="357187"/>
                    </a:lnTo>
                    <a:lnTo>
                      <a:pt x="159544" y="383381"/>
                    </a:lnTo>
                    <a:lnTo>
                      <a:pt x="159544" y="383381"/>
                    </a:lnTo>
                    <a:lnTo>
                      <a:pt x="128588" y="395287"/>
                    </a:lnTo>
                    <a:lnTo>
                      <a:pt x="121444" y="416719"/>
                    </a:lnTo>
                    <a:lnTo>
                      <a:pt x="102394" y="433387"/>
                    </a:lnTo>
                    <a:lnTo>
                      <a:pt x="78581" y="397669"/>
                    </a:lnTo>
                    <a:lnTo>
                      <a:pt x="78581" y="371475"/>
                    </a:lnTo>
                    <a:lnTo>
                      <a:pt x="80963" y="345281"/>
                    </a:lnTo>
                    <a:lnTo>
                      <a:pt x="100013" y="333375"/>
                    </a:lnTo>
                    <a:lnTo>
                      <a:pt x="111919" y="321469"/>
                    </a:lnTo>
                    <a:lnTo>
                      <a:pt x="102394" y="292894"/>
                    </a:lnTo>
                    <a:lnTo>
                      <a:pt x="92869" y="288131"/>
                    </a:lnTo>
                    <a:lnTo>
                      <a:pt x="78581" y="288131"/>
                    </a:lnTo>
                    <a:lnTo>
                      <a:pt x="69056" y="264319"/>
                    </a:lnTo>
                    <a:lnTo>
                      <a:pt x="59531" y="238125"/>
                    </a:lnTo>
                    <a:lnTo>
                      <a:pt x="64294" y="209550"/>
                    </a:lnTo>
                    <a:lnTo>
                      <a:pt x="76200" y="209550"/>
                    </a:lnTo>
                    <a:lnTo>
                      <a:pt x="80963" y="226219"/>
                    </a:lnTo>
                    <a:lnTo>
                      <a:pt x="95250" y="226219"/>
                    </a:lnTo>
                    <a:lnTo>
                      <a:pt x="111919" y="207169"/>
                    </a:lnTo>
                    <a:lnTo>
                      <a:pt x="128588" y="166687"/>
                    </a:lnTo>
                    <a:lnTo>
                      <a:pt x="135731" y="145256"/>
                    </a:lnTo>
                    <a:lnTo>
                      <a:pt x="152400" y="135731"/>
                    </a:lnTo>
                    <a:lnTo>
                      <a:pt x="154781" y="126206"/>
                    </a:lnTo>
                    <a:lnTo>
                      <a:pt x="180975" y="142875"/>
                    </a:lnTo>
                    <a:lnTo>
                      <a:pt x="214313" y="135731"/>
                    </a:lnTo>
                    <a:lnTo>
                      <a:pt x="245269" y="147637"/>
                    </a:lnTo>
                    <a:lnTo>
                      <a:pt x="269081" y="159544"/>
                    </a:lnTo>
                    <a:lnTo>
                      <a:pt x="309563" y="154781"/>
                    </a:lnTo>
                    <a:lnTo>
                      <a:pt x="328613" y="178594"/>
                    </a:lnTo>
                    <a:lnTo>
                      <a:pt x="352425" y="183356"/>
                    </a:lnTo>
                    <a:lnTo>
                      <a:pt x="352425" y="183356"/>
                    </a:lnTo>
                    <a:lnTo>
                      <a:pt x="383381" y="164306"/>
                    </a:lnTo>
                    <a:lnTo>
                      <a:pt x="433388" y="176212"/>
                    </a:lnTo>
                    <a:lnTo>
                      <a:pt x="438150" y="195262"/>
                    </a:lnTo>
                    <a:lnTo>
                      <a:pt x="466725" y="195262"/>
                    </a:lnTo>
                    <a:lnTo>
                      <a:pt x="478631" y="202406"/>
                    </a:lnTo>
                    <a:lnTo>
                      <a:pt x="492919" y="190500"/>
                    </a:lnTo>
                    <a:lnTo>
                      <a:pt x="514350" y="211931"/>
                    </a:lnTo>
                    <a:lnTo>
                      <a:pt x="535781" y="219075"/>
                    </a:lnTo>
                    <a:lnTo>
                      <a:pt x="554831" y="219075"/>
                    </a:lnTo>
                    <a:lnTo>
                      <a:pt x="552450" y="192881"/>
                    </a:lnTo>
                    <a:lnTo>
                      <a:pt x="550069" y="164306"/>
                    </a:lnTo>
                    <a:lnTo>
                      <a:pt x="561975" y="140494"/>
                    </a:lnTo>
                    <a:lnTo>
                      <a:pt x="561975" y="111919"/>
                    </a:lnTo>
                    <a:lnTo>
                      <a:pt x="569119" y="92869"/>
                    </a:lnTo>
                    <a:lnTo>
                      <a:pt x="597694" y="80962"/>
                    </a:lnTo>
                    <a:lnTo>
                      <a:pt x="623888" y="107156"/>
                    </a:lnTo>
                    <a:lnTo>
                      <a:pt x="638175" y="95250"/>
                    </a:lnTo>
                    <a:lnTo>
                      <a:pt x="607219" y="57150"/>
                    </a:lnTo>
                    <a:lnTo>
                      <a:pt x="600075" y="40481"/>
                    </a:lnTo>
                    <a:lnTo>
                      <a:pt x="621506" y="14287"/>
                    </a:lnTo>
                    <a:lnTo>
                      <a:pt x="652463" y="14287"/>
                    </a:lnTo>
                    <a:lnTo>
                      <a:pt x="635794" y="40481"/>
                    </a:lnTo>
                    <a:lnTo>
                      <a:pt x="650081" y="59531"/>
                    </a:lnTo>
                    <a:lnTo>
                      <a:pt x="678656" y="73819"/>
                    </a:lnTo>
                    <a:lnTo>
                      <a:pt x="695325" y="88106"/>
                    </a:lnTo>
                    <a:lnTo>
                      <a:pt x="709613" y="64294"/>
                    </a:lnTo>
                    <a:lnTo>
                      <a:pt x="726282" y="66675"/>
                    </a:lnTo>
                    <a:lnTo>
                      <a:pt x="759619" y="111918"/>
                    </a:lnTo>
                    <a:lnTo>
                      <a:pt x="795338" y="119062"/>
                    </a:lnTo>
                    <a:lnTo>
                      <a:pt x="814388" y="95250"/>
                    </a:lnTo>
                    <a:lnTo>
                      <a:pt x="850106" y="95250"/>
                    </a:lnTo>
                    <a:lnTo>
                      <a:pt x="857250" y="80962"/>
                    </a:lnTo>
                    <a:lnTo>
                      <a:pt x="850106" y="57150"/>
                    </a:lnTo>
                    <a:lnTo>
                      <a:pt x="854869" y="47625"/>
                    </a:lnTo>
                    <a:lnTo>
                      <a:pt x="885825" y="59531"/>
                    </a:lnTo>
                    <a:lnTo>
                      <a:pt x="900113" y="45244"/>
                    </a:lnTo>
                    <a:lnTo>
                      <a:pt x="912019" y="26194"/>
                    </a:lnTo>
                    <a:lnTo>
                      <a:pt x="926306" y="26194"/>
                    </a:lnTo>
                    <a:lnTo>
                      <a:pt x="945356" y="26194"/>
                    </a:lnTo>
                    <a:lnTo>
                      <a:pt x="966788" y="26194"/>
                    </a:lnTo>
                    <a:lnTo>
                      <a:pt x="981075" y="7144"/>
                    </a:lnTo>
                    <a:lnTo>
                      <a:pt x="988219" y="0"/>
                    </a:lnTo>
                    <a:lnTo>
                      <a:pt x="1007269" y="14287"/>
                    </a:lnTo>
                    <a:lnTo>
                      <a:pt x="1031081" y="9525"/>
                    </a:lnTo>
                    <a:lnTo>
                      <a:pt x="1059656" y="47625"/>
                    </a:lnTo>
                    <a:lnTo>
                      <a:pt x="1078706" y="64294"/>
                    </a:lnTo>
                    <a:lnTo>
                      <a:pt x="1088231" y="61912"/>
                    </a:lnTo>
                    <a:lnTo>
                      <a:pt x="1078706" y="109537"/>
                    </a:lnTo>
                    <a:lnTo>
                      <a:pt x="1097756" y="145256"/>
                    </a:lnTo>
                    <a:lnTo>
                      <a:pt x="1114425" y="166687"/>
                    </a:lnTo>
                    <a:lnTo>
                      <a:pt x="1133475" y="169069"/>
                    </a:lnTo>
                    <a:lnTo>
                      <a:pt x="1166813" y="169069"/>
                    </a:lnTo>
                    <a:lnTo>
                      <a:pt x="1195388" y="207169"/>
                    </a:lnTo>
                    <a:lnTo>
                      <a:pt x="1202531" y="226219"/>
                    </a:lnTo>
                    <a:lnTo>
                      <a:pt x="1197769" y="247650"/>
                    </a:lnTo>
                    <a:lnTo>
                      <a:pt x="1219200" y="264319"/>
                    </a:lnTo>
                    <a:lnTo>
                      <a:pt x="1238250" y="266700"/>
                    </a:lnTo>
                    <a:lnTo>
                      <a:pt x="1243013" y="302419"/>
                    </a:lnTo>
                    <a:lnTo>
                      <a:pt x="1283494" y="314325"/>
                    </a:lnTo>
                    <a:lnTo>
                      <a:pt x="1309688" y="297656"/>
                    </a:lnTo>
                    <a:lnTo>
                      <a:pt x="1323975" y="297656"/>
                    </a:lnTo>
                    <a:lnTo>
                      <a:pt x="1323975" y="297656"/>
                    </a:lnTo>
                    <a:lnTo>
                      <a:pt x="1347788" y="304800"/>
                    </a:lnTo>
                    <a:lnTo>
                      <a:pt x="1352550" y="333375"/>
                    </a:lnTo>
                    <a:lnTo>
                      <a:pt x="1373981" y="333375"/>
                    </a:lnTo>
                    <a:lnTo>
                      <a:pt x="1388269" y="311944"/>
                    </a:lnTo>
                    <a:lnTo>
                      <a:pt x="1402556" y="326231"/>
                    </a:lnTo>
                    <a:lnTo>
                      <a:pt x="1476375" y="338137"/>
                    </a:lnTo>
                    <a:lnTo>
                      <a:pt x="1490663" y="319087"/>
                    </a:lnTo>
                    <a:lnTo>
                      <a:pt x="1509713" y="280987"/>
                    </a:lnTo>
                    <a:lnTo>
                      <a:pt x="1519238" y="276225"/>
                    </a:lnTo>
                    <a:lnTo>
                      <a:pt x="1538288" y="295275"/>
                    </a:lnTo>
                    <a:lnTo>
                      <a:pt x="1595438" y="295275"/>
                    </a:lnTo>
                    <a:lnTo>
                      <a:pt x="1609725" y="285750"/>
                    </a:lnTo>
                    <a:lnTo>
                      <a:pt x="1616869" y="269081"/>
                    </a:lnTo>
                    <a:lnTo>
                      <a:pt x="1624013" y="261937"/>
                    </a:lnTo>
                    <a:lnTo>
                      <a:pt x="1626394" y="290512"/>
                    </a:lnTo>
                    <a:lnTo>
                      <a:pt x="1640681" y="311944"/>
                    </a:lnTo>
                    <a:lnTo>
                      <a:pt x="1657350" y="307181"/>
                    </a:lnTo>
                    <a:lnTo>
                      <a:pt x="1666875" y="335756"/>
                    </a:lnTo>
                    <a:lnTo>
                      <a:pt x="1716881" y="371475"/>
                    </a:lnTo>
                    <a:lnTo>
                      <a:pt x="1743075" y="354806"/>
                    </a:lnTo>
                    <a:lnTo>
                      <a:pt x="1766888" y="345281"/>
                    </a:lnTo>
                    <a:lnTo>
                      <a:pt x="1840706" y="347662"/>
                    </a:lnTo>
                    <a:lnTo>
                      <a:pt x="1874044" y="345281"/>
                    </a:lnTo>
                    <a:lnTo>
                      <a:pt x="1897856" y="371475"/>
                    </a:lnTo>
                    <a:lnTo>
                      <a:pt x="1897856" y="371475"/>
                    </a:lnTo>
                    <a:lnTo>
                      <a:pt x="1935956" y="359569"/>
                    </a:lnTo>
                    <a:lnTo>
                      <a:pt x="1945481" y="347662"/>
                    </a:lnTo>
                    <a:lnTo>
                      <a:pt x="1962150" y="347662"/>
                    </a:lnTo>
                    <a:lnTo>
                      <a:pt x="1966913" y="376237"/>
                    </a:lnTo>
                    <a:lnTo>
                      <a:pt x="1978819" y="392906"/>
                    </a:lnTo>
                    <a:lnTo>
                      <a:pt x="1966913" y="426244"/>
                    </a:lnTo>
                    <a:lnTo>
                      <a:pt x="1969294" y="445294"/>
                    </a:lnTo>
                    <a:lnTo>
                      <a:pt x="1985963" y="464344"/>
                    </a:lnTo>
                    <a:lnTo>
                      <a:pt x="1993106" y="466725"/>
                    </a:lnTo>
                    <a:lnTo>
                      <a:pt x="1997869" y="504825"/>
                    </a:lnTo>
                    <a:lnTo>
                      <a:pt x="1995488" y="531019"/>
                    </a:lnTo>
                    <a:lnTo>
                      <a:pt x="1971675" y="545306"/>
                    </a:lnTo>
                    <a:lnTo>
                      <a:pt x="1962150" y="571500"/>
                    </a:lnTo>
                    <a:lnTo>
                      <a:pt x="1933575" y="578644"/>
                    </a:lnTo>
                    <a:lnTo>
                      <a:pt x="1888331" y="585787"/>
                    </a:lnTo>
                    <a:lnTo>
                      <a:pt x="1869281" y="616744"/>
                    </a:lnTo>
                    <a:lnTo>
                      <a:pt x="1874044" y="652462"/>
                    </a:lnTo>
                    <a:lnTo>
                      <a:pt x="1874044" y="652462"/>
                    </a:lnTo>
                    <a:lnTo>
                      <a:pt x="1871663" y="692944"/>
                    </a:lnTo>
                    <a:lnTo>
                      <a:pt x="1862138" y="704850"/>
                    </a:lnTo>
                    <a:lnTo>
                      <a:pt x="1809750" y="709612"/>
                    </a:lnTo>
                    <a:lnTo>
                      <a:pt x="1793081" y="709612"/>
                    </a:lnTo>
                    <a:lnTo>
                      <a:pt x="1771650" y="683419"/>
                    </a:lnTo>
                    <a:lnTo>
                      <a:pt x="1769269" y="654844"/>
                    </a:lnTo>
                    <a:lnTo>
                      <a:pt x="1757363" y="621506"/>
                    </a:lnTo>
                    <a:lnTo>
                      <a:pt x="1716881" y="607219"/>
                    </a:lnTo>
                    <a:lnTo>
                      <a:pt x="1688306" y="592931"/>
                    </a:lnTo>
                    <a:lnTo>
                      <a:pt x="1669257" y="597694"/>
                    </a:lnTo>
                    <a:lnTo>
                      <a:pt x="1659732" y="583406"/>
                    </a:lnTo>
                    <a:lnTo>
                      <a:pt x="1671638" y="561975"/>
                    </a:lnTo>
                    <a:lnTo>
                      <a:pt x="1674019" y="526256"/>
                    </a:lnTo>
                    <a:cubicBezTo>
                      <a:pt x="1673225" y="518319"/>
                      <a:pt x="1674813" y="507206"/>
                      <a:pt x="1671638" y="502444"/>
                    </a:cubicBezTo>
                    <a:cubicBezTo>
                      <a:pt x="1668463" y="497682"/>
                      <a:pt x="1655763" y="501253"/>
                      <a:pt x="1654969" y="497681"/>
                    </a:cubicBezTo>
                    <a:cubicBezTo>
                      <a:pt x="1654175" y="494109"/>
                      <a:pt x="1662906" y="486568"/>
                      <a:pt x="1666875" y="481012"/>
                    </a:cubicBezTo>
                    <a:lnTo>
                      <a:pt x="1645444" y="457200"/>
                    </a:lnTo>
                    <a:lnTo>
                      <a:pt x="1645444" y="416719"/>
                    </a:lnTo>
                    <a:lnTo>
                      <a:pt x="1624013" y="407194"/>
                    </a:lnTo>
                    <a:lnTo>
                      <a:pt x="1581150" y="423862"/>
                    </a:lnTo>
                    <a:lnTo>
                      <a:pt x="1559719" y="435769"/>
                    </a:lnTo>
                    <a:lnTo>
                      <a:pt x="1521619" y="419100"/>
                    </a:lnTo>
                    <a:lnTo>
                      <a:pt x="1478756" y="419100"/>
                    </a:lnTo>
                    <a:lnTo>
                      <a:pt x="1393031" y="454819"/>
                    </a:lnTo>
                    <a:lnTo>
                      <a:pt x="1385888" y="471487"/>
                    </a:lnTo>
                    <a:lnTo>
                      <a:pt x="1393031" y="490537"/>
                    </a:lnTo>
                    <a:lnTo>
                      <a:pt x="1381125" y="511969"/>
                    </a:lnTo>
                    <a:lnTo>
                      <a:pt x="1354931" y="516731"/>
                    </a:lnTo>
                    <a:lnTo>
                      <a:pt x="1338263" y="547687"/>
                    </a:lnTo>
                    <a:lnTo>
                      <a:pt x="1345406" y="573881"/>
                    </a:lnTo>
                    <a:lnTo>
                      <a:pt x="1371600" y="583406"/>
                    </a:lnTo>
                    <a:lnTo>
                      <a:pt x="1385888" y="600075"/>
                    </a:lnTo>
                    <a:lnTo>
                      <a:pt x="1428750" y="604837"/>
                    </a:lnTo>
                    <a:lnTo>
                      <a:pt x="1454944" y="607219"/>
                    </a:lnTo>
                    <a:lnTo>
                      <a:pt x="1473994" y="635794"/>
                    </a:lnTo>
                    <a:lnTo>
                      <a:pt x="1473994" y="645319"/>
                    </a:lnTo>
                    <a:lnTo>
                      <a:pt x="1469231" y="659606"/>
                    </a:lnTo>
                    <a:lnTo>
                      <a:pt x="1481138" y="704850"/>
                    </a:lnTo>
                    <a:lnTo>
                      <a:pt x="1490663" y="731043"/>
                    </a:lnTo>
                    <a:lnTo>
                      <a:pt x="1452562" y="740569"/>
                    </a:lnTo>
                    <a:lnTo>
                      <a:pt x="1423988" y="759619"/>
                    </a:lnTo>
                    <a:lnTo>
                      <a:pt x="1385888" y="766762"/>
                    </a:lnTo>
                    <a:cubicBezTo>
                      <a:pt x="1376363" y="771525"/>
                      <a:pt x="1362075" y="775097"/>
                      <a:pt x="1357313" y="781050"/>
                    </a:cubicBezTo>
                    <a:cubicBezTo>
                      <a:pt x="1352551" y="787003"/>
                      <a:pt x="1357313" y="795337"/>
                      <a:pt x="1357313" y="802481"/>
                    </a:cubicBezTo>
                    <a:lnTo>
                      <a:pt x="1352550" y="816769"/>
                    </a:lnTo>
                    <a:lnTo>
                      <a:pt x="1335881" y="847725"/>
                    </a:lnTo>
                    <a:lnTo>
                      <a:pt x="1345406" y="895350"/>
                    </a:lnTo>
                    <a:lnTo>
                      <a:pt x="1352550" y="935831"/>
                    </a:lnTo>
                    <a:lnTo>
                      <a:pt x="1352550" y="966787"/>
                    </a:lnTo>
                    <a:lnTo>
                      <a:pt x="1326356" y="969169"/>
                    </a:lnTo>
                    <a:lnTo>
                      <a:pt x="1326356" y="988219"/>
                    </a:lnTo>
                    <a:lnTo>
                      <a:pt x="1340644" y="1012031"/>
                    </a:lnTo>
                    <a:lnTo>
                      <a:pt x="1331119" y="1031081"/>
                    </a:lnTo>
                    <a:lnTo>
                      <a:pt x="1345406" y="1057275"/>
                    </a:lnTo>
                    <a:lnTo>
                      <a:pt x="1314450" y="1050131"/>
                    </a:lnTo>
                    <a:lnTo>
                      <a:pt x="1276350" y="1047750"/>
                    </a:lnTo>
                    <a:lnTo>
                      <a:pt x="1252538" y="1031081"/>
                    </a:lnTo>
                    <a:lnTo>
                      <a:pt x="1240631" y="1047750"/>
                    </a:lnTo>
                    <a:lnTo>
                      <a:pt x="1226344" y="1057275"/>
                    </a:lnTo>
                    <a:lnTo>
                      <a:pt x="1185863" y="1052512"/>
                    </a:lnTo>
                    <a:lnTo>
                      <a:pt x="1162050" y="1062037"/>
                    </a:lnTo>
                    <a:lnTo>
                      <a:pt x="1159669" y="1088231"/>
                    </a:lnTo>
                    <a:lnTo>
                      <a:pt x="1152525" y="1104900"/>
                    </a:lnTo>
                    <a:lnTo>
                      <a:pt x="1112044" y="1092994"/>
                    </a:lnTo>
                    <a:lnTo>
                      <a:pt x="1109663" y="1066800"/>
                    </a:lnTo>
                    <a:lnTo>
                      <a:pt x="1083469" y="1064419"/>
                    </a:lnTo>
                    <a:lnTo>
                      <a:pt x="1066800" y="1081087"/>
                    </a:lnTo>
                    <a:lnTo>
                      <a:pt x="1021556" y="1062037"/>
                    </a:lnTo>
                    <a:lnTo>
                      <a:pt x="1004888" y="1040606"/>
                    </a:lnTo>
                    <a:lnTo>
                      <a:pt x="973931" y="1045369"/>
                    </a:lnTo>
                    <a:lnTo>
                      <a:pt x="959644" y="1066800"/>
                    </a:lnTo>
                    <a:lnTo>
                      <a:pt x="921544" y="1069181"/>
                    </a:lnTo>
                    <a:lnTo>
                      <a:pt x="914400" y="1081087"/>
                    </a:lnTo>
                    <a:lnTo>
                      <a:pt x="895350" y="1109663"/>
                    </a:lnTo>
                    <a:cubicBezTo>
                      <a:pt x="889794" y="1121569"/>
                      <a:pt x="886619" y="1143000"/>
                      <a:pt x="881063" y="1154906"/>
                    </a:cubicBezTo>
                    <a:lnTo>
                      <a:pt x="838200" y="1219200"/>
                    </a:lnTo>
                    <a:lnTo>
                      <a:pt x="812006" y="1266825"/>
                    </a:lnTo>
                    <a:lnTo>
                      <a:pt x="785813" y="1302544"/>
                    </a:lnTo>
                    <a:lnTo>
                      <a:pt x="752475" y="1321594"/>
                    </a:lnTo>
                    <a:cubicBezTo>
                      <a:pt x="735806" y="1322388"/>
                      <a:pt x="731044" y="1323181"/>
                      <a:pt x="702469" y="1323975"/>
                    </a:cubicBezTo>
                    <a:lnTo>
                      <a:pt x="581025" y="1326356"/>
                    </a:lnTo>
                    <a:lnTo>
                      <a:pt x="571500" y="1312069"/>
                    </a:lnTo>
                    <a:lnTo>
                      <a:pt x="576263" y="1285875"/>
                    </a:lnTo>
                    <a:lnTo>
                      <a:pt x="557213" y="1257300"/>
                    </a:lnTo>
                    <a:lnTo>
                      <a:pt x="438150" y="1254919"/>
                    </a:lnTo>
                    <a:lnTo>
                      <a:pt x="395288" y="1247775"/>
                    </a:lnTo>
                    <a:lnTo>
                      <a:pt x="385763" y="1216819"/>
                    </a:lnTo>
                    <a:lnTo>
                      <a:pt x="392906" y="1185862"/>
                    </a:lnTo>
                    <a:lnTo>
                      <a:pt x="426244" y="1135856"/>
                    </a:lnTo>
                    <a:lnTo>
                      <a:pt x="466725" y="1123950"/>
                    </a:lnTo>
                    <a:lnTo>
                      <a:pt x="485775" y="1090612"/>
                    </a:lnTo>
                    <a:lnTo>
                      <a:pt x="476250" y="1073944"/>
                    </a:lnTo>
                    <a:lnTo>
                      <a:pt x="452438" y="1088231"/>
                    </a:lnTo>
                    <a:lnTo>
                      <a:pt x="452438" y="1088231"/>
                    </a:lnTo>
                    <a:lnTo>
                      <a:pt x="464344" y="1062037"/>
                    </a:lnTo>
                    <a:lnTo>
                      <a:pt x="457200" y="1023937"/>
                    </a:lnTo>
                    <a:lnTo>
                      <a:pt x="476250" y="964406"/>
                    </a:lnTo>
                    <a:lnTo>
                      <a:pt x="492919" y="928687"/>
                    </a:lnTo>
                    <a:lnTo>
                      <a:pt x="492919" y="904875"/>
                    </a:lnTo>
                    <a:lnTo>
                      <a:pt x="478631" y="878681"/>
                    </a:lnTo>
                    <a:lnTo>
                      <a:pt x="457200" y="890587"/>
                    </a:lnTo>
                    <a:lnTo>
                      <a:pt x="442913" y="864394"/>
                    </a:lnTo>
                    <a:lnTo>
                      <a:pt x="461963" y="809625"/>
                    </a:lnTo>
                    <a:lnTo>
                      <a:pt x="502444" y="776287"/>
                    </a:lnTo>
                    <a:lnTo>
                      <a:pt x="528638" y="762000"/>
                    </a:lnTo>
                    <a:lnTo>
                      <a:pt x="540544" y="771525"/>
                    </a:lnTo>
                    <a:lnTo>
                      <a:pt x="573881" y="783431"/>
                    </a:lnTo>
                    <a:lnTo>
                      <a:pt x="585788" y="766762"/>
                    </a:lnTo>
                    <a:lnTo>
                      <a:pt x="595313" y="740569"/>
                    </a:lnTo>
                    <a:lnTo>
                      <a:pt x="642938" y="726281"/>
                    </a:lnTo>
                    <a:lnTo>
                      <a:pt x="669131" y="697706"/>
                    </a:lnTo>
                    <a:lnTo>
                      <a:pt x="628650" y="690562"/>
                    </a:lnTo>
                    <a:lnTo>
                      <a:pt x="616744" y="673894"/>
                    </a:lnTo>
                    <a:lnTo>
                      <a:pt x="611981" y="654844"/>
                    </a:lnTo>
                    <a:lnTo>
                      <a:pt x="600075" y="652462"/>
                    </a:lnTo>
                    <a:lnTo>
                      <a:pt x="576263" y="673894"/>
                    </a:lnTo>
                    <a:lnTo>
                      <a:pt x="542925" y="666750"/>
                    </a:lnTo>
                    <a:lnTo>
                      <a:pt x="528638" y="664369"/>
                    </a:lnTo>
                    <a:lnTo>
                      <a:pt x="535781" y="642937"/>
                    </a:lnTo>
                    <a:lnTo>
                      <a:pt x="561975" y="642937"/>
                    </a:lnTo>
                    <a:lnTo>
                      <a:pt x="592931" y="614362"/>
                    </a:lnTo>
                    <a:lnTo>
                      <a:pt x="585788" y="600075"/>
                    </a:lnTo>
                    <a:lnTo>
                      <a:pt x="588169" y="578644"/>
                    </a:lnTo>
                    <a:lnTo>
                      <a:pt x="578644" y="564356"/>
                    </a:lnTo>
                    <a:lnTo>
                      <a:pt x="581025" y="552450"/>
                    </a:lnTo>
                    <a:lnTo>
                      <a:pt x="595313" y="509587"/>
                    </a:lnTo>
                    <a:lnTo>
                      <a:pt x="597694" y="476250"/>
                    </a:lnTo>
                    <a:lnTo>
                      <a:pt x="600075" y="440531"/>
                    </a:lnTo>
                    <a:lnTo>
                      <a:pt x="588169" y="440531"/>
                    </a:lnTo>
                    <a:lnTo>
                      <a:pt x="576263" y="464344"/>
                    </a:lnTo>
                    <a:lnTo>
                      <a:pt x="564356" y="495300"/>
                    </a:lnTo>
                    <a:lnTo>
                      <a:pt x="566738" y="531019"/>
                    </a:lnTo>
                    <a:lnTo>
                      <a:pt x="547688" y="557212"/>
                    </a:lnTo>
                    <a:lnTo>
                      <a:pt x="514350" y="564356"/>
                    </a:lnTo>
                    <a:lnTo>
                      <a:pt x="509588" y="600075"/>
                    </a:lnTo>
                    <a:lnTo>
                      <a:pt x="438150" y="600075"/>
                    </a:lnTo>
                    <a:lnTo>
                      <a:pt x="411956" y="578644"/>
                    </a:lnTo>
                    <a:lnTo>
                      <a:pt x="388144" y="585787"/>
                    </a:lnTo>
                    <a:lnTo>
                      <a:pt x="378619" y="604837"/>
                    </a:lnTo>
                    <a:lnTo>
                      <a:pt x="381000" y="628650"/>
                    </a:lnTo>
                    <a:lnTo>
                      <a:pt x="354806" y="669131"/>
                    </a:lnTo>
                    <a:lnTo>
                      <a:pt x="321469" y="669131"/>
                    </a:lnTo>
                    <a:lnTo>
                      <a:pt x="319088" y="688181"/>
                    </a:lnTo>
                    <a:lnTo>
                      <a:pt x="326231" y="709612"/>
                    </a:lnTo>
                    <a:lnTo>
                      <a:pt x="309563" y="733425"/>
                    </a:lnTo>
                    <a:lnTo>
                      <a:pt x="288131" y="740569"/>
                    </a:lnTo>
                    <a:lnTo>
                      <a:pt x="278606" y="764381"/>
                    </a:lnTo>
                    <a:lnTo>
                      <a:pt x="257175" y="771525"/>
                    </a:lnTo>
                    <a:lnTo>
                      <a:pt x="233363" y="759619"/>
                    </a:lnTo>
                    <a:lnTo>
                      <a:pt x="219075" y="769144"/>
                    </a:lnTo>
                    <a:lnTo>
                      <a:pt x="207169" y="785812"/>
                    </a:lnTo>
                    <a:lnTo>
                      <a:pt x="207169" y="795337"/>
                    </a:lnTo>
                    <a:lnTo>
                      <a:pt x="150019" y="835819"/>
                    </a:lnTo>
                    <a:close/>
                  </a:path>
                </a:pathLst>
              </a:cu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700">
                  <a:ln>
                    <a:solidFill>
                      <a:schemeClr val="accent1">
                        <a:alpha val="0"/>
                      </a:schemeClr>
                    </a:solidFill>
                  </a:ln>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grpSp>
        <p:grpSp>
          <p:nvGrpSpPr>
            <p:cNvPr id="93" name="그룹 92">
              <a:extLst>
                <a:ext uri="{FF2B5EF4-FFF2-40B4-BE49-F238E27FC236}">
                  <a16:creationId xmlns:a16="http://schemas.microsoft.com/office/drawing/2014/main" id="{6E005576-3361-CE8E-EDD8-5EF9668B7A39}"/>
                </a:ext>
              </a:extLst>
            </p:cNvPr>
            <p:cNvGrpSpPr/>
            <p:nvPr/>
          </p:nvGrpSpPr>
          <p:grpSpPr>
            <a:xfrm>
              <a:off x="5853289" y="3227104"/>
              <a:ext cx="1988963" cy="1988965"/>
              <a:chOff x="5853289" y="3227104"/>
              <a:chExt cx="1988963" cy="1988965"/>
            </a:xfrm>
          </p:grpSpPr>
          <p:grpSp>
            <p:nvGrpSpPr>
              <p:cNvPr id="94" name="그룹 93">
                <a:extLst>
                  <a:ext uri="{FF2B5EF4-FFF2-40B4-BE49-F238E27FC236}">
                    <a16:creationId xmlns:a16="http://schemas.microsoft.com/office/drawing/2014/main" id="{FD1F909B-448A-C915-58CE-DF3718F68CBD}"/>
                  </a:ext>
                </a:extLst>
              </p:cNvPr>
              <p:cNvGrpSpPr/>
              <p:nvPr/>
            </p:nvGrpSpPr>
            <p:grpSpPr>
              <a:xfrm>
                <a:off x="5853289" y="3227104"/>
                <a:ext cx="1988963" cy="1988965"/>
                <a:chOff x="4863114" y="3871106"/>
                <a:chExt cx="2290791" cy="2290790"/>
              </a:xfrm>
            </p:grpSpPr>
            <p:cxnSp>
              <p:nvCxnSpPr>
                <p:cNvPr id="102" name="직선 연결선 101">
                  <a:extLst>
                    <a:ext uri="{FF2B5EF4-FFF2-40B4-BE49-F238E27FC236}">
                      <a16:creationId xmlns:a16="http://schemas.microsoft.com/office/drawing/2014/main" id="{652D0A37-E6AA-83C6-42D5-B53D52B37041}"/>
                    </a:ext>
                  </a:extLst>
                </p:cNvPr>
                <p:cNvCxnSpPr>
                  <a:stCxn id="103" idx="0"/>
                  <a:endCxn id="103" idx="4"/>
                </p:cNvCxnSpPr>
                <p:nvPr/>
              </p:nvCxnSpPr>
              <p:spPr>
                <a:xfrm>
                  <a:off x="6008510" y="3871106"/>
                  <a:ext cx="0" cy="2290790"/>
                </a:xfrm>
                <a:prstGeom prst="line">
                  <a:avLst/>
                </a:prstGeom>
                <a:solidFill>
                  <a:schemeClr val="accent5">
                    <a:lumMod val="40000"/>
                    <a:lumOff val="60000"/>
                    <a:alpha val="20000"/>
                  </a:schemeClr>
                </a:solidFill>
                <a:ln w="9525">
                  <a:solidFill>
                    <a:schemeClr val="tx1">
                      <a:lumMod val="65000"/>
                      <a:lumOff val="35000"/>
                      <a:alpha val="5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cxnSp>
            <p:sp>
              <p:nvSpPr>
                <p:cNvPr id="103" name="타원 102">
                  <a:extLst>
                    <a:ext uri="{FF2B5EF4-FFF2-40B4-BE49-F238E27FC236}">
                      <a16:creationId xmlns:a16="http://schemas.microsoft.com/office/drawing/2014/main" id="{AB6348E2-549F-3BC0-2136-42F42327010C}"/>
                    </a:ext>
                  </a:extLst>
                </p:cNvPr>
                <p:cNvSpPr/>
                <p:nvPr/>
              </p:nvSpPr>
              <p:spPr>
                <a:xfrm>
                  <a:off x="4863114" y="3871106"/>
                  <a:ext cx="2290791" cy="2290790"/>
                </a:xfrm>
                <a:prstGeom prst="ellipse">
                  <a:avLst/>
                </a:prstGeom>
                <a:solidFill>
                  <a:srgbClr val="FFF4DA">
                    <a:alpha val="49804"/>
                  </a:srgbClr>
                </a:solidFill>
                <a:ln w="15875">
                  <a:solidFill>
                    <a:srgbClr val="FF0101">
                      <a:alpha val="5000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700" dirty="0">
                    <a:solidFill>
                      <a:srgbClr val="C00000"/>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04" name="직선 연결선 103">
                  <a:extLst>
                    <a:ext uri="{FF2B5EF4-FFF2-40B4-BE49-F238E27FC236}">
                      <a16:creationId xmlns:a16="http://schemas.microsoft.com/office/drawing/2014/main" id="{38110C2E-C9ED-6A1D-CA22-F3A354DDE329}"/>
                    </a:ext>
                  </a:extLst>
                </p:cNvPr>
                <p:cNvCxnSpPr>
                  <a:stCxn id="103" idx="2"/>
                  <a:endCxn id="103" idx="6"/>
                </p:cNvCxnSpPr>
                <p:nvPr/>
              </p:nvCxnSpPr>
              <p:spPr>
                <a:xfrm>
                  <a:off x="4863114" y="5016502"/>
                  <a:ext cx="2290791" cy="0"/>
                </a:xfrm>
                <a:prstGeom prst="line">
                  <a:avLst/>
                </a:prstGeom>
                <a:solidFill>
                  <a:schemeClr val="accent5">
                    <a:lumMod val="40000"/>
                    <a:lumOff val="60000"/>
                    <a:alpha val="20000"/>
                  </a:schemeClr>
                </a:solidFill>
                <a:ln w="9525">
                  <a:solidFill>
                    <a:schemeClr val="tx1">
                      <a:lumMod val="65000"/>
                      <a:lumOff val="35000"/>
                      <a:alpha val="5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cxnSp>
            <p:sp>
              <p:nvSpPr>
                <p:cNvPr id="105" name="타원 104">
                  <a:extLst>
                    <a:ext uri="{FF2B5EF4-FFF2-40B4-BE49-F238E27FC236}">
                      <a16:creationId xmlns:a16="http://schemas.microsoft.com/office/drawing/2014/main" id="{ADB12E5E-B931-304F-BA06-4A4D37D6B63E}"/>
                    </a:ext>
                  </a:extLst>
                </p:cNvPr>
                <p:cNvSpPr/>
                <p:nvPr/>
              </p:nvSpPr>
              <p:spPr>
                <a:xfrm>
                  <a:off x="5294018" y="4305300"/>
                  <a:ext cx="1422400" cy="1422400"/>
                </a:xfrm>
                <a:prstGeom prst="ellipse">
                  <a:avLst/>
                </a:prstGeom>
                <a:solidFill>
                  <a:schemeClr val="accent1">
                    <a:lumMod val="60000"/>
                    <a:lumOff val="40000"/>
                    <a:alpha val="20000"/>
                  </a:schemeClr>
                </a:solidFill>
                <a:ln w="19050">
                  <a:solidFill>
                    <a:schemeClr val="accent5"/>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70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grpSp>
          <p:sp>
            <p:nvSpPr>
              <p:cNvPr id="95" name="지역명 TXT">
                <a:extLst>
                  <a:ext uri="{FF2B5EF4-FFF2-40B4-BE49-F238E27FC236}">
                    <a16:creationId xmlns:a16="http://schemas.microsoft.com/office/drawing/2014/main" id="{7086015E-AA28-FBED-4EE8-21912AFBA6DD}"/>
                  </a:ext>
                </a:extLst>
              </p:cNvPr>
              <p:cNvSpPr txBox="1"/>
              <p:nvPr/>
            </p:nvSpPr>
            <p:spPr>
              <a:xfrm>
                <a:off x="6560437" y="4058498"/>
                <a:ext cx="579432" cy="372748"/>
              </a:xfrm>
              <a:prstGeom prst="rect">
                <a:avLst/>
              </a:prstGeom>
              <a:noFill/>
              <a:ln>
                <a:noFill/>
              </a:ln>
            </p:spPr>
            <p:txBody>
              <a:bodyPr wrap="none" rtlCol="0" anchor="ctr">
                <a:spAutoFit/>
              </a:bodyPr>
              <a:lstStyle/>
              <a:p>
                <a:pPr algn="ctr"/>
                <a:r>
                  <a:rPr lang="ko-KR" altLang="en-US" sz="700" spc="-50" dirty="0">
                    <a:solidFill>
                      <a:srgbClr val="002060"/>
                    </a:solidFill>
                    <a:effectLst>
                      <a:glow rad="127000">
                        <a:schemeClr val="bg1"/>
                      </a:glow>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중앙</a:t>
                </a:r>
              </a:p>
            </p:txBody>
          </p:sp>
          <p:sp>
            <p:nvSpPr>
              <p:cNvPr id="96" name="지역명 TXT">
                <a:extLst>
                  <a:ext uri="{FF2B5EF4-FFF2-40B4-BE49-F238E27FC236}">
                    <a16:creationId xmlns:a16="http://schemas.microsoft.com/office/drawing/2014/main" id="{71644EE3-9ACF-5614-B59A-86DB25AFAE59}"/>
                  </a:ext>
                </a:extLst>
              </p:cNvPr>
              <p:cNvSpPr txBox="1"/>
              <p:nvPr/>
            </p:nvSpPr>
            <p:spPr>
              <a:xfrm>
                <a:off x="6220424" y="3740997"/>
                <a:ext cx="579432" cy="372748"/>
              </a:xfrm>
              <a:prstGeom prst="rect">
                <a:avLst/>
              </a:prstGeom>
              <a:noFill/>
              <a:ln>
                <a:noFill/>
              </a:ln>
            </p:spPr>
            <p:txBody>
              <a:bodyPr wrap="none" rtlCol="0" anchor="ctr">
                <a:spAutoFit/>
              </a:bodyPr>
              <a:lstStyle/>
              <a:p>
                <a:pPr algn="ctr"/>
                <a:r>
                  <a:rPr lang="ko-KR" altLang="en-US" sz="700" spc="-50" dirty="0">
                    <a:solidFill>
                      <a:srgbClr val="002060"/>
                    </a:solidFill>
                    <a:effectLst>
                      <a:glow rad="127000">
                        <a:schemeClr val="bg1"/>
                      </a:glow>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서북</a:t>
                </a:r>
              </a:p>
            </p:txBody>
          </p:sp>
          <p:sp>
            <p:nvSpPr>
              <p:cNvPr id="97" name="지역명 TXT">
                <a:extLst>
                  <a:ext uri="{FF2B5EF4-FFF2-40B4-BE49-F238E27FC236}">
                    <a16:creationId xmlns:a16="http://schemas.microsoft.com/office/drawing/2014/main" id="{E447C2AA-ECB8-B2A8-8A91-0ED5894712E5}"/>
                  </a:ext>
                </a:extLst>
              </p:cNvPr>
              <p:cNvSpPr txBox="1"/>
              <p:nvPr/>
            </p:nvSpPr>
            <p:spPr>
              <a:xfrm>
                <a:off x="6220424" y="4369648"/>
                <a:ext cx="579432" cy="372748"/>
              </a:xfrm>
              <a:prstGeom prst="rect">
                <a:avLst/>
              </a:prstGeom>
              <a:noFill/>
              <a:ln>
                <a:noFill/>
              </a:ln>
            </p:spPr>
            <p:txBody>
              <a:bodyPr wrap="none" rtlCol="0" anchor="ctr">
                <a:spAutoFit/>
              </a:bodyPr>
              <a:lstStyle/>
              <a:p>
                <a:pPr algn="ctr"/>
                <a:r>
                  <a:rPr lang="ko-KR" altLang="en-US" sz="700" spc="-50" dirty="0">
                    <a:solidFill>
                      <a:srgbClr val="002060"/>
                    </a:solidFill>
                    <a:effectLst>
                      <a:glow rad="127000">
                        <a:schemeClr val="bg1"/>
                      </a:glow>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서남</a:t>
                </a:r>
              </a:p>
            </p:txBody>
          </p:sp>
          <p:sp>
            <p:nvSpPr>
              <p:cNvPr id="98" name="지역명 TXT">
                <a:extLst>
                  <a:ext uri="{FF2B5EF4-FFF2-40B4-BE49-F238E27FC236}">
                    <a16:creationId xmlns:a16="http://schemas.microsoft.com/office/drawing/2014/main" id="{98D21E7E-7C3A-C382-2E89-9C860A5A53FF}"/>
                  </a:ext>
                </a:extLst>
              </p:cNvPr>
              <p:cNvSpPr txBox="1"/>
              <p:nvPr/>
            </p:nvSpPr>
            <p:spPr>
              <a:xfrm>
                <a:off x="6868124" y="3740997"/>
                <a:ext cx="579432" cy="372748"/>
              </a:xfrm>
              <a:prstGeom prst="rect">
                <a:avLst/>
              </a:prstGeom>
              <a:noFill/>
              <a:ln>
                <a:noFill/>
              </a:ln>
            </p:spPr>
            <p:txBody>
              <a:bodyPr wrap="none" rtlCol="0" anchor="ctr">
                <a:spAutoFit/>
              </a:bodyPr>
              <a:lstStyle/>
              <a:p>
                <a:pPr algn="ctr"/>
                <a:r>
                  <a:rPr lang="ko-KR" altLang="en-US" sz="700" spc="-50" dirty="0">
                    <a:solidFill>
                      <a:srgbClr val="002060"/>
                    </a:solidFill>
                    <a:effectLst>
                      <a:glow rad="127000">
                        <a:schemeClr val="bg1"/>
                      </a:glow>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동북</a:t>
                </a:r>
              </a:p>
            </p:txBody>
          </p:sp>
          <p:sp>
            <p:nvSpPr>
              <p:cNvPr id="99" name="지역명 TXT">
                <a:extLst>
                  <a:ext uri="{FF2B5EF4-FFF2-40B4-BE49-F238E27FC236}">
                    <a16:creationId xmlns:a16="http://schemas.microsoft.com/office/drawing/2014/main" id="{2EE694B9-189D-6057-E365-EDC272D4FB3F}"/>
                  </a:ext>
                </a:extLst>
              </p:cNvPr>
              <p:cNvSpPr txBox="1"/>
              <p:nvPr/>
            </p:nvSpPr>
            <p:spPr>
              <a:xfrm>
                <a:off x="6868124" y="4369648"/>
                <a:ext cx="579432" cy="372748"/>
              </a:xfrm>
              <a:prstGeom prst="rect">
                <a:avLst/>
              </a:prstGeom>
              <a:noFill/>
              <a:ln>
                <a:noFill/>
              </a:ln>
            </p:spPr>
            <p:txBody>
              <a:bodyPr wrap="none" rtlCol="0" anchor="ctr">
                <a:spAutoFit/>
              </a:bodyPr>
              <a:lstStyle/>
              <a:p>
                <a:pPr algn="ctr"/>
                <a:r>
                  <a:rPr lang="ko-KR" altLang="en-US" sz="700" spc="-50" dirty="0">
                    <a:solidFill>
                      <a:srgbClr val="002060"/>
                    </a:solidFill>
                    <a:effectLst>
                      <a:glow rad="127000">
                        <a:schemeClr val="bg1"/>
                      </a:glow>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동남</a:t>
                </a:r>
              </a:p>
            </p:txBody>
          </p:sp>
          <p:sp>
            <p:nvSpPr>
              <p:cNvPr id="100" name="직사각형 99">
                <a:extLst>
                  <a:ext uri="{FF2B5EF4-FFF2-40B4-BE49-F238E27FC236}">
                    <a16:creationId xmlns:a16="http://schemas.microsoft.com/office/drawing/2014/main" id="{ACC5EC40-C45D-BB47-C913-09E73A68EF2B}"/>
                  </a:ext>
                </a:extLst>
              </p:cNvPr>
              <p:cNvSpPr/>
              <p:nvPr/>
            </p:nvSpPr>
            <p:spPr>
              <a:xfrm>
                <a:off x="7090916" y="3693496"/>
                <a:ext cx="455045" cy="200711"/>
              </a:xfrm>
              <a:prstGeom prst="rect">
                <a:avLst/>
              </a:prstGeom>
            </p:spPr>
            <p:txBody>
              <a:bodyPr wrap="square" lIns="0" tIns="0" rIns="0" bIns="0">
                <a:spAutoFit/>
              </a:bodyPr>
              <a:lstStyle/>
              <a:p>
                <a:pPr algn="ctr"/>
                <a:r>
                  <a:rPr lang="en-US" altLang="ko-KR" sz="700" b="1" dirty="0">
                    <a:solidFill>
                      <a:srgbClr val="4472C4"/>
                    </a:solidFill>
                    <a:effectLst>
                      <a:glow rad="63500">
                        <a:schemeClr val="bg1"/>
                      </a:glow>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20km</a:t>
                </a:r>
                <a:endParaRPr lang="ko-KR" altLang="en-US" sz="700" b="1" dirty="0">
                  <a:solidFill>
                    <a:srgbClr val="4472C4"/>
                  </a:solidFill>
                  <a:effectLst>
                    <a:glow rad="63500">
                      <a:schemeClr val="bg1"/>
                    </a:glow>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01" name="직사각형 100">
                <a:extLst>
                  <a:ext uri="{FF2B5EF4-FFF2-40B4-BE49-F238E27FC236}">
                    <a16:creationId xmlns:a16="http://schemas.microsoft.com/office/drawing/2014/main" id="{CC85CD32-BFF7-24E9-6E2A-9D35C91B5198}"/>
                  </a:ext>
                </a:extLst>
              </p:cNvPr>
              <p:cNvSpPr/>
              <p:nvPr/>
            </p:nvSpPr>
            <p:spPr>
              <a:xfrm>
                <a:off x="7209257" y="3312496"/>
                <a:ext cx="421864" cy="200711"/>
              </a:xfrm>
              <a:prstGeom prst="rect">
                <a:avLst/>
              </a:prstGeom>
            </p:spPr>
            <p:txBody>
              <a:bodyPr wrap="square" lIns="0" tIns="0" rIns="0" bIns="0">
                <a:spAutoFit/>
              </a:bodyPr>
              <a:lstStyle/>
              <a:p>
                <a:pPr algn="ctr"/>
                <a:r>
                  <a:rPr lang="en-US" altLang="ko-KR" sz="700" b="1" dirty="0">
                    <a:solidFill>
                      <a:srgbClr val="C00000"/>
                    </a:solidFill>
                    <a:effectLst>
                      <a:glow rad="63500">
                        <a:schemeClr val="bg1"/>
                      </a:glow>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30km</a:t>
                </a:r>
                <a:endParaRPr lang="ko-KR" altLang="en-US" sz="700" b="1" dirty="0">
                  <a:solidFill>
                    <a:srgbClr val="C00000"/>
                  </a:solidFill>
                  <a:effectLst>
                    <a:glow rad="63500">
                      <a:schemeClr val="bg1"/>
                    </a:glow>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grpSp>
      </p:grpSp>
      <p:sp>
        <p:nvSpPr>
          <p:cNvPr id="81" name="자유형 56">
            <a:extLst>
              <a:ext uri="{FF2B5EF4-FFF2-40B4-BE49-F238E27FC236}">
                <a16:creationId xmlns:a16="http://schemas.microsoft.com/office/drawing/2014/main" id="{8CF22485-389A-1AC0-614C-CB0DBE2CAEA8}"/>
              </a:ext>
            </a:extLst>
          </p:cNvPr>
          <p:cNvSpPr/>
          <p:nvPr/>
        </p:nvSpPr>
        <p:spPr>
          <a:xfrm>
            <a:off x="8141599" y="5203901"/>
            <a:ext cx="1384068" cy="166263"/>
          </a:xfrm>
          <a:custGeom>
            <a:avLst/>
            <a:gdLst>
              <a:gd name="connsiteX0" fmla="*/ 0 w 1377950"/>
              <a:gd name="connsiteY0" fmla="*/ 241300 h 241300"/>
              <a:gd name="connsiteX1" fmla="*/ 254000 w 1377950"/>
              <a:gd name="connsiteY1" fmla="*/ 0 h 241300"/>
              <a:gd name="connsiteX2" fmla="*/ 1377950 w 1377950"/>
              <a:gd name="connsiteY2" fmla="*/ 0 h 241300"/>
              <a:gd name="connsiteX0" fmla="*/ 0 w 1377950"/>
              <a:gd name="connsiteY0" fmla="*/ 241300 h 241300"/>
              <a:gd name="connsiteX1" fmla="*/ 133088 w 1377950"/>
              <a:gd name="connsiteY1" fmla="*/ 0 h 241300"/>
              <a:gd name="connsiteX2" fmla="*/ 1377950 w 1377950"/>
              <a:gd name="connsiteY2" fmla="*/ 0 h 241300"/>
            </a:gdLst>
            <a:ahLst/>
            <a:cxnLst>
              <a:cxn ang="0">
                <a:pos x="connsiteX0" y="connsiteY0"/>
              </a:cxn>
              <a:cxn ang="0">
                <a:pos x="connsiteX1" y="connsiteY1"/>
              </a:cxn>
              <a:cxn ang="0">
                <a:pos x="connsiteX2" y="connsiteY2"/>
              </a:cxn>
            </a:cxnLst>
            <a:rect l="l" t="t" r="r" b="b"/>
            <a:pathLst>
              <a:path w="1377950" h="241300">
                <a:moveTo>
                  <a:pt x="0" y="241300"/>
                </a:moveTo>
                <a:lnTo>
                  <a:pt x="133088" y="0"/>
                </a:lnTo>
                <a:lnTo>
                  <a:pt x="1377950" y="0"/>
                </a:lnTo>
              </a:path>
            </a:pathLst>
          </a:custGeom>
          <a:noFill/>
          <a:ln w="15875">
            <a:solidFill>
              <a:srgbClr val="FF0101">
                <a:alpha val="5000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70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82" name="자유형 57">
            <a:extLst>
              <a:ext uri="{FF2B5EF4-FFF2-40B4-BE49-F238E27FC236}">
                <a16:creationId xmlns:a16="http://schemas.microsoft.com/office/drawing/2014/main" id="{57C278CA-D4AB-D2A8-F6B5-D273354EED02}"/>
              </a:ext>
            </a:extLst>
          </p:cNvPr>
          <p:cNvSpPr/>
          <p:nvPr/>
        </p:nvSpPr>
        <p:spPr>
          <a:xfrm>
            <a:off x="8070686" y="5496713"/>
            <a:ext cx="1341191" cy="166263"/>
          </a:xfrm>
          <a:custGeom>
            <a:avLst/>
            <a:gdLst>
              <a:gd name="connsiteX0" fmla="*/ 0 w 1377950"/>
              <a:gd name="connsiteY0" fmla="*/ 241300 h 241300"/>
              <a:gd name="connsiteX1" fmla="*/ 254000 w 1377950"/>
              <a:gd name="connsiteY1" fmla="*/ 0 h 241300"/>
              <a:gd name="connsiteX2" fmla="*/ 1377950 w 1377950"/>
              <a:gd name="connsiteY2" fmla="*/ 0 h 241300"/>
              <a:gd name="connsiteX0" fmla="*/ 0 w 1377950"/>
              <a:gd name="connsiteY0" fmla="*/ 241300 h 241300"/>
              <a:gd name="connsiteX1" fmla="*/ 178308 w 1377950"/>
              <a:gd name="connsiteY1" fmla="*/ 0 h 241300"/>
              <a:gd name="connsiteX2" fmla="*/ 1377950 w 1377950"/>
              <a:gd name="connsiteY2" fmla="*/ 0 h 241300"/>
            </a:gdLst>
            <a:ahLst/>
            <a:cxnLst>
              <a:cxn ang="0">
                <a:pos x="connsiteX0" y="connsiteY0"/>
              </a:cxn>
              <a:cxn ang="0">
                <a:pos x="connsiteX1" y="connsiteY1"/>
              </a:cxn>
              <a:cxn ang="0">
                <a:pos x="connsiteX2" y="connsiteY2"/>
              </a:cxn>
            </a:cxnLst>
            <a:rect l="l" t="t" r="r" b="b"/>
            <a:pathLst>
              <a:path w="1377950" h="241300">
                <a:moveTo>
                  <a:pt x="0" y="241300"/>
                </a:moveTo>
                <a:lnTo>
                  <a:pt x="178308" y="0"/>
                </a:lnTo>
                <a:lnTo>
                  <a:pt x="1377950" y="0"/>
                </a:lnTo>
              </a:path>
            </a:pathLst>
          </a:custGeom>
          <a:noFill/>
          <a:ln w="15875">
            <a:solidFill>
              <a:schemeClr val="accent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70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83" name="지역명 TXT">
            <a:extLst>
              <a:ext uri="{FF2B5EF4-FFF2-40B4-BE49-F238E27FC236}">
                <a16:creationId xmlns:a16="http://schemas.microsoft.com/office/drawing/2014/main" id="{532F74E2-0D0B-A224-4851-901AF44D05D9}"/>
              </a:ext>
            </a:extLst>
          </p:cNvPr>
          <p:cNvSpPr txBox="1"/>
          <p:nvPr/>
        </p:nvSpPr>
        <p:spPr>
          <a:xfrm>
            <a:off x="9475118" y="5094872"/>
            <a:ext cx="934872" cy="307777"/>
          </a:xfrm>
          <a:prstGeom prst="rect">
            <a:avLst/>
          </a:prstGeom>
          <a:noFill/>
          <a:ln>
            <a:noFill/>
          </a:ln>
        </p:spPr>
        <p:txBody>
          <a:bodyPr wrap="none" rtlCol="0" anchor="ctr">
            <a:spAutoFit/>
          </a:bodyPr>
          <a:lstStyle/>
          <a:p>
            <a:pPr algn="ctr"/>
            <a:r>
              <a:rPr lang="ko-KR" altLang="en-US" sz="700" dirty="0">
                <a:solidFill>
                  <a:srgbClr val="C3292F"/>
                </a:solidFill>
                <a:effectLst>
                  <a:glow rad="63500">
                    <a:schemeClr val="bg1"/>
                  </a:glow>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서울도심 반경 </a:t>
            </a:r>
            <a:r>
              <a:rPr lang="en-US" altLang="ko-KR" sz="700" dirty="0">
                <a:solidFill>
                  <a:srgbClr val="C3292F"/>
                </a:solidFill>
                <a:effectLst>
                  <a:glow rad="63500">
                    <a:schemeClr val="bg1"/>
                  </a:glow>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30km</a:t>
            </a:r>
          </a:p>
          <a:p>
            <a:pPr algn="ctr"/>
            <a:r>
              <a:rPr lang="en-US" altLang="ko-KR" sz="700" dirty="0">
                <a:solidFill>
                  <a:srgbClr val="C3292F"/>
                </a:solidFill>
                <a:effectLst>
                  <a:glow rad="63500">
                    <a:schemeClr val="bg1"/>
                  </a:glow>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Last-mile Zone</a:t>
            </a:r>
          </a:p>
        </p:txBody>
      </p:sp>
      <p:sp>
        <p:nvSpPr>
          <p:cNvPr id="84" name="TextBox 83">
            <a:extLst>
              <a:ext uri="{FF2B5EF4-FFF2-40B4-BE49-F238E27FC236}">
                <a16:creationId xmlns:a16="http://schemas.microsoft.com/office/drawing/2014/main" id="{6869E9B7-730F-2279-DFC9-49F289F29DC6}"/>
              </a:ext>
            </a:extLst>
          </p:cNvPr>
          <p:cNvSpPr txBox="1"/>
          <p:nvPr/>
        </p:nvSpPr>
        <p:spPr>
          <a:xfrm>
            <a:off x="9468153" y="5424042"/>
            <a:ext cx="986292" cy="307777"/>
          </a:xfrm>
          <a:prstGeom prst="rect">
            <a:avLst/>
          </a:prstGeom>
          <a:noFill/>
        </p:spPr>
        <p:txBody>
          <a:bodyPr wrap="none" lIns="36000" rtlCol="0" anchor="ctr">
            <a:spAutoFit/>
          </a:bodyPr>
          <a:lstStyle>
            <a:defPPr>
              <a:defRPr lang="ko-KR"/>
            </a:defPPr>
            <a:lvl1pPr>
              <a:defRPr sz="1050">
                <a:solidFill>
                  <a:schemeClr val="accent1"/>
                </a:solidFill>
                <a:effectLst>
                  <a:glow rad="1270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r>
              <a:rPr lang="ko-KR" altLang="en-US" sz="7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서울도심 반경 </a:t>
            </a:r>
            <a:r>
              <a:rPr lang="en-US" altLang="ko-KR" sz="7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20km </a:t>
            </a:r>
          </a:p>
          <a:p>
            <a:r>
              <a:rPr lang="ko-KR" altLang="en-US" sz="7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en-US" altLang="ko-KR" sz="7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Core Last-mile Zone</a:t>
            </a:r>
            <a:endParaRPr lang="ko-KR" altLang="en-US" sz="7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pic>
        <p:nvPicPr>
          <p:cNvPr id="85" name="그림 84">
            <a:extLst>
              <a:ext uri="{FF2B5EF4-FFF2-40B4-BE49-F238E27FC236}">
                <a16:creationId xmlns:a16="http://schemas.microsoft.com/office/drawing/2014/main" id="{206E7EE3-9E5F-8228-9FF1-A6794C772B56}"/>
              </a:ext>
            </a:extLst>
          </p:cNvPr>
          <p:cNvPicPr>
            <a:picLocks noChangeAspect="1"/>
          </p:cNvPicPr>
          <p:nvPr/>
        </p:nvPicPr>
        <p:blipFill>
          <a:blip r:embed="rId4">
            <a:duotone>
              <a:schemeClr val="accent4">
                <a:shade val="45000"/>
                <a:satMod val="135000"/>
              </a:schemeClr>
              <a:prstClr val="white"/>
            </a:duotone>
          </a:blip>
          <a:stretch>
            <a:fillRect/>
          </a:stretch>
        </p:blipFill>
        <p:spPr>
          <a:xfrm>
            <a:off x="7113891" y="5502578"/>
            <a:ext cx="104894" cy="127144"/>
          </a:xfrm>
          <a:prstGeom prst="rect">
            <a:avLst/>
          </a:prstGeom>
          <a:ln>
            <a:noFill/>
            <a:prstDash val="sysDash"/>
          </a:ln>
        </p:spPr>
      </p:pic>
      <p:pic>
        <p:nvPicPr>
          <p:cNvPr id="86" name="그림 85">
            <a:extLst>
              <a:ext uri="{FF2B5EF4-FFF2-40B4-BE49-F238E27FC236}">
                <a16:creationId xmlns:a16="http://schemas.microsoft.com/office/drawing/2014/main" id="{9BA8CBD5-2503-3187-DE60-E1C109D00179}"/>
              </a:ext>
            </a:extLst>
          </p:cNvPr>
          <p:cNvPicPr>
            <a:picLocks noChangeAspect="1"/>
          </p:cNvPicPr>
          <p:nvPr/>
        </p:nvPicPr>
        <p:blipFill>
          <a:blip r:embed="rId4">
            <a:duotone>
              <a:schemeClr val="accent4">
                <a:shade val="45000"/>
                <a:satMod val="135000"/>
              </a:schemeClr>
              <a:prstClr val="white"/>
            </a:duotone>
          </a:blip>
          <a:stretch>
            <a:fillRect/>
          </a:stretch>
        </p:blipFill>
        <p:spPr>
          <a:xfrm>
            <a:off x="7043436" y="5643073"/>
            <a:ext cx="104894" cy="127144"/>
          </a:xfrm>
          <a:prstGeom prst="rect">
            <a:avLst/>
          </a:prstGeom>
          <a:ln>
            <a:noFill/>
            <a:prstDash val="sysDash"/>
          </a:ln>
        </p:spPr>
      </p:pic>
      <p:sp>
        <p:nvSpPr>
          <p:cNvPr id="87" name="지역명 TXT">
            <a:extLst>
              <a:ext uri="{FF2B5EF4-FFF2-40B4-BE49-F238E27FC236}">
                <a16:creationId xmlns:a16="http://schemas.microsoft.com/office/drawing/2014/main" id="{642109B6-E590-8AFC-933F-2563ED7CC2FC}"/>
              </a:ext>
            </a:extLst>
          </p:cNvPr>
          <p:cNvSpPr txBox="1"/>
          <p:nvPr/>
        </p:nvSpPr>
        <p:spPr>
          <a:xfrm>
            <a:off x="6800868" y="5673781"/>
            <a:ext cx="543739" cy="338106"/>
          </a:xfrm>
          <a:prstGeom prst="rect">
            <a:avLst/>
          </a:prstGeom>
          <a:noFill/>
          <a:ln>
            <a:noFill/>
            <a:prstDash val="sysDash"/>
          </a:ln>
        </p:spPr>
        <p:txBody>
          <a:bodyPr wrap="none" rtlCol="0" anchor="ctr">
            <a:spAutoFit/>
          </a:bodyPr>
          <a:lstStyle/>
          <a:p>
            <a:pPr algn="ctr">
              <a:lnSpc>
                <a:spcPct val="120000"/>
              </a:lnSpc>
            </a:pPr>
            <a:r>
              <a:rPr lang="ko-KR" altLang="en-US" sz="700" b="1" dirty="0" err="1">
                <a:effectLst>
                  <a:glow rad="63500">
                    <a:schemeClr val="bg1"/>
                  </a:glow>
                </a:effectLst>
              </a:rPr>
              <a:t>부천오정</a:t>
            </a:r>
            <a:endParaRPr lang="en-US" altLang="ko-KR" sz="700" b="1" dirty="0">
              <a:effectLst>
                <a:glow rad="63500">
                  <a:schemeClr val="bg1"/>
                </a:glow>
              </a:effectLst>
            </a:endParaRPr>
          </a:p>
          <a:p>
            <a:pPr algn="ctr">
              <a:lnSpc>
                <a:spcPct val="120000"/>
              </a:lnSpc>
            </a:pPr>
            <a:r>
              <a:rPr lang="ko-KR" altLang="en-US" sz="700" b="1" dirty="0">
                <a:effectLst>
                  <a:glow rad="63500">
                    <a:schemeClr val="bg1"/>
                  </a:glow>
                </a:effectLst>
              </a:rPr>
              <a:t>물류단지</a:t>
            </a:r>
            <a:endParaRPr lang="en-US" altLang="ko-KR" sz="700" b="1" dirty="0">
              <a:effectLst>
                <a:glow rad="63500">
                  <a:schemeClr val="bg1"/>
                </a:glow>
              </a:effectLst>
            </a:endParaRPr>
          </a:p>
        </p:txBody>
      </p:sp>
      <p:pic>
        <p:nvPicPr>
          <p:cNvPr id="88" name="그림 87">
            <a:extLst>
              <a:ext uri="{FF2B5EF4-FFF2-40B4-BE49-F238E27FC236}">
                <a16:creationId xmlns:a16="http://schemas.microsoft.com/office/drawing/2014/main" id="{E7641E1B-70A5-59DF-53D5-221F0D5B955A}"/>
              </a:ext>
            </a:extLst>
          </p:cNvPr>
          <p:cNvPicPr>
            <a:picLocks noChangeAspect="1"/>
          </p:cNvPicPr>
          <p:nvPr/>
        </p:nvPicPr>
        <p:blipFill>
          <a:blip r:embed="rId4">
            <a:duotone>
              <a:schemeClr val="accent4">
                <a:shade val="45000"/>
                <a:satMod val="135000"/>
              </a:schemeClr>
              <a:prstClr val="white"/>
            </a:duotone>
          </a:blip>
          <a:stretch>
            <a:fillRect/>
          </a:stretch>
        </p:blipFill>
        <p:spPr>
          <a:xfrm>
            <a:off x="7533820" y="6124595"/>
            <a:ext cx="104894" cy="127144"/>
          </a:xfrm>
          <a:prstGeom prst="rect">
            <a:avLst/>
          </a:prstGeom>
          <a:ln>
            <a:noFill/>
            <a:prstDash val="sysDash"/>
          </a:ln>
        </p:spPr>
      </p:pic>
      <p:pic>
        <p:nvPicPr>
          <p:cNvPr id="89" name="그림 88">
            <a:extLst>
              <a:ext uri="{FF2B5EF4-FFF2-40B4-BE49-F238E27FC236}">
                <a16:creationId xmlns:a16="http://schemas.microsoft.com/office/drawing/2014/main" id="{2AF1B0C9-6CB1-B990-BF05-F6CB96B8E1D6}"/>
              </a:ext>
            </a:extLst>
          </p:cNvPr>
          <p:cNvPicPr>
            <a:picLocks noChangeAspect="1"/>
          </p:cNvPicPr>
          <p:nvPr/>
        </p:nvPicPr>
        <p:blipFill>
          <a:blip r:embed="rId4">
            <a:duotone>
              <a:schemeClr val="accent4">
                <a:shade val="45000"/>
                <a:satMod val="135000"/>
              </a:schemeClr>
              <a:prstClr val="white"/>
            </a:duotone>
          </a:blip>
          <a:stretch>
            <a:fillRect/>
          </a:stretch>
        </p:blipFill>
        <p:spPr>
          <a:xfrm>
            <a:off x="7980048" y="5789598"/>
            <a:ext cx="104894" cy="127144"/>
          </a:xfrm>
          <a:prstGeom prst="rect">
            <a:avLst/>
          </a:prstGeom>
          <a:ln>
            <a:noFill/>
            <a:prstDash val="sysDash"/>
          </a:ln>
        </p:spPr>
      </p:pic>
      <p:sp>
        <p:nvSpPr>
          <p:cNvPr id="90" name="지역명 TXT">
            <a:extLst>
              <a:ext uri="{FF2B5EF4-FFF2-40B4-BE49-F238E27FC236}">
                <a16:creationId xmlns:a16="http://schemas.microsoft.com/office/drawing/2014/main" id="{0E47B287-7D70-2C99-6ACC-C692516C6BD4}"/>
              </a:ext>
            </a:extLst>
          </p:cNvPr>
          <p:cNvSpPr txBox="1"/>
          <p:nvPr/>
        </p:nvSpPr>
        <p:spPr>
          <a:xfrm>
            <a:off x="8056986" y="5705640"/>
            <a:ext cx="543739" cy="307777"/>
          </a:xfrm>
          <a:prstGeom prst="rect">
            <a:avLst/>
          </a:prstGeom>
          <a:noFill/>
          <a:ln>
            <a:noFill/>
            <a:prstDash val="sysDash"/>
          </a:ln>
        </p:spPr>
        <p:txBody>
          <a:bodyPr wrap="none" rtlCol="0" anchor="ctr">
            <a:spAutoFit/>
          </a:bodyPr>
          <a:lstStyle/>
          <a:p>
            <a:pPr algn="ctr"/>
            <a:r>
              <a:rPr lang="ko-KR" altLang="en-US" sz="700" b="1" dirty="0">
                <a:effectLst>
                  <a:glow rad="63500">
                    <a:schemeClr val="bg1"/>
                  </a:glow>
                </a:effectLst>
              </a:rPr>
              <a:t>서울복합</a:t>
            </a:r>
            <a:endParaRPr lang="en-US" altLang="ko-KR" sz="700" b="1" dirty="0">
              <a:effectLst>
                <a:glow rad="63500">
                  <a:schemeClr val="bg1"/>
                </a:glow>
              </a:effectLst>
            </a:endParaRPr>
          </a:p>
          <a:p>
            <a:pPr algn="ctr"/>
            <a:r>
              <a:rPr lang="ko-KR" altLang="en-US" sz="700" b="1" dirty="0">
                <a:effectLst>
                  <a:glow rad="63500">
                    <a:schemeClr val="bg1"/>
                  </a:glow>
                </a:effectLst>
              </a:rPr>
              <a:t>물류단지</a:t>
            </a:r>
            <a:endParaRPr lang="en-US" altLang="ko-KR" sz="700" b="1" dirty="0">
              <a:effectLst>
                <a:glow rad="63500">
                  <a:schemeClr val="bg1"/>
                </a:glow>
              </a:effectLst>
            </a:endParaRPr>
          </a:p>
        </p:txBody>
      </p:sp>
      <p:sp>
        <p:nvSpPr>
          <p:cNvPr id="91" name="지역명 TXT">
            <a:extLst>
              <a:ext uri="{FF2B5EF4-FFF2-40B4-BE49-F238E27FC236}">
                <a16:creationId xmlns:a16="http://schemas.microsoft.com/office/drawing/2014/main" id="{D4EEECC6-00DE-9A6E-7252-E2E4AFDC0BF4}"/>
              </a:ext>
            </a:extLst>
          </p:cNvPr>
          <p:cNvSpPr txBox="1"/>
          <p:nvPr/>
        </p:nvSpPr>
        <p:spPr>
          <a:xfrm>
            <a:off x="7558345" y="6052634"/>
            <a:ext cx="543739" cy="307777"/>
          </a:xfrm>
          <a:prstGeom prst="rect">
            <a:avLst/>
          </a:prstGeom>
          <a:noFill/>
          <a:ln>
            <a:noFill/>
            <a:prstDash val="sysDash"/>
          </a:ln>
        </p:spPr>
        <p:txBody>
          <a:bodyPr wrap="none" rtlCol="0" anchor="ctr">
            <a:spAutoFit/>
          </a:bodyPr>
          <a:lstStyle/>
          <a:p>
            <a:pPr algn="ctr"/>
            <a:r>
              <a:rPr lang="ko-KR" altLang="en-US" sz="700" b="1" dirty="0" err="1">
                <a:effectLst>
                  <a:glow rad="63500">
                    <a:schemeClr val="bg1"/>
                  </a:glow>
                </a:effectLst>
              </a:rPr>
              <a:t>화성동탄</a:t>
            </a:r>
            <a:endParaRPr lang="en-US" altLang="ko-KR" sz="700" b="1" dirty="0">
              <a:effectLst>
                <a:glow rad="63500">
                  <a:schemeClr val="bg1"/>
                </a:glow>
              </a:effectLst>
            </a:endParaRPr>
          </a:p>
          <a:p>
            <a:pPr algn="ctr"/>
            <a:r>
              <a:rPr lang="ko-KR" altLang="en-US" sz="700" b="1" dirty="0">
                <a:effectLst>
                  <a:glow rad="63500">
                    <a:schemeClr val="bg1"/>
                  </a:glow>
                </a:effectLst>
              </a:rPr>
              <a:t>물류단지</a:t>
            </a:r>
            <a:endParaRPr lang="en-US" altLang="ko-KR" sz="700" b="1" dirty="0">
              <a:effectLst>
                <a:glow rad="63500">
                  <a:schemeClr val="bg1"/>
                </a:glow>
              </a:effectLst>
            </a:endParaRPr>
          </a:p>
        </p:txBody>
      </p:sp>
      <p:sp>
        <p:nvSpPr>
          <p:cNvPr id="198" name="지역명 TXT">
            <a:extLst>
              <a:ext uri="{FF2B5EF4-FFF2-40B4-BE49-F238E27FC236}">
                <a16:creationId xmlns:a16="http://schemas.microsoft.com/office/drawing/2014/main" id="{897D64A5-1CA3-1162-A089-8646C7940AB7}"/>
              </a:ext>
            </a:extLst>
          </p:cNvPr>
          <p:cNvSpPr txBox="1"/>
          <p:nvPr/>
        </p:nvSpPr>
        <p:spPr>
          <a:xfrm>
            <a:off x="6666352" y="5223151"/>
            <a:ext cx="543739" cy="338106"/>
          </a:xfrm>
          <a:prstGeom prst="rect">
            <a:avLst/>
          </a:prstGeom>
          <a:noFill/>
          <a:ln>
            <a:noFill/>
            <a:prstDash val="sysDash"/>
          </a:ln>
        </p:spPr>
        <p:txBody>
          <a:bodyPr wrap="none" rtlCol="0" anchor="ctr">
            <a:spAutoFit/>
          </a:bodyPr>
          <a:lstStyle/>
          <a:p>
            <a:pPr algn="ctr">
              <a:lnSpc>
                <a:spcPct val="120000"/>
              </a:lnSpc>
            </a:pPr>
            <a:r>
              <a:rPr lang="ko-KR" altLang="en-US" sz="700" b="1" dirty="0">
                <a:effectLst>
                  <a:glow rad="63500">
                    <a:schemeClr val="bg1"/>
                  </a:glow>
                </a:effectLst>
              </a:rPr>
              <a:t>김포고촌</a:t>
            </a:r>
            <a:endParaRPr lang="en-US" altLang="ko-KR" sz="700" b="1" dirty="0">
              <a:effectLst>
                <a:glow rad="63500">
                  <a:schemeClr val="bg1"/>
                </a:glow>
              </a:effectLst>
            </a:endParaRPr>
          </a:p>
          <a:p>
            <a:pPr algn="ctr">
              <a:lnSpc>
                <a:spcPct val="120000"/>
              </a:lnSpc>
            </a:pPr>
            <a:r>
              <a:rPr lang="ko-KR" altLang="en-US" sz="700" b="1" dirty="0">
                <a:effectLst>
                  <a:glow rad="63500">
                    <a:schemeClr val="bg1"/>
                  </a:glow>
                </a:effectLst>
              </a:rPr>
              <a:t>물류단지</a:t>
            </a:r>
            <a:endParaRPr lang="en-US" altLang="ko-KR" sz="700" b="1" dirty="0">
              <a:effectLst>
                <a:glow rad="63500">
                  <a:schemeClr val="bg1"/>
                </a:glow>
              </a:effectLst>
            </a:endParaRPr>
          </a:p>
        </p:txBody>
      </p:sp>
      <p:graphicFrame>
        <p:nvGraphicFramePr>
          <p:cNvPr id="70" name="표 69">
            <a:extLst>
              <a:ext uri="{FF2B5EF4-FFF2-40B4-BE49-F238E27FC236}">
                <a16:creationId xmlns:a16="http://schemas.microsoft.com/office/drawing/2014/main" id="{0AEE9B17-602E-7601-4C16-A9ABA9745EC5}"/>
              </a:ext>
            </a:extLst>
          </p:cNvPr>
          <p:cNvGraphicFramePr>
            <a:graphicFrameLocks noGrp="1"/>
          </p:cNvGraphicFramePr>
          <p:nvPr>
            <p:extLst>
              <p:ext uri="{D42A27DB-BD31-4B8C-83A1-F6EECF244321}">
                <p14:modId xmlns:p14="http://schemas.microsoft.com/office/powerpoint/2010/main" val="1067617376"/>
              </p:ext>
            </p:extLst>
          </p:nvPr>
        </p:nvGraphicFramePr>
        <p:xfrm>
          <a:off x="6420848" y="2263221"/>
          <a:ext cx="4028075" cy="2519820"/>
        </p:xfrm>
        <a:graphic>
          <a:graphicData uri="http://schemas.openxmlformats.org/drawingml/2006/table">
            <a:tbl>
              <a:tblPr firstRow="1" bandRow="1"/>
              <a:tblGrid>
                <a:gridCol w="464067">
                  <a:extLst>
                    <a:ext uri="{9D8B030D-6E8A-4147-A177-3AD203B41FA5}">
                      <a16:colId xmlns:a16="http://schemas.microsoft.com/office/drawing/2014/main" val="2383925824"/>
                    </a:ext>
                  </a:extLst>
                </a:gridCol>
                <a:gridCol w="1191194">
                  <a:extLst>
                    <a:ext uri="{9D8B030D-6E8A-4147-A177-3AD203B41FA5}">
                      <a16:colId xmlns:a16="http://schemas.microsoft.com/office/drawing/2014/main" val="2205459862"/>
                    </a:ext>
                  </a:extLst>
                </a:gridCol>
                <a:gridCol w="417299">
                  <a:extLst>
                    <a:ext uri="{9D8B030D-6E8A-4147-A177-3AD203B41FA5}">
                      <a16:colId xmlns:a16="http://schemas.microsoft.com/office/drawing/2014/main" val="3510184635"/>
                    </a:ext>
                  </a:extLst>
                </a:gridCol>
                <a:gridCol w="417299">
                  <a:extLst>
                    <a:ext uri="{9D8B030D-6E8A-4147-A177-3AD203B41FA5}">
                      <a16:colId xmlns:a16="http://schemas.microsoft.com/office/drawing/2014/main" val="3914193599"/>
                    </a:ext>
                  </a:extLst>
                </a:gridCol>
                <a:gridCol w="769108">
                  <a:extLst>
                    <a:ext uri="{9D8B030D-6E8A-4147-A177-3AD203B41FA5}">
                      <a16:colId xmlns:a16="http://schemas.microsoft.com/office/drawing/2014/main" val="2792585237"/>
                    </a:ext>
                  </a:extLst>
                </a:gridCol>
                <a:gridCol w="769108">
                  <a:extLst>
                    <a:ext uri="{9D8B030D-6E8A-4147-A177-3AD203B41FA5}">
                      <a16:colId xmlns:a16="http://schemas.microsoft.com/office/drawing/2014/main" val="387252170"/>
                    </a:ext>
                  </a:extLst>
                </a:gridCol>
              </a:tblGrid>
              <a:tr h="215379">
                <a:tc>
                  <a:txBody>
                    <a:bodyPr/>
                    <a:lstStyle/>
                    <a:p>
                      <a:pPr marL="0" algn="ctr" defTabSz="914400" rtl="0" eaLnBrk="1" latinLnBrk="1" hangingPunct="1"/>
                      <a:r>
                        <a:rPr lang="ko-KR" altLang="en-US" sz="1000" kern="1200" dirty="0">
                          <a:solidFill>
                            <a:srgbClr val="FCFAFA"/>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권역</a:t>
                      </a:r>
                    </a:p>
                  </a:txBody>
                  <a:tcPr marL="36000" marR="36000" marT="0" marB="0" anchor="ctr">
                    <a:lnL w="12700" cap="flat" cmpd="sng" algn="ctr">
                      <a:noFill/>
                      <a:prstDash val="solid"/>
                      <a:round/>
                      <a:headEnd type="none" w="med" len="med"/>
                      <a:tailEnd type="none" w="med" len="med"/>
                    </a:lnL>
                    <a:lnR w="3175" cap="flat" cmpd="sng" algn="ctr">
                      <a:solidFill>
                        <a:schemeClr val="bg1"/>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25273A"/>
                    </a:solidFill>
                  </a:tcPr>
                </a:tc>
                <a:tc>
                  <a:txBody>
                    <a:bodyPr/>
                    <a:lstStyle/>
                    <a:p>
                      <a:pPr marL="0" algn="ctr" defTabSz="914400" rtl="0" eaLnBrk="1" latinLnBrk="1" hangingPunct="1"/>
                      <a:r>
                        <a:rPr lang="ko-KR" altLang="en-US" sz="850" kern="1200" dirty="0" err="1">
                          <a:solidFill>
                            <a:srgbClr val="FCFAFA"/>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자산명</a:t>
                      </a:r>
                      <a:endParaRPr lang="ko-KR" altLang="en-US" sz="850" kern="1200" dirty="0">
                        <a:solidFill>
                          <a:srgbClr val="FCFAFA"/>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25273A"/>
                    </a:solidFill>
                  </a:tcPr>
                </a:tc>
                <a:tc>
                  <a:txBody>
                    <a:bodyPr/>
                    <a:lstStyle/>
                    <a:p>
                      <a:pPr marL="0" algn="ctr" defTabSz="914400" rtl="0" eaLnBrk="1" latinLnBrk="1" hangingPunct="1"/>
                      <a:r>
                        <a:rPr lang="en-US" altLang="ko-KR" sz="850" kern="1200" dirty="0">
                          <a:solidFill>
                            <a:srgbClr val="FCFAFA"/>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Type</a:t>
                      </a:r>
                      <a:endParaRPr lang="ko-KR" altLang="en-US" sz="850" kern="1200" dirty="0">
                        <a:solidFill>
                          <a:srgbClr val="FCFAFA"/>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25273A"/>
                    </a:solidFill>
                  </a:tcPr>
                </a:tc>
                <a:tc>
                  <a:txBody>
                    <a:bodyPr/>
                    <a:lstStyle/>
                    <a:p>
                      <a:pPr marL="0" algn="ctr" defTabSz="914400" rtl="0" eaLnBrk="1" latinLnBrk="1" hangingPunct="1"/>
                      <a:r>
                        <a:rPr lang="ko-KR" altLang="en-US" sz="850" kern="1200" dirty="0">
                          <a:solidFill>
                            <a:srgbClr val="FCFAFA"/>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거래</a:t>
                      </a:r>
                      <a:endParaRPr lang="en-US" altLang="ko-KR" sz="850" kern="1200" dirty="0">
                        <a:solidFill>
                          <a:srgbClr val="FCFAFA"/>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0" algn="ctr" defTabSz="914400" rtl="0" eaLnBrk="1" latinLnBrk="1" hangingPunct="1"/>
                      <a:r>
                        <a:rPr lang="ko-KR" altLang="en-US" sz="850" kern="1200" dirty="0">
                          <a:solidFill>
                            <a:srgbClr val="FCFAFA"/>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년도</a:t>
                      </a:r>
                    </a:p>
                  </a:txBody>
                  <a:tcPr marL="36000" marR="36000" marT="0"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25273A"/>
                    </a:solidFill>
                  </a:tcPr>
                </a:tc>
                <a:tc>
                  <a:txBody>
                    <a:bodyPr/>
                    <a:lstStyle/>
                    <a:p>
                      <a:pPr marL="0" algn="ctr" defTabSz="914400" rtl="0" eaLnBrk="1" latinLnBrk="1" hangingPunct="1"/>
                      <a:r>
                        <a:rPr lang="ko-KR" altLang="en-US" sz="850" kern="1200" dirty="0">
                          <a:solidFill>
                            <a:srgbClr val="FCFAFA"/>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연면적</a:t>
                      </a:r>
                      <a:r>
                        <a:rPr lang="en-US" altLang="ko-KR" sz="850" kern="1200" dirty="0">
                          <a:solidFill>
                            <a:srgbClr val="FCFAFA"/>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850" kern="1200" dirty="0">
                          <a:solidFill>
                            <a:srgbClr val="FCFAFA"/>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r>
                        <a:rPr lang="en-US" altLang="ko-KR" sz="850" kern="1200" dirty="0">
                          <a:solidFill>
                            <a:srgbClr val="FCFAFA"/>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850" kern="1200" dirty="0">
                        <a:solidFill>
                          <a:srgbClr val="FCFAFA"/>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25273A"/>
                    </a:solidFill>
                  </a:tcPr>
                </a:tc>
                <a:tc>
                  <a:txBody>
                    <a:bodyPr/>
                    <a:lstStyle/>
                    <a:p>
                      <a:pPr marL="0" algn="ctr" defTabSz="914400" rtl="0" eaLnBrk="1" latinLnBrk="1" hangingPunct="1"/>
                      <a:r>
                        <a:rPr lang="ko-KR" altLang="en-US" sz="850" kern="1200" dirty="0">
                          <a:solidFill>
                            <a:srgbClr val="FCFAFA"/>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평당거래가</a:t>
                      </a:r>
                    </a:p>
                  </a:txBody>
                  <a:tcPr marL="36000" marR="36000" marT="0"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25273A"/>
                    </a:solidFill>
                  </a:tcPr>
                </a:tc>
                <a:extLst>
                  <a:ext uri="{0D108BD9-81ED-4DB2-BD59-A6C34878D82A}">
                    <a16:rowId xmlns:a16="http://schemas.microsoft.com/office/drawing/2014/main" val="2158114789"/>
                  </a:ext>
                </a:extLst>
              </a:tr>
              <a:tr h="188395">
                <a:tc>
                  <a:txBody>
                    <a:bodyPr/>
                    <a:lstStyle/>
                    <a:p>
                      <a:pPr algn="ctr" fontAlgn="b">
                        <a:buNone/>
                      </a:pPr>
                      <a:r>
                        <a:rPr lang="ko-KR" sz="9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중부권</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b">
                        <a:buNone/>
                      </a:pPr>
                      <a:r>
                        <a:rPr lang="ko-KR" altLang="en-US"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분당 </a:t>
                      </a:r>
                      <a:r>
                        <a:rPr lang="ko-KR" altLang="en-US" sz="85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야탑물류센터</a:t>
                      </a:r>
                      <a:endParaRPr lang="ko-KR"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1270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buNone/>
                      </a:pPr>
                      <a:r>
                        <a:rPr lang="ko-KR" sz="85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a:t>
                      </a:r>
                      <a:endParaRPr lang="ko-KR"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buNone/>
                      </a:pPr>
                      <a:r>
                        <a:rPr lang="en-US" altLang="ko-KR" sz="85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2024</a:t>
                      </a:r>
                      <a:endParaRPr lang="ko-KR"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buNone/>
                      </a:pPr>
                      <a:r>
                        <a:rPr lang="en-US" altLang="ko-KR" sz="85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21,340</a:t>
                      </a:r>
                      <a:r>
                        <a:rPr lang="ko-KR" altLang="en-US" sz="85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endParaRPr lang="ko-KR"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buNone/>
                      </a:pPr>
                      <a:r>
                        <a:rPr lang="en-US" altLang="ko-KR" sz="8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1,043</a:t>
                      </a:r>
                      <a:r>
                        <a:rPr lang="ko-KR" altLang="en-US" sz="8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만원</a:t>
                      </a:r>
                      <a:r>
                        <a:rPr lang="en-US" altLang="ko-KR" sz="8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8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endParaRPr lang="ko-KR" sz="8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5603326"/>
                  </a:ext>
                </a:extLst>
              </a:tr>
              <a:tr h="188395">
                <a:tc rowSpan="7">
                  <a:txBody>
                    <a:bodyPr/>
                    <a:lstStyle/>
                    <a:p>
                      <a:pPr algn="ctr" fontAlgn="b">
                        <a:buNone/>
                      </a:pPr>
                      <a:r>
                        <a:rPr lang="ko-KR" altLang="en-US"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a:t>
                      </a:r>
                      <a:endParaRPr lang="en-US" alt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fontAlgn="b">
                        <a:buNone/>
                      </a:pPr>
                      <a:r>
                        <a:rPr lang="ko-KR" altLang="en-US"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부</a:t>
                      </a:r>
                      <a:endParaRPr lang="en-US" alt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fontAlgn="b">
                        <a:buNone/>
                      </a:pPr>
                      <a:r>
                        <a:rPr lang="ko-KR" altLang="en-US"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권</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b">
                        <a:buNone/>
                      </a:pPr>
                      <a:r>
                        <a:rPr lang="ko-KR" altLang="en-US" sz="85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아레나스</a:t>
                      </a:r>
                      <a:r>
                        <a:rPr lang="ko-KR" altLang="en-US"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영종</a:t>
                      </a:r>
                      <a:endParaRPr lang="ko-KR"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1270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buNone/>
                      </a:pPr>
                      <a:r>
                        <a:rPr lang="ko-KR" altLang="en-US" sz="85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a:t>
                      </a:r>
                      <a:endParaRPr lang="ko-KR"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buNone/>
                      </a:pPr>
                      <a:r>
                        <a:rPr lang="en-US" altLang="ko-KR" sz="85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a:t>
                      </a:r>
                      <a:endParaRPr lang="ko-KR"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buNone/>
                      </a:pPr>
                      <a:r>
                        <a:rPr lang="en-US" altLang="ko-KR" sz="85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56,276</a:t>
                      </a:r>
                      <a:r>
                        <a:rPr lang="ko-KR" altLang="en-US" sz="85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endParaRPr lang="ko-KR"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buNone/>
                      </a:pPr>
                      <a:r>
                        <a:rPr lang="en-US" altLang="ko-KR"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768</a:t>
                      </a:r>
                      <a:r>
                        <a:rPr lang="ko-KR" altLang="en-US"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만원</a:t>
                      </a:r>
                      <a:r>
                        <a:rPr lang="en-US" altLang="ko-KR"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endParaRPr lang="ko-KR"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95973324"/>
                  </a:ext>
                </a:extLst>
              </a:tr>
              <a:tr h="188395">
                <a:tc vMerge="1">
                  <a:txBody>
                    <a:bodyPr/>
                    <a:lstStyle/>
                    <a:p>
                      <a:pPr latinLnBrk="1"/>
                      <a:endParaRPr lang="ko-KR" altLang="en-US"/>
                    </a:p>
                  </a:txBody>
                  <a:tcPr/>
                </a:tc>
                <a:tc>
                  <a:txBody>
                    <a:bodyPr/>
                    <a:lstStyle/>
                    <a:p>
                      <a:pPr algn="l" fontAlgn="b">
                        <a:buNone/>
                      </a:pPr>
                      <a:r>
                        <a:rPr lang="en-US" altLang="ko-KR"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MQ</a:t>
                      </a:r>
                      <a:r>
                        <a:rPr lang="ko-KR" altLang="en-US" sz="85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로지스틱스김포</a:t>
                      </a:r>
                      <a:endParaRPr lang="ko-KR"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1270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buNone/>
                      </a:pPr>
                      <a:r>
                        <a:rPr lang="ko-KR" sz="85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a:t>
                      </a:r>
                      <a:endParaRPr lang="ko-KR"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buNone/>
                      </a:pPr>
                      <a:r>
                        <a:rPr lang="en-US" altLang="ko-KR" sz="85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2025</a:t>
                      </a:r>
                      <a:endParaRPr lang="ko-KR"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buNone/>
                      </a:pPr>
                      <a:r>
                        <a:rPr lang="en-US" altLang="ko-KR" sz="85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23,691</a:t>
                      </a:r>
                      <a:r>
                        <a:rPr lang="ko-KR" altLang="en-US" sz="85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endParaRPr lang="ko-KR"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buNone/>
                      </a:pPr>
                      <a:r>
                        <a:rPr lang="en-US" altLang="ko-KR"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915</a:t>
                      </a:r>
                      <a:r>
                        <a:rPr lang="ko-KR" altLang="en-US"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만원</a:t>
                      </a:r>
                      <a:r>
                        <a:rPr lang="en-US" altLang="ko-KR"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endParaRPr lang="ko-KR"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3266798"/>
                  </a:ext>
                </a:extLst>
              </a:tr>
              <a:tr h="188395">
                <a:tc vMerge="1">
                  <a:txBody>
                    <a:bodyPr/>
                    <a:lstStyle/>
                    <a:p>
                      <a:pPr latinLnBrk="1"/>
                      <a:endParaRPr lang="ko-KR" altLang="en-US"/>
                    </a:p>
                  </a:txBody>
                  <a:tcPr/>
                </a:tc>
                <a:tc>
                  <a:txBody>
                    <a:bodyPr/>
                    <a:lstStyle/>
                    <a:p>
                      <a:pPr algn="l" fontAlgn="b">
                        <a:buNone/>
                      </a:pPr>
                      <a:r>
                        <a:rPr lang="en-US" altLang="ko-KR"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SSG</a:t>
                      </a:r>
                      <a:r>
                        <a:rPr lang="ko-KR" altLang="en-US"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네오</a:t>
                      </a:r>
                      <a:r>
                        <a:rPr lang="en-US" altLang="ko-KR"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003 </a:t>
                      </a:r>
                      <a:r>
                        <a:rPr lang="ko-KR" altLang="en-US"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김포</a:t>
                      </a:r>
                      <a:endParaRPr lang="ko-KR"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1270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buNone/>
                      </a:pPr>
                      <a:r>
                        <a:rPr lang="ko-KR" altLang="en-US"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a:t>
                      </a:r>
                      <a:endParaRPr lang="ko-KR"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buNone/>
                      </a:pPr>
                      <a:r>
                        <a:rPr lang="en-US" altLang="ko-KR"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2025</a:t>
                      </a:r>
                      <a:endParaRPr lang="ko-KR"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buNone/>
                      </a:pPr>
                      <a:r>
                        <a:rPr lang="en-US" altLang="ko-KR"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15,922</a:t>
                      </a:r>
                      <a:r>
                        <a:rPr lang="ko-KR" altLang="en-US"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endParaRPr lang="ko-KR"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buNone/>
                      </a:pPr>
                      <a:r>
                        <a:rPr lang="en-US" altLang="ko-KR"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960</a:t>
                      </a:r>
                      <a:r>
                        <a:rPr lang="ko-KR" altLang="en-US"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만원</a:t>
                      </a:r>
                      <a:r>
                        <a:rPr lang="en-US" altLang="ko-KR"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endParaRPr lang="ko-KR"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5730624"/>
                  </a:ext>
                </a:extLst>
              </a:tr>
              <a:tr h="188395">
                <a:tc vMerge="1">
                  <a:txBody>
                    <a:bodyPr/>
                    <a:lstStyle/>
                    <a:p>
                      <a:pPr latinLnBrk="1"/>
                      <a:endParaRPr lang="ko-KR" altLang="en-US"/>
                    </a:p>
                  </a:txBody>
                  <a:tcPr/>
                </a:tc>
                <a:tc>
                  <a:txBody>
                    <a:bodyPr/>
                    <a:lstStyle/>
                    <a:p>
                      <a:pPr algn="l" fontAlgn="b">
                        <a:buNone/>
                      </a:pPr>
                      <a:r>
                        <a:rPr lang="ko-KR" altLang="en-US" sz="85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브룩필드</a:t>
                      </a:r>
                      <a:r>
                        <a:rPr lang="ko-KR" altLang="en-US"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85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청라</a:t>
                      </a:r>
                      <a:endParaRPr lang="ko-KR"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1270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buNone/>
                      </a:pPr>
                      <a:r>
                        <a:rPr lang="ko-KR" altLang="en-US"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a:t>
                      </a:r>
                      <a:endParaRPr lang="ko-KR"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buNone/>
                      </a:pPr>
                      <a:r>
                        <a:rPr lang="en-US" altLang="ko-KR"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2025</a:t>
                      </a:r>
                      <a:endParaRPr lang="ko-KR"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buNone/>
                      </a:pPr>
                      <a:r>
                        <a:rPr lang="en-US" altLang="ko-KR"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130,152</a:t>
                      </a:r>
                      <a:r>
                        <a:rPr lang="ko-KR" altLang="en-US"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endParaRPr lang="ko-KR"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buNone/>
                      </a:pPr>
                      <a:r>
                        <a:rPr lang="en-US" altLang="ko-KR"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791</a:t>
                      </a:r>
                      <a:r>
                        <a:rPr lang="ko-KR" altLang="en-US"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만원</a:t>
                      </a:r>
                      <a:r>
                        <a:rPr lang="en-US" altLang="ko-KR"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endParaRPr lang="ko-KR"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57547706"/>
                  </a:ext>
                </a:extLst>
              </a:tr>
              <a:tr h="188395">
                <a:tc vMerge="1">
                  <a:txBody>
                    <a:bodyPr/>
                    <a:lstStyle/>
                    <a:p>
                      <a:pPr latinLnBrk="1"/>
                      <a:endParaRPr lang="ko-KR" altLang="en-US"/>
                    </a:p>
                  </a:txBody>
                  <a:tcPr/>
                </a:tc>
                <a:tc>
                  <a:txBody>
                    <a:bodyPr/>
                    <a:lstStyle/>
                    <a:p>
                      <a:pPr algn="l" fontAlgn="b">
                        <a:buNone/>
                      </a:pPr>
                      <a:r>
                        <a:rPr lang="ko-KR" altLang="en-US"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모우 김포물류센터</a:t>
                      </a:r>
                      <a:endParaRPr lang="ko-KR"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1270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buNone/>
                      </a:pPr>
                      <a:r>
                        <a:rPr lang="ko-KR" altLang="en-US"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a:t>
                      </a:r>
                      <a:endParaRPr lang="ko-KR"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buNone/>
                      </a:pPr>
                      <a:r>
                        <a:rPr lang="en-US" altLang="ko-KR"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2025</a:t>
                      </a:r>
                      <a:endParaRPr lang="ko-KR"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buNone/>
                      </a:pPr>
                      <a:r>
                        <a:rPr lang="en-US" altLang="ko-KR"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3,649</a:t>
                      </a:r>
                      <a:r>
                        <a:rPr lang="ko-KR" altLang="en-US"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endParaRPr lang="ko-KR"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buNone/>
                      </a:pPr>
                      <a:r>
                        <a:rPr lang="en-US" altLang="ko-KR"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959</a:t>
                      </a:r>
                      <a:r>
                        <a:rPr lang="ko-KR" altLang="en-US"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만원</a:t>
                      </a:r>
                      <a:r>
                        <a:rPr lang="en-US" altLang="ko-KR"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endParaRPr lang="ko-KR"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67639588"/>
                  </a:ext>
                </a:extLst>
              </a:tr>
              <a:tr h="188395">
                <a:tc vMerge="1">
                  <a:txBody>
                    <a:bodyPr/>
                    <a:lstStyle/>
                    <a:p>
                      <a:pPr latinLnBrk="1"/>
                      <a:endParaRPr lang="ko-KR" altLang="en-US"/>
                    </a:p>
                  </a:txBody>
                  <a:tcPr/>
                </a:tc>
                <a:tc>
                  <a:txBody>
                    <a:bodyPr/>
                    <a:lstStyle/>
                    <a:p>
                      <a:pPr algn="l" fontAlgn="b">
                        <a:buNone/>
                      </a:pPr>
                      <a:r>
                        <a:rPr lang="ko-KR" altLang="en-US" sz="85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김포성광물류센터</a:t>
                      </a:r>
                      <a:endParaRPr lang="ko-KR"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1270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buNone/>
                      </a:pPr>
                      <a:r>
                        <a:rPr lang="ko-KR" altLang="en-US"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a:t>
                      </a:r>
                      <a:endParaRPr lang="ko-KR"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buNone/>
                      </a:pPr>
                      <a:r>
                        <a:rPr lang="en-US" altLang="ko-KR"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2024</a:t>
                      </a:r>
                      <a:endParaRPr lang="ko-KR"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buNone/>
                      </a:pPr>
                      <a:r>
                        <a:rPr lang="en-US" altLang="ko-KR"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9,075</a:t>
                      </a:r>
                      <a:r>
                        <a:rPr lang="ko-KR" altLang="en-US"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endParaRPr lang="ko-KR"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buNone/>
                      </a:pPr>
                      <a:r>
                        <a:rPr lang="en-US" altLang="ko-KR"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921</a:t>
                      </a:r>
                      <a:r>
                        <a:rPr lang="ko-KR" altLang="en-US"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만원</a:t>
                      </a:r>
                      <a:r>
                        <a:rPr lang="en-US" altLang="ko-KR"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endParaRPr lang="ko-KR"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64641083"/>
                  </a:ext>
                </a:extLst>
              </a:tr>
              <a:tr h="188395">
                <a:tc vMerge="1">
                  <a:txBody>
                    <a:bodyPr/>
                    <a:lstStyle/>
                    <a:p>
                      <a:pPr latinLnBrk="1"/>
                      <a:endParaRPr lang="ko-KR" altLang="en-US"/>
                    </a:p>
                  </a:txBody>
                  <a:tcPr>
                    <a:lnT w="3175" cap="flat" cmpd="sng" algn="ctr">
                      <a:solidFill>
                        <a:schemeClr val="tx1"/>
                      </a:solidFill>
                      <a:prstDash val="solid"/>
                      <a:round/>
                      <a:headEnd type="none" w="med" len="med"/>
                      <a:tailEnd type="none" w="med" len="med"/>
                    </a:lnT>
                  </a:tcPr>
                </a:tc>
                <a:tc>
                  <a:txBody>
                    <a:bodyPr/>
                    <a:lstStyle/>
                    <a:p>
                      <a:pPr algn="l" fontAlgn="b">
                        <a:buNone/>
                      </a:pPr>
                      <a:r>
                        <a:rPr lang="ko-KR" altLang="en-US"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부천 </a:t>
                      </a:r>
                      <a:r>
                        <a:rPr lang="ko-KR" altLang="en-US" sz="85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내동물류센터</a:t>
                      </a:r>
                      <a:endParaRPr lang="ko-KR"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1270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buNone/>
                      </a:pPr>
                      <a:r>
                        <a:rPr lang="ko-KR" altLang="en-US" sz="85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a:t>
                      </a:r>
                      <a:endParaRPr lang="ko-KR"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buNone/>
                      </a:pPr>
                      <a:r>
                        <a:rPr lang="en-US" altLang="ko-KR" sz="85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2024</a:t>
                      </a:r>
                      <a:endParaRPr lang="ko-KR"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buNone/>
                      </a:pPr>
                      <a:r>
                        <a:rPr lang="en-US" altLang="ko-KR" sz="85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24,840</a:t>
                      </a:r>
                      <a:r>
                        <a:rPr lang="ko-KR" altLang="en-US" sz="85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endParaRPr lang="ko-KR"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buNone/>
                      </a:pPr>
                      <a:r>
                        <a:rPr lang="en-US" altLang="ko-KR"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899</a:t>
                      </a:r>
                      <a:r>
                        <a:rPr lang="ko-KR" altLang="en-US"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만원</a:t>
                      </a:r>
                      <a:r>
                        <a:rPr lang="en-US" altLang="ko-KR"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endParaRPr lang="ko-KR"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60053939"/>
                  </a:ext>
                </a:extLst>
              </a:tr>
              <a:tr h="188395">
                <a:tc rowSpan="2">
                  <a:txBody>
                    <a:bodyPr/>
                    <a:lstStyle/>
                    <a:p>
                      <a:pPr algn="ctr" fontAlgn="b">
                        <a:buNone/>
                      </a:pPr>
                      <a:r>
                        <a:rPr lang="ko-KR" altLang="en-US"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기타</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b">
                        <a:buNone/>
                      </a:pPr>
                      <a:r>
                        <a:rPr lang="en-US" altLang="ko-KR"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MQ</a:t>
                      </a:r>
                      <a:r>
                        <a:rPr lang="ko-KR" altLang="en-US" sz="85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로지스틱스남양주</a:t>
                      </a:r>
                      <a:endParaRPr lang="ko-KR"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1270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buNone/>
                      </a:pPr>
                      <a:r>
                        <a:rPr lang="ko-KR" altLang="en-US" sz="85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a:t>
                      </a:r>
                      <a:endParaRPr lang="ko-KR"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buNone/>
                      </a:pPr>
                      <a:r>
                        <a:rPr lang="en-US" altLang="ko-KR" sz="85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2025</a:t>
                      </a:r>
                      <a:endParaRPr lang="ko-KR"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buNone/>
                      </a:pPr>
                      <a:r>
                        <a:rPr lang="en-US" altLang="ko-KR"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14,910</a:t>
                      </a:r>
                      <a:r>
                        <a:rPr lang="ko-KR" altLang="en-US"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endParaRPr lang="ko-KR"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buNone/>
                      </a:pPr>
                      <a:r>
                        <a:rPr lang="en-US" altLang="ko-KR"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901</a:t>
                      </a:r>
                      <a:r>
                        <a:rPr lang="ko-KR" altLang="en-US"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만원</a:t>
                      </a:r>
                      <a:r>
                        <a:rPr lang="en-US" altLang="ko-KR"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endParaRPr lang="ko-KR"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43946314"/>
                  </a:ext>
                </a:extLst>
              </a:tr>
              <a:tr h="188395">
                <a:tc vMerge="1">
                  <a:txBody>
                    <a:bodyPr/>
                    <a:lstStyle/>
                    <a:p>
                      <a:pPr algn="ctr" fontAlgn="b">
                        <a:buNone/>
                      </a:pPr>
                      <a:endParaRPr lang="ko-KR" sz="900" b="0" i="0" u="none" strike="noStrike" dirty="0">
                        <a:solidFill>
                          <a:srgbClr val="000000"/>
                        </a:solidFill>
                        <a:effectLst/>
                        <a:latin typeface="맑은 고딕" panose="020B0503020000020004" pitchFamily="50" charset="-127"/>
                        <a:ea typeface="맑은 고딕" panose="020B0503020000020004" pitchFamily="50" charset="-127"/>
                      </a:endParaRPr>
                    </a:p>
                  </a:txBody>
                  <a:tcPr marL="36000" marR="36000" marT="0" marB="0" anchor="ctr">
                    <a:lnL w="1270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b">
                        <a:buNone/>
                      </a:pPr>
                      <a:r>
                        <a:rPr lang="ko-KR" altLang="en-US" sz="85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애월</a:t>
                      </a:r>
                      <a:r>
                        <a:rPr lang="ko-KR" altLang="en-US"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85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쿠팡풀필먼트</a:t>
                      </a:r>
                      <a:endParaRPr lang="ko-KR"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1270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buNone/>
                      </a:pPr>
                      <a:r>
                        <a:rPr lang="ko-KR" sz="85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a:t>
                      </a:r>
                      <a:endParaRPr lang="ko-KR"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buNone/>
                      </a:pPr>
                      <a:r>
                        <a:rPr lang="en-US" altLang="ko-KR" sz="85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2025</a:t>
                      </a:r>
                      <a:endParaRPr lang="ko-KR"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buNone/>
                      </a:pPr>
                      <a:r>
                        <a:rPr lang="en-US" altLang="ko-KR" sz="85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4,942</a:t>
                      </a:r>
                      <a:r>
                        <a:rPr lang="ko-KR" altLang="en-US" sz="85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endParaRPr lang="ko-KR"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buNone/>
                      </a:pPr>
                      <a:r>
                        <a:rPr lang="en-US" altLang="ko-KR"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981</a:t>
                      </a:r>
                      <a:r>
                        <a:rPr lang="ko-KR" altLang="en-US"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만원</a:t>
                      </a:r>
                      <a:r>
                        <a:rPr lang="en-US" altLang="ko-KR"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endParaRPr lang="ko-KR"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74979819"/>
                  </a:ext>
                </a:extLst>
              </a:tr>
              <a:tr h="188395">
                <a:tc gridSpan="5">
                  <a:txBody>
                    <a:bodyPr/>
                    <a:lstStyle/>
                    <a:p>
                      <a:pPr algn="ctr" fontAlgn="b">
                        <a:buNone/>
                      </a:pPr>
                      <a:r>
                        <a:rPr lang="ko-KR" altLang="en-US" sz="900" b="1"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라스트마일</a:t>
                      </a:r>
                      <a:r>
                        <a:rPr lang="ko-KR" altLang="en-US" sz="9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물류센터 평균 매매사례가</a:t>
                      </a:r>
                      <a:endParaRPr lang="ko-KR" sz="9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1270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pPr algn="l" fontAlgn="b">
                        <a:buNone/>
                      </a:pPr>
                      <a:endParaRPr lang="ko-KR"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1270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hMerge="1">
                  <a:txBody>
                    <a:bodyPr/>
                    <a:lstStyle/>
                    <a:p>
                      <a:pPr algn="ctr" fontAlgn="b">
                        <a:buNone/>
                      </a:pPr>
                      <a:endParaRPr lang="ko-KR"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hMerge="1">
                  <a:txBody>
                    <a:bodyPr/>
                    <a:lstStyle/>
                    <a:p>
                      <a:pPr algn="ctr" fontAlgn="b">
                        <a:buNone/>
                      </a:pPr>
                      <a:endParaRPr lang="ko-KR"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hMerge="1">
                  <a:txBody>
                    <a:bodyPr/>
                    <a:lstStyle/>
                    <a:p>
                      <a:pPr algn="ctr" fontAlgn="b">
                        <a:buNone/>
                      </a:pPr>
                      <a:endParaRPr lang="ko-KR"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b">
                        <a:buNone/>
                      </a:pPr>
                      <a:r>
                        <a:rPr lang="en-US" altLang="ko-KR" sz="85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914</a:t>
                      </a:r>
                      <a:r>
                        <a:rPr lang="ko-KR" altLang="en-US" sz="85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만원</a:t>
                      </a:r>
                      <a:r>
                        <a:rPr lang="en-US" altLang="ko-KR" sz="85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85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endParaRPr lang="ko-KR" sz="85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21009117"/>
                  </a:ext>
                </a:extLst>
              </a:tr>
              <a:tr h="188395">
                <a:tc gridSpan="5">
                  <a:txBody>
                    <a:bodyPr/>
                    <a:lstStyle/>
                    <a:p>
                      <a:pPr algn="ctr" fontAlgn="b">
                        <a:buNone/>
                      </a:pPr>
                      <a:r>
                        <a:rPr lang="ko-KR" altLang="en-US"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수도권 상온물류센터 평균 매매가</a:t>
                      </a:r>
                      <a:r>
                        <a:rPr lang="en-US" alt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(2025)</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1270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a:txBody>
                    <a:bodyPr/>
                    <a:lstStyle/>
                    <a:p>
                      <a:pPr algn="ctr" fontAlgn="b">
                        <a:buNone/>
                      </a:pPr>
                      <a:r>
                        <a:rPr lang="en-US" altLang="ko-KR"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637</a:t>
                      </a:r>
                      <a:r>
                        <a:rPr lang="ko-KR" altLang="en-US"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만원</a:t>
                      </a:r>
                      <a:r>
                        <a:rPr lang="en-US" altLang="ko-KR"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endParaRPr lang="ko-KR" sz="8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81710027"/>
                  </a:ext>
                </a:extLst>
              </a:tr>
            </a:tbl>
          </a:graphicData>
        </a:graphic>
      </p:graphicFrame>
      <p:sp>
        <p:nvSpPr>
          <p:cNvPr id="200" name="TextBox 199">
            <a:extLst>
              <a:ext uri="{FF2B5EF4-FFF2-40B4-BE49-F238E27FC236}">
                <a16:creationId xmlns:a16="http://schemas.microsoft.com/office/drawing/2014/main" id="{44B1932A-0F68-2440-F19E-8AC739D3A328}"/>
              </a:ext>
            </a:extLst>
          </p:cNvPr>
          <p:cNvSpPr txBox="1"/>
          <p:nvPr/>
        </p:nvSpPr>
        <p:spPr>
          <a:xfrm>
            <a:off x="485366" y="6825369"/>
            <a:ext cx="4640476" cy="230832"/>
          </a:xfrm>
          <a:prstGeom prst="rect">
            <a:avLst/>
          </a:prstGeom>
          <a:noFill/>
        </p:spPr>
        <p:txBody>
          <a:bodyPr wrap="square" rtlCol="0">
            <a:spAutoFit/>
          </a:bodyPr>
          <a:lstStyle/>
          <a:p>
            <a:r>
              <a:rPr lang="ko-KR" altLang="en-US" sz="900" dirty="0">
                <a:latin typeface="KoPubWorld돋움체 Light" panose="00000300000000000000" pitchFamily="2" charset="-127"/>
                <a:ea typeface="KoPubWorld돋움체 Light" panose="00000300000000000000" pitchFamily="2" charset="-127"/>
              </a:rPr>
              <a:t>Source: </a:t>
            </a:r>
            <a:r>
              <a:rPr lang="en-US" altLang="ko-KR" sz="900" dirty="0">
                <a:latin typeface="KoPubWorld돋움체 Light" panose="00000300000000000000" pitchFamily="2" charset="-127"/>
                <a:ea typeface="KoPubWorld돋움체 Light" panose="00000300000000000000" pitchFamily="2" charset="-127"/>
              </a:rPr>
              <a:t>Savills </a:t>
            </a:r>
            <a:r>
              <a:rPr lang="ko-KR" altLang="en-US" sz="900" dirty="0">
                <a:latin typeface="KoPubWorld돋움체 Light" panose="00000300000000000000" pitchFamily="2" charset="-127"/>
                <a:ea typeface="KoPubWorld돋움체 Light" panose="00000300000000000000" pitchFamily="2" charset="-127"/>
              </a:rPr>
              <a:t>물류센터 시장조사보고서</a:t>
            </a:r>
          </a:p>
        </p:txBody>
      </p:sp>
      <p:pic>
        <p:nvPicPr>
          <p:cNvPr id="202" name="그림 201">
            <a:extLst>
              <a:ext uri="{FF2B5EF4-FFF2-40B4-BE49-F238E27FC236}">
                <a16:creationId xmlns:a16="http://schemas.microsoft.com/office/drawing/2014/main" id="{716A8F76-9CCE-DBB7-206F-1413D9815594}"/>
              </a:ext>
            </a:extLst>
          </p:cNvPr>
          <p:cNvPicPr>
            <a:picLocks noChangeAspect="1"/>
          </p:cNvPicPr>
          <p:nvPr/>
        </p:nvPicPr>
        <p:blipFill>
          <a:blip r:embed="rId5"/>
          <a:stretch>
            <a:fillRect/>
          </a:stretch>
        </p:blipFill>
        <p:spPr>
          <a:xfrm>
            <a:off x="6607993" y="6480137"/>
            <a:ext cx="3382362" cy="209717"/>
          </a:xfrm>
          <a:prstGeom prst="rect">
            <a:avLst/>
          </a:prstGeom>
          <a:effectLst>
            <a:outerShdw blurRad="50800" dist="38100" dir="2700000" algn="tl" rotWithShape="0">
              <a:prstClr val="black">
                <a:alpha val="40000"/>
              </a:prstClr>
            </a:outerShdw>
          </a:effectLst>
        </p:spPr>
      </p:pic>
      <p:pic>
        <p:nvPicPr>
          <p:cNvPr id="204" name="그림 203">
            <a:extLst>
              <a:ext uri="{FF2B5EF4-FFF2-40B4-BE49-F238E27FC236}">
                <a16:creationId xmlns:a16="http://schemas.microsoft.com/office/drawing/2014/main" id="{23A947D8-C79D-A188-2908-49065DB4C675}"/>
              </a:ext>
            </a:extLst>
          </p:cNvPr>
          <p:cNvPicPr>
            <a:picLocks noChangeAspect="1"/>
          </p:cNvPicPr>
          <p:nvPr/>
        </p:nvPicPr>
        <p:blipFill>
          <a:blip r:embed="rId6"/>
          <a:stretch>
            <a:fillRect/>
          </a:stretch>
        </p:blipFill>
        <p:spPr>
          <a:xfrm>
            <a:off x="7585675" y="6336121"/>
            <a:ext cx="2440751" cy="136896"/>
          </a:xfrm>
          <a:prstGeom prst="rect">
            <a:avLst/>
          </a:prstGeom>
        </p:spPr>
      </p:pic>
      <p:sp>
        <p:nvSpPr>
          <p:cNvPr id="4" name="TextBox 3">
            <a:extLst>
              <a:ext uri="{FF2B5EF4-FFF2-40B4-BE49-F238E27FC236}">
                <a16:creationId xmlns:a16="http://schemas.microsoft.com/office/drawing/2014/main" id="{F9387687-F6B8-C073-1444-9188DFCCC70A}"/>
              </a:ext>
            </a:extLst>
          </p:cNvPr>
          <p:cNvSpPr txBox="1"/>
          <p:nvPr/>
        </p:nvSpPr>
        <p:spPr>
          <a:xfrm>
            <a:off x="435866" y="504949"/>
            <a:ext cx="10013059" cy="296235"/>
          </a:xfrm>
          <a:prstGeom prst="rect">
            <a:avLst/>
          </a:prstGeom>
          <a:noFill/>
        </p:spPr>
        <p:txBody>
          <a:bodyPr wrap="square" lIns="0" tIns="0" rIns="0" bIns="0" rtlCol="0">
            <a:spAutoFit/>
            <a:scene3d>
              <a:camera prst="orthographicFront"/>
              <a:lightRig rig="threePt" dir="t"/>
            </a:scene3d>
            <a:sp3d>
              <a:bevelT w="1270" h="1270"/>
            </a:sp3d>
          </a:bodyPr>
          <a:lstStyle>
            <a:defPPr>
              <a:defRPr lang="ko-KR"/>
            </a:defPPr>
            <a:lvl1pPr>
              <a:defRPr sz="1600">
                <a:solidFill>
                  <a:schemeClr val="tx1">
                    <a:lumMod val="85000"/>
                    <a:lumOff val="15000"/>
                  </a:schemeClr>
                </a:solidFill>
                <a:latin typeface="나눔스퀘어 ExtraBold" panose="020B0600000101010101" pitchFamily="50" charset="-127"/>
                <a:ea typeface="나눔스퀘어 ExtraBold" panose="020B0600000101010101" pitchFamily="50" charset="-127"/>
              </a:defRPr>
            </a:lvl1pPr>
          </a:lstStyle>
          <a:p>
            <a:pPr marL="0" marR="0" lvl="0" indent="0" algn="l" defTabSz="801356" rtl="0" eaLnBrk="1" fontAlgn="auto" latinLnBrk="1" hangingPunct="1">
              <a:lnSpc>
                <a:spcPct val="150000"/>
              </a:lnSpc>
              <a:spcBef>
                <a:spcPts val="0"/>
              </a:spcBef>
              <a:spcAft>
                <a:spcPts val="0"/>
              </a:spcAft>
              <a:buClrTx/>
              <a:buSzTx/>
              <a:buFontTx/>
              <a:buNone/>
              <a:tabLst/>
              <a:defRPr/>
            </a:pPr>
            <a:r>
              <a:rPr kumimoji="0" lang="en-US" altLang="ko-KR" sz="14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mn-cs"/>
              </a:rPr>
              <a:t>Ⅳ. </a:t>
            </a:r>
            <a:r>
              <a:rPr kumimoji="0" lang="ko-KR" altLang="en-US" sz="14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mn-cs"/>
              </a:rPr>
              <a:t>투자 전략 </a:t>
            </a:r>
            <a:r>
              <a:rPr kumimoji="0" lang="en-US" altLang="ko-KR" sz="1100" b="0" i="0" u="none" strike="noStrike" kern="1200" cap="none" spc="0" normalizeH="0" baseline="0" noProof="0" dirty="0">
                <a:ln>
                  <a:noFill/>
                </a:ln>
                <a:solidFill>
                  <a:prstClr val="white">
                    <a:lumMod val="75000"/>
                  </a:prstClr>
                </a:solidFill>
                <a:effectLst/>
                <a:uLnTx/>
                <a:uFillTx/>
                <a:latin typeface="KoPubWorld돋움체 Bold" panose="00000800000000000000" pitchFamily="2" charset="-127"/>
                <a:ea typeface="KoPubWorld돋움체 Bold" panose="00000800000000000000" pitchFamily="2" charset="-127"/>
                <a:cs typeface="+mn-cs"/>
              </a:rPr>
              <a:t>Investment Strategy</a:t>
            </a:r>
          </a:p>
        </p:txBody>
      </p:sp>
    </p:spTree>
    <p:extLst>
      <p:ext uri="{BB962C8B-B14F-4D97-AF65-F5344CB8AC3E}">
        <p14:creationId xmlns:p14="http://schemas.microsoft.com/office/powerpoint/2010/main" val="40690991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0C1595-C1BF-2478-9C38-16C9B47C735E}"/>
            </a:ext>
          </a:extLst>
        </p:cNvPr>
        <p:cNvGrpSpPr/>
        <p:nvPr/>
      </p:nvGrpSpPr>
      <p:grpSpPr>
        <a:xfrm>
          <a:off x="0" y="0"/>
          <a:ext cx="0" cy="0"/>
          <a:chOff x="0" y="0"/>
          <a:chExt cx="0" cy="0"/>
        </a:xfrm>
      </p:grpSpPr>
      <p:sp>
        <p:nvSpPr>
          <p:cNvPr id="8" name="직사각형 7">
            <a:extLst>
              <a:ext uri="{FF2B5EF4-FFF2-40B4-BE49-F238E27FC236}">
                <a16:creationId xmlns:a16="http://schemas.microsoft.com/office/drawing/2014/main" id="{A2B40312-F296-8B10-C92E-1194B75498E6}"/>
              </a:ext>
            </a:extLst>
          </p:cNvPr>
          <p:cNvSpPr/>
          <p:nvPr/>
        </p:nvSpPr>
        <p:spPr>
          <a:xfrm>
            <a:off x="269928" y="1871625"/>
            <a:ext cx="4561447" cy="4860540"/>
          </a:xfrm>
          <a:prstGeom prst="rect">
            <a:avLst/>
          </a:prstGeom>
          <a:solidFill>
            <a:schemeClr val="accent1">
              <a:lumMod val="20000"/>
              <a:lumOff val="8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9" name="TextBox 8">
            <a:extLst>
              <a:ext uri="{FF2B5EF4-FFF2-40B4-BE49-F238E27FC236}">
                <a16:creationId xmlns:a16="http://schemas.microsoft.com/office/drawing/2014/main" id="{DEA65BCD-DE63-DAD5-4039-D8BF0A4E783C}"/>
              </a:ext>
            </a:extLst>
          </p:cNvPr>
          <p:cNvSpPr txBox="1"/>
          <p:nvPr/>
        </p:nvSpPr>
        <p:spPr>
          <a:xfrm>
            <a:off x="269928" y="1076666"/>
            <a:ext cx="10178998" cy="669414"/>
          </a:xfrm>
          <a:prstGeom prst="rect">
            <a:avLst/>
          </a:prstGeom>
          <a:noFill/>
        </p:spPr>
        <p:txBody>
          <a:bodyPr wrap="square" lIns="180000" tIns="0" rtlCol="0">
            <a:spAutoFit/>
          </a:bodyPr>
          <a:lstStyle>
            <a:defPPr>
              <a:defRPr lang="ko-KR"/>
            </a:defPPr>
            <a:lvl1pPr marL="285750" indent="-285750">
              <a:lnSpc>
                <a:spcPct val="150000"/>
              </a:lnSpc>
              <a:buFont typeface="Wingdings" panose="05000000000000000000" pitchFamily="2" charset="2"/>
              <a:buChar char="ü"/>
              <a:defRPr sz="1400">
                <a:latin typeface="KoPubWorld돋움체 Bold" panose="00000800000000000000" pitchFamily="2" charset="-127"/>
                <a:ea typeface="KoPubWorld돋움체 Bold" panose="00000800000000000000" pitchFamily="2" charset="-127"/>
              </a:defRPr>
            </a:lvl1pPr>
          </a:lstStyle>
          <a:p>
            <a:pPr marL="0" marR="0" lvl="0" indent="0" algn="l" defTabSz="914400" rtl="0" eaLnBrk="1" fontAlgn="auto" latinLnBrk="1" hangingPunct="1">
              <a:lnSpc>
                <a:spcPct val="150000"/>
              </a:lnSpc>
              <a:spcBef>
                <a:spcPts val="0"/>
              </a:spcBef>
              <a:spcAft>
                <a:spcPts val="0"/>
              </a:spcAft>
              <a:buClrTx/>
              <a:buSzTx/>
              <a:buFont typeface="Wingdings" panose="05000000000000000000" pitchFamily="2" charset="2"/>
              <a:buNone/>
              <a:tabLst/>
              <a:defRPr/>
            </a:pPr>
            <a:r>
              <a:rPr lang="en-US" altLang="ko-KR" sz="1600" dirty="0"/>
              <a:t>@@</a:t>
            </a:r>
          </a:p>
          <a:p>
            <a:pPr marL="0" lvl="0" indent="0" defTabSz="914400" latinLnBrk="1">
              <a:buNone/>
              <a:defRPr/>
            </a:pPr>
            <a:r>
              <a:rPr kumimoji="0" lang="en-US" altLang="ko-KR" sz="1200" b="0" i="0" u="none" strike="noStrike" kern="1200" cap="none" spc="0" normalizeH="0" baseline="0" noProof="0" dirty="0">
                <a:ln>
                  <a:noFill/>
                </a:ln>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 </a:t>
            </a:r>
            <a:r>
              <a:rPr lang="en-US" altLang="ko-KR" sz="12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endParaRPr kumimoji="0" lang="en-US" altLang="ko-KR" sz="1200" b="0" i="0" u="none" strike="noStrike" kern="1200" cap="none" spc="0" normalizeH="0" baseline="0" noProof="0" dirty="0">
              <a:ln>
                <a:noFill/>
              </a:ln>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4" name="TextBox 3">
            <a:extLst>
              <a:ext uri="{FF2B5EF4-FFF2-40B4-BE49-F238E27FC236}">
                <a16:creationId xmlns:a16="http://schemas.microsoft.com/office/drawing/2014/main" id="{55A4E916-7A66-4BC2-25E7-8A96FF7BB147}"/>
              </a:ext>
            </a:extLst>
          </p:cNvPr>
          <p:cNvSpPr txBox="1"/>
          <p:nvPr/>
        </p:nvSpPr>
        <p:spPr>
          <a:xfrm>
            <a:off x="435866" y="504949"/>
            <a:ext cx="10013059" cy="296235"/>
          </a:xfrm>
          <a:prstGeom prst="rect">
            <a:avLst/>
          </a:prstGeom>
          <a:noFill/>
        </p:spPr>
        <p:txBody>
          <a:bodyPr wrap="square" lIns="0" tIns="0" rIns="0" bIns="0" rtlCol="0">
            <a:spAutoFit/>
            <a:scene3d>
              <a:camera prst="orthographicFront"/>
              <a:lightRig rig="threePt" dir="t"/>
            </a:scene3d>
            <a:sp3d>
              <a:bevelT w="1270" h="1270"/>
            </a:sp3d>
          </a:bodyPr>
          <a:lstStyle>
            <a:defPPr>
              <a:defRPr lang="ko-KR"/>
            </a:defPPr>
            <a:lvl1pPr>
              <a:defRPr sz="1600">
                <a:solidFill>
                  <a:schemeClr val="tx1">
                    <a:lumMod val="85000"/>
                    <a:lumOff val="15000"/>
                  </a:schemeClr>
                </a:solidFill>
                <a:latin typeface="나눔스퀘어 ExtraBold" panose="020B0600000101010101" pitchFamily="50" charset="-127"/>
                <a:ea typeface="나눔스퀘어 ExtraBold" panose="020B0600000101010101" pitchFamily="50" charset="-127"/>
              </a:defRPr>
            </a:lvl1pPr>
          </a:lstStyle>
          <a:p>
            <a:pPr marL="0" marR="0" lvl="0" indent="0" algn="l" defTabSz="801356" rtl="0" eaLnBrk="1" fontAlgn="auto" latinLnBrk="1" hangingPunct="1">
              <a:lnSpc>
                <a:spcPct val="150000"/>
              </a:lnSpc>
              <a:spcBef>
                <a:spcPts val="0"/>
              </a:spcBef>
              <a:spcAft>
                <a:spcPts val="0"/>
              </a:spcAft>
              <a:buClrTx/>
              <a:buSzTx/>
              <a:buFontTx/>
              <a:buNone/>
              <a:tabLst/>
              <a:defRPr/>
            </a:pPr>
            <a:r>
              <a:rPr kumimoji="0" lang="en-US" altLang="ko-KR" sz="14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mn-cs"/>
              </a:rPr>
              <a:t>Ⅳ. </a:t>
            </a:r>
            <a:r>
              <a:rPr kumimoji="0" lang="ko-KR" altLang="en-US" sz="14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mn-cs"/>
              </a:rPr>
              <a:t>투자 전략 </a:t>
            </a:r>
            <a:r>
              <a:rPr kumimoji="0" lang="en-US" altLang="ko-KR" sz="1100" b="0" i="0" u="none" strike="noStrike" kern="1200" cap="none" spc="0" normalizeH="0" baseline="0" noProof="0" dirty="0">
                <a:ln>
                  <a:noFill/>
                </a:ln>
                <a:solidFill>
                  <a:prstClr val="white">
                    <a:lumMod val="75000"/>
                  </a:prstClr>
                </a:solidFill>
                <a:effectLst/>
                <a:uLnTx/>
                <a:uFillTx/>
                <a:latin typeface="KoPubWorld돋움체 Bold" panose="00000800000000000000" pitchFamily="2" charset="-127"/>
                <a:ea typeface="KoPubWorld돋움체 Bold" panose="00000800000000000000" pitchFamily="2" charset="-127"/>
                <a:cs typeface="+mn-cs"/>
              </a:rPr>
              <a:t>Investment Strategy</a:t>
            </a:r>
          </a:p>
        </p:txBody>
      </p:sp>
      <p:grpSp>
        <p:nvGrpSpPr>
          <p:cNvPr id="2" name="그룹 1">
            <a:extLst>
              <a:ext uri="{FF2B5EF4-FFF2-40B4-BE49-F238E27FC236}">
                <a16:creationId xmlns:a16="http://schemas.microsoft.com/office/drawing/2014/main" id="{BE0CE207-84C9-E6BA-BDC6-CAA28B701A6B}"/>
              </a:ext>
            </a:extLst>
          </p:cNvPr>
          <p:cNvGrpSpPr/>
          <p:nvPr/>
        </p:nvGrpSpPr>
        <p:grpSpPr>
          <a:xfrm>
            <a:off x="435866" y="2172971"/>
            <a:ext cx="4261267" cy="4451182"/>
            <a:chOff x="435862" y="1226475"/>
            <a:chExt cx="4414683" cy="4611435"/>
          </a:xfrm>
        </p:grpSpPr>
        <p:pic>
          <p:nvPicPr>
            <p:cNvPr id="3" name="그림 2">
              <a:extLst>
                <a:ext uri="{FF2B5EF4-FFF2-40B4-BE49-F238E27FC236}">
                  <a16:creationId xmlns:a16="http://schemas.microsoft.com/office/drawing/2014/main" id="{E01DF197-B00E-D79B-6426-96F629440B5F}"/>
                </a:ext>
              </a:extLst>
            </p:cNvPr>
            <p:cNvPicPr>
              <a:picLocks noChangeAspect="1"/>
            </p:cNvPicPr>
            <p:nvPr/>
          </p:nvPicPr>
          <p:blipFill>
            <a:blip r:embed="rId2">
              <a:extLst>
                <a:ext uri="{BEBA8EAE-BF5A-486C-A8C5-ECC9F3942E4B}">
                  <a14:imgProps xmlns:a14="http://schemas.microsoft.com/office/drawing/2010/main">
                    <a14:imgLayer r:embed="rId3">
                      <a14:imgEffect>
                        <a14:saturation sat="0"/>
                      </a14:imgEffect>
                    </a14:imgLayer>
                  </a14:imgProps>
                </a:ext>
              </a:extLst>
            </a:blip>
            <a:srcRect b="7994"/>
            <a:stretch>
              <a:fillRect/>
            </a:stretch>
          </p:blipFill>
          <p:spPr>
            <a:xfrm>
              <a:off x="435862" y="1226475"/>
              <a:ext cx="4414683" cy="4611435"/>
            </a:xfrm>
            <a:prstGeom prst="rect">
              <a:avLst/>
            </a:prstGeom>
            <a:ln>
              <a:solidFill>
                <a:schemeClr val="tx1">
                  <a:lumMod val="50000"/>
                  <a:lumOff val="50000"/>
                </a:schemeClr>
              </a:solidFill>
            </a:ln>
          </p:spPr>
        </p:pic>
        <p:pic>
          <p:nvPicPr>
            <p:cNvPr id="5" name="그림 4">
              <a:extLst>
                <a:ext uri="{FF2B5EF4-FFF2-40B4-BE49-F238E27FC236}">
                  <a16:creationId xmlns:a16="http://schemas.microsoft.com/office/drawing/2014/main" id="{EA54AD70-39E8-6616-CA8C-FD8E2AA81858}"/>
                </a:ext>
              </a:extLst>
            </p:cNvPr>
            <p:cNvPicPr>
              <a:picLocks noChangeAspect="1"/>
            </p:cNvPicPr>
            <p:nvPr/>
          </p:nvPicPr>
          <p:blipFill>
            <a:blip r:embed="rId4"/>
            <a:srcRect l="22705" t="3194" r="3088" b="52001"/>
            <a:stretch>
              <a:fillRect/>
            </a:stretch>
          </p:blipFill>
          <p:spPr>
            <a:xfrm>
              <a:off x="1438209" y="1386584"/>
              <a:ext cx="3275966" cy="2245714"/>
            </a:xfrm>
            <a:prstGeom prst="rect">
              <a:avLst/>
            </a:prstGeom>
            <a:ln w="19050">
              <a:solidFill>
                <a:srgbClr val="FF0000"/>
              </a:solidFill>
            </a:ln>
            <a:effectLst>
              <a:outerShdw blurRad="63500" sx="102000" sy="102000" algn="ctr" rotWithShape="0">
                <a:prstClr val="black">
                  <a:alpha val="40000"/>
                </a:prstClr>
              </a:outerShdw>
            </a:effectLst>
          </p:spPr>
        </p:pic>
      </p:grpSp>
      <p:sp>
        <p:nvSpPr>
          <p:cNvPr id="12" name="TextBox 11">
            <a:extLst>
              <a:ext uri="{FF2B5EF4-FFF2-40B4-BE49-F238E27FC236}">
                <a16:creationId xmlns:a16="http://schemas.microsoft.com/office/drawing/2014/main" id="{BFDC536A-F124-AE16-DB33-FC0329CCD0AC}"/>
              </a:ext>
            </a:extLst>
          </p:cNvPr>
          <p:cNvSpPr txBox="1"/>
          <p:nvPr/>
        </p:nvSpPr>
        <p:spPr>
          <a:xfrm>
            <a:off x="398406" y="1918372"/>
            <a:ext cx="3944469" cy="169277"/>
          </a:xfrm>
          <a:prstGeom prst="rect">
            <a:avLst/>
          </a:prstGeom>
          <a:solidFill>
            <a:schemeClr val="bg1"/>
          </a:solidFill>
        </p:spPr>
        <p:txBody>
          <a:bodyPr wrap="square" lIns="0" tIns="0" rIns="0" bIns="0" rtlCol="0">
            <a:spAutoFit/>
          </a:bodyPr>
          <a:lstStyle/>
          <a:p>
            <a:pPr marL="0" marR="0" lvl="0" indent="0" algn="l" defTabSz="986912" rtl="0" eaLnBrk="1" fontAlgn="base" latinLnBrk="1" hangingPunct="1">
              <a:lnSpc>
                <a:spcPct val="100000"/>
              </a:lnSpc>
              <a:spcBef>
                <a:spcPct val="0"/>
              </a:spcBef>
              <a:spcAft>
                <a:spcPct val="0"/>
              </a:spcAft>
              <a:buClrTx/>
              <a:buSzTx/>
              <a:buFontTx/>
              <a:buNone/>
              <a:tabLst/>
              <a:defRPr/>
            </a:pPr>
            <a:r>
              <a:rPr kumimoji="1"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&lt; `25</a:t>
            </a:r>
            <a:r>
              <a:rPr kumimoji="1" lang="ko-KR" altLang="en-US"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년 </a:t>
            </a:r>
            <a:r>
              <a:rPr kumimoji="1"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10</a:t>
            </a:r>
            <a:r>
              <a:rPr kumimoji="1" lang="ko-KR" altLang="en-US"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월</a:t>
            </a:r>
            <a:r>
              <a:rPr kumimoji="1"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1" lang="ko-KR" altLang="en-US"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삼성증권 </a:t>
            </a:r>
            <a:r>
              <a:rPr kumimoji="1"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Corp-day IR</a:t>
            </a:r>
            <a:r>
              <a:rPr kumimoji="1" lang="ko-KR" altLang="en-US"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자료</a:t>
            </a:r>
            <a:r>
              <a:rPr kumimoji="1"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7</a:t>
            </a:r>
            <a:r>
              <a:rPr kumimoji="1" lang="ko-KR" altLang="en-US"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페이지 발췌 </a:t>
            </a:r>
            <a:r>
              <a:rPr kumimoji="1"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&gt;</a:t>
            </a:r>
          </a:p>
        </p:txBody>
      </p:sp>
    </p:spTree>
    <p:extLst>
      <p:ext uri="{BB962C8B-B14F-4D97-AF65-F5344CB8AC3E}">
        <p14:creationId xmlns:p14="http://schemas.microsoft.com/office/powerpoint/2010/main" val="1364764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EBDBEC-4C24-0D2E-716B-040560BE95B9}"/>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2D45AC68-D2D8-3610-9C9C-6BAAA62359E2}"/>
              </a:ext>
            </a:extLst>
          </p:cNvPr>
          <p:cNvSpPr txBox="1"/>
          <p:nvPr/>
        </p:nvSpPr>
        <p:spPr>
          <a:xfrm>
            <a:off x="269928" y="1076666"/>
            <a:ext cx="10178998" cy="669414"/>
          </a:xfrm>
          <a:prstGeom prst="rect">
            <a:avLst/>
          </a:prstGeom>
          <a:noFill/>
        </p:spPr>
        <p:txBody>
          <a:bodyPr wrap="square" lIns="180000" tIns="0" rtlCol="0">
            <a:spAutoFit/>
          </a:bodyPr>
          <a:lstStyle>
            <a:defPPr>
              <a:defRPr lang="ko-KR"/>
            </a:defPPr>
            <a:lvl1pPr marL="285750" indent="-285750">
              <a:lnSpc>
                <a:spcPct val="150000"/>
              </a:lnSpc>
              <a:buFont typeface="Wingdings" panose="05000000000000000000" pitchFamily="2" charset="2"/>
              <a:buChar char="ü"/>
              <a:defRPr sz="1400">
                <a:latin typeface="KoPubWorld돋움체 Bold" panose="00000800000000000000" pitchFamily="2" charset="-127"/>
                <a:ea typeface="KoPubWorld돋움체 Bold" panose="00000800000000000000" pitchFamily="2" charset="-127"/>
              </a:defRPr>
            </a:lvl1pPr>
          </a:lstStyle>
          <a:p>
            <a:pPr marL="0" marR="0" lvl="0" indent="0" algn="l" defTabSz="914400" rtl="0" eaLnBrk="1" fontAlgn="auto" latinLnBrk="1" hangingPunct="1">
              <a:lnSpc>
                <a:spcPct val="150000"/>
              </a:lnSpc>
              <a:spcBef>
                <a:spcPts val="0"/>
              </a:spcBef>
              <a:spcAft>
                <a:spcPts val="0"/>
              </a:spcAft>
              <a:buClrTx/>
              <a:buSzTx/>
              <a:buFont typeface="Wingdings" panose="05000000000000000000" pitchFamily="2" charset="2"/>
              <a:buNone/>
              <a:tabLst/>
              <a:defRPr/>
            </a:pPr>
            <a:r>
              <a:rPr lang="ko-KR" altLang="en-US" sz="1600" dirty="0"/>
              <a:t>당 리츠는 투자 환경에 따라 적합한 구조로 투자전략을 추진하고 있으며</a:t>
            </a:r>
            <a:r>
              <a:rPr lang="en-US" altLang="ko-KR" sz="1600" dirty="0"/>
              <a:t> </a:t>
            </a:r>
            <a:r>
              <a:rPr lang="ko-KR" altLang="en-US" sz="1600" dirty="0"/>
              <a:t>향후 신규편입은 </a:t>
            </a:r>
            <a:r>
              <a:rPr lang="ko-KR" altLang="en-US" sz="1600" dirty="0" err="1"/>
              <a:t>자리츠</a:t>
            </a:r>
            <a:r>
              <a:rPr lang="ko-KR" altLang="en-US" sz="1600" dirty="0"/>
              <a:t> 설립 구조 검토 예정</a:t>
            </a:r>
            <a:endParaRPr lang="en-US" altLang="ko-KR" sz="1600" dirty="0"/>
          </a:p>
          <a:p>
            <a:pPr marL="0" lvl="0" indent="0" defTabSz="914400" latinLnBrk="1">
              <a:buNone/>
              <a:defRPr/>
            </a:pPr>
            <a:r>
              <a:rPr kumimoji="0" lang="en-US" altLang="ko-KR" sz="1200" b="0" i="0" u="none" strike="noStrike" kern="1200" cap="none" spc="0" normalizeH="0" baseline="0" noProof="0" dirty="0">
                <a:ln>
                  <a:noFill/>
                </a:ln>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 </a:t>
            </a:r>
            <a:r>
              <a:rPr lang="ko-KR" altLang="en-US" sz="12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향후 금리 불확실성이 예상됨에 따라</a:t>
            </a:r>
            <a:r>
              <a:rPr lang="en-US" altLang="ko-KR" sz="12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12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유연하게 대처하고 운용 경쟁력 활용이 가능한 자 리츠 구조로 집행 예정</a:t>
            </a:r>
            <a:endParaRPr kumimoji="0" lang="en-US" altLang="ko-KR" sz="1200" b="0" i="0" u="none" strike="noStrike" kern="1200" cap="none" spc="0" normalizeH="0" baseline="0" noProof="0" dirty="0">
              <a:ln>
                <a:noFill/>
              </a:ln>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graphicFrame>
        <p:nvGraphicFramePr>
          <p:cNvPr id="4" name="표 3">
            <a:extLst>
              <a:ext uri="{FF2B5EF4-FFF2-40B4-BE49-F238E27FC236}">
                <a16:creationId xmlns:a16="http://schemas.microsoft.com/office/drawing/2014/main" id="{C9B8184B-7E48-4D21-DF4D-4CBD05A73E17}"/>
              </a:ext>
            </a:extLst>
          </p:cNvPr>
          <p:cNvGraphicFramePr>
            <a:graphicFrameLocks noGrp="1"/>
          </p:cNvGraphicFramePr>
          <p:nvPr>
            <p:extLst>
              <p:ext uri="{D42A27DB-BD31-4B8C-83A1-F6EECF244321}">
                <p14:modId xmlns:p14="http://schemas.microsoft.com/office/powerpoint/2010/main" val="2299978245"/>
              </p:ext>
            </p:extLst>
          </p:nvPr>
        </p:nvGraphicFramePr>
        <p:xfrm>
          <a:off x="444183" y="2303671"/>
          <a:ext cx="10004741" cy="4179338"/>
        </p:xfrm>
        <a:graphic>
          <a:graphicData uri="http://schemas.openxmlformats.org/drawingml/2006/table">
            <a:tbl>
              <a:tblPr>
                <a:tableStyleId>{5C22544A-7EE6-4342-B048-85BDC9FD1C3A}</a:tableStyleId>
              </a:tblPr>
              <a:tblGrid>
                <a:gridCol w="1157282">
                  <a:extLst>
                    <a:ext uri="{9D8B030D-6E8A-4147-A177-3AD203B41FA5}">
                      <a16:colId xmlns:a16="http://schemas.microsoft.com/office/drawing/2014/main" val="3117305588"/>
                    </a:ext>
                  </a:extLst>
                </a:gridCol>
                <a:gridCol w="1493727">
                  <a:extLst>
                    <a:ext uri="{9D8B030D-6E8A-4147-A177-3AD203B41FA5}">
                      <a16:colId xmlns:a16="http://schemas.microsoft.com/office/drawing/2014/main" val="2402345931"/>
                    </a:ext>
                  </a:extLst>
                </a:gridCol>
                <a:gridCol w="1493727">
                  <a:extLst>
                    <a:ext uri="{9D8B030D-6E8A-4147-A177-3AD203B41FA5}">
                      <a16:colId xmlns:a16="http://schemas.microsoft.com/office/drawing/2014/main" val="3814077803"/>
                    </a:ext>
                  </a:extLst>
                </a:gridCol>
                <a:gridCol w="1493727">
                  <a:extLst>
                    <a:ext uri="{9D8B030D-6E8A-4147-A177-3AD203B41FA5}">
                      <a16:colId xmlns:a16="http://schemas.microsoft.com/office/drawing/2014/main" val="4294308612"/>
                    </a:ext>
                  </a:extLst>
                </a:gridCol>
                <a:gridCol w="4366278">
                  <a:extLst>
                    <a:ext uri="{9D8B030D-6E8A-4147-A177-3AD203B41FA5}">
                      <a16:colId xmlns:a16="http://schemas.microsoft.com/office/drawing/2014/main" val="1421344396"/>
                    </a:ext>
                  </a:extLst>
                </a:gridCol>
              </a:tblGrid>
              <a:tr h="418188">
                <a:tc>
                  <a:txBody>
                    <a:bodyPr/>
                    <a:lstStyle/>
                    <a:p>
                      <a:pPr algn="ctr" fontAlgn="ctr">
                        <a:buNone/>
                      </a:pPr>
                      <a:r>
                        <a:rPr lang="ko-KR" altLang="en-US" sz="12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endParaRPr lang="ko-KR" sz="12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fontAlgn="ctr">
                        <a:buNone/>
                      </a:pPr>
                      <a:r>
                        <a:rPr lang="ko-KR" altLang="en-US" sz="12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부동산 직접 매입</a:t>
                      </a:r>
                      <a:endParaRPr lang="ko-KR" sz="12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9525" marB="0" anchor="ctr">
                    <a:lnL w="3175" cap="flat" cmpd="sng" algn="ctr">
                      <a:solidFill>
                        <a:schemeClr val="tx1"/>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fontAlgn="ctr">
                        <a:buNone/>
                      </a:pPr>
                      <a:r>
                        <a:rPr lang="ko-KR" altLang="en-US" sz="12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자리츠</a:t>
                      </a:r>
                      <a:r>
                        <a:rPr lang="ko-KR" altLang="en-US" sz="12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설립</a:t>
                      </a:r>
                      <a:endParaRPr lang="ko-KR" sz="12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fontAlgn="ctr">
                        <a:buNone/>
                      </a:pPr>
                      <a:r>
                        <a:rPr lang="ko-KR" altLang="en-US" sz="12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재간접</a:t>
                      </a:r>
                      <a:r>
                        <a:rPr lang="ko-KR" altLang="en-US" sz="12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투자</a:t>
                      </a:r>
                      <a:endParaRPr lang="ko-KR" sz="12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9525" marB="0" anchor="ctr">
                    <a:lnL w="12700" cap="flat" cmpd="sng" algn="ctr">
                      <a:solidFill>
                        <a:srgbClr val="C00000"/>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fontAlgn="ctr">
                        <a:buNone/>
                      </a:pPr>
                      <a:r>
                        <a:rPr lang="ko-KR" altLang="en-US" sz="12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비고</a:t>
                      </a:r>
                      <a:endParaRPr lang="ko-KR" sz="12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38732575"/>
                  </a:ext>
                </a:extLst>
              </a:tr>
              <a:tr h="376369">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총 투자비</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높음</a:t>
                      </a: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9525" marB="0" anchor="ctr">
                    <a:lnL w="3175" cap="flat" cmpd="sng" algn="ctr">
                      <a:solidFill>
                        <a:schemeClr val="tx1"/>
                      </a:solidFill>
                      <a:prstDash val="solid"/>
                      <a:round/>
                      <a:headEnd type="none" w="med" len="med"/>
                      <a:tailEnd type="none" w="med" len="med"/>
                    </a:lnL>
                    <a:lnR w="12700" cap="flat" cmpd="sng" algn="ctr">
                      <a:solidFill>
                        <a:srgbClr val="C00000"/>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fontAlgn="ctr">
                        <a:buNone/>
                      </a:pPr>
                      <a:r>
                        <a:rPr lang="ko-KR" altLang="en-US"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중간</a:t>
                      </a:r>
                      <a:endParaRPr lang="en-US" alt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20000"/>
                        <a:lumOff val="80000"/>
                      </a:schemeClr>
                    </a:solidFill>
                  </a:tcPr>
                </a:tc>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낮음</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9525" marB="0" anchor="ctr">
                    <a:lnL w="12700" cap="flat" cmpd="sng" algn="ctr">
                      <a:solidFill>
                        <a:srgbClr val="C00000"/>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rowSpan="2">
                  <a:txBody>
                    <a:bodyPr/>
                    <a:lstStyle/>
                    <a:p>
                      <a:pPr algn="l"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직접 매입 시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Equity</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를 전부 조달해야 하나</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p>
                      <a:pPr algn="l"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자리츠</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재간접</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방식의 경우 외부투자자와 위험과 보상을 나누어 부담함</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p>
                      <a:pPr algn="l"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 자 리츠의 경우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이상 조달 필요</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36000" marR="36000"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90734116"/>
                  </a:ext>
                </a:extLst>
              </a:tr>
              <a:tr h="376369">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자금소요</a:t>
                      </a: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(Equity)</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대규모</a:t>
                      </a: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(100%)</a:t>
                      </a:r>
                    </a:p>
                  </a:txBody>
                  <a:tcPr marL="36000" marR="36000" marT="9525" marB="0" anchor="ctr">
                    <a:lnL w="3175" cap="flat" cmpd="sng" algn="ctr">
                      <a:solidFill>
                        <a:schemeClr val="tx1"/>
                      </a:solidFill>
                      <a:prstDash val="solid"/>
                      <a:round/>
                      <a:headEnd type="none" w="med" len="med"/>
                      <a:tailEnd type="none" w="med" len="med"/>
                    </a:lnL>
                    <a:lnR w="12700" cap="flat" cmpd="sng" algn="ctr">
                      <a:solidFill>
                        <a:srgbClr val="C00000"/>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fontAlgn="ctr">
                        <a:buNone/>
                      </a:pPr>
                      <a:r>
                        <a:rPr lang="ko-KR" altLang="en-US"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중간규모</a:t>
                      </a:r>
                      <a:endParaRPr lang="en-US" alt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fontAlgn="ctr">
                        <a:buNone/>
                      </a:pPr>
                      <a:r>
                        <a:rPr lang="en-US" alt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a:t>
                      </a:r>
                      <a:r>
                        <a:rPr lang="ko-KR" altLang="en-US"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초과</a:t>
                      </a:r>
                      <a:r>
                        <a:rPr lang="en-US" alt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36000" marR="36000"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20000"/>
                        <a:lumOff val="80000"/>
                      </a:schemeClr>
                    </a:solidFill>
                  </a:tcPr>
                </a:tc>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소규모</a:t>
                      </a: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그 외</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9525" marB="0" anchor="ctr">
                    <a:lnL w="12700" cap="flat" cmpd="sng" algn="ctr">
                      <a:solidFill>
                        <a:srgbClr val="C00000"/>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vMerge="1">
                  <a:txBody>
                    <a:bodyPr/>
                    <a:lstStyle/>
                    <a:p>
                      <a:pPr algn="ctr"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298070373"/>
                  </a:ext>
                </a:extLst>
              </a:tr>
              <a:tr h="376369">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확장성</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낮음</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9525" marB="0" anchor="ctr">
                    <a:lnL w="3175" cap="flat" cmpd="sng" algn="ctr">
                      <a:solidFill>
                        <a:schemeClr val="tx1"/>
                      </a:solidFill>
                      <a:prstDash val="solid"/>
                      <a:round/>
                      <a:headEnd type="none" w="med" len="med"/>
                      <a:tailEnd type="none" w="med" len="med"/>
                    </a:lnL>
                    <a:lnR w="12700" cap="flat" cmpd="sng" algn="ctr">
                      <a:solidFill>
                        <a:srgbClr val="C00000"/>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fontAlgn="ctr">
                        <a:buNone/>
                      </a:pPr>
                      <a:r>
                        <a:rPr lang="ko-KR" altLang="en-US"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높음</a:t>
                      </a:r>
                      <a:endParaRPr 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20000"/>
                        <a:lumOff val="80000"/>
                      </a:schemeClr>
                    </a:solidFill>
                  </a:tcPr>
                </a:tc>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낮음</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9525" marB="0" anchor="ctr">
                    <a:lnL w="12700" cap="flat" cmpd="sng" algn="ctr">
                      <a:solidFill>
                        <a:srgbClr val="C00000"/>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 리츠의 경우 일회성 자산편입에 그치지 않고 </a:t>
                      </a: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l"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공동투자자와 지속적으로 확장 가능 </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607183470"/>
                  </a:ext>
                </a:extLst>
              </a:tr>
              <a:tr h="334550">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거버넌스</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높음</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9525" marB="0" anchor="ctr">
                    <a:lnL w="3175" cap="flat" cmpd="sng" algn="ctr">
                      <a:solidFill>
                        <a:schemeClr val="tx1"/>
                      </a:solidFill>
                      <a:prstDash val="solid"/>
                      <a:round/>
                      <a:headEnd type="none" w="med" len="med"/>
                      <a:tailEnd type="none" w="med" len="med"/>
                    </a:lnL>
                    <a:lnR w="12700" cap="flat" cmpd="sng" algn="ctr">
                      <a:solidFill>
                        <a:srgbClr val="C00000"/>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fontAlgn="ctr">
                        <a:buNone/>
                      </a:pPr>
                      <a:r>
                        <a:rPr lang="ko-KR" altLang="en-US"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높음</a:t>
                      </a:r>
                      <a:endParaRPr 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20000"/>
                        <a:lumOff val="80000"/>
                      </a:schemeClr>
                    </a:solidFill>
                  </a:tcPr>
                </a:tc>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낮음</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9525" marB="0" anchor="ctr">
                    <a:lnL w="12700" cap="flat" cmpd="sng" algn="ctr">
                      <a:solidFill>
                        <a:srgbClr val="C00000"/>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자산의 운용</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·Value-Add</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활동에 참여가능한 통제력</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46618478"/>
                  </a:ext>
                </a:extLst>
              </a:tr>
              <a:tr h="359237">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난이도</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낮음</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9525" marB="0" anchor="ctr">
                    <a:lnL w="3175" cap="flat" cmpd="sng" algn="ctr">
                      <a:solidFill>
                        <a:schemeClr val="tx1"/>
                      </a:solidFill>
                      <a:prstDash val="solid"/>
                      <a:round/>
                      <a:headEnd type="none" w="med" len="med"/>
                      <a:tailEnd type="none" w="med" len="med"/>
                    </a:lnL>
                    <a:lnR w="12700" cap="flat" cmpd="sng" algn="ctr">
                      <a:solidFill>
                        <a:srgbClr val="C00000"/>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fontAlgn="ctr">
                        <a:buNone/>
                      </a:pPr>
                      <a:r>
                        <a:rPr lang="ko-KR" altLang="en-US"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높음</a:t>
                      </a:r>
                      <a:endParaRPr 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20000"/>
                        <a:lumOff val="80000"/>
                      </a:schemeClr>
                    </a:solidFill>
                  </a:tcPr>
                </a:tc>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낮음</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9525" marB="0" anchor="ctr">
                    <a:lnL w="12700" cap="flat" cmpd="sng" algn="ctr">
                      <a:solidFill>
                        <a:srgbClr val="C00000"/>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rowSpan="3">
                  <a:txBody>
                    <a:bodyPr/>
                    <a:lstStyle/>
                    <a:p>
                      <a:pPr algn="l"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 리츠의 경우 연결 결산 및 공시 등 제반 운용업무의 난이도가 높음</a:t>
                      </a:r>
                    </a:p>
                    <a:p>
                      <a:pPr algn="l"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자산편입 시 유연한 구조를 활용 신속하게 편입</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573556721"/>
                  </a:ext>
                </a:extLst>
              </a:tr>
              <a:tr h="334550">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소요기간</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높음</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9525" marB="0" anchor="ctr">
                    <a:lnL w="3175" cap="flat" cmpd="sng" algn="ctr">
                      <a:solidFill>
                        <a:schemeClr val="tx1"/>
                      </a:solidFill>
                      <a:prstDash val="solid"/>
                      <a:round/>
                      <a:headEnd type="none" w="med" len="med"/>
                      <a:tailEnd type="none" w="med" len="med"/>
                    </a:lnL>
                    <a:lnR w="12700" cap="flat" cmpd="sng" algn="ctr">
                      <a:solidFill>
                        <a:srgbClr val="C00000"/>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fontAlgn="ctr">
                        <a:buNone/>
                      </a:pPr>
                      <a:r>
                        <a:rPr lang="ko-KR" altLang="en-US"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낮음</a:t>
                      </a:r>
                      <a:endParaRPr 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20000"/>
                        <a:lumOff val="80000"/>
                      </a:schemeClr>
                    </a:solidFill>
                  </a:tcPr>
                </a:tc>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낮음</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9525" marB="0" anchor="ctr">
                    <a:lnL w="12700" cap="flat" cmpd="sng" algn="ctr">
                      <a:solidFill>
                        <a:srgbClr val="C00000"/>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vMerge="1">
                  <a:txBody>
                    <a:bodyPr/>
                    <a:lstStyle/>
                    <a:p>
                      <a:endParaRPr dirty="0"/>
                    </a:p>
                  </a:txBody>
                  <a:tcPr marL="36000" marR="36000"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486014739"/>
                  </a:ext>
                </a:extLst>
              </a:tr>
              <a:tr h="334550">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유연성</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낮음</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9525" marB="0" anchor="ctr">
                    <a:lnL w="3175" cap="flat" cmpd="sng" algn="ctr">
                      <a:solidFill>
                        <a:schemeClr val="tx1"/>
                      </a:solidFill>
                      <a:prstDash val="solid"/>
                      <a:round/>
                      <a:headEnd type="none" w="med" len="med"/>
                      <a:tailEnd type="none" w="med" len="med"/>
                    </a:lnL>
                    <a:lnR w="12700" cap="flat" cmpd="sng" algn="ctr">
                      <a:solidFill>
                        <a:srgbClr val="C00000"/>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fontAlgn="ctr">
                        <a:buNone/>
                      </a:pPr>
                      <a:r>
                        <a:rPr lang="ko-KR" altLang="en-US"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높음</a:t>
                      </a:r>
                      <a:endParaRPr 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20000"/>
                        <a:lumOff val="80000"/>
                      </a:schemeClr>
                    </a:solidFill>
                  </a:tcPr>
                </a:tc>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낮음</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9525" marB="0" anchor="ctr">
                    <a:lnL w="12700" cap="flat" cmpd="sng" algn="ctr">
                      <a:solidFill>
                        <a:srgbClr val="C00000"/>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vMerge="1">
                  <a:txBody>
                    <a:bodyPr/>
                    <a:lstStyle/>
                    <a:p>
                      <a:pPr algn="l"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13782868"/>
                  </a:ext>
                </a:extLst>
              </a:tr>
              <a:tr h="334550">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규모의경제</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유리</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9525" marB="0" anchor="ctr">
                    <a:lnL w="3175" cap="flat" cmpd="sng" algn="ctr">
                      <a:solidFill>
                        <a:schemeClr val="tx1"/>
                      </a:solidFill>
                      <a:prstDash val="solid"/>
                      <a:round/>
                      <a:headEnd type="none" w="med" len="med"/>
                      <a:tailEnd type="none" w="med" len="med"/>
                    </a:lnL>
                    <a:lnR w="12700" cap="flat" cmpd="sng" algn="ctr">
                      <a:solidFill>
                        <a:srgbClr val="C00000"/>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fontAlgn="ctr">
                        <a:buNone/>
                      </a:pPr>
                      <a:r>
                        <a:rPr lang="ko-KR" altLang="en-US"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유리</a:t>
                      </a:r>
                      <a:endParaRPr 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20000"/>
                        <a:lumOff val="80000"/>
                      </a:schemeClr>
                    </a:solidFill>
                  </a:tcPr>
                </a:tc>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불리</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9525" marB="0" anchor="ctr">
                    <a:lnL w="12700" cap="flat" cmpd="sng" algn="ctr">
                      <a:solidFill>
                        <a:srgbClr val="C00000"/>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신용평가 및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ETF </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편입 등 규모 판단 시 자산금액 전체로 평가</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연결 재무제표</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p>
                      <a:pPr algn="l"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재간접</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투자의 경우 투자 지분금액만큼 평가</a:t>
                      </a: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640627342"/>
                  </a:ext>
                </a:extLst>
              </a:tr>
              <a:tr h="334550">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리스크</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중간</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9525" marB="0" anchor="ctr">
                    <a:lnL w="3175" cap="flat" cmpd="sng" algn="ctr">
                      <a:solidFill>
                        <a:schemeClr val="tx1"/>
                      </a:solidFill>
                      <a:prstDash val="solid"/>
                      <a:round/>
                      <a:headEnd type="none" w="med" len="med"/>
                      <a:tailEnd type="none" w="med" len="med"/>
                    </a:lnL>
                    <a:lnR w="12700" cap="flat" cmpd="sng" algn="ctr">
                      <a:solidFill>
                        <a:srgbClr val="C00000"/>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fontAlgn="ctr">
                        <a:buNone/>
                      </a:pPr>
                      <a:r>
                        <a:rPr lang="ko-KR" altLang="en-US"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낮음</a:t>
                      </a:r>
                      <a:endParaRPr 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20000"/>
                        <a:lumOff val="80000"/>
                      </a:schemeClr>
                    </a:solidFill>
                  </a:tcPr>
                </a:tc>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낮음</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9525" marB="0" anchor="ctr">
                    <a:lnL w="12700" cap="flat" cmpd="sng" algn="ctr">
                      <a:solidFill>
                        <a:srgbClr val="C00000"/>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신규자산 관련 운용 리스크</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공실</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 등</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가 모 리츠에 영향을 미치는지</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여부 </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185506752"/>
                  </a:ext>
                </a:extLst>
              </a:tr>
              <a:tr h="600056">
                <a:tc>
                  <a:txBody>
                    <a:bodyPr/>
                    <a:lstStyle/>
                    <a:p>
                      <a:pPr marL="0" marR="0" lvl="0" indent="0" algn="ctr" defTabSz="801929" rtl="0" eaLnBrk="1" fontAlgn="ctr" latinLnBrk="1" hangingPunct="1">
                        <a:lnSpc>
                          <a:spcPct val="100000"/>
                        </a:lnSpc>
                        <a:spcBef>
                          <a:spcPts val="0"/>
                        </a:spcBef>
                        <a:spcAft>
                          <a:spcPts val="0"/>
                        </a:spcAft>
                        <a:buClrTx/>
                        <a:buSzTx/>
                        <a:buFontTx/>
                        <a:buNone/>
                        <a:tabLst/>
                        <a:defRPr/>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사례</a:t>
                      </a:r>
                      <a:endParaRPr lang="ko-KR"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chemeClr val="bg1">
                        <a:lumMod val="95000"/>
                      </a:schemeClr>
                    </a:solidFill>
                  </a:tcPr>
                </a:tc>
                <a:tc>
                  <a:txBody>
                    <a:bodyPr/>
                    <a:lstStyle/>
                    <a:p>
                      <a:pPr algn="ctr"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남청라물류센터</a:t>
                      </a: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(’22)</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9525" marB="0" anchor="ctr">
                    <a:lnL w="3175" cap="flat" cmpd="sng" algn="ctr">
                      <a:solidFill>
                        <a:schemeClr val="tx1"/>
                      </a:solidFill>
                      <a:prstDash val="solid"/>
                      <a:round/>
                      <a:headEnd type="none" w="med" len="med"/>
                      <a:tailEnd type="none" w="med" len="med"/>
                    </a:lnL>
                    <a:lnR w="12700" cap="flat" cmpd="sng" algn="ctr">
                      <a:solidFill>
                        <a:srgbClr val="C00000"/>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noFill/>
                  </a:tcPr>
                </a:tc>
                <a:tc>
                  <a:txBody>
                    <a:bodyPr/>
                    <a:lstStyle/>
                    <a:p>
                      <a:pPr algn="ctr" fontAlgn="ctr">
                        <a:buNone/>
                      </a:pPr>
                      <a:r>
                        <a:rPr lang="ko-KR" altLang="en-US" sz="1000" b="1"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코크렙</a:t>
                      </a:r>
                      <a:r>
                        <a:rPr lang="ko-KR" altLang="en-US"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제</a:t>
                      </a:r>
                      <a:r>
                        <a:rPr lang="en-US" alt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72</a:t>
                      </a:r>
                      <a:r>
                        <a:rPr lang="ko-KR" altLang="en-US"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호</a:t>
                      </a:r>
                      <a:r>
                        <a:rPr lang="en-US" alt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(’26)</a:t>
                      </a:r>
                    </a:p>
                    <a:p>
                      <a:pPr algn="ctr" fontAlgn="ctr">
                        <a:buNone/>
                      </a:pPr>
                      <a:r>
                        <a:rPr lang="en-US" alt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현대차 유동화</a:t>
                      </a:r>
                      <a:r>
                        <a:rPr lang="en-US" alt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9525"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chemeClr val="accent4">
                        <a:lumMod val="20000"/>
                        <a:lumOff val="80000"/>
                      </a:schemeClr>
                    </a:solidFill>
                  </a:tcPr>
                </a:tc>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오피스 우선주</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(’23,’24)</a:t>
                      </a:r>
                    </a:p>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마제스타타워</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1,DF</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타워</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36000" marR="36000" marT="9525" marB="0" anchor="ctr">
                    <a:lnL w="12700" cap="flat" cmpd="sng" algn="ctr">
                      <a:solidFill>
                        <a:srgbClr val="C00000"/>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저금리 구간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(~’22) : </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유동성이 풍부하여 직접매입을 통해 위험과 보상 단독 보유</a:t>
                      </a: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l"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고금리 구간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(’23~’25) : </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조달금리 대비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High Yield </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상품에 제한적 투자</a:t>
                      </a: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l" fontAlgn="ctr">
                        <a:buNone/>
                      </a:pPr>
                      <a:r>
                        <a:rPr lang="en-US" alt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Pivot </a:t>
                      </a:r>
                      <a:r>
                        <a:rPr lang="ko-KR" altLang="en-US"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기간 </a:t>
                      </a:r>
                      <a:r>
                        <a:rPr lang="en-US" alt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 : </a:t>
                      </a:r>
                      <a:r>
                        <a:rPr lang="ko-KR" altLang="en-US"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불확실성으로 위험과 보상을 공동 투자자와 나누어 부담</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noFill/>
                  </a:tcPr>
                </a:tc>
                <a:extLst>
                  <a:ext uri="{0D108BD9-81ED-4DB2-BD59-A6C34878D82A}">
                    <a16:rowId xmlns:a16="http://schemas.microsoft.com/office/drawing/2014/main" val="1693567587"/>
                  </a:ext>
                </a:extLst>
              </a:tr>
            </a:tbl>
          </a:graphicData>
        </a:graphic>
      </p:graphicFrame>
      <p:sp>
        <p:nvSpPr>
          <p:cNvPr id="6" name="사각형: 둥근 모서리 5">
            <a:extLst>
              <a:ext uri="{FF2B5EF4-FFF2-40B4-BE49-F238E27FC236}">
                <a16:creationId xmlns:a16="http://schemas.microsoft.com/office/drawing/2014/main" id="{2E28E291-5A7C-C1B7-F44D-D387FD25EF98}"/>
              </a:ext>
            </a:extLst>
          </p:cNvPr>
          <p:cNvSpPr/>
          <p:nvPr/>
        </p:nvSpPr>
        <p:spPr>
          <a:xfrm>
            <a:off x="444184" y="1943633"/>
            <a:ext cx="1553349" cy="208184"/>
          </a:xfrm>
          <a:prstGeom prst="round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신규투자 구조 전략</a:t>
            </a:r>
          </a:p>
        </p:txBody>
      </p:sp>
      <p:sp>
        <p:nvSpPr>
          <p:cNvPr id="10" name="TextBox 9">
            <a:extLst>
              <a:ext uri="{FF2B5EF4-FFF2-40B4-BE49-F238E27FC236}">
                <a16:creationId xmlns:a16="http://schemas.microsoft.com/office/drawing/2014/main" id="{42DA298C-B915-5453-6215-941AB7E4E1FD}"/>
              </a:ext>
            </a:extLst>
          </p:cNvPr>
          <p:cNvSpPr txBox="1"/>
          <p:nvPr/>
        </p:nvSpPr>
        <p:spPr>
          <a:xfrm>
            <a:off x="485366" y="6825369"/>
            <a:ext cx="4640476" cy="230832"/>
          </a:xfrm>
          <a:prstGeom prst="rect">
            <a:avLst/>
          </a:prstGeom>
          <a:noFill/>
        </p:spPr>
        <p:txBody>
          <a:bodyPr wrap="square" rtlCol="0">
            <a:spAutoFit/>
          </a:bodyPr>
          <a:lstStyle/>
          <a:p>
            <a:r>
              <a:rPr lang="ko-KR" altLang="en-US" sz="900" dirty="0">
                <a:latin typeface="KoPubWorld돋움체 Light" panose="00000300000000000000" pitchFamily="2" charset="-127"/>
                <a:ea typeface="KoPubWorld돋움체 Light" panose="00000300000000000000" pitchFamily="2" charset="-127"/>
              </a:rPr>
              <a:t>Source: 당사 내부자료</a:t>
            </a:r>
          </a:p>
        </p:txBody>
      </p:sp>
      <p:sp>
        <p:nvSpPr>
          <p:cNvPr id="8" name="TextBox 7">
            <a:extLst>
              <a:ext uri="{FF2B5EF4-FFF2-40B4-BE49-F238E27FC236}">
                <a16:creationId xmlns:a16="http://schemas.microsoft.com/office/drawing/2014/main" id="{CDA34A58-20EB-5B2C-7645-5F938F53F26E}"/>
              </a:ext>
            </a:extLst>
          </p:cNvPr>
          <p:cNvSpPr txBox="1"/>
          <p:nvPr/>
        </p:nvSpPr>
        <p:spPr>
          <a:xfrm>
            <a:off x="435866" y="504949"/>
            <a:ext cx="10013059" cy="296235"/>
          </a:xfrm>
          <a:prstGeom prst="rect">
            <a:avLst/>
          </a:prstGeom>
          <a:noFill/>
        </p:spPr>
        <p:txBody>
          <a:bodyPr wrap="square" lIns="0" tIns="0" rIns="0" bIns="0" rtlCol="0">
            <a:spAutoFit/>
            <a:scene3d>
              <a:camera prst="orthographicFront"/>
              <a:lightRig rig="threePt" dir="t"/>
            </a:scene3d>
            <a:sp3d>
              <a:bevelT w="1270" h="1270"/>
            </a:sp3d>
          </a:bodyPr>
          <a:lstStyle>
            <a:defPPr>
              <a:defRPr lang="ko-KR"/>
            </a:defPPr>
            <a:lvl1pPr>
              <a:defRPr sz="1600">
                <a:solidFill>
                  <a:schemeClr val="tx1">
                    <a:lumMod val="85000"/>
                    <a:lumOff val="15000"/>
                  </a:schemeClr>
                </a:solidFill>
                <a:latin typeface="나눔스퀘어 ExtraBold" panose="020B0600000101010101" pitchFamily="50" charset="-127"/>
                <a:ea typeface="나눔스퀘어 ExtraBold" panose="020B0600000101010101" pitchFamily="50" charset="-127"/>
              </a:defRPr>
            </a:lvl1pPr>
          </a:lstStyle>
          <a:p>
            <a:pPr marL="0" marR="0" lvl="0" indent="0" algn="l" defTabSz="801356" rtl="0" eaLnBrk="1" fontAlgn="auto" latinLnBrk="1" hangingPunct="1">
              <a:lnSpc>
                <a:spcPct val="150000"/>
              </a:lnSpc>
              <a:spcBef>
                <a:spcPts val="0"/>
              </a:spcBef>
              <a:spcAft>
                <a:spcPts val="0"/>
              </a:spcAft>
              <a:buClrTx/>
              <a:buSzTx/>
              <a:buFontTx/>
              <a:buNone/>
              <a:tabLst/>
              <a:defRPr/>
            </a:pPr>
            <a:r>
              <a:rPr kumimoji="0" lang="en-US" altLang="ko-KR" sz="14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mn-cs"/>
              </a:rPr>
              <a:t>Ⅳ. </a:t>
            </a:r>
            <a:r>
              <a:rPr kumimoji="0" lang="ko-KR" altLang="en-US" sz="14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mn-cs"/>
              </a:rPr>
              <a:t>투자 전략 </a:t>
            </a:r>
            <a:r>
              <a:rPr kumimoji="0" lang="en-US" altLang="ko-KR" sz="1100" b="0" i="0" u="none" strike="noStrike" kern="1200" cap="none" spc="0" normalizeH="0" baseline="0" noProof="0" dirty="0">
                <a:ln>
                  <a:noFill/>
                </a:ln>
                <a:solidFill>
                  <a:prstClr val="white">
                    <a:lumMod val="75000"/>
                  </a:prstClr>
                </a:solidFill>
                <a:effectLst/>
                <a:uLnTx/>
                <a:uFillTx/>
                <a:latin typeface="KoPubWorld돋움체 Bold" panose="00000800000000000000" pitchFamily="2" charset="-127"/>
                <a:ea typeface="KoPubWorld돋움체 Bold" panose="00000800000000000000" pitchFamily="2" charset="-127"/>
                <a:cs typeface="+mn-cs"/>
              </a:rPr>
              <a:t>Investment Strategy</a:t>
            </a:r>
          </a:p>
        </p:txBody>
      </p:sp>
    </p:spTree>
    <p:extLst>
      <p:ext uri="{BB962C8B-B14F-4D97-AF65-F5344CB8AC3E}">
        <p14:creationId xmlns:p14="http://schemas.microsoft.com/office/powerpoint/2010/main" val="2398361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CAkjE_7M3E.x0Wsx5gBksw"/>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CAkjE_7M3E.x0Wsx5gBksw"/>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CAkjE_7M3E.x0Wsx5gBksw"/>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CAkjE_7M3E.x0Wsx5gBksw"/>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CAkjE_7M3E.x0Wsx5gBks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CAkjE_7M3E.x0Wsx5gBksw"/>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CAkjE_7M3E.x0Wsx5gBksw"/>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CAkjE_7M3E.x0Wsx5gBks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CAkjE_7M3E.x0Wsx5gBksw"/>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CAkjE_7M3E.x0Wsx5gBksw"/>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CAkjE_7M3E.x0Wsx5gBksw"/>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CAkjE_7M3E.x0Wsx5gBksw"/>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CAkjE_7M3E.x0Wsx5gBksw"/>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CAkjE_7M3E.x0Wsx5gBksw"/>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pCAkjE_7M3E.x0Wsx5gBksw"/>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CAkjE_7M3E.x0Wsx5gBksw"/>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CAkjE_7M3E.x0Wsx5gBksw"/>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CAkjE_7M3E.x0Wsx5gBksw"/>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pCAkjE_7M3E.x0Wsx5gBksw"/>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CAkjE_7M3E.x0Wsx5gBksw"/>
</p:tagLst>
</file>

<file path=ppt/theme/theme1.xml><?xml version="1.0" encoding="utf-8"?>
<a:theme xmlns:a="http://schemas.openxmlformats.org/drawingml/2006/main" name="Office 테마">
  <a:themeElements>
    <a:clrScheme name="Office 테마">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테마">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87E26CC9-F540-4186-8F7F-802AD5A57044}">
  <we:reference id="wa200010001" version="1.0.0.1" store="en-US" storeType="OMEX"/>
  <we:alternateReferences>
    <we:reference id="wa200010001" version="1.0.0.1" store="en-US" storeType="OMEX"/>
  </we:alternateReferences>
  <we:properties>
    <we:property name="claude.fileId" value="&quot;1069e90c-4437-47c6-a906-14bd7ffdd5ac&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Office Theme</Template>
  <TotalTime>101730</TotalTime>
  <Words>1794</Words>
  <Application>Microsoft Office PowerPoint</Application>
  <PresentationFormat>사용자 지정</PresentationFormat>
  <Paragraphs>334</Paragraphs>
  <Slides>8</Slides>
  <Notes>0</Notes>
  <HiddenSlides>0</HiddenSlides>
  <MMClips>0</MMClips>
  <ScaleCrop>false</ScaleCrop>
  <HeadingPairs>
    <vt:vector size="6" baseType="variant">
      <vt:variant>
        <vt:lpstr>사용한 글꼴</vt:lpstr>
      </vt:variant>
      <vt:variant>
        <vt:i4>10</vt:i4>
      </vt:variant>
      <vt:variant>
        <vt:lpstr>테마</vt:lpstr>
      </vt:variant>
      <vt:variant>
        <vt:i4>2</vt:i4>
      </vt:variant>
      <vt:variant>
        <vt:lpstr>슬라이드 제목</vt:lpstr>
      </vt:variant>
      <vt:variant>
        <vt:i4>8</vt:i4>
      </vt:variant>
    </vt:vector>
  </HeadingPairs>
  <TitlesOfParts>
    <vt:vector size="20" baseType="lpstr">
      <vt:lpstr>KoPubWorld돋움체 Bold</vt:lpstr>
      <vt:lpstr>KoPubWorld돋움체 Light</vt:lpstr>
      <vt:lpstr>KoPubWorld돋움체 Medium</vt:lpstr>
      <vt:lpstr>KoPubWorld바탕체 Bold</vt:lpstr>
      <vt:lpstr>Noto Sans KR</vt:lpstr>
      <vt:lpstr>맑은 고딕</vt:lpstr>
      <vt:lpstr>Arial</vt:lpstr>
      <vt:lpstr>Calibri</vt:lpstr>
      <vt:lpstr>Calibri Light</vt:lpstr>
      <vt:lpstr>Wingdings</vt:lpstr>
      <vt:lpstr>Office 테마</vt:lpstr>
      <vt:lpstr>1_Office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jsp</dc:creator>
  <cp:lastModifiedBy>안 용현(Yonghyeon,Ahn)</cp:lastModifiedBy>
  <cp:revision>6461</cp:revision>
  <cp:lastPrinted>2026-07-28T00:59:52Z</cp:lastPrinted>
  <dcterms:created xsi:type="dcterms:W3CDTF">2019-10-07T05:08:42Z</dcterms:created>
  <dcterms:modified xsi:type="dcterms:W3CDTF">2026-08-12T11:15:30Z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branchUid">
    <vt:lpwstr>FxeJOe_NbLfdp9X24C-D7F5MFHU202402010000000</vt:lpwstr>
  </property>
  <property fmtid="{D5CDD505-2E9C-101B-9397-08002B2CF9AE}" pid="3" name="docPath">
    <vt:lpwstr>WDpcNy7snpDsgrDsmrTsmIEo7L2U7YGs66CZKVw1Mi4g7L2U656M7L2U65287J207ZSE7J247ZSE6528XOy9lO2BrOugmeyViOyWkVxJUijsi6Dqt5ztiKzsnpDshKTrqoXsnpDro4wpXOyViOyWkeusvOulmCDtiKzsnpDshKTrqoXsnpDro4xfdi4yLjVfMjYwODEyX0RyYWZ0LnBwdHhfMjAxNC5wcHR4</vt:lpwstr>
  </property>
  <property fmtid="{D5CDD505-2E9C-101B-9397-08002B2CF9AE}" pid="4" name="docUid">
    <vt:lpwstr>FxeJOe_NbLfdp9X24C-D7F5MFHU</vt:lpwstr>
  </property>
  <property fmtid="{D5CDD505-2E9C-101B-9397-08002B2CF9AE}" pid="5" name="parentBranchUid">
    <vt:lpwstr/>
  </property>
</Properties>
</file>